
<file path=[Content_Types].xml><?xml version="1.0" encoding="utf-8"?>
<Types xmlns="http://schemas.openxmlformats.org/package/2006/content-types">
  <Default Extension="DNZLofxMl01Leh65lKII0AHaHa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80" r:id="rId4"/>
    <p:sldId id="289" r:id="rId5"/>
    <p:sldId id="285" r:id="rId6"/>
    <p:sldId id="295" r:id="rId7"/>
    <p:sldId id="296" r:id="rId8"/>
    <p:sldId id="297" r:id="rId9"/>
    <p:sldId id="299" r:id="rId10"/>
    <p:sldId id="300" r:id="rId11"/>
    <p:sldId id="301" r:id="rId12"/>
    <p:sldId id="284" r:id="rId13"/>
    <p:sldId id="302" r:id="rId14"/>
    <p:sldId id="305" r:id="rId15"/>
    <p:sldId id="303" r:id="rId16"/>
    <p:sldId id="279" r:id="rId17"/>
    <p:sldId id="304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F431D-62C5-4F35-937F-A8184D94E0C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36E48-CE7A-4CF4-88B1-17B6AE792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42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字体：新蒂下午茶，</a:t>
            </a:r>
            <a:r>
              <a:rPr lang="zh-CN" altLang="en-US"/>
              <a:t>新蒂黑板报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2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698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0CD5-9972-5C38-F541-E1705D32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CD5FBF-7C05-F55D-144B-FDC746D3A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F6EC9-F2C6-2059-758C-35DA86C6D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CF30D7-04B3-D729-9856-A7E28472C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865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A9A8-C85C-05C5-A914-33A19EE5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0BF7B0-C80C-C3DF-3BAD-A7C952771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A702FA-BBA6-F746-CDFB-BE624158D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451A20-6DDE-6C7E-80CA-B6AB7627E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59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56EF-D547-F2A5-1557-485B0260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40FF70-7BD5-3BCB-0C93-2A145C3F9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870F6-0C73-1DC3-6085-23913518F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404FAC-2C04-6DDB-F672-ED861D7F3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100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E4FB-EA05-1EF1-0017-85F25EAAD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DE296C-0627-BF40-0643-01DC12A74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E7A008-7FDB-1BAC-73AF-8EB52F7B4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186644-5335-BEBB-E6F0-7311F2D7D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113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682B4-1C8A-147B-5ED0-2FFBA42E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413D9B-35B3-BFD9-38A5-36FC77D3E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FB41E5-D40F-E380-FE97-A22342486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DA5963-98C8-FA18-371F-E64E078E6F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605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F43F-3267-879A-C9F5-A2BB2BD39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0C663F-7A0F-1C85-9533-A399FF4DA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5CB965-8790-5FB0-59E0-C4905A765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BC26A3-A5B2-9E56-A6E6-B3D4F279E5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094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9AB1B-628F-98CA-C16C-5EE7CDDC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ED685F-9514-682A-05EE-B6801E5BB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43AD8D-B277-8401-FD75-924E379CF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51E022-3885-B39B-2916-F648E7888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150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48CF8-2FAE-04A7-A9AB-77B110CC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F4CBC3-A382-7A59-4364-0631E03C2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AECA23-550C-38B9-A54F-B34310E02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E28386-D45A-3E1D-0784-C50AF8DB9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621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7C7C1-0CE0-1F4B-5841-D18D4B8AC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A6EE5C-970A-BC74-C806-9CA64C13F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E0A1F2-3EE6-8198-4124-4E925E11E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D07D0-5C6A-014A-001E-D6924AA74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90DE3D-90A1-4786-AE62-D37BE96EA40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699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46088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345468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970188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422395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20328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072175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449396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211014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472809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327568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192089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27B0-1E9D-42D7-8002-D565E5E465A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F81B1-D4C0-4CFE-8E4B-8D75BF4F3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41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DNZLofxMl01Leh65lKII0AHaHa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383747" y="128103"/>
            <a:ext cx="2324321" cy="2399943"/>
            <a:chOff x="4427538" y="954088"/>
            <a:chExt cx="3333750" cy="3729038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5026026" y="1547813"/>
              <a:ext cx="2144713" cy="2363788"/>
            </a:xfrm>
            <a:custGeom>
              <a:avLst/>
              <a:gdLst>
                <a:gd name="T0" fmla="*/ 518 w 570"/>
                <a:gd name="T1" fmla="*/ 231 h 629"/>
                <a:gd name="T2" fmla="*/ 454 w 570"/>
                <a:gd name="T3" fmla="*/ 271 h 629"/>
                <a:gd name="T4" fmla="*/ 496 w 570"/>
                <a:gd name="T5" fmla="*/ 135 h 629"/>
                <a:gd name="T6" fmla="*/ 393 w 570"/>
                <a:gd name="T7" fmla="*/ 205 h 629"/>
                <a:gd name="T8" fmla="*/ 326 w 570"/>
                <a:gd name="T9" fmla="*/ 264 h 629"/>
                <a:gd name="T10" fmla="*/ 474 w 570"/>
                <a:gd name="T11" fmla="*/ 89 h 629"/>
                <a:gd name="T12" fmla="*/ 385 w 570"/>
                <a:gd name="T13" fmla="*/ 100 h 629"/>
                <a:gd name="T14" fmla="*/ 322 w 570"/>
                <a:gd name="T15" fmla="*/ 156 h 629"/>
                <a:gd name="T16" fmla="*/ 401 w 570"/>
                <a:gd name="T17" fmla="*/ 66 h 629"/>
                <a:gd name="T18" fmla="*/ 279 w 570"/>
                <a:gd name="T19" fmla="*/ 80 h 629"/>
                <a:gd name="T20" fmla="*/ 223 w 570"/>
                <a:gd name="T21" fmla="*/ 103 h 629"/>
                <a:gd name="T22" fmla="*/ 280 w 570"/>
                <a:gd name="T23" fmla="*/ 61 h 629"/>
                <a:gd name="T24" fmla="*/ 212 w 570"/>
                <a:gd name="T25" fmla="*/ 33 h 629"/>
                <a:gd name="T26" fmla="*/ 78 w 570"/>
                <a:gd name="T27" fmla="*/ 109 h 629"/>
                <a:gd name="T28" fmla="*/ 29 w 570"/>
                <a:gd name="T29" fmla="*/ 198 h 629"/>
                <a:gd name="T30" fmla="*/ 35 w 570"/>
                <a:gd name="T31" fmla="*/ 232 h 629"/>
                <a:gd name="T32" fmla="*/ 42 w 570"/>
                <a:gd name="T33" fmla="*/ 311 h 629"/>
                <a:gd name="T34" fmla="*/ 20 w 570"/>
                <a:gd name="T35" fmla="*/ 366 h 629"/>
                <a:gd name="T36" fmla="*/ 73 w 570"/>
                <a:gd name="T37" fmla="*/ 388 h 629"/>
                <a:gd name="T38" fmla="*/ 178 w 570"/>
                <a:gd name="T39" fmla="*/ 311 h 629"/>
                <a:gd name="T40" fmla="*/ 102 w 570"/>
                <a:gd name="T41" fmla="*/ 390 h 629"/>
                <a:gd name="T42" fmla="*/ 92 w 570"/>
                <a:gd name="T43" fmla="*/ 469 h 629"/>
                <a:gd name="T44" fmla="*/ 196 w 570"/>
                <a:gd name="T45" fmla="*/ 407 h 629"/>
                <a:gd name="T46" fmla="*/ 265 w 570"/>
                <a:gd name="T47" fmla="*/ 373 h 629"/>
                <a:gd name="T48" fmla="*/ 196 w 570"/>
                <a:gd name="T49" fmla="*/ 450 h 629"/>
                <a:gd name="T50" fmla="*/ 179 w 570"/>
                <a:gd name="T51" fmla="*/ 542 h 629"/>
                <a:gd name="T52" fmla="*/ 261 w 570"/>
                <a:gd name="T53" fmla="*/ 489 h 629"/>
                <a:gd name="T54" fmla="*/ 270 w 570"/>
                <a:gd name="T55" fmla="*/ 506 h 629"/>
                <a:gd name="T56" fmla="*/ 208 w 570"/>
                <a:gd name="T57" fmla="*/ 588 h 629"/>
                <a:gd name="T58" fmla="*/ 303 w 570"/>
                <a:gd name="T59" fmla="*/ 597 h 629"/>
                <a:gd name="T60" fmla="*/ 332 w 570"/>
                <a:gd name="T61" fmla="*/ 603 h 629"/>
                <a:gd name="T62" fmla="*/ 406 w 570"/>
                <a:gd name="T63" fmla="*/ 554 h 629"/>
                <a:gd name="T64" fmla="*/ 430 w 570"/>
                <a:gd name="T65" fmla="*/ 535 h 629"/>
                <a:gd name="T66" fmla="*/ 504 w 570"/>
                <a:gd name="T67" fmla="*/ 444 h 629"/>
                <a:gd name="T68" fmla="*/ 549 w 570"/>
                <a:gd name="T69" fmla="*/ 342 h 629"/>
                <a:gd name="T70" fmla="*/ 563 w 570"/>
                <a:gd name="T71" fmla="*/ 266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70" h="629">
                  <a:moveTo>
                    <a:pt x="558" y="231"/>
                  </a:moveTo>
                  <a:cubicBezTo>
                    <a:pt x="547" y="219"/>
                    <a:pt x="530" y="221"/>
                    <a:pt x="518" y="231"/>
                  </a:cubicBezTo>
                  <a:cubicBezTo>
                    <a:pt x="477" y="265"/>
                    <a:pt x="437" y="300"/>
                    <a:pt x="395" y="332"/>
                  </a:cubicBezTo>
                  <a:cubicBezTo>
                    <a:pt x="415" y="313"/>
                    <a:pt x="434" y="292"/>
                    <a:pt x="454" y="271"/>
                  </a:cubicBezTo>
                  <a:cubicBezTo>
                    <a:pt x="482" y="243"/>
                    <a:pt x="510" y="213"/>
                    <a:pt x="528" y="177"/>
                  </a:cubicBezTo>
                  <a:cubicBezTo>
                    <a:pt x="539" y="156"/>
                    <a:pt x="521" y="127"/>
                    <a:pt x="496" y="135"/>
                  </a:cubicBezTo>
                  <a:cubicBezTo>
                    <a:pt x="475" y="142"/>
                    <a:pt x="458" y="154"/>
                    <a:pt x="441" y="168"/>
                  </a:cubicBezTo>
                  <a:cubicBezTo>
                    <a:pt x="425" y="180"/>
                    <a:pt x="408" y="191"/>
                    <a:pt x="393" y="205"/>
                  </a:cubicBezTo>
                  <a:cubicBezTo>
                    <a:pt x="377" y="218"/>
                    <a:pt x="364" y="234"/>
                    <a:pt x="349" y="247"/>
                  </a:cubicBezTo>
                  <a:cubicBezTo>
                    <a:pt x="342" y="253"/>
                    <a:pt x="334" y="259"/>
                    <a:pt x="326" y="264"/>
                  </a:cubicBezTo>
                  <a:cubicBezTo>
                    <a:pt x="353" y="239"/>
                    <a:pt x="378" y="210"/>
                    <a:pt x="407" y="186"/>
                  </a:cubicBezTo>
                  <a:cubicBezTo>
                    <a:pt x="437" y="160"/>
                    <a:pt x="471" y="131"/>
                    <a:pt x="474" y="89"/>
                  </a:cubicBezTo>
                  <a:cubicBezTo>
                    <a:pt x="475" y="66"/>
                    <a:pt x="448" y="54"/>
                    <a:pt x="430" y="64"/>
                  </a:cubicBezTo>
                  <a:cubicBezTo>
                    <a:pt x="413" y="73"/>
                    <a:pt x="399" y="87"/>
                    <a:pt x="385" y="100"/>
                  </a:cubicBezTo>
                  <a:cubicBezTo>
                    <a:pt x="369" y="115"/>
                    <a:pt x="353" y="130"/>
                    <a:pt x="336" y="144"/>
                  </a:cubicBezTo>
                  <a:cubicBezTo>
                    <a:pt x="331" y="148"/>
                    <a:pt x="326" y="152"/>
                    <a:pt x="322" y="156"/>
                  </a:cubicBezTo>
                  <a:cubicBezTo>
                    <a:pt x="323" y="155"/>
                    <a:pt x="323" y="154"/>
                    <a:pt x="324" y="153"/>
                  </a:cubicBezTo>
                  <a:cubicBezTo>
                    <a:pt x="351" y="125"/>
                    <a:pt x="374" y="93"/>
                    <a:pt x="401" y="66"/>
                  </a:cubicBezTo>
                  <a:cubicBezTo>
                    <a:pt x="423" y="43"/>
                    <a:pt x="393" y="1"/>
                    <a:pt x="366" y="21"/>
                  </a:cubicBezTo>
                  <a:cubicBezTo>
                    <a:pt x="337" y="41"/>
                    <a:pt x="309" y="62"/>
                    <a:pt x="279" y="80"/>
                  </a:cubicBezTo>
                  <a:cubicBezTo>
                    <a:pt x="256" y="95"/>
                    <a:pt x="232" y="107"/>
                    <a:pt x="208" y="119"/>
                  </a:cubicBezTo>
                  <a:cubicBezTo>
                    <a:pt x="213" y="113"/>
                    <a:pt x="218" y="108"/>
                    <a:pt x="223" y="103"/>
                  </a:cubicBezTo>
                  <a:cubicBezTo>
                    <a:pt x="229" y="96"/>
                    <a:pt x="236" y="88"/>
                    <a:pt x="244" y="81"/>
                  </a:cubicBezTo>
                  <a:cubicBezTo>
                    <a:pt x="256" y="75"/>
                    <a:pt x="268" y="69"/>
                    <a:pt x="280" y="61"/>
                  </a:cubicBezTo>
                  <a:cubicBezTo>
                    <a:pt x="306" y="42"/>
                    <a:pt x="291" y="0"/>
                    <a:pt x="257" y="8"/>
                  </a:cubicBezTo>
                  <a:cubicBezTo>
                    <a:pt x="240" y="12"/>
                    <a:pt x="225" y="22"/>
                    <a:pt x="212" y="33"/>
                  </a:cubicBezTo>
                  <a:cubicBezTo>
                    <a:pt x="187" y="45"/>
                    <a:pt x="161" y="54"/>
                    <a:pt x="138" y="68"/>
                  </a:cubicBezTo>
                  <a:cubicBezTo>
                    <a:pt x="116" y="79"/>
                    <a:pt x="97" y="94"/>
                    <a:pt x="78" y="109"/>
                  </a:cubicBezTo>
                  <a:cubicBezTo>
                    <a:pt x="59" y="123"/>
                    <a:pt x="47" y="142"/>
                    <a:pt x="29" y="157"/>
                  </a:cubicBezTo>
                  <a:cubicBezTo>
                    <a:pt x="17" y="167"/>
                    <a:pt x="19" y="187"/>
                    <a:pt x="29" y="198"/>
                  </a:cubicBezTo>
                  <a:cubicBezTo>
                    <a:pt x="36" y="205"/>
                    <a:pt x="45" y="207"/>
                    <a:pt x="54" y="205"/>
                  </a:cubicBezTo>
                  <a:cubicBezTo>
                    <a:pt x="48" y="215"/>
                    <a:pt x="42" y="224"/>
                    <a:pt x="35" y="232"/>
                  </a:cubicBezTo>
                  <a:cubicBezTo>
                    <a:pt x="23" y="245"/>
                    <a:pt x="11" y="258"/>
                    <a:pt x="7" y="275"/>
                  </a:cubicBezTo>
                  <a:cubicBezTo>
                    <a:pt x="0" y="298"/>
                    <a:pt x="21" y="314"/>
                    <a:pt x="42" y="311"/>
                  </a:cubicBezTo>
                  <a:cubicBezTo>
                    <a:pt x="46" y="310"/>
                    <a:pt x="49" y="309"/>
                    <a:pt x="52" y="308"/>
                  </a:cubicBezTo>
                  <a:cubicBezTo>
                    <a:pt x="39" y="326"/>
                    <a:pt x="28" y="345"/>
                    <a:pt x="20" y="366"/>
                  </a:cubicBezTo>
                  <a:cubicBezTo>
                    <a:pt x="15" y="378"/>
                    <a:pt x="23" y="392"/>
                    <a:pt x="33" y="398"/>
                  </a:cubicBezTo>
                  <a:cubicBezTo>
                    <a:pt x="47" y="407"/>
                    <a:pt x="64" y="401"/>
                    <a:pt x="73" y="388"/>
                  </a:cubicBezTo>
                  <a:cubicBezTo>
                    <a:pt x="93" y="358"/>
                    <a:pt x="122" y="337"/>
                    <a:pt x="155" y="321"/>
                  </a:cubicBezTo>
                  <a:cubicBezTo>
                    <a:pt x="162" y="317"/>
                    <a:pt x="170" y="314"/>
                    <a:pt x="178" y="311"/>
                  </a:cubicBezTo>
                  <a:cubicBezTo>
                    <a:pt x="167" y="323"/>
                    <a:pt x="157" y="337"/>
                    <a:pt x="146" y="349"/>
                  </a:cubicBezTo>
                  <a:cubicBezTo>
                    <a:pt x="134" y="364"/>
                    <a:pt x="118" y="379"/>
                    <a:pt x="102" y="390"/>
                  </a:cubicBezTo>
                  <a:cubicBezTo>
                    <a:pt x="87" y="400"/>
                    <a:pt x="68" y="410"/>
                    <a:pt x="59" y="427"/>
                  </a:cubicBezTo>
                  <a:cubicBezTo>
                    <a:pt x="48" y="450"/>
                    <a:pt x="67" y="476"/>
                    <a:pt x="92" y="469"/>
                  </a:cubicBezTo>
                  <a:cubicBezTo>
                    <a:pt x="112" y="465"/>
                    <a:pt x="127" y="451"/>
                    <a:pt x="142" y="438"/>
                  </a:cubicBezTo>
                  <a:cubicBezTo>
                    <a:pt x="158" y="426"/>
                    <a:pt x="178" y="417"/>
                    <a:pt x="196" y="407"/>
                  </a:cubicBezTo>
                  <a:cubicBezTo>
                    <a:pt x="216" y="397"/>
                    <a:pt x="237" y="388"/>
                    <a:pt x="258" y="377"/>
                  </a:cubicBezTo>
                  <a:cubicBezTo>
                    <a:pt x="260" y="376"/>
                    <a:pt x="263" y="375"/>
                    <a:pt x="265" y="373"/>
                  </a:cubicBezTo>
                  <a:cubicBezTo>
                    <a:pt x="255" y="384"/>
                    <a:pt x="245" y="394"/>
                    <a:pt x="236" y="405"/>
                  </a:cubicBezTo>
                  <a:cubicBezTo>
                    <a:pt x="223" y="421"/>
                    <a:pt x="210" y="436"/>
                    <a:pt x="196" y="450"/>
                  </a:cubicBezTo>
                  <a:cubicBezTo>
                    <a:pt x="180" y="465"/>
                    <a:pt x="164" y="477"/>
                    <a:pt x="150" y="493"/>
                  </a:cubicBezTo>
                  <a:cubicBezTo>
                    <a:pt x="131" y="516"/>
                    <a:pt x="150" y="546"/>
                    <a:pt x="179" y="542"/>
                  </a:cubicBezTo>
                  <a:cubicBezTo>
                    <a:pt x="193" y="539"/>
                    <a:pt x="204" y="525"/>
                    <a:pt x="211" y="519"/>
                  </a:cubicBezTo>
                  <a:cubicBezTo>
                    <a:pt x="227" y="508"/>
                    <a:pt x="244" y="498"/>
                    <a:pt x="261" y="489"/>
                  </a:cubicBezTo>
                  <a:cubicBezTo>
                    <a:pt x="279" y="479"/>
                    <a:pt x="298" y="468"/>
                    <a:pt x="316" y="457"/>
                  </a:cubicBezTo>
                  <a:cubicBezTo>
                    <a:pt x="300" y="473"/>
                    <a:pt x="286" y="490"/>
                    <a:pt x="270" y="506"/>
                  </a:cubicBezTo>
                  <a:cubicBezTo>
                    <a:pt x="258" y="517"/>
                    <a:pt x="247" y="531"/>
                    <a:pt x="236" y="543"/>
                  </a:cubicBezTo>
                  <a:cubicBezTo>
                    <a:pt x="225" y="557"/>
                    <a:pt x="214" y="571"/>
                    <a:pt x="208" y="588"/>
                  </a:cubicBezTo>
                  <a:cubicBezTo>
                    <a:pt x="204" y="602"/>
                    <a:pt x="214" y="620"/>
                    <a:pt x="229" y="623"/>
                  </a:cubicBezTo>
                  <a:cubicBezTo>
                    <a:pt x="256" y="629"/>
                    <a:pt x="281" y="611"/>
                    <a:pt x="303" y="597"/>
                  </a:cubicBezTo>
                  <a:cubicBezTo>
                    <a:pt x="310" y="592"/>
                    <a:pt x="317" y="588"/>
                    <a:pt x="324" y="583"/>
                  </a:cubicBezTo>
                  <a:cubicBezTo>
                    <a:pt x="324" y="590"/>
                    <a:pt x="326" y="597"/>
                    <a:pt x="332" y="603"/>
                  </a:cubicBezTo>
                  <a:cubicBezTo>
                    <a:pt x="343" y="614"/>
                    <a:pt x="363" y="615"/>
                    <a:pt x="373" y="603"/>
                  </a:cubicBezTo>
                  <a:cubicBezTo>
                    <a:pt x="386" y="588"/>
                    <a:pt x="401" y="574"/>
                    <a:pt x="406" y="554"/>
                  </a:cubicBezTo>
                  <a:cubicBezTo>
                    <a:pt x="407" y="550"/>
                    <a:pt x="407" y="547"/>
                    <a:pt x="407" y="543"/>
                  </a:cubicBezTo>
                  <a:cubicBezTo>
                    <a:pt x="415" y="544"/>
                    <a:pt x="423" y="541"/>
                    <a:pt x="430" y="535"/>
                  </a:cubicBezTo>
                  <a:cubicBezTo>
                    <a:pt x="444" y="523"/>
                    <a:pt x="457" y="511"/>
                    <a:pt x="469" y="497"/>
                  </a:cubicBezTo>
                  <a:cubicBezTo>
                    <a:pt x="483" y="481"/>
                    <a:pt x="494" y="462"/>
                    <a:pt x="504" y="444"/>
                  </a:cubicBezTo>
                  <a:cubicBezTo>
                    <a:pt x="514" y="427"/>
                    <a:pt x="523" y="413"/>
                    <a:pt x="536" y="400"/>
                  </a:cubicBezTo>
                  <a:cubicBezTo>
                    <a:pt x="553" y="383"/>
                    <a:pt x="558" y="364"/>
                    <a:pt x="549" y="342"/>
                  </a:cubicBezTo>
                  <a:cubicBezTo>
                    <a:pt x="544" y="332"/>
                    <a:pt x="527" y="325"/>
                    <a:pt x="516" y="329"/>
                  </a:cubicBezTo>
                  <a:cubicBezTo>
                    <a:pt x="533" y="309"/>
                    <a:pt x="549" y="288"/>
                    <a:pt x="563" y="266"/>
                  </a:cubicBezTo>
                  <a:cubicBezTo>
                    <a:pt x="570" y="255"/>
                    <a:pt x="567" y="240"/>
                    <a:pt x="558" y="23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5462588" y="2581276"/>
              <a:ext cx="1274763" cy="1308100"/>
            </a:xfrm>
            <a:custGeom>
              <a:avLst/>
              <a:gdLst>
                <a:gd name="T0" fmla="*/ 275 w 339"/>
                <a:gd name="T1" fmla="*/ 103 h 348"/>
                <a:gd name="T2" fmla="*/ 261 w 339"/>
                <a:gd name="T3" fmla="*/ 119 h 348"/>
                <a:gd name="T4" fmla="*/ 256 w 339"/>
                <a:gd name="T5" fmla="*/ 55 h 348"/>
                <a:gd name="T6" fmla="*/ 214 w 339"/>
                <a:gd name="T7" fmla="*/ 32 h 348"/>
                <a:gd name="T8" fmla="*/ 151 w 339"/>
                <a:gd name="T9" fmla="*/ 73 h 348"/>
                <a:gd name="T10" fmla="*/ 161 w 339"/>
                <a:gd name="T11" fmla="*/ 56 h 348"/>
                <a:gd name="T12" fmla="*/ 111 w 339"/>
                <a:gd name="T13" fmla="*/ 46 h 348"/>
                <a:gd name="T14" fmla="*/ 86 w 339"/>
                <a:gd name="T15" fmla="*/ 100 h 348"/>
                <a:gd name="T16" fmla="*/ 74 w 339"/>
                <a:gd name="T17" fmla="*/ 103 h 348"/>
                <a:gd name="T18" fmla="*/ 49 w 339"/>
                <a:gd name="T19" fmla="*/ 132 h 348"/>
                <a:gd name="T20" fmla="*/ 67 w 339"/>
                <a:gd name="T21" fmla="*/ 154 h 348"/>
                <a:gd name="T22" fmla="*/ 102 w 339"/>
                <a:gd name="T23" fmla="*/ 239 h 348"/>
                <a:gd name="T24" fmla="*/ 131 w 339"/>
                <a:gd name="T25" fmla="*/ 333 h 348"/>
                <a:gd name="T26" fmla="*/ 117 w 339"/>
                <a:gd name="T27" fmla="*/ 205 h 348"/>
                <a:gd name="T28" fmla="*/ 83 w 339"/>
                <a:gd name="T29" fmla="*/ 129 h 348"/>
                <a:gd name="T30" fmla="*/ 132 w 339"/>
                <a:gd name="T31" fmla="*/ 89 h 348"/>
                <a:gd name="T32" fmla="*/ 217 w 339"/>
                <a:gd name="T33" fmla="*/ 87 h 348"/>
                <a:gd name="T34" fmla="*/ 257 w 339"/>
                <a:gd name="T35" fmla="*/ 143 h 348"/>
                <a:gd name="T36" fmla="*/ 208 w 339"/>
                <a:gd name="T37" fmla="*/ 272 h 348"/>
                <a:gd name="T38" fmla="*/ 186 w 339"/>
                <a:gd name="T39" fmla="*/ 333 h 348"/>
                <a:gd name="T40" fmla="*/ 228 w 339"/>
                <a:gd name="T41" fmla="*/ 283 h 348"/>
                <a:gd name="T42" fmla="*/ 280 w 339"/>
                <a:gd name="T43" fmla="*/ 147 h 348"/>
                <a:gd name="T44" fmla="*/ 323 w 339"/>
                <a:gd name="T45" fmla="*/ 92 h 348"/>
                <a:gd name="T46" fmla="*/ 40 w 339"/>
                <a:gd name="T47" fmla="*/ 99 h 348"/>
                <a:gd name="T48" fmla="*/ 43 w 339"/>
                <a:gd name="T49" fmla="*/ 103 h 348"/>
                <a:gd name="T50" fmla="*/ 142 w 339"/>
                <a:gd name="T51" fmla="*/ 37 h 348"/>
                <a:gd name="T52" fmla="*/ 141 w 339"/>
                <a:gd name="T53" fmla="*/ 44 h 348"/>
                <a:gd name="T54" fmla="*/ 142 w 339"/>
                <a:gd name="T55" fmla="*/ 37 h 348"/>
                <a:gd name="T56" fmla="*/ 235 w 339"/>
                <a:gd name="T57" fmla="*/ 43 h 348"/>
                <a:gd name="T58" fmla="*/ 234 w 339"/>
                <a:gd name="T59" fmla="*/ 46 h 348"/>
                <a:gd name="T60" fmla="*/ 300 w 339"/>
                <a:gd name="T61" fmla="*/ 115 h 348"/>
                <a:gd name="T62" fmla="*/ 296 w 339"/>
                <a:gd name="T63" fmla="*/ 112 h 348"/>
                <a:gd name="T64" fmla="*/ 304 w 339"/>
                <a:gd name="T65" fmla="*/ 10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9" h="348">
                  <a:moveTo>
                    <a:pt x="323" y="92"/>
                  </a:moveTo>
                  <a:cubicBezTo>
                    <a:pt x="308" y="65"/>
                    <a:pt x="286" y="83"/>
                    <a:pt x="275" y="103"/>
                  </a:cubicBezTo>
                  <a:cubicBezTo>
                    <a:pt x="272" y="109"/>
                    <a:pt x="269" y="115"/>
                    <a:pt x="266" y="121"/>
                  </a:cubicBezTo>
                  <a:cubicBezTo>
                    <a:pt x="264" y="121"/>
                    <a:pt x="263" y="120"/>
                    <a:pt x="261" y="119"/>
                  </a:cubicBezTo>
                  <a:cubicBezTo>
                    <a:pt x="249" y="111"/>
                    <a:pt x="242" y="94"/>
                    <a:pt x="238" y="76"/>
                  </a:cubicBezTo>
                  <a:cubicBezTo>
                    <a:pt x="246" y="71"/>
                    <a:pt x="253" y="65"/>
                    <a:pt x="256" y="55"/>
                  </a:cubicBezTo>
                  <a:cubicBezTo>
                    <a:pt x="259" y="45"/>
                    <a:pt x="260" y="25"/>
                    <a:pt x="248" y="20"/>
                  </a:cubicBezTo>
                  <a:cubicBezTo>
                    <a:pt x="236" y="15"/>
                    <a:pt x="220" y="19"/>
                    <a:pt x="214" y="32"/>
                  </a:cubicBezTo>
                  <a:cubicBezTo>
                    <a:pt x="210" y="41"/>
                    <a:pt x="210" y="52"/>
                    <a:pt x="211" y="64"/>
                  </a:cubicBezTo>
                  <a:cubicBezTo>
                    <a:pt x="193" y="73"/>
                    <a:pt x="171" y="78"/>
                    <a:pt x="151" y="73"/>
                  </a:cubicBezTo>
                  <a:cubicBezTo>
                    <a:pt x="151" y="73"/>
                    <a:pt x="150" y="73"/>
                    <a:pt x="149" y="72"/>
                  </a:cubicBezTo>
                  <a:cubicBezTo>
                    <a:pt x="154" y="67"/>
                    <a:pt x="158" y="62"/>
                    <a:pt x="161" y="56"/>
                  </a:cubicBezTo>
                  <a:cubicBezTo>
                    <a:pt x="167" y="46"/>
                    <a:pt x="169" y="27"/>
                    <a:pt x="160" y="18"/>
                  </a:cubicBezTo>
                  <a:cubicBezTo>
                    <a:pt x="141" y="0"/>
                    <a:pt x="114" y="25"/>
                    <a:pt x="111" y="46"/>
                  </a:cubicBezTo>
                  <a:cubicBezTo>
                    <a:pt x="110" y="55"/>
                    <a:pt x="113" y="64"/>
                    <a:pt x="117" y="72"/>
                  </a:cubicBezTo>
                  <a:cubicBezTo>
                    <a:pt x="107" y="82"/>
                    <a:pt x="97" y="92"/>
                    <a:pt x="86" y="100"/>
                  </a:cubicBezTo>
                  <a:cubicBezTo>
                    <a:pt x="82" y="103"/>
                    <a:pt x="79" y="105"/>
                    <a:pt x="75" y="106"/>
                  </a:cubicBezTo>
                  <a:cubicBezTo>
                    <a:pt x="75" y="105"/>
                    <a:pt x="75" y="104"/>
                    <a:pt x="74" y="103"/>
                  </a:cubicBezTo>
                  <a:cubicBezTo>
                    <a:pt x="64" y="84"/>
                    <a:pt x="32" y="62"/>
                    <a:pt x="14" y="86"/>
                  </a:cubicBezTo>
                  <a:cubicBezTo>
                    <a:pt x="0" y="105"/>
                    <a:pt x="36" y="127"/>
                    <a:pt x="49" y="132"/>
                  </a:cubicBezTo>
                  <a:cubicBezTo>
                    <a:pt x="53" y="133"/>
                    <a:pt x="57" y="134"/>
                    <a:pt x="61" y="134"/>
                  </a:cubicBezTo>
                  <a:cubicBezTo>
                    <a:pt x="63" y="141"/>
                    <a:pt x="65" y="148"/>
                    <a:pt x="67" y="154"/>
                  </a:cubicBezTo>
                  <a:cubicBezTo>
                    <a:pt x="71" y="168"/>
                    <a:pt x="79" y="180"/>
                    <a:pt x="86" y="193"/>
                  </a:cubicBezTo>
                  <a:cubicBezTo>
                    <a:pt x="94" y="207"/>
                    <a:pt x="98" y="223"/>
                    <a:pt x="102" y="239"/>
                  </a:cubicBezTo>
                  <a:cubicBezTo>
                    <a:pt x="106" y="253"/>
                    <a:pt x="112" y="267"/>
                    <a:pt x="117" y="281"/>
                  </a:cubicBezTo>
                  <a:cubicBezTo>
                    <a:pt x="123" y="298"/>
                    <a:pt x="126" y="316"/>
                    <a:pt x="131" y="333"/>
                  </a:cubicBezTo>
                  <a:cubicBezTo>
                    <a:pt x="135" y="347"/>
                    <a:pt x="157" y="341"/>
                    <a:pt x="153" y="326"/>
                  </a:cubicBezTo>
                  <a:cubicBezTo>
                    <a:pt x="141" y="286"/>
                    <a:pt x="129" y="246"/>
                    <a:pt x="117" y="205"/>
                  </a:cubicBezTo>
                  <a:cubicBezTo>
                    <a:pt x="110" y="186"/>
                    <a:pt x="98" y="171"/>
                    <a:pt x="91" y="153"/>
                  </a:cubicBezTo>
                  <a:cubicBezTo>
                    <a:pt x="88" y="145"/>
                    <a:pt x="86" y="137"/>
                    <a:pt x="83" y="129"/>
                  </a:cubicBezTo>
                  <a:cubicBezTo>
                    <a:pt x="101" y="120"/>
                    <a:pt x="118" y="103"/>
                    <a:pt x="130" y="91"/>
                  </a:cubicBezTo>
                  <a:cubicBezTo>
                    <a:pt x="131" y="90"/>
                    <a:pt x="132" y="90"/>
                    <a:pt x="132" y="89"/>
                  </a:cubicBezTo>
                  <a:cubicBezTo>
                    <a:pt x="145" y="97"/>
                    <a:pt x="160" y="98"/>
                    <a:pt x="175" y="97"/>
                  </a:cubicBezTo>
                  <a:cubicBezTo>
                    <a:pt x="190" y="97"/>
                    <a:pt x="204" y="92"/>
                    <a:pt x="217" y="87"/>
                  </a:cubicBezTo>
                  <a:cubicBezTo>
                    <a:pt x="220" y="95"/>
                    <a:pt x="223" y="102"/>
                    <a:pt x="225" y="108"/>
                  </a:cubicBezTo>
                  <a:cubicBezTo>
                    <a:pt x="232" y="123"/>
                    <a:pt x="243" y="136"/>
                    <a:pt x="257" y="143"/>
                  </a:cubicBezTo>
                  <a:cubicBezTo>
                    <a:pt x="248" y="165"/>
                    <a:pt x="241" y="187"/>
                    <a:pt x="232" y="209"/>
                  </a:cubicBezTo>
                  <a:cubicBezTo>
                    <a:pt x="225" y="230"/>
                    <a:pt x="216" y="251"/>
                    <a:pt x="208" y="272"/>
                  </a:cubicBezTo>
                  <a:cubicBezTo>
                    <a:pt x="200" y="289"/>
                    <a:pt x="191" y="305"/>
                    <a:pt x="187" y="323"/>
                  </a:cubicBezTo>
                  <a:cubicBezTo>
                    <a:pt x="186" y="326"/>
                    <a:pt x="186" y="330"/>
                    <a:pt x="186" y="333"/>
                  </a:cubicBezTo>
                  <a:cubicBezTo>
                    <a:pt x="185" y="348"/>
                    <a:pt x="208" y="348"/>
                    <a:pt x="209" y="333"/>
                  </a:cubicBezTo>
                  <a:cubicBezTo>
                    <a:pt x="210" y="316"/>
                    <a:pt x="220" y="299"/>
                    <a:pt x="228" y="283"/>
                  </a:cubicBezTo>
                  <a:cubicBezTo>
                    <a:pt x="237" y="263"/>
                    <a:pt x="245" y="242"/>
                    <a:pt x="253" y="221"/>
                  </a:cubicBezTo>
                  <a:cubicBezTo>
                    <a:pt x="262" y="196"/>
                    <a:pt x="270" y="171"/>
                    <a:pt x="280" y="147"/>
                  </a:cubicBezTo>
                  <a:cubicBezTo>
                    <a:pt x="282" y="147"/>
                    <a:pt x="283" y="146"/>
                    <a:pt x="285" y="146"/>
                  </a:cubicBezTo>
                  <a:cubicBezTo>
                    <a:pt x="309" y="141"/>
                    <a:pt x="339" y="120"/>
                    <a:pt x="323" y="92"/>
                  </a:cubicBezTo>
                  <a:close/>
                  <a:moveTo>
                    <a:pt x="39" y="99"/>
                  </a:moveTo>
                  <a:cubicBezTo>
                    <a:pt x="39" y="99"/>
                    <a:pt x="39" y="99"/>
                    <a:pt x="40" y="99"/>
                  </a:cubicBezTo>
                  <a:cubicBezTo>
                    <a:pt x="43" y="100"/>
                    <a:pt x="46" y="103"/>
                    <a:pt x="48" y="106"/>
                  </a:cubicBezTo>
                  <a:cubicBezTo>
                    <a:pt x="46" y="105"/>
                    <a:pt x="45" y="104"/>
                    <a:pt x="43" y="103"/>
                  </a:cubicBezTo>
                  <a:cubicBezTo>
                    <a:pt x="42" y="102"/>
                    <a:pt x="40" y="101"/>
                    <a:pt x="39" y="99"/>
                  </a:cubicBezTo>
                  <a:close/>
                  <a:moveTo>
                    <a:pt x="142" y="37"/>
                  </a:moveTo>
                  <a:cubicBezTo>
                    <a:pt x="142" y="36"/>
                    <a:pt x="143" y="36"/>
                    <a:pt x="143" y="36"/>
                  </a:cubicBezTo>
                  <a:cubicBezTo>
                    <a:pt x="143" y="39"/>
                    <a:pt x="142" y="42"/>
                    <a:pt x="141" y="44"/>
                  </a:cubicBezTo>
                  <a:cubicBezTo>
                    <a:pt x="139" y="48"/>
                    <a:pt x="137" y="51"/>
                    <a:pt x="135" y="54"/>
                  </a:cubicBezTo>
                  <a:cubicBezTo>
                    <a:pt x="134" y="48"/>
                    <a:pt x="136" y="41"/>
                    <a:pt x="142" y="37"/>
                  </a:cubicBezTo>
                  <a:close/>
                  <a:moveTo>
                    <a:pt x="234" y="43"/>
                  </a:moveTo>
                  <a:cubicBezTo>
                    <a:pt x="235" y="43"/>
                    <a:pt x="235" y="43"/>
                    <a:pt x="235" y="43"/>
                  </a:cubicBezTo>
                  <a:cubicBezTo>
                    <a:pt x="235" y="45"/>
                    <a:pt x="234" y="46"/>
                    <a:pt x="234" y="48"/>
                  </a:cubicBezTo>
                  <a:cubicBezTo>
                    <a:pt x="234" y="47"/>
                    <a:pt x="234" y="47"/>
                    <a:pt x="234" y="46"/>
                  </a:cubicBezTo>
                  <a:cubicBezTo>
                    <a:pt x="234" y="45"/>
                    <a:pt x="234" y="44"/>
                    <a:pt x="234" y="43"/>
                  </a:cubicBezTo>
                  <a:close/>
                  <a:moveTo>
                    <a:pt x="300" y="115"/>
                  </a:moveTo>
                  <a:cubicBezTo>
                    <a:pt x="298" y="117"/>
                    <a:pt x="295" y="119"/>
                    <a:pt x="292" y="120"/>
                  </a:cubicBezTo>
                  <a:cubicBezTo>
                    <a:pt x="294" y="118"/>
                    <a:pt x="295" y="115"/>
                    <a:pt x="296" y="112"/>
                  </a:cubicBezTo>
                  <a:cubicBezTo>
                    <a:pt x="298" y="109"/>
                    <a:pt x="300" y="105"/>
                    <a:pt x="303" y="103"/>
                  </a:cubicBezTo>
                  <a:cubicBezTo>
                    <a:pt x="304" y="104"/>
                    <a:pt x="304" y="106"/>
                    <a:pt x="304" y="108"/>
                  </a:cubicBezTo>
                  <a:cubicBezTo>
                    <a:pt x="305" y="111"/>
                    <a:pt x="302" y="114"/>
                    <a:pt x="300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4999038" y="1325563"/>
              <a:ext cx="285750" cy="315913"/>
            </a:xfrm>
            <a:custGeom>
              <a:avLst/>
              <a:gdLst>
                <a:gd name="T0" fmla="*/ 72 w 76"/>
                <a:gd name="T1" fmla="*/ 66 h 84"/>
                <a:gd name="T2" fmla="*/ 54 w 76"/>
                <a:gd name="T3" fmla="*/ 15 h 84"/>
                <a:gd name="T4" fmla="*/ 32 w 76"/>
                <a:gd name="T5" fmla="*/ 21 h 84"/>
                <a:gd name="T6" fmla="*/ 34 w 76"/>
                <a:gd name="T7" fmla="*/ 27 h 84"/>
                <a:gd name="T8" fmla="*/ 27 w 76"/>
                <a:gd name="T9" fmla="*/ 14 h 84"/>
                <a:gd name="T10" fmla="*/ 5 w 76"/>
                <a:gd name="T11" fmla="*/ 20 h 84"/>
                <a:gd name="T12" fmla="*/ 63 w 76"/>
                <a:gd name="T13" fmla="*/ 83 h 84"/>
                <a:gd name="T14" fmla="*/ 72 w 76"/>
                <a:gd name="T15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84">
                  <a:moveTo>
                    <a:pt x="72" y="66"/>
                  </a:moveTo>
                  <a:cubicBezTo>
                    <a:pt x="65" y="50"/>
                    <a:pt x="59" y="33"/>
                    <a:pt x="54" y="15"/>
                  </a:cubicBezTo>
                  <a:cubicBezTo>
                    <a:pt x="51" y="1"/>
                    <a:pt x="28" y="7"/>
                    <a:pt x="32" y="21"/>
                  </a:cubicBezTo>
                  <a:cubicBezTo>
                    <a:pt x="33" y="23"/>
                    <a:pt x="33" y="25"/>
                    <a:pt x="34" y="27"/>
                  </a:cubicBezTo>
                  <a:cubicBezTo>
                    <a:pt x="31" y="23"/>
                    <a:pt x="29" y="18"/>
                    <a:pt x="27" y="14"/>
                  </a:cubicBezTo>
                  <a:cubicBezTo>
                    <a:pt x="22" y="0"/>
                    <a:pt x="0" y="6"/>
                    <a:pt x="5" y="20"/>
                  </a:cubicBezTo>
                  <a:cubicBezTo>
                    <a:pt x="15" y="44"/>
                    <a:pt x="33" y="82"/>
                    <a:pt x="63" y="83"/>
                  </a:cubicBezTo>
                  <a:cubicBezTo>
                    <a:pt x="72" y="84"/>
                    <a:pt x="76" y="73"/>
                    <a:pt x="72" y="6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5988051" y="987426"/>
              <a:ext cx="188913" cy="354013"/>
            </a:xfrm>
            <a:custGeom>
              <a:avLst/>
              <a:gdLst>
                <a:gd name="T0" fmla="*/ 49 w 50"/>
                <a:gd name="T1" fmla="*/ 26 h 94"/>
                <a:gd name="T2" fmla="*/ 47 w 50"/>
                <a:gd name="T3" fmla="*/ 19 h 94"/>
                <a:gd name="T4" fmla="*/ 46 w 50"/>
                <a:gd name="T5" fmla="*/ 10 h 94"/>
                <a:gd name="T6" fmla="*/ 32 w 50"/>
                <a:gd name="T7" fmla="*/ 2 h 94"/>
                <a:gd name="T8" fmla="*/ 15 w 50"/>
                <a:gd name="T9" fmla="*/ 5 h 94"/>
                <a:gd name="T10" fmla="*/ 15 w 50"/>
                <a:gd name="T11" fmla="*/ 28 h 94"/>
                <a:gd name="T12" fmla="*/ 22 w 50"/>
                <a:gd name="T13" fmla="*/ 28 h 94"/>
                <a:gd name="T14" fmla="*/ 15 w 50"/>
                <a:gd name="T15" fmla="*/ 46 h 94"/>
                <a:gd name="T16" fmla="*/ 13 w 50"/>
                <a:gd name="T17" fmla="*/ 82 h 94"/>
                <a:gd name="T18" fmla="*/ 33 w 50"/>
                <a:gd name="T19" fmla="*/ 87 h 94"/>
                <a:gd name="T20" fmla="*/ 49 w 50"/>
                <a:gd name="T21" fmla="*/ 2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94">
                  <a:moveTo>
                    <a:pt x="49" y="26"/>
                  </a:moveTo>
                  <a:cubicBezTo>
                    <a:pt x="49" y="23"/>
                    <a:pt x="48" y="21"/>
                    <a:pt x="47" y="19"/>
                  </a:cubicBezTo>
                  <a:cubicBezTo>
                    <a:pt x="47" y="16"/>
                    <a:pt x="47" y="13"/>
                    <a:pt x="46" y="10"/>
                  </a:cubicBezTo>
                  <a:cubicBezTo>
                    <a:pt x="45" y="4"/>
                    <a:pt x="38" y="0"/>
                    <a:pt x="32" y="2"/>
                  </a:cubicBezTo>
                  <a:cubicBezTo>
                    <a:pt x="26" y="3"/>
                    <a:pt x="21" y="5"/>
                    <a:pt x="15" y="5"/>
                  </a:cubicBezTo>
                  <a:cubicBezTo>
                    <a:pt x="0" y="6"/>
                    <a:pt x="0" y="29"/>
                    <a:pt x="15" y="28"/>
                  </a:cubicBezTo>
                  <a:cubicBezTo>
                    <a:pt x="17" y="28"/>
                    <a:pt x="20" y="28"/>
                    <a:pt x="22" y="28"/>
                  </a:cubicBezTo>
                  <a:cubicBezTo>
                    <a:pt x="19" y="34"/>
                    <a:pt x="16" y="41"/>
                    <a:pt x="15" y="46"/>
                  </a:cubicBezTo>
                  <a:cubicBezTo>
                    <a:pt x="12" y="58"/>
                    <a:pt x="10" y="70"/>
                    <a:pt x="13" y="82"/>
                  </a:cubicBezTo>
                  <a:cubicBezTo>
                    <a:pt x="15" y="90"/>
                    <a:pt x="27" y="94"/>
                    <a:pt x="33" y="87"/>
                  </a:cubicBezTo>
                  <a:cubicBezTo>
                    <a:pt x="45" y="71"/>
                    <a:pt x="50" y="46"/>
                    <a:pt x="49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6869113" y="1319213"/>
              <a:ext cx="320675" cy="352425"/>
            </a:xfrm>
            <a:custGeom>
              <a:avLst/>
              <a:gdLst>
                <a:gd name="T0" fmla="*/ 61 w 85"/>
                <a:gd name="T1" fmla="*/ 15 h 94"/>
                <a:gd name="T2" fmla="*/ 60 w 85"/>
                <a:gd name="T3" fmla="*/ 10 h 94"/>
                <a:gd name="T4" fmla="*/ 46 w 85"/>
                <a:gd name="T5" fmla="*/ 2 h 94"/>
                <a:gd name="T6" fmla="*/ 20 w 85"/>
                <a:gd name="T7" fmla="*/ 27 h 94"/>
                <a:gd name="T8" fmla="*/ 8 w 85"/>
                <a:gd name="T9" fmla="*/ 59 h 94"/>
                <a:gd name="T10" fmla="*/ 15 w 85"/>
                <a:gd name="T11" fmla="*/ 78 h 94"/>
                <a:gd name="T12" fmla="*/ 15 w 85"/>
                <a:gd name="T13" fmla="*/ 79 h 94"/>
                <a:gd name="T14" fmla="*/ 29 w 85"/>
                <a:gd name="T15" fmla="*/ 93 h 94"/>
                <a:gd name="T16" fmla="*/ 60 w 85"/>
                <a:gd name="T17" fmla="*/ 66 h 94"/>
                <a:gd name="T18" fmla="*/ 80 w 85"/>
                <a:gd name="T19" fmla="*/ 26 h 94"/>
                <a:gd name="T20" fmla="*/ 61 w 85"/>
                <a:gd name="T21" fmla="*/ 1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94">
                  <a:moveTo>
                    <a:pt x="61" y="15"/>
                  </a:moveTo>
                  <a:cubicBezTo>
                    <a:pt x="61" y="14"/>
                    <a:pt x="61" y="12"/>
                    <a:pt x="60" y="10"/>
                  </a:cubicBezTo>
                  <a:cubicBezTo>
                    <a:pt x="58" y="5"/>
                    <a:pt x="52" y="0"/>
                    <a:pt x="46" y="2"/>
                  </a:cubicBezTo>
                  <a:cubicBezTo>
                    <a:pt x="33" y="7"/>
                    <a:pt x="26" y="15"/>
                    <a:pt x="20" y="27"/>
                  </a:cubicBezTo>
                  <a:cubicBezTo>
                    <a:pt x="16" y="38"/>
                    <a:pt x="17" y="51"/>
                    <a:pt x="8" y="59"/>
                  </a:cubicBezTo>
                  <a:cubicBezTo>
                    <a:pt x="0" y="66"/>
                    <a:pt x="6" y="77"/>
                    <a:pt x="15" y="78"/>
                  </a:cubicBezTo>
                  <a:cubicBezTo>
                    <a:pt x="15" y="78"/>
                    <a:pt x="15" y="78"/>
                    <a:pt x="15" y="79"/>
                  </a:cubicBezTo>
                  <a:cubicBezTo>
                    <a:pt x="13" y="88"/>
                    <a:pt x="20" y="94"/>
                    <a:pt x="29" y="93"/>
                  </a:cubicBezTo>
                  <a:cubicBezTo>
                    <a:pt x="43" y="91"/>
                    <a:pt x="52" y="77"/>
                    <a:pt x="60" y="66"/>
                  </a:cubicBezTo>
                  <a:cubicBezTo>
                    <a:pt x="68" y="54"/>
                    <a:pt x="75" y="40"/>
                    <a:pt x="80" y="26"/>
                  </a:cubicBezTo>
                  <a:cubicBezTo>
                    <a:pt x="85" y="14"/>
                    <a:pt x="69" y="8"/>
                    <a:pt x="61" y="1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351713" y="2228851"/>
              <a:ext cx="349250" cy="179388"/>
            </a:xfrm>
            <a:custGeom>
              <a:avLst/>
              <a:gdLst>
                <a:gd name="T0" fmla="*/ 90 w 93"/>
                <a:gd name="T1" fmla="*/ 33 h 48"/>
                <a:gd name="T2" fmla="*/ 84 w 93"/>
                <a:gd name="T3" fmla="*/ 11 h 48"/>
                <a:gd name="T4" fmla="*/ 70 w 93"/>
                <a:gd name="T5" fmla="*/ 2 h 48"/>
                <a:gd name="T6" fmla="*/ 31 w 93"/>
                <a:gd name="T7" fmla="*/ 19 h 48"/>
                <a:gd name="T8" fmla="*/ 30 w 93"/>
                <a:gd name="T9" fmla="*/ 19 h 48"/>
                <a:gd name="T10" fmla="*/ 29 w 93"/>
                <a:gd name="T11" fmla="*/ 18 h 48"/>
                <a:gd name="T12" fmla="*/ 8 w 93"/>
                <a:gd name="T13" fmla="*/ 23 h 48"/>
                <a:gd name="T14" fmla="*/ 14 w 93"/>
                <a:gd name="T15" fmla="*/ 44 h 48"/>
                <a:gd name="T16" fmla="*/ 28 w 93"/>
                <a:gd name="T17" fmla="*/ 43 h 48"/>
                <a:gd name="T18" fmla="*/ 76 w 93"/>
                <a:gd name="T19" fmla="*/ 47 h 48"/>
                <a:gd name="T20" fmla="*/ 90 w 93"/>
                <a:gd name="T21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90" y="33"/>
                  </a:moveTo>
                  <a:cubicBezTo>
                    <a:pt x="87" y="25"/>
                    <a:pt x="86" y="18"/>
                    <a:pt x="84" y="11"/>
                  </a:cubicBezTo>
                  <a:cubicBezTo>
                    <a:pt x="83" y="5"/>
                    <a:pt x="76" y="0"/>
                    <a:pt x="70" y="2"/>
                  </a:cubicBezTo>
                  <a:cubicBezTo>
                    <a:pt x="57" y="8"/>
                    <a:pt x="44" y="15"/>
                    <a:pt x="31" y="19"/>
                  </a:cubicBezTo>
                  <a:cubicBezTo>
                    <a:pt x="31" y="19"/>
                    <a:pt x="31" y="19"/>
                    <a:pt x="30" y="19"/>
                  </a:cubicBezTo>
                  <a:cubicBezTo>
                    <a:pt x="30" y="18"/>
                    <a:pt x="29" y="18"/>
                    <a:pt x="29" y="18"/>
                  </a:cubicBezTo>
                  <a:cubicBezTo>
                    <a:pt x="24" y="9"/>
                    <a:pt x="8" y="13"/>
                    <a:pt x="8" y="23"/>
                  </a:cubicBezTo>
                  <a:cubicBezTo>
                    <a:pt x="0" y="29"/>
                    <a:pt x="2" y="44"/>
                    <a:pt x="14" y="44"/>
                  </a:cubicBezTo>
                  <a:cubicBezTo>
                    <a:pt x="19" y="44"/>
                    <a:pt x="24" y="44"/>
                    <a:pt x="28" y="43"/>
                  </a:cubicBezTo>
                  <a:cubicBezTo>
                    <a:pt x="44" y="47"/>
                    <a:pt x="65" y="45"/>
                    <a:pt x="76" y="47"/>
                  </a:cubicBezTo>
                  <a:cubicBezTo>
                    <a:pt x="83" y="48"/>
                    <a:pt x="93" y="42"/>
                    <a:pt x="90" y="3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7234238" y="3190876"/>
              <a:ext cx="368300" cy="247650"/>
            </a:xfrm>
            <a:custGeom>
              <a:avLst/>
              <a:gdLst>
                <a:gd name="T0" fmla="*/ 97 w 98"/>
                <a:gd name="T1" fmla="*/ 50 h 66"/>
                <a:gd name="T2" fmla="*/ 80 w 98"/>
                <a:gd name="T3" fmla="*/ 27 h 66"/>
                <a:gd name="T4" fmla="*/ 68 w 98"/>
                <a:gd name="T5" fmla="*/ 28 h 66"/>
                <a:gd name="T6" fmla="*/ 45 w 98"/>
                <a:gd name="T7" fmla="*/ 3 h 66"/>
                <a:gd name="T8" fmla="*/ 32 w 98"/>
                <a:gd name="T9" fmla="*/ 4 h 66"/>
                <a:gd name="T10" fmla="*/ 15 w 98"/>
                <a:gd name="T11" fmla="*/ 6 h 66"/>
                <a:gd name="T12" fmla="*/ 15 w 98"/>
                <a:gd name="T13" fmla="*/ 29 h 66"/>
                <a:gd name="T14" fmla="*/ 28 w 98"/>
                <a:gd name="T15" fmla="*/ 28 h 66"/>
                <a:gd name="T16" fmla="*/ 30 w 98"/>
                <a:gd name="T17" fmla="*/ 28 h 66"/>
                <a:gd name="T18" fmla="*/ 29 w 98"/>
                <a:gd name="T19" fmla="*/ 36 h 66"/>
                <a:gd name="T20" fmla="*/ 42 w 98"/>
                <a:gd name="T21" fmla="*/ 57 h 66"/>
                <a:gd name="T22" fmla="*/ 64 w 98"/>
                <a:gd name="T23" fmla="*/ 55 h 66"/>
                <a:gd name="T24" fmla="*/ 65 w 98"/>
                <a:gd name="T25" fmla="*/ 55 h 66"/>
                <a:gd name="T26" fmla="*/ 83 w 98"/>
                <a:gd name="T27" fmla="*/ 64 h 66"/>
                <a:gd name="T28" fmla="*/ 97 w 98"/>
                <a:gd name="T2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8" h="66">
                  <a:moveTo>
                    <a:pt x="97" y="50"/>
                  </a:moveTo>
                  <a:cubicBezTo>
                    <a:pt x="95" y="39"/>
                    <a:pt x="91" y="29"/>
                    <a:pt x="80" y="27"/>
                  </a:cubicBezTo>
                  <a:cubicBezTo>
                    <a:pt x="76" y="26"/>
                    <a:pt x="72" y="26"/>
                    <a:pt x="68" y="28"/>
                  </a:cubicBezTo>
                  <a:cubicBezTo>
                    <a:pt x="61" y="19"/>
                    <a:pt x="54" y="9"/>
                    <a:pt x="45" y="3"/>
                  </a:cubicBezTo>
                  <a:cubicBezTo>
                    <a:pt x="40" y="0"/>
                    <a:pt x="35" y="1"/>
                    <a:pt x="32" y="4"/>
                  </a:cubicBezTo>
                  <a:cubicBezTo>
                    <a:pt x="26" y="4"/>
                    <a:pt x="20" y="5"/>
                    <a:pt x="15" y="6"/>
                  </a:cubicBezTo>
                  <a:cubicBezTo>
                    <a:pt x="0" y="6"/>
                    <a:pt x="0" y="29"/>
                    <a:pt x="15" y="29"/>
                  </a:cubicBezTo>
                  <a:cubicBezTo>
                    <a:pt x="19" y="28"/>
                    <a:pt x="24" y="28"/>
                    <a:pt x="28" y="28"/>
                  </a:cubicBezTo>
                  <a:cubicBezTo>
                    <a:pt x="29" y="28"/>
                    <a:pt x="30" y="28"/>
                    <a:pt x="30" y="28"/>
                  </a:cubicBezTo>
                  <a:cubicBezTo>
                    <a:pt x="30" y="31"/>
                    <a:pt x="29" y="33"/>
                    <a:pt x="29" y="36"/>
                  </a:cubicBezTo>
                  <a:cubicBezTo>
                    <a:pt x="28" y="45"/>
                    <a:pt x="34" y="54"/>
                    <a:pt x="42" y="57"/>
                  </a:cubicBezTo>
                  <a:cubicBezTo>
                    <a:pt x="50" y="60"/>
                    <a:pt x="57" y="58"/>
                    <a:pt x="64" y="55"/>
                  </a:cubicBezTo>
                  <a:cubicBezTo>
                    <a:pt x="64" y="55"/>
                    <a:pt x="64" y="55"/>
                    <a:pt x="65" y="55"/>
                  </a:cubicBezTo>
                  <a:cubicBezTo>
                    <a:pt x="70" y="59"/>
                    <a:pt x="75" y="62"/>
                    <a:pt x="83" y="64"/>
                  </a:cubicBezTo>
                  <a:cubicBezTo>
                    <a:pt x="92" y="66"/>
                    <a:pt x="98" y="58"/>
                    <a:pt x="97" y="5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600576" y="3221038"/>
              <a:ext cx="349250" cy="209550"/>
            </a:xfrm>
            <a:custGeom>
              <a:avLst/>
              <a:gdLst>
                <a:gd name="T0" fmla="*/ 87 w 93"/>
                <a:gd name="T1" fmla="*/ 6 h 56"/>
                <a:gd name="T2" fmla="*/ 67 w 93"/>
                <a:gd name="T3" fmla="*/ 2 h 56"/>
                <a:gd name="T4" fmla="*/ 51 w 93"/>
                <a:gd name="T5" fmla="*/ 8 h 56"/>
                <a:gd name="T6" fmla="*/ 46 w 93"/>
                <a:gd name="T7" fmla="*/ 5 h 56"/>
                <a:gd name="T8" fmla="*/ 34 w 93"/>
                <a:gd name="T9" fmla="*/ 5 h 56"/>
                <a:gd name="T10" fmla="*/ 24 w 93"/>
                <a:gd name="T11" fmla="*/ 4 h 56"/>
                <a:gd name="T12" fmla="*/ 2 w 93"/>
                <a:gd name="T13" fmla="*/ 41 h 56"/>
                <a:gd name="T14" fmla="*/ 25 w 93"/>
                <a:gd name="T15" fmla="*/ 41 h 56"/>
                <a:gd name="T16" fmla="*/ 25 w 93"/>
                <a:gd name="T17" fmla="*/ 39 h 56"/>
                <a:gd name="T18" fmla="*/ 42 w 93"/>
                <a:gd name="T19" fmla="*/ 47 h 56"/>
                <a:gd name="T20" fmla="*/ 50 w 93"/>
                <a:gd name="T21" fmla="*/ 33 h 56"/>
                <a:gd name="T22" fmla="*/ 52 w 93"/>
                <a:gd name="T23" fmla="*/ 33 h 56"/>
                <a:gd name="T24" fmla="*/ 85 w 93"/>
                <a:gd name="T25" fmla="*/ 27 h 56"/>
                <a:gd name="T26" fmla="*/ 87 w 93"/>
                <a:gd name="T27" fmla="*/ 6 h 56"/>
                <a:gd name="T28" fmla="*/ 25 w 93"/>
                <a:gd name="T29" fmla="*/ 36 h 56"/>
                <a:gd name="T30" fmla="*/ 25 w 93"/>
                <a:gd name="T31" fmla="*/ 30 h 56"/>
                <a:gd name="T32" fmla="*/ 25 w 93"/>
                <a:gd name="T33" fmla="*/ 28 h 56"/>
                <a:gd name="T34" fmla="*/ 25 w 93"/>
                <a:gd name="T35" fmla="*/ 27 h 56"/>
                <a:gd name="T36" fmla="*/ 27 w 93"/>
                <a:gd name="T37" fmla="*/ 27 h 56"/>
                <a:gd name="T38" fmla="*/ 30 w 93"/>
                <a:gd name="T39" fmla="*/ 27 h 56"/>
                <a:gd name="T40" fmla="*/ 30 w 93"/>
                <a:gd name="T41" fmla="*/ 27 h 56"/>
                <a:gd name="T42" fmla="*/ 25 w 93"/>
                <a:gd name="T43" fmla="*/ 3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3" h="56">
                  <a:moveTo>
                    <a:pt x="87" y="6"/>
                  </a:moveTo>
                  <a:cubicBezTo>
                    <a:pt x="81" y="0"/>
                    <a:pt x="74" y="1"/>
                    <a:pt x="67" y="2"/>
                  </a:cubicBezTo>
                  <a:cubicBezTo>
                    <a:pt x="62" y="3"/>
                    <a:pt x="56" y="5"/>
                    <a:pt x="51" y="8"/>
                  </a:cubicBezTo>
                  <a:cubicBezTo>
                    <a:pt x="49" y="7"/>
                    <a:pt x="47" y="6"/>
                    <a:pt x="46" y="5"/>
                  </a:cubicBezTo>
                  <a:cubicBezTo>
                    <a:pt x="41" y="2"/>
                    <a:pt x="37" y="3"/>
                    <a:pt x="34" y="5"/>
                  </a:cubicBezTo>
                  <a:cubicBezTo>
                    <a:pt x="31" y="4"/>
                    <a:pt x="28" y="4"/>
                    <a:pt x="24" y="4"/>
                  </a:cubicBezTo>
                  <a:cubicBezTo>
                    <a:pt x="4" y="6"/>
                    <a:pt x="0" y="24"/>
                    <a:pt x="2" y="41"/>
                  </a:cubicBezTo>
                  <a:cubicBezTo>
                    <a:pt x="4" y="55"/>
                    <a:pt x="27" y="56"/>
                    <a:pt x="25" y="41"/>
                  </a:cubicBezTo>
                  <a:cubicBezTo>
                    <a:pt x="25" y="40"/>
                    <a:pt x="25" y="40"/>
                    <a:pt x="25" y="39"/>
                  </a:cubicBezTo>
                  <a:cubicBezTo>
                    <a:pt x="27" y="47"/>
                    <a:pt x="34" y="52"/>
                    <a:pt x="42" y="47"/>
                  </a:cubicBezTo>
                  <a:cubicBezTo>
                    <a:pt x="47" y="43"/>
                    <a:pt x="49" y="39"/>
                    <a:pt x="50" y="33"/>
                  </a:cubicBezTo>
                  <a:cubicBezTo>
                    <a:pt x="50" y="33"/>
                    <a:pt x="51" y="33"/>
                    <a:pt x="52" y="33"/>
                  </a:cubicBezTo>
                  <a:cubicBezTo>
                    <a:pt x="63" y="36"/>
                    <a:pt x="76" y="36"/>
                    <a:pt x="85" y="27"/>
                  </a:cubicBezTo>
                  <a:cubicBezTo>
                    <a:pt x="90" y="21"/>
                    <a:pt x="93" y="12"/>
                    <a:pt x="87" y="6"/>
                  </a:cubicBezTo>
                  <a:close/>
                  <a:moveTo>
                    <a:pt x="25" y="36"/>
                  </a:moveTo>
                  <a:cubicBezTo>
                    <a:pt x="25" y="34"/>
                    <a:pt x="25" y="32"/>
                    <a:pt x="25" y="30"/>
                  </a:cubicBezTo>
                  <a:cubicBezTo>
                    <a:pt x="25" y="29"/>
                    <a:pt x="25" y="28"/>
                    <a:pt x="25" y="2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6" y="27"/>
                    <a:pt x="26" y="27"/>
                    <a:pt x="27" y="27"/>
                  </a:cubicBezTo>
                  <a:cubicBezTo>
                    <a:pt x="27" y="29"/>
                    <a:pt x="27" y="29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6" y="30"/>
                    <a:pt x="25" y="33"/>
                    <a:pt x="25" y="3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4441826" y="2228851"/>
              <a:ext cx="381000" cy="195263"/>
            </a:xfrm>
            <a:custGeom>
              <a:avLst/>
              <a:gdLst>
                <a:gd name="T0" fmla="*/ 77 w 101"/>
                <a:gd name="T1" fmla="*/ 14 h 52"/>
                <a:gd name="T2" fmla="*/ 31 w 101"/>
                <a:gd name="T3" fmla="*/ 0 h 52"/>
                <a:gd name="T4" fmla="*/ 20 w 101"/>
                <a:gd name="T5" fmla="*/ 14 h 52"/>
                <a:gd name="T6" fmla="*/ 15 w 101"/>
                <a:gd name="T7" fmla="*/ 14 h 52"/>
                <a:gd name="T8" fmla="*/ 15 w 101"/>
                <a:gd name="T9" fmla="*/ 37 h 52"/>
                <a:gd name="T10" fmla="*/ 67 w 101"/>
                <a:gd name="T11" fmla="*/ 48 h 52"/>
                <a:gd name="T12" fmla="*/ 98 w 101"/>
                <a:gd name="T13" fmla="*/ 38 h 52"/>
                <a:gd name="T14" fmla="*/ 77 w 101"/>
                <a:gd name="T15" fmla="*/ 1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52">
                  <a:moveTo>
                    <a:pt x="77" y="14"/>
                  </a:moveTo>
                  <a:cubicBezTo>
                    <a:pt x="62" y="7"/>
                    <a:pt x="48" y="0"/>
                    <a:pt x="31" y="0"/>
                  </a:cubicBezTo>
                  <a:cubicBezTo>
                    <a:pt x="23" y="0"/>
                    <a:pt x="19" y="7"/>
                    <a:pt x="20" y="14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0" y="13"/>
                    <a:pt x="0" y="36"/>
                    <a:pt x="15" y="37"/>
                  </a:cubicBezTo>
                  <a:cubicBezTo>
                    <a:pt x="34" y="37"/>
                    <a:pt x="50" y="40"/>
                    <a:pt x="67" y="48"/>
                  </a:cubicBezTo>
                  <a:cubicBezTo>
                    <a:pt x="77" y="52"/>
                    <a:pt x="94" y="51"/>
                    <a:pt x="98" y="38"/>
                  </a:cubicBezTo>
                  <a:cubicBezTo>
                    <a:pt x="101" y="26"/>
                    <a:pt x="86" y="18"/>
                    <a:pt x="77" y="1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5619751" y="3903663"/>
              <a:ext cx="971550" cy="142875"/>
            </a:xfrm>
            <a:custGeom>
              <a:avLst/>
              <a:gdLst>
                <a:gd name="T0" fmla="*/ 243 w 258"/>
                <a:gd name="T1" fmla="*/ 1 h 38"/>
                <a:gd name="T2" fmla="*/ 129 w 258"/>
                <a:gd name="T3" fmla="*/ 1 h 38"/>
                <a:gd name="T4" fmla="*/ 15 w 258"/>
                <a:gd name="T5" fmla="*/ 9 h 38"/>
                <a:gd name="T6" fmla="*/ 15 w 258"/>
                <a:gd name="T7" fmla="*/ 32 h 38"/>
                <a:gd name="T8" fmla="*/ 93 w 258"/>
                <a:gd name="T9" fmla="*/ 26 h 38"/>
                <a:gd name="T10" fmla="*/ 107 w 258"/>
                <a:gd name="T11" fmla="*/ 35 h 38"/>
                <a:gd name="T12" fmla="*/ 169 w 258"/>
                <a:gd name="T13" fmla="*/ 32 h 38"/>
                <a:gd name="T14" fmla="*/ 204 w 258"/>
                <a:gd name="T15" fmla="*/ 32 h 38"/>
                <a:gd name="T16" fmla="*/ 243 w 258"/>
                <a:gd name="T17" fmla="*/ 24 h 38"/>
                <a:gd name="T18" fmla="*/ 243 w 258"/>
                <a:gd name="T19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8" h="38">
                  <a:moveTo>
                    <a:pt x="243" y="1"/>
                  </a:moveTo>
                  <a:cubicBezTo>
                    <a:pt x="205" y="1"/>
                    <a:pt x="167" y="0"/>
                    <a:pt x="129" y="1"/>
                  </a:cubicBezTo>
                  <a:cubicBezTo>
                    <a:pt x="90" y="2"/>
                    <a:pt x="53" y="6"/>
                    <a:pt x="15" y="9"/>
                  </a:cubicBezTo>
                  <a:cubicBezTo>
                    <a:pt x="0" y="10"/>
                    <a:pt x="0" y="34"/>
                    <a:pt x="15" y="32"/>
                  </a:cubicBezTo>
                  <a:cubicBezTo>
                    <a:pt x="41" y="30"/>
                    <a:pt x="67" y="28"/>
                    <a:pt x="93" y="26"/>
                  </a:cubicBezTo>
                  <a:cubicBezTo>
                    <a:pt x="94" y="32"/>
                    <a:pt x="99" y="38"/>
                    <a:pt x="107" y="35"/>
                  </a:cubicBezTo>
                  <a:cubicBezTo>
                    <a:pt x="126" y="27"/>
                    <a:pt x="149" y="32"/>
                    <a:pt x="169" y="32"/>
                  </a:cubicBezTo>
                  <a:cubicBezTo>
                    <a:pt x="181" y="32"/>
                    <a:pt x="192" y="33"/>
                    <a:pt x="204" y="32"/>
                  </a:cubicBezTo>
                  <a:cubicBezTo>
                    <a:pt x="217" y="30"/>
                    <a:pt x="230" y="25"/>
                    <a:pt x="243" y="24"/>
                  </a:cubicBezTo>
                  <a:cubicBezTo>
                    <a:pt x="258" y="22"/>
                    <a:pt x="258" y="1"/>
                    <a:pt x="243" y="1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5605463" y="4081463"/>
              <a:ext cx="974725" cy="153988"/>
            </a:xfrm>
            <a:custGeom>
              <a:avLst/>
              <a:gdLst>
                <a:gd name="T0" fmla="*/ 248 w 259"/>
                <a:gd name="T1" fmla="*/ 5 h 41"/>
                <a:gd name="T2" fmla="*/ 186 w 259"/>
                <a:gd name="T3" fmla="*/ 2 h 41"/>
                <a:gd name="T4" fmla="*/ 117 w 259"/>
                <a:gd name="T5" fmla="*/ 3 h 41"/>
                <a:gd name="T6" fmla="*/ 60 w 259"/>
                <a:gd name="T7" fmla="*/ 1 h 41"/>
                <a:gd name="T8" fmla="*/ 12 w 259"/>
                <a:gd name="T9" fmla="*/ 11 h 41"/>
                <a:gd name="T10" fmla="*/ 24 w 259"/>
                <a:gd name="T11" fmla="*/ 31 h 41"/>
                <a:gd name="T12" fmla="*/ 64 w 259"/>
                <a:gd name="T13" fmla="*/ 25 h 41"/>
                <a:gd name="T14" fmla="*/ 100 w 259"/>
                <a:gd name="T15" fmla="*/ 26 h 41"/>
                <a:gd name="T16" fmla="*/ 110 w 259"/>
                <a:gd name="T17" fmla="*/ 40 h 41"/>
                <a:gd name="T18" fmla="*/ 191 w 259"/>
                <a:gd name="T19" fmla="*/ 40 h 41"/>
                <a:gd name="T20" fmla="*/ 250 w 259"/>
                <a:gd name="T21" fmla="*/ 26 h 41"/>
                <a:gd name="T22" fmla="*/ 248 w 259"/>
                <a:gd name="T23" fmla="*/ 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9" h="41">
                  <a:moveTo>
                    <a:pt x="248" y="5"/>
                  </a:moveTo>
                  <a:cubicBezTo>
                    <a:pt x="227" y="1"/>
                    <a:pt x="206" y="2"/>
                    <a:pt x="186" y="2"/>
                  </a:cubicBezTo>
                  <a:cubicBezTo>
                    <a:pt x="163" y="3"/>
                    <a:pt x="140" y="3"/>
                    <a:pt x="117" y="3"/>
                  </a:cubicBezTo>
                  <a:cubicBezTo>
                    <a:pt x="98" y="3"/>
                    <a:pt x="79" y="2"/>
                    <a:pt x="60" y="1"/>
                  </a:cubicBezTo>
                  <a:cubicBezTo>
                    <a:pt x="44" y="0"/>
                    <a:pt x="26" y="1"/>
                    <a:pt x="12" y="11"/>
                  </a:cubicBezTo>
                  <a:cubicBezTo>
                    <a:pt x="0" y="19"/>
                    <a:pt x="12" y="39"/>
                    <a:pt x="24" y="31"/>
                  </a:cubicBezTo>
                  <a:cubicBezTo>
                    <a:pt x="35" y="22"/>
                    <a:pt x="50" y="24"/>
                    <a:pt x="64" y="25"/>
                  </a:cubicBezTo>
                  <a:cubicBezTo>
                    <a:pt x="76" y="25"/>
                    <a:pt x="88" y="26"/>
                    <a:pt x="100" y="26"/>
                  </a:cubicBezTo>
                  <a:cubicBezTo>
                    <a:pt x="98" y="32"/>
                    <a:pt x="102" y="40"/>
                    <a:pt x="110" y="40"/>
                  </a:cubicBezTo>
                  <a:cubicBezTo>
                    <a:pt x="137" y="40"/>
                    <a:pt x="164" y="41"/>
                    <a:pt x="191" y="40"/>
                  </a:cubicBezTo>
                  <a:cubicBezTo>
                    <a:pt x="210" y="40"/>
                    <a:pt x="235" y="38"/>
                    <a:pt x="250" y="26"/>
                  </a:cubicBezTo>
                  <a:cubicBezTo>
                    <a:pt x="257" y="21"/>
                    <a:pt x="259" y="7"/>
                    <a:pt x="248" y="5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619751" y="4230688"/>
              <a:ext cx="925513" cy="403225"/>
            </a:xfrm>
            <a:custGeom>
              <a:avLst/>
              <a:gdLst>
                <a:gd name="T0" fmla="*/ 239 w 246"/>
                <a:gd name="T1" fmla="*/ 18 h 107"/>
                <a:gd name="T2" fmla="*/ 159 w 246"/>
                <a:gd name="T3" fmla="*/ 9 h 107"/>
                <a:gd name="T4" fmla="*/ 15 w 246"/>
                <a:gd name="T5" fmla="*/ 23 h 107"/>
                <a:gd name="T6" fmla="*/ 21 w 246"/>
                <a:gd name="T7" fmla="*/ 45 h 107"/>
                <a:gd name="T8" fmla="*/ 45 w 246"/>
                <a:gd name="T9" fmla="*/ 40 h 107"/>
                <a:gd name="T10" fmla="*/ 46 w 246"/>
                <a:gd name="T11" fmla="*/ 54 h 107"/>
                <a:gd name="T12" fmla="*/ 64 w 246"/>
                <a:gd name="T13" fmla="*/ 63 h 107"/>
                <a:gd name="T14" fmla="*/ 61 w 246"/>
                <a:gd name="T15" fmla="*/ 73 h 107"/>
                <a:gd name="T16" fmla="*/ 63 w 246"/>
                <a:gd name="T17" fmla="*/ 78 h 107"/>
                <a:gd name="T18" fmla="*/ 63 w 246"/>
                <a:gd name="T19" fmla="*/ 95 h 107"/>
                <a:gd name="T20" fmla="*/ 80 w 246"/>
                <a:gd name="T21" fmla="*/ 102 h 107"/>
                <a:gd name="T22" fmla="*/ 84 w 246"/>
                <a:gd name="T23" fmla="*/ 100 h 107"/>
                <a:gd name="T24" fmla="*/ 112 w 246"/>
                <a:gd name="T25" fmla="*/ 106 h 107"/>
                <a:gd name="T26" fmla="*/ 150 w 246"/>
                <a:gd name="T27" fmla="*/ 106 h 107"/>
                <a:gd name="T28" fmla="*/ 189 w 246"/>
                <a:gd name="T29" fmla="*/ 78 h 107"/>
                <a:gd name="T30" fmla="*/ 193 w 246"/>
                <a:gd name="T31" fmla="*/ 70 h 107"/>
                <a:gd name="T32" fmla="*/ 200 w 246"/>
                <a:gd name="T33" fmla="*/ 56 h 107"/>
                <a:gd name="T34" fmla="*/ 197 w 246"/>
                <a:gd name="T35" fmla="*/ 45 h 107"/>
                <a:gd name="T36" fmla="*/ 234 w 246"/>
                <a:gd name="T37" fmla="*/ 37 h 107"/>
                <a:gd name="T38" fmla="*/ 239 w 246"/>
                <a:gd name="T39" fmla="*/ 18 h 107"/>
                <a:gd name="T40" fmla="*/ 97 w 246"/>
                <a:gd name="T41" fmla="*/ 62 h 107"/>
                <a:gd name="T42" fmla="*/ 104 w 246"/>
                <a:gd name="T43" fmla="*/ 62 h 107"/>
                <a:gd name="T44" fmla="*/ 166 w 246"/>
                <a:gd name="T45" fmla="*/ 62 h 107"/>
                <a:gd name="T46" fmla="*/ 97 w 246"/>
                <a:gd name="T47" fmla="*/ 6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107">
                  <a:moveTo>
                    <a:pt x="239" y="18"/>
                  </a:moveTo>
                  <a:cubicBezTo>
                    <a:pt x="221" y="0"/>
                    <a:pt x="182" y="9"/>
                    <a:pt x="159" y="9"/>
                  </a:cubicBezTo>
                  <a:cubicBezTo>
                    <a:pt x="110" y="9"/>
                    <a:pt x="62" y="10"/>
                    <a:pt x="15" y="23"/>
                  </a:cubicBezTo>
                  <a:cubicBezTo>
                    <a:pt x="0" y="27"/>
                    <a:pt x="6" y="49"/>
                    <a:pt x="21" y="45"/>
                  </a:cubicBezTo>
                  <a:cubicBezTo>
                    <a:pt x="29" y="43"/>
                    <a:pt x="37" y="41"/>
                    <a:pt x="45" y="40"/>
                  </a:cubicBezTo>
                  <a:cubicBezTo>
                    <a:pt x="42" y="44"/>
                    <a:pt x="43" y="51"/>
                    <a:pt x="46" y="54"/>
                  </a:cubicBezTo>
                  <a:cubicBezTo>
                    <a:pt x="51" y="59"/>
                    <a:pt x="57" y="62"/>
                    <a:pt x="64" y="63"/>
                  </a:cubicBezTo>
                  <a:cubicBezTo>
                    <a:pt x="62" y="65"/>
                    <a:pt x="60" y="69"/>
                    <a:pt x="61" y="73"/>
                  </a:cubicBezTo>
                  <a:cubicBezTo>
                    <a:pt x="62" y="75"/>
                    <a:pt x="62" y="76"/>
                    <a:pt x="63" y="78"/>
                  </a:cubicBezTo>
                  <a:cubicBezTo>
                    <a:pt x="61" y="83"/>
                    <a:pt x="61" y="88"/>
                    <a:pt x="63" y="95"/>
                  </a:cubicBezTo>
                  <a:cubicBezTo>
                    <a:pt x="66" y="102"/>
                    <a:pt x="73" y="105"/>
                    <a:pt x="80" y="102"/>
                  </a:cubicBezTo>
                  <a:cubicBezTo>
                    <a:pt x="82" y="101"/>
                    <a:pt x="83" y="101"/>
                    <a:pt x="84" y="100"/>
                  </a:cubicBezTo>
                  <a:cubicBezTo>
                    <a:pt x="92" y="104"/>
                    <a:pt x="102" y="105"/>
                    <a:pt x="112" y="106"/>
                  </a:cubicBezTo>
                  <a:cubicBezTo>
                    <a:pt x="124" y="107"/>
                    <a:pt x="138" y="107"/>
                    <a:pt x="150" y="106"/>
                  </a:cubicBezTo>
                  <a:cubicBezTo>
                    <a:pt x="169" y="104"/>
                    <a:pt x="178" y="91"/>
                    <a:pt x="189" y="78"/>
                  </a:cubicBezTo>
                  <a:cubicBezTo>
                    <a:pt x="192" y="76"/>
                    <a:pt x="193" y="73"/>
                    <a:pt x="193" y="70"/>
                  </a:cubicBezTo>
                  <a:cubicBezTo>
                    <a:pt x="196" y="66"/>
                    <a:pt x="199" y="62"/>
                    <a:pt x="200" y="56"/>
                  </a:cubicBezTo>
                  <a:cubicBezTo>
                    <a:pt x="201" y="52"/>
                    <a:pt x="200" y="47"/>
                    <a:pt x="197" y="45"/>
                  </a:cubicBezTo>
                  <a:cubicBezTo>
                    <a:pt x="210" y="43"/>
                    <a:pt x="223" y="41"/>
                    <a:pt x="234" y="37"/>
                  </a:cubicBezTo>
                  <a:cubicBezTo>
                    <a:pt x="242" y="34"/>
                    <a:pt x="246" y="24"/>
                    <a:pt x="239" y="18"/>
                  </a:cubicBezTo>
                  <a:close/>
                  <a:moveTo>
                    <a:pt x="97" y="62"/>
                  </a:moveTo>
                  <a:cubicBezTo>
                    <a:pt x="100" y="62"/>
                    <a:pt x="102" y="62"/>
                    <a:pt x="104" y="62"/>
                  </a:cubicBezTo>
                  <a:cubicBezTo>
                    <a:pt x="124" y="62"/>
                    <a:pt x="145" y="60"/>
                    <a:pt x="166" y="62"/>
                  </a:cubicBezTo>
                  <a:cubicBezTo>
                    <a:pt x="143" y="65"/>
                    <a:pt x="120" y="63"/>
                    <a:pt x="97" y="62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7475538" y="3452813"/>
              <a:ext cx="11113" cy="7938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1 w 3"/>
                <a:gd name="T5" fmla="*/ 1 h 2"/>
                <a:gd name="T6" fmla="*/ 3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1"/>
                    <a:pt x="3" y="1"/>
                    <a:pt x="3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7489826" y="3460751"/>
              <a:ext cx="11113" cy="3175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7486651" y="3460751"/>
              <a:ext cx="3175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7475538" y="34528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7212013" y="3141663"/>
              <a:ext cx="420688" cy="322263"/>
            </a:xfrm>
            <a:custGeom>
              <a:avLst/>
              <a:gdLst>
                <a:gd name="T0" fmla="*/ 107 w 112"/>
                <a:gd name="T1" fmla="*/ 42 h 86"/>
                <a:gd name="T2" fmla="*/ 110 w 112"/>
                <a:gd name="T3" fmla="*/ 58 h 86"/>
                <a:gd name="T4" fmla="*/ 106 w 112"/>
                <a:gd name="T5" fmla="*/ 70 h 86"/>
                <a:gd name="T6" fmla="*/ 105 w 112"/>
                <a:gd name="T7" fmla="*/ 72 h 86"/>
                <a:gd name="T8" fmla="*/ 72 w 112"/>
                <a:gd name="T9" fmla="*/ 81 h 86"/>
                <a:gd name="T10" fmla="*/ 65 w 112"/>
                <a:gd name="T11" fmla="*/ 78 h 86"/>
                <a:gd name="T12" fmla="*/ 73 w 112"/>
                <a:gd name="T13" fmla="*/ 82 h 86"/>
                <a:gd name="T14" fmla="*/ 103 w 112"/>
                <a:gd name="T15" fmla="*/ 73 h 86"/>
                <a:gd name="T16" fmla="*/ 109 w 112"/>
                <a:gd name="T17" fmla="*/ 60 h 86"/>
                <a:gd name="T18" fmla="*/ 106 w 112"/>
                <a:gd name="T19" fmla="*/ 42 h 86"/>
                <a:gd name="T20" fmla="*/ 94 w 112"/>
                <a:gd name="T21" fmla="*/ 35 h 86"/>
                <a:gd name="T22" fmla="*/ 100 w 112"/>
                <a:gd name="T23" fmla="*/ 44 h 86"/>
                <a:gd name="T24" fmla="*/ 101 w 112"/>
                <a:gd name="T25" fmla="*/ 52 h 86"/>
                <a:gd name="T26" fmla="*/ 99 w 112"/>
                <a:gd name="T27" fmla="*/ 66 h 86"/>
                <a:gd name="T28" fmla="*/ 92 w 112"/>
                <a:gd name="T29" fmla="*/ 73 h 86"/>
                <a:gd name="T30" fmla="*/ 75 w 112"/>
                <a:gd name="T31" fmla="*/ 74 h 86"/>
                <a:gd name="T32" fmla="*/ 60 w 112"/>
                <a:gd name="T33" fmla="*/ 66 h 86"/>
                <a:gd name="T34" fmla="*/ 72 w 112"/>
                <a:gd name="T35" fmla="*/ 73 h 86"/>
                <a:gd name="T36" fmla="*/ 75 w 112"/>
                <a:gd name="T37" fmla="*/ 74 h 86"/>
                <a:gd name="T38" fmla="*/ 92 w 112"/>
                <a:gd name="T39" fmla="*/ 73 h 86"/>
                <a:gd name="T40" fmla="*/ 98 w 112"/>
                <a:gd name="T41" fmla="*/ 67 h 86"/>
                <a:gd name="T42" fmla="*/ 101 w 112"/>
                <a:gd name="T43" fmla="*/ 54 h 86"/>
                <a:gd name="T44" fmla="*/ 98 w 112"/>
                <a:gd name="T45" fmla="*/ 50 h 86"/>
                <a:gd name="T46" fmla="*/ 97 w 112"/>
                <a:gd name="T47" fmla="*/ 63 h 86"/>
                <a:gd name="T48" fmla="*/ 96 w 112"/>
                <a:gd name="T49" fmla="*/ 66 h 86"/>
                <a:gd name="T50" fmla="*/ 78 w 112"/>
                <a:gd name="T51" fmla="*/ 72 h 86"/>
                <a:gd name="T52" fmla="*/ 73 w 112"/>
                <a:gd name="T53" fmla="*/ 70 h 86"/>
                <a:gd name="T54" fmla="*/ 28 w 112"/>
                <a:gd name="T55" fmla="*/ 46 h 86"/>
                <a:gd name="T56" fmla="*/ 20 w 112"/>
                <a:gd name="T57" fmla="*/ 42 h 86"/>
                <a:gd name="T58" fmla="*/ 14 w 112"/>
                <a:gd name="T59" fmla="*/ 33 h 86"/>
                <a:gd name="T60" fmla="*/ 21 w 112"/>
                <a:gd name="T61" fmla="*/ 17 h 86"/>
                <a:gd name="T62" fmla="*/ 36 w 112"/>
                <a:gd name="T63" fmla="*/ 17 h 86"/>
                <a:gd name="T64" fmla="*/ 50 w 112"/>
                <a:gd name="T65" fmla="*/ 23 h 86"/>
                <a:gd name="T66" fmla="*/ 79 w 112"/>
                <a:gd name="T67" fmla="*/ 28 h 86"/>
                <a:gd name="T68" fmla="*/ 59 w 112"/>
                <a:gd name="T69" fmla="*/ 12 h 86"/>
                <a:gd name="T70" fmla="*/ 43 w 112"/>
                <a:gd name="T71" fmla="*/ 4 h 86"/>
                <a:gd name="T72" fmla="*/ 6 w 112"/>
                <a:gd name="T73" fmla="*/ 12 h 86"/>
                <a:gd name="T74" fmla="*/ 5 w 112"/>
                <a:gd name="T75" fmla="*/ 47 h 86"/>
                <a:gd name="T76" fmla="*/ 23 w 112"/>
                <a:gd name="T77" fmla="*/ 60 h 86"/>
                <a:gd name="T78" fmla="*/ 66 w 112"/>
                <a:gd name="T79" fmla="*/ 81 h 86"/>
                <a:gd name="T80" fmla="*/ 70 w 112"/>
                <a:gd name="T81" fmla="*/ 83 h 86"/>
                <a:gd name="T82" fmla="*/ 31 w 112"/>
                <a:gd name="T83" fmla="*/ 63 h 86"/>
                <a:gd name="T84" fmla="*/ 14 w 112"/>
                <a:gd name="T85" fmla="*/ 55 h 86"/>
                <a:gd name="T86" fmla="*/ 8 w 112"/>
                <a:gd name="T87" fmla="*/ 50 h 86"/>
                <a:gd name="T88" fmla="*/ 2 w 112"/>
                <a:gd name="T89" fmla="*/ 21 h 86"/>
                <a:gd name="T90" fmla="*/ 12 w 112"/>
                <a:gd name="T91" fmla="*/ 52 h 86"/>
                <a:gd name="T92" fmla="*/ 21 w 112"/>
                <a:gd name="T93" fmla="*/ 57 h 86"/>
                <a:gd name="T94" fmla="*/ 65 w 112"/>
                <a:gd name="T95" fmla="*/ 80 h 86"/>
                <a:gd name="T96" fmla="*/ 72 w 112"/>
                <a:gd name="T97" fmla="*/ 83 h 86"/>
                <a:gd name="T98" fmla="*/ 91 w 112"/>
                <a:gd name="T99" fmla="*/ 85 h 86"/>
                <a:gd name="T100" fmla="*/ 107 w 112"/>
                <a:gd name="T101" fmla="*/ 72 h 86"/>
                <a:gd name="T102" fmla="*/ 112 w 112"/>
                <a:gd name="T103" fmla="*/ 5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" h="86">
                  <a:moveTo>
                    <a:pt x="111" y="53"/>
                  </a:moveTo>
                  <a:cubicBezTo>
                    <a:pt x="111" y="51"/>
                    <a:pt x="111" y="50"/>
                    <a:pt x="110" y="49"/>
                  </a:cubicBezTo>
                  <a:cubicBezTo>
                    <a:pt x="110" y="46"/>
                    <a:pt x="108" y="44"/>
                    <a:pt x="107" y="42"/>
                  </a:cubicBezTo>
                  <a:cubicBezTo>
                    <a:pt x="108" y="44"/>
                    <a:pt x="109" y="47"/>
                    <a:pt x="109" y="50"/>
                  </a:cubicBezTo>
                  <a:cubicBezTo>
                    <a:pt x="110" y="51"/>
                    <a:pt x="110" y="53"/>
                    <a:pt x="110" y="54"/>
                  </a:cubicBezTo>
                  <a:cubicBezTo>
                    <a:pt x="110" y="55"/>
                    <a:pt x="110" y="57"/>
                    <a:pt x="110" y="58"/>
                  </a:cubicBezTo>
                  <a:cubicBezTo>
                    <a:pt x="109" y="61"/>
                    <a:pt x="109" y="64"/>
                    <a:pt x="108" y="67"/>
                  </a:cubicBezTo>
                  <a:cubicBezTo>
                    <a:pt x="107" y="67"/>
                    <a:pt x="107" y="68"/>
                    <a:pt x="107" y="69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4" y="73"/>
                    <a:pt x="104" y="73"/>
                    <a:pt x="103" y="74"/>
                  </a:cubicBezTo>
                  <a:cubicBezTo>
                    <a:pt x="99" y="79"/>
                    <a:pt x="94" y="82"/>
                    <a:pt x="88" y="83"/>
                  </a:cubicBezTo>
                  <a:cubicBezTo>
                    <a:pt x="83" y="84"/>
                    <a:pt x="77" y="84"/>
                    <a:pt x="72" y="81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0" y="70"/>
                    <a:pt x="58" y="74"/>
                    <a:pt x="65" y="78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9" y="80"/>
                    <a:pt x="70" y="80"/>
                    <a:pt x="71" y="81"/>
                  </a:cubicBezTo>
                  <a:cubicBezTo>
                    <a:pt x="71" y="81"/>
                    <a:pt x="72" y="81"/>
                    <a:pt x="73" y="82"/>
                  </a:cubicBezTo>
                  <a:cubicBezTo>
                    <a:pt x="76" y="83"/>
                    <a:pt x="79" y="83"/>
                    <a:pt x="82" y="83"/>
                  </a:cubicBezTo>
                  <a:cubicBezTo>
                    <a:pt x="89" y="83"/>
                    <a:pt x="95" y="81"/>
                    <a:pt x="100" y="77"/>
                  </a:cubicBezTo>
                  <a:cubicBezTo>
                    <a:pt x="101" y="76"/>
                    <a:pt x="102" y="74"/>
                    <a:pt x="103" y="73"/>
                  </a:cubicBezTo>
                  <a:cubicBezTo>
                    <a:pt x="104" y="72"/>
                    <a:pt x="104" y="72"/>
                    <a:pt x="105" y="71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7" y="66"/>
                    <a:pt x="108" y="63"/>
                    <a:pt x="109" y="60"/>
                  </a:cubicBezTo>
                  <a:cubicBezTo>
                    <a:pt x="109" y="59"/>
                    <a:pt x="109" y="57"/>
                    <a:pt x="109" y="55"/>
                  </a:cubicBezTo>
                  <a:cubicBezTo>
                    <a:pt x="109" y="54"/>
                    <a:pt x="109" y="53"/>
                    <a:pt x="109" y="51"/>
                  </a:cubicBezTo>
                  <a:cubicBezTo>
                    <a:pt x="108" y="48"/>
                    <a:pt x="107" y="45"/>
                    <a:pt x="106" y="42"/>
                  </a:cubicBezTo>
                  <a:cubicBezTo>
                    <a:pt x="105" y="41"/>
                    <a:pt x="104" y="40"/>
                    <a:pt x="104" y="38"/>
                  </a:cubicBezTo>
                  <a:cubicBezTo>
                    <a:pt x="102" y="37"/>
                    <a:pt x="101" y="36"/>
                    <a:pt x="99" y="36"/>
                  </a:cubicBezTo>
                  <a:cubicBezTo>
                    <a:pt x="97" y="34"/>
                    <a:pt x="94" y="35"/>
                    <a:pt x="94" y="35"/>
                  </a:cubicBezTo>
                  <a:cubicBezTo>
                    <a:pt x="94" y="36"/>
                    <a:pt x="94" y="36"/>
                    <a:pt x="95" y="37"/>
                  </a:cubicBezTo>
                  <a:cubicBezTo>
                    <a:pt x="95" y="38"/>
                    <a:pt x="96" y="39"/>
                    <a:pt x="98" y="41"/>
                  </a:cubicBezTo>
                  <a:cubicBezTo>
                    <a:pt x="98" y="42"/>
                    <a:pt x="99" y="43"/>
                    <a:pt x="100" y="44"/>
                  </a:cubicBezTo>
                  <a:cubicBezTo>
                    <a:pt x="101" y="46"/>
                    <a:pt x="101" y="47"/>
                    <a:pt x="101" y="47"/>
                  </a:cubicBezTo>
                  <a:cubicBezTo>
                    <a:pt x="101" y="48"/>
                    <a:pt x="100" y="47"/>
                    <a:pt x="99" y="47"/>
                  </a:cubicBezTo>
                  <a:cubicBezTo>
                    <a:pt x="100" y="49"/>
                    <a:pt x="101" y="50"/>
                    <a:pt x="101" y="52"/>
                  </a:cubicBezTo>
                  <a:cubicBezTo>
                    <a:pt x="101" y="53"/>
                    <a:pt x="101" y="54"/>
                    <a:pt x="101" y="54"/>
                  </a:cubicBezTo>
                  <a:cubicBezTo>
                    <a:pt x="101" y="55"/>
                    <a:pt x="101" y="56"/>
                    <a:pt x="101" y="57"/>
                  </a:cubicBezTo>
                  <a:cubicBezTo>
                    <a:pt x="101" y="60"/>
                    <a:pt x="100" y="63"/>
                    <a:pt x="99" y="66"/>
                  </a:cubicBezTo>
                  <a:cubicBezTo>
                    <a:pt x="98" y="67"/>
                    <a:pt x="98" y="67"/>
                    <a:pt x="97" y="68"/>
                  </a:cubicBezTo>
                  <a:cubicBezTo>
                    <a:pt x="97" y="69"/>
                    <a:pt x="96" y="69"/>
                    <a:pt x="96" y="70"/>
                  </a:cubicBezTo>
                  <a:cubicBezTo>
                    <a:pt x="95" y="71"/>
                    <a:pt x="94" y="72"/>
                    <a:pt x="92" y="73"/>
                  </a:cubicBezTo>
                  <a:cubicBezTo>
                    <a:pt x="90" y="74"/>
                    <a:pt x="86" y="75"/>
                    <a:pt x="83" y="75"/>
                  </a:cubicBezTo>
                  <a:cubicBezTo>
                    <a:pt x="81" y="75"/>
                    <a:pt x="79" y="75"/>
                    <a:pt x="78" y="75"/>
                  </a:cubicBezTo>
                  <a:cubicBezTo>
                    <a:pt x="77" y="75"/>
                    <a:pt x="76" y="74"/>
                    <a:pt x="75" y="74"/>
                  </a:cubicBezTo>
                  <a:cubicBezTo>
                    <a:pt x="74" y="74"/>
                    <a:pt x="74" y="73"/>
                    <a:pt x="74" y="73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52" y="62"/>
                    <a:pt x="44" y="58"/>
                    <a:pt x="36" y="53"/>
                  </a:cubicBezTo>
                  <a:cubicBezTo>
                    <a:pt x="44" y="58"/>
                    <a:pt x="52" y="62"/>
                    <a:pt x="60" y="6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5" y="74"/>
                    <a:pt x="75" y="74"/>
                  </a:cubicBezTo>
                  <a:cubicBezTo>
                    <a:pt x="76" y="74"/>
                    <a:pt x="77" y="74"/>
                    <a:pt x="78" y="75"/>
                  </a:cubicBezTo>
                  <a:cubicBezTo>
                    <a:pt x="79" y="75"/>
                    <a:pt x="81" y="75"/>
                    <a:pt x="83" y="75"/>
                  </a:cubicBezTo>
                  <a:cubicBezTo>
                    <a:pt x="86" y="75"/>
                    <a:pt x="90" y="74"/>
                    <a:pt x="92" y="73"/>
                  </a:cubicBezTo>
                  <a:cubicBezTo>
                    <a:pt x="94" y="72"/>
                    <a:pt x="95" y="71"/>
                    <a:pt x="96" y="70"/>
                  </a:cubicBezTo>
                  <a:cubicBezTo>
                    <a:pt x="96" y="69"/>
                    <a:pt x="97" y="68"/>
                    <a:pt x="97" y="68"/>
                  </a:cubicBezTo>
                  <a:cubicBezTo>
                    <a:pt x="97" y="68"/>
                    <a:pt x="98" y="67"/>
                    <a:pt x="98" y="67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100" y="63"/>
                    <a:pt x="101" y="60"/>
                    <a:pt x="101" y="57"/>
                  </a:cubicBezTo>
                  <a:cubicBezTo>
                    <a:pt x="101" y="56"/>
                    <a:pt x="101" y="55"/>
                    <a:pt x="101" y="54"/>
                  </a:cubicBezTo>
                  <a:cubicBezTo>
                    <a:pt x="101" y="53"/>
                    <a:pt x="100" y="52"/>
                    <a:pt x="100" y="52"/>
                  </a:cubicBezTo>
                  <a:cubicBezTo>
                    <a:pt x="100" y="50"/>
                    <a:pt x="99" y="49"/>
                    <a:pt x="99" y="47"/>
                  </a:cubicBezTo>
                  <a:cubicBezTo>
                    <a:pt x="98" y="47"/>
                    <a:pt x="98" y="48"/>
                    <a:pt x="98" y="50"/>
                  </a:cubicBezTo>
                  <a:cubicBezTo>
                    <a:pt x="98" y="51"/>
                    <a:pt x="98" y="52"/>
                    <a:pt x="98" y="54"/>
                  </a:cubicBezTo>
                  <a:cubicBezTo>
                    <a:pt x="98" y="56"/>
                    <a:pt x="99" y="58"/>
                    <a:pt x="98" y="60"/>
                  </a:cubicBezTo>
                  <a:cubicBezTo>
                    <a:pt x="98" y="61"/>
                    <a:pt x="98" y="62"/>
                    <a:pt x="97" y="63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4"/>
                    <a:pt x="97" y="65"/>
                    <a:pt x="97" y="65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5" y="68"/>
                    <a:pt x="93" y="70"/>
                    <a:pt x="92" y="70"/>
                  </a:cubicBezTo>
                  <a:cubicBezTo>
                    <a:pt x="88" y="73"/>
                    <a:pt x="83" y="74"/>
                    <a:pt x="78" y="72"/>
                  </a:cubicBezTo>
                  <a:cubicBezTo>
                    <a:pt x="77" y="72"/>
                    <a:pt x="76" y="72"/>
                    <a:pt x="75" y="71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4" y="70"/>
                    <a:pt x="73" y="70"/>
                    <a:pt x="73" y="70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0" y="58"/>
                    <a:pt x="39" y="52"/>
                    <a:pt x="28" y="46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6" y="39"/>
                    <a:pt x="15" y="36"/>
                    <a:pt x="14" y="33"/>
                  </a:cubicBezTo>
                  <a:cubicBezTo>
                    <a:pt x="14" y="30"/>
                    <a:pt x="14" y="26"/>
                    <a:pt x="15" y="23"/>
                  </a:cubicBezTo>
                  <a:cubicBezTo>
                    <a:pt x="16" y="22"/>
                    <a:pt x="17" y="21"/>
                    <a:pt x="18" y="20"/>
                  </a:cubicBezTo>
                  <a:cubicBezTo>
                    <a:pt x="18" y="18"/>
                    <a:pt x="20" y="18"/>
                    <a:pt x="21" y="17"/>
                  </a:cubicBezTo>
                  <a:cubicBezTo>
                    <a:pt x="24" y="15"/>
                    <a:pt x="29" y="14"/>
                    <a:pt x="34" y="16"/>
                  </a:cubicBezTo>
                  <a:cubicBezTo>
                    <a:pt x="34" y="16"/>
                    <a:pt x="35" y="16"/>
                    <a:pt x="35" y="16"/>
                  </a:cubicBezTo>
                  <a:cubicBezTo>
                    <a:pt x="36" y="16"/>
                    <a:pt x="36" y="16"/>
                    <a:pt x="36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61" y="29"/>
                    <a:pt x="72" y="34"/>
                    <a:pt x="81" y="38"/>
                  </a:cubicBezTo>
                  <a:cubicBezTo>
                    <a:pt x="98" y="45"/>
                    <a:pt x="94" y="38"/>
                    <a:pt x="78" y="29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95" y="37"/>
                    <a:pt x="88" y="30"/>
                    <a:pt x="91" y="29"/>
                  </a:cubicBezTo>
                  <a:cubicBezTo>
                    <a:pt x="82" y="25"/>
                    <a:pt x="75" y="21"/>
                    <a:pt x="67" y="16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4"/>
                    <a:pt x="41" y="3"/>
                    <a:pt x="40" y="3"/>
                  </a:cubicBezTo>
                  <a:cubicBezTo>
                    <a:pt x="32" y="0"/>
                    <a:pt x="24" y="0"/>
                    <a:pt x="16" y="3"/>
                  </a:cubicBezTo>
                  <a:cubicBezTo>
                    <a:pt x="12" y="5"/>
                    <a:pt x="8" y="8"/>
                    <a:pt x="6" y="12"/>
                  </a:cubicBezTo>
                  <a:cubicBezTo>
                    <a:pt x="3" y="15"/>
                    <a:pt x="1" y="19"/>
                    <a:pt x="1" y="23"/>
                  </a:cubicBezTo>
                  <a:cubicBezTo>
                    <a:pt x="0" y="27"/>
                    <a:pt x="0" y="31"/>
                    <a:pt x="0" y="35"/>
                  </a:cubicBezTo>
                  <a:cubicBezTo>
                    <a:pt x="1" y="39"/>
                    <a:pt x="2" y="43"/>
                    <a:pt x="5" y="47"/>
                  </a:cubicBezTo>
                  <a:cubicBezTo>
                    <a:pt x="6" y="49"/>
                    <a:pt x="7" y="50"/>
                    <a:pt x="9" y="52"/>
                  </a:cubicBezTo>
                  <a:cubicBezTo>
                    <a:pt x="11" y="53"/>
                    <a:pt x="13" y="55"/>
                    <a:pt x="15" y="55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8" y="82"/>
                    <a:pt x="68" y="82"/>
                    <a:pt x="68" y="83"/>
                  </a:cubicBezTo>
                  <a:cubicBezTo>
                    <a:pt x="69" y="83"/>
                    <a:pt x="69" y="83"/>
                    <a:pt x="70" y="83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4"/>
                    <a:pt x="12" y="53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4" y="47"/>
                    <a:pt x="2" y="42"/>
                    <a:pt x="1" y="36"/>
                  </a:cubicBezTo>
                  <a:cubicBezTo>
                    <a:pt x="0" y="31"/>
                    <a:pt x="0" y="26"/>
                    <a:pt x="2" y="21"/>
                  </a:cubicBezTo>
                  <a:cubicBezTo>
                    <a:pt x="2" y="21"/>
                    <a:pt x="2" y="22"/>
                    <a:pt x="2" y="21"/>
                  </a:cubicBezTo>
                  <a:cubicBezTo>
                    <a:pt x="1" y="26"/>
                    <a:pt x="1" y="31"/>
                    <a:pt x="2" y="36"/>
                  </a:cubicBezTo>
                  <a:cubicBezTo>
                    <a:pt x="3" y="41"/>
                    <a:pt x="5" y="46"/>
                    <a:pt x="9" y="50"/>
                  </a:cubicBezTo>
                  <a:cubicBezTo>
                    <a:pt x="10" y="51"/>
                    <a:pt x="11" y="52"/>
                    <a:pt x="12" y="52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5" y="54"/>
                    <a:pt x="15" y="54"/>
                    <a:pt x="16" y="54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9" y="67"/>
                    <a:pt x="47" y="71"/>
                    <a:pt x="54" y="74"/>
                  </a:cubicBezTo>
                  <a:cubicBezTo>
                    <a:pt x="58" y="76"/>
                    <a:pt x="61" y="78"/>
                    <a:pt x="65" y="80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9" y="82"/>
                    <a:pt x="70" y="82"/>
                  </a:cubicBezTo>
                  <a:cubicBezTo>
                    <a:pt x="70" y="82"/>
                    <a:pt x="71" y="83"/>
                    <a:pt x="72" y="83"/>
                  </a:cubicBezTo>
                  <a:cubicBezTo>
                    <a:pt x="74" y="84"/>
                    <a:pt x="77" y="84"/>
                    <a:pt x="79" y="84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83" y="86"/>
                    <a:pt x="87" y="86"/>
                    <a:pt x="91" y="85"/>
                  </a:cubicBezTo>
                  <a:cubicBezTo>
                    <a:pt x="95" y="84"/>
                    <a:pt x="98" y="82"/>
                    <a:pt x="101" y="79"/>
                  </a:cubicBezTo>
                  <a:cubicBezTo>
                    <a:pt x="103" y="78"/>
                    <a:pt x="104" y="76"/>
                    <a:pt x="106" y="74"/>
                  </a:cubicBezTo>
                  <a:cubicBezTo>
                    <a:pt x="106" y="74"/>
                    <a:pt x="107" y="73"/>
                    <a:pt x="107" y="72"/>
                  </a:cubicBezTo>
                  <a:cubicBezTo>
                    <a:pt x="108" y="71"/>
                    <a:pt x="108" y="71"/>
                    <a:pt x="108" y="71"/>
                  </a:cubicBezTo>
                  <a:cubicBezTo>
                    <a:pt x="108" y="70"/>
                    <a:pt x="108" y="70"/>
                    <a:pt x="109" y="69"/>
                  </a:cubicBezTo>
                  <a:cubicBezTo>
                    <a:pt x="111" y="66"/>
                    <a:pt x="111" y="62"/>
                    <a:pt x="112" y="58"/>
                  </a:cubicBezTo>
                  <a:cubicBezTo>
                    <a:pt x="112" y="57"/>
                    <a:pt x="112" y="56"/>
                    <a:pt x="112" y="55"/>
                  </a:cubicBezTo>
                  <a:cubicBezTo>
                    <a:pt x="112" y="54"/>
                    <a:pt x="111" y="54"/>
                    <a:pt x="111" y="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4559301" y="3144838"/>
              <a:ext cx="417513" cy="315913"/>
            </a:xfrm>
            <a:custGeom>
              <a:avLst/>
              <a:gdLst>
                <a:gd name="T0" fmla="*/ 97 w 111"/>
                <a:gd name="T1" fmla="*/ 52 h 84"/>
                <a:gd name="T2" fmla="*/ 92 w 111"/>
                <a:gd name="T3" fmla="*/ 54 h 84"/>
                <a:gd name="T4" fmla="*/ 47 w 111"/>
                <a:gd name="T5" fmla="*/ 76 h 84"/>
                <a:gd name="T6" fmla="*/ 40 w 111"/>
                <a:gd name="T7" fmla="*/ 79 h 84"/>
                <a:gd name="T8" fmla="*/ 22 w 111"/>
                <a:gd name="T9" fmla="*/ 80 h 84"/>
                <a:gd name="T10" fmla="*/ 41 w 111"/>
                <a:gd name="T11" fmla="*/ 78 h 84"/>
                <a:gd name="T12" fmla="*/ 59 w 111"/>
                <a:gd name="T13" fmla="*/ 69 h 84"/>
                <a:gd name="T14" fmla="*/ 103 w 111"/>
                <a:gd name="T15" fmla="*/ 45 h 84"/>
                <a:gd name="T16" fmla="*/ 107 w 111"/>
                <a:gd name="T17" fmla="*/ 19 h 84"/>
                <a:gd name="T18" fmla="*/ 102 w 111"/>
                <a:gd name="T19" fmla="*/ 23 h 84"/>
                <a:gd name="T20" fmla="*/ 101 w 111"/>
                <a:gd name="T21" fmla="*/ 30 h 84"/>
                <a:gd name="T22" fmla="*/ 72 w 111"/>
                <a:gd name="T23" fmla="*/ 54 h 84"/>
                <a:gd name="T24" fmla="*/ 38 w 111"/>
                <a:gd name="T25" fmla="*/ 71 h 84"/>
                <a:gd name="T26" fmla="*/ 25 w 111"/>
                <a:gd name="T27" fmla="*/ 72 h 84"/>
                <a:gd name="T28" fmla="*/ 37 w 111"/>
                <a:gd name="T29" fmla="*/ 71 h 84"/>
                <a:gd name="T30" fmla="*/ 47 w 111"/>
                <a:gd name="T31" fmla="*/ 66 h 84"/>
                <a:gd name="T32" fmla="*/ 98 w 111"/>
                <a:gd name="T33" fmla="*/ 38 h 84"/>
                <a:gd name="T34" fmla="*/ 94 w 111"/>
                <a:gd name="T35" fmla="*/ 40 h 84"/>
                <a:gd name="T36" fmla="*/ 89 w 111"/>
                <a:gd name="T37" fmla="*/ 44 h 84"/>
                <a:gd name="T38" fmla="*/ 47 w 111"/>
                <a:gd name="T39" fmla="*/ 64 h 84"/>
                <a:gd name="T40" fmla="*/ 36 w 111"/>
                <a:gd name="T41" fmla="*/ 69 h 84"/>
                <a:gd name="T42" fmla="*/ 31 w 111"/>
                <a:gd name="T43" fmla="*/ 70 h 84"/>
                <a:gd name="T44" fmla="*/ 16 w 111"/>
                <a:gd name="T45" fmla="*/ 63 h 84"/>
                <a:gd name="T46" fmla="*/ 15 w 111"/>
                <a:gd name="T47" fmla="*/ 62 h 84"/>
                <a:gd name="T48" fmla="*/ 14 w 111"/>
                <a:gd name="T49" fmla="*/ 54 h 84"/>
                <a:gd name="T50" fmla="*/ 19 w 111"/>
                <a:gd name="T51" fmla="*/ 43 h 84"/>
                <a:gd name="T52" fmla="*/ 25 w 111"/>
                <a:gd name="T53" fmla="*/ 40 h 84"/>
                <a:gd name="T54" fmla="*/ 73 w 111"/>
                <a:gd name="T55" fmla="*/ 16 h 84"/>
                <a:gd name="T56" fmla="*/ 76 w 111"/>
                <a:gd name="T57" fmla="*/ 14 h 84"/>
                <a:gd name="T58" fmla="*/ 96 w 111"/>
                <a:gd name="T59" fmla="*/ 19 h 84"/>
                <a:gd name="T60" fmla="*/ 98 w 111"/>
                <a:gd name="T61" fmla="*/ 19 h 84"/>
                <a:gd name="T62" fmla="*/ 88 w 111"/>
                <a:gd name="T63" fmla="*/ 5 h 84"/>
                <a:gd name="T64" fmla="*/ 102 w 111"/>
                <a:gd name="T65" fmla="*/ 8 h 84"/>
                <a:gd name="T66" fmla="*/ 67 w 111"/>
                <a:gd name="T67" fmla="*/ 3 h 84"/>
                <a:gd name="T68" fmla="*/ 26 w 111"/>
                <a:gd name="T69" fmla="*/ 24 h 84"/>
                <a:gd name="T70" fmla="*/ 14 w 111"/>
                <a:gd name="T71" fmla="*/ 30 h 84"/>
                <a:gd name="T72" fmla="*/ 1 w 111"/>
                <a:gd name="T73" fmla="*/ 46 h 84"/>
                <a:gd name="T74" fmla="*/ 0 w 111"/>
                <a:gd name="T75" fmla="*/ 58 h 84"/>
                <a:gd name="T76" fmla="*/ 3 w 111"/>
                <a:gd name="T77" fmla="*/ 68 h 84"/>
                <a:gd name="T78" fmla="*/ 3 w 111"/>
                <a:gd name="T79" fmla="*/ 70 h 84"/>
                <a:gd name="T80" fmla="*/ 4 w 111"/>
                <a:gd name="T81" fmla="*/ 71 h 84"/>
                <a:gd name="T82" fmla="*/ 12 w 111"/>
                <a:gd name="T83" fmla="*/ 79 h 84"/>
                <a:gd name="T84" fmla="*/ 42 w 111"/>
                <a:gd name="T85" fmla="*/ 81 h 84"/>
                <a:gd name="T86" fmla="*/ 44 w 111"/>
                <a:gd name="T87" fmla="*/ 80 h 84"/>
                <a:gd name="T88" fmla="*/ 72 w 111"/>
                <a:gd name="T89" fmla="*/ 66 h 84"/>
                <a:gd name="T90" fmla="*/ 43 w 111"/>
                <a:gd name="T91" fmla="*/ 80 h 84"/>
                <a:gd name="T92" fmla="*/ 38 w 111"/>
                <a:gd name="T93" fmla="*/ 82 h 84"/>
                <a:gd name="T94" fmla="*/ 4 w 111"/>
                <a:gd name="T95" fmla="*/ 69 h 84"/>
                <a:gd name="T96" fmla="*/ 3 w 111"/>
                <a:gd name="T97" fmla="*/ 69 h 84"/>
                <a:gd name="T98" fmla="*/ 1 w 111"/>
                <a:gd name="T99" fmla="*/ 62 h 84"/>
                <a:gd name="T100" fmla="*/ 9 w 111"/>
                <a:gd name="T101" fmla="*/ 33 h 84"/>
                <a:gd name="T102" fmla="*/ 1 w 111"/>
                <a:gd name="T103" fmla="*/ 55 h 84"/>
                <a:gd name="T104" fmla="*/ 4 w 111"/>
                <a:gd name="T105" fmla="*/ 68 h 84"/>
                <a:gd name="T106" fmla="*/ 5 w 111"/>
                <a:gd name="T107" fmla="*/ 69 h 84"/>
                <a:gd name="T108" fmla="*/ 10 w 111"/>
                <a:gd name="T109" fmla="*/ 76 h 84"/>
                <a:gd name="T110" fmla="*/ 42 w 111"/>
                <a:gd name="T111" fmla="*/ 80 h 84"/>
                <a:gd name="T112" fmla="*/ 73 w 111"/>
                <a:gd name="T113" fmla="*/ 64 h 84"/>
                <a:gd name="T114" fmla="*/ 94 w 111"/>
                <a:gd name="T115" fmla="*/ 56 h 84"/>
                <a:gd name="T116" fmla="*/ 110 w 111"/>
                <a:gd name="T117" fmla="*/ 3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" h="84">
                  <a:moveTo>
                    <a:pt x="105" y="44"/>
                  </a:moveTo>
                  <a:cubicBezTo>
                    <a:pt x="104" y="47"/>
                    <a:pt x="101" y="49"/>
                    <a:pt x="99" y="50"/>
                  </a:cubicBezTo>
                  <a:cubicBezTo>
                    <a:pt x="98" y="51"/>
                    <a:pt x="98" y="51"/>
                    <a:pt x="97" y="52"/>
                  </a:cubicBezTo>
                  <a:cubicBezTo>
                    <a:pt x="97" y="52"/>
                    <a:pt x="96" y="52"/>
                    <a:pt x="96" y="52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83" y="58"/>
                    <a:pt x="75" y="62"/>
                    <a:pt x="66" y="66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1" y="78"/>
                    <a:pt x="41" y="79"/>
                    <a:pt x="40" y="79"/>
                  </a:cubicBezTo>
                  <a:cubicBezTo>
                    <a:pt x="35" y="81"/>
                    <a:pt x="29" y="82"/>
                    <a:pt x="24" y="81"/>
                  </a:cubicBezTo>
                  <a:cubicBezTo>
                    <a:pt x="19" y="80"/>
                    <a:pt x="15" y="78"/>
                    <a:pt x="12" y="76"/>
                  </a:cubicBezTo>
                  <a:cubicBezTo>
                    <a:pt x="15" y="78"/>
                    <a:pt x="18" y="79"/>
                    <a:pt x="22" y="80"/>
                  </a:cubicBezTo>
                  <a:cubicBezTo>
                    <a:pt x="26" y="81"/>
                    <a:pt x="31" y="81"/>
                    <a:pt x="36" y="80"/>
                  </a:cubicBezTo>
                  <a:cubicBezTo>
                    <a:pt x="37" y="80"/>
                    <a:pt x="38" y="79"/>
                    <a:pt x="40" y="79"/>
                  </a:cubicBezTo>
                  <a:cubicBezTo>
                    <a:pt x="40" y="79"/>
                    <a:pt x="41" y="78"/>
                    <a:pt x="41" y="78"/>
                  </a:cubicBezTo>
                  <a:cubicBezTo>
                    <a:pt x="42" y="78"/>
                    <a:pt x="42" y="77"/>
                    <a:pt x="43" y="7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3"/>
                    <a:pt x="56" y="71"/>
                    <a:pt x="59" y="69"/>
                  </a:cubicBezTo>
                  <a:cubicBezTo>
                    <a:pt x="70" y="64"/>
                    <a:pt x="79" y="60"/>
                    <a:pt x="89" y="55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9" y="50"/>
                    <a:pt x="101" y="48"/>
                    <a:pt x="103" y="45"/>
                  </a:cubicBezTo>
                  <a:cubicBezTo>
                    <a:pt x="107" y="40"/>
                    <a:pt x="109" y="34"/>
                    <a:pt x="109" y="28"/>
                  </a:cubicBezTo>
                  <a:cubicBezTo>
                    <a:pt x="109" y="26"/>
                    <a:pt x="109" y="25"/>
                    <a:pt x="109" y="24"/>
                  </a:cubicBezTo>
                  <a:cubicBezTo>
                    <a:pt x="108" y="22"/>
                    <a:pt x="107" y="21"/>
                    <a:pt x="107" y="19"/>
                  </a:cubicBezTo>
                  <a:cubicBezTo>
                    <a:pt x="105" y="17"/>
                    <a:pt x="103" y="16"/>
                    <a:pt x="103" y="16"/>
                  </a:cubicBezTo>
                  <a:cubicBezTo>
                    <a:pt x="102" y="16"/>
                    <a:pt x="102" y="17"/>
                    <a:pt x="102" y="18"/>
                  </a:cubicBezTo>
                  <a:cubicBezTo>
                    <a:pt x="102" y="19"/>
                    <a:pt x="102" y="21"/>
                    <a:pt x="102" y="23"/>
                  </a:cubicBezTo>
                  <a:cubicBezTo>
                    <a:pt x="103" y="24"/>
                    <a:pt x="103" y="26"/>
                    <a:pt x="103" y="27"/>
                  </a:cubicBezTo>
                  <a:cubicBezTo>
                    <a:pt x="103" y="29"/>
                    <a:pt x="103" y="30"/>
                    <a:pt x="103" y="30"/>
                  </a:cubicBezTo>
                  <a:cubicBezTo>
                    <a:pt x="102" y="31"/>
                    <a:pt x="102" y="30"/>
                    <a:pt x="101" y="30"/>
                  </a:cubicBezTo>
                  <a:cubicBezTo>
                    <a:pt x="101" y="33"/>
                    <a:pt x="100" y="36"/>
                    <a:pt x="98" y="39"/>
                  </a:cubicBezTo>
                  <a:cubicBezTo>
                    <a:pt x="97" y="41"/>
                    <a:pt x="95" y="44"/>
                    <a:pt x="92" y="4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64" y="58"/>
                    <a:pt x="55" y="62"/>
                    <a:pt x="47" y="6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1"/>
                    <a:pt x="36" y="72"/>
                    <a:pt x="35" y="72"/>
                  </a:cubicBezTo>
                  <a:cubicBezTo>
                    <a:pt x="32" y="73"/>
                    <a:pt x="28" y="73"/>
                    <a:pt x="25" y="72"/>
                  </a:cubicBezTo>
                  <a:cubicBezTo>
                    <a:pt x="28" y="73"/>
                    <a:pt x="32" y="73"/>
                    <a:pt x="35" y="72"/>
                  </a:cubicBezTo>
                  <a:cubicBezTo>
                    <a:pt x="36" y="71"/>
                    <a:pt x="36" y="71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8" y="71"/>
                    <a:pt x="38" y="71"/>
                    <a:pt x="38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3"/>
                    <a:pt x="97" y="41"/>
                    <a:pt x="98" y="38"/>
                  </a:cubicBezTo>
                  <a:cubicBezTo>
                    <a:pt x="100" y="36"/>
                    <a:pt x="100" y="32"/>
                    <a:pt x="100" y="29"/>
                  </a:cubicBezTo>
                  <a:cubicBezTo>
                    <a:pt x="100" y="29"/>
                    <a:pt x="99" y="29"/>
                    <a:pt x="98" y="31"/>
                  </a:cubicBezTo>
                  <a:cubicBezTo>
                    <a:pt x="98" y="33"/>
                    <a:pt x="97" y="37"/>
                    <a:pt x="94" y="40"/>
                  </a:cubicBezTo>
                  <a:cubicBezTo>
                    <a:pt x="94" y="41"/>
                    <a:pt x="93" y="41"/>
                    <a:pt x="92" y="42"/>
                  </a:cubicBezTo>
                  <a:cubicBezTo>
                    <a:pt x="92" y="42"/>
                    <a:pt x="91" y="43"/>
                    <a:pt x="91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6" y="45"/>
                    <a:pt x="84" y="46"/>
                    <a:pt x="82" y="47"/>
                  </a:cubicBezTo>
                  <a:cubicBezTo>
                    <a:pt x="76" y="50"/>
                    <a:pt x="70" y="52"/>
                    <a:pt x="64" y="55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5" y="69"/>
                    <a:pt x="35" y="69"/>
                    <a:pt x="34" y="70"/>
                  </a:cubicBezTo>
                  <a:cubicBezTo>
                    <a:pt x="33" y="70"/>
                    <a:pt x="32" y="70"/>
                    <a:pt x="31" y="70"/>
                  </a:cubicBezTo>
                  <a:cubicBezTo>
                    <a:pt x="26" y="71"/>
                    <a:pt x="21" y="69"/>
                    <a:pt x="19" y="67"/>
                  </a:cubicBezTo>
                  <a:cubicBezTo>
                    <a:pt x="18" y="66"/>
                    <a:pt x="17" y="65"/>
                    <a:pt x="16" y="64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2"/>
                    <a:pt x="16" y="62"/>
                    <a:pt x="15" y="62"/>
                  </a:cubicBezTo>
                  <a:cubicBezTo>
                    <a:pt x="15" y="62"/>
                    <a:pt x="15" y="61"/>
                    <a:pt x="15" y="61"/>
                  </a:cubicBezTo>
                  <a:cubicBezTo>
                    <a:pt x="15" y="60"/>
                    <a:pt x="15" y="60"/>
                    <a:pt x="14" y="59"/>
                  </a:cubicBezTo>
                  <a:cubicBezTo>
                    <a:pt x="14" y="58"/>
                    <a:pt x="14" y="56"/>
                    <a:pt x="14" y="54"/>
                  </a:cubicBezTo>
                  <a:cubicBezTo>
                    <a:pt x="14" y="53"/>
                    <a:pt x="14" y="53"/>
                    <a:pt x="14" y="52"/>
                  </a:cubicBezTo>
                  <a:cubicBezTo>
                    <a:pt x="14" y="51"/>
                    <a:pt x="14" y="50"/>
                    <a:pt x="15" y="50"/>
                  </a:cubicBezTo>
                  <a:cubicBezTo>
                    <a:pt x="16" y="47"/>
                    <a:pt x="17" y="44"/>
                    <a:pt x="19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42" y="31"/>
                    <a:pt x="54" y="25"/>
                    <a:pt x="65" y="20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6" y="15"/>
                    <a:pt x="76" y="14"/>
                  </a:cubicBezTo>
                  <a:cubicBezTo>
                    <a:pt x="77" y="14"/>
                    <a:pt x="78" y="14"/>
                    <a:pt x="79" y="14"/>
                  </a:cubicBezTo>
                  <a:cubicBezTo>
                    <a:pt x="84" y="13"/>
                    <a:pt x="88" y="14"/>
                    <a:pt x="91" y="15"/>
                  </a:cubicBezTo>
                  <a:cubicBezTo>
                    <a:pt x="93" y="17"/>
                    <a:pt x="95" y="18"/>
                    <a:pt x="96" y="19"/>
                  </a:cubicBezTo>
                  <a:cubicBezTo>
                    <a:pt x="96" y="19"/>
                    <a:pt x="96" y="19"/>
                    <a:pt x="97" y="19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8" y="18"/>
                    <a:pt x="98" y="16"/>
                    <a:pt x="97" y="13"/>
                  </a:cubicBezTo>
                  <a:cubicBezTo>
                    <a:pt x="95" y="11"/>
                    <a:pt x="92" y="8"/>
                    <a:pt x="88" y="7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93" y="7"/>
                    <a:pt x="96" y="9"/>
                    <a:pt x="97" y="10"/>
                  </a:cubicBezTo>
                  <a:cubicBezTo>
                    <a:pt x="99" y="11"/>
                    <a:pt x="100" y="11"/>
                    <a:pt x="100" y="11"/>
                  </a:cubicBezTo>
                  <a:cubicBezTo>
                    <a:pt x="101" y="10"/>
                    <a:pt x="100" y="8"/>
                    <a:pt x="102" y="8"/>
                  </a:cubicBezTo>
                  <a:cubicBezTo>
                    <a:pt x="98" y="4"/>
                    <a:pt x="92" y="2"/>
                    <a:pt x="87" y="1"/>
                  </a:cubicBezTo>
                  <a:cubicBezTo>
                    <a:pt x="81" y="0"/>
                    <a:pt x="75" y="0"/>
                    <a:pt x="70" y="2"/>
                  </a:cubicBezTo>
                  <a:cubicBezTo>
                    <a:pt x="69" y="2"/>
                    <a:pt x="68" y="2"/>
                    <a:pt x="67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0"/>
                    <a:pt x="13" y="30"/>
                    <a:pt x="12" y="30"/>
                  </a:cubicBezTo>
                  <a:cubicBezTo>
                    <a:pt x="10" y="32"/>
                    <a:pt x="9" y="33"/>
                    <a:pt x="7" y="35"/>
                  </a:cubicBezTo>
                  <a:cubicBezTo>
                    <a:pt x="4" y="38"/>
                    <a:pt x="2" y="42"/>
                    <a:pt x="1" y="46"/>
                  </a:cubicBezTo>
                  <a:cubicBezTo>
                    <a:pt x="0" y="48"/>
                    <a:pt x="0" y="50"/>
                    <a:pt x="0" y="52"/>
                  </a:cubicBezTo>
                  <a:cubicBezTo>
                    <a:pt x="0" y="53"/>
                    <a:pt x="0" y="54"/>
                    <a:pt x="0" y="55"/>
                  </a:cubicBezTo>
                  <a:cubicBezTo>
                    <a:pt x="0" y="56"/>
                    <a:pt x="0" y="57"/>
                    <a:pt x="0" y="58"/>
                  </a:cubicBezTo>
                  <a:cubicBezTo>
                    <a:pt x="0" y="60"/>
                    <a:pt x="0" y="62"/>
                    <a:pt x="1" y="64"/>
                  </a:cubicBezTo>
                  <a:cubicBezTo>
                    <a:pt x="1" y="65"/>
                    <a:pt x="2" y="66"/>
                    <a:pt x="2" y="67"/>
                  </a:cubicBezTo>
                  <a:cubicBezTo>
                    <a:pt x="2" y="67"/>
                    <a:pt x="2" y="68"/>
                    <a:pt x="3" y="68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5" y="72"/>
                    <a:pt x="5" y="72"/>
                  </a:cubicBezTo>
                  <a:cubicBezTo>
                    <a:pt x="5" y="73"/>
                    <a:pt x="6" y="74"/>
                    <a:pt x="7" y="75"/>
                  </a:cubicBezTo>
                  <a:cubicBezTo>
                    <a:pt x="8" y="77"/>
                    <a:pt x="10" y="78"/>
                    <a:pt x="12" y="79"/>
                  </a:cubicBezTo>
                  <a:cubicBezTo>
                    <a:pt x="15" y="82"/>
                    <a:pt x="19" y="83"/>
                    <a:pt x="23" y="84"/>
                  </a:cubicBezTo>
                  <a:cubicBezTo>
                    <a:pt x="27" y="84"/>
                    <a:pt x="32" y="84"/>
                    <a:pt x="36" y="83"/>
                  </a:cubicBezTo>
                  <a:cubicBezTo>
                    <a:pt x="38" y="83"/>
                    <a:pt x="40" y="82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0"/>
                    <a:pt x="44" y="80"/>
                    <a:pt x="44" y="80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2"/>
                    <a:pt x="39" y="82"/>
                    <a:pt x="38" y="82"/>
                  </a:cubicBezTo>
                  <a:cubicBezTo>
                    <a:pt x="33" y="84"/>
                    <a:pt x="27" y="84"/>
                    <a:pt x="22" y="83"/>
                  </a:cubicBezTo>
                  <a:cubicBezTo>
                    <a:pt x="17" y="82"/>
                    <a:pt x="12" y="80"/>
                    <a:pt x="9" y="76"/>
                  </a:cubicBezTo>
                  <a:cubicBezTo>
                    <a:pt x="7" y="74"/>
                    <a:pt x="5" y="72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70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8"/>
                    <a:pt x="3" y="68"/>
                  </a:cubicBezTo>
                  <a:cubicBezTo>
                    <a:pt x="3" y="67"/>
                    <a:pt x="2" y="67"/>
                    <a:pt x="2" y="66"/>
                  </a:cubicBezTo>
                  <a:cubicBezTo>
                    <a:pt x="2" y="65"/>
                    <a:pt x="1" y="64"/>
                    <a:pt x="1" y="62"/>
                  </a:cubicBezTo>
                  <a:cubicBezTo>
                    <a:pt x="0" y="60"/>
                    <a:pt x="0" y="57"/>
                    <a:pt x="0" y="55"/>
                  </a:cubicBezTo>
                  <a:cubicBezTo>
                    <a:pt x="0" y="52"/>
                    <a:pt x="0" y="50"/>
                    <a:pt x="1" y="47"/>
                  </a:cubicBezTo>
                  <a:cubicBezTo>
                    <a:pt x="2" y="42"/>
                    <a:pt x="5" y="37"/>
                    <a:pt x="9" y="33"/>
                  </a:cubicBezTo>
                  <a:cubicBezTo>
                    <a:pt x="9" y="34"/>
                    <a:pt x="9" y="34"/>
                    <a:pt x="10" y="34"/>
                  </a:cubicBezTo>
                  <a:cubicBezTo>
                    <a:pt x="6" y="37"/>
                    <a:pt x="3" y="42"/>
                    <a:pt x="2" y="47"/>
                  </a:cubicBezTo>
                  <a:cubicBezTo>
                    <a:pt x="1" y="50"/>
                    <a:pt x="1" y="52"/>
                    <a:pt x="1" y="55"/>
                  </a:cubicBezTo>
                  <a:cubicBezTo>
                    <a:pt x="1" y="57"/>
                    <a:pt x="1" y="60"/>
                    <a:pt x="2" y="62"/>
                  </a:cubicBezTo>
                  <a:cubicBezTo>
                    <a:pt x="2" y="64"/>
                    <a:pt x="3" y="65"/>
                    <a:pt x="3" y="66"/>
                  </a:cubicBezTo>
                  <a:cubicBezTo>
                    <a:pt x="3" y="67"/>
                    <a:pt x="4" y="67"/>
                    <a:pt x="4" y="68"/>
                  </a:cubicBezTo>
                  <a:cubicBezTo>
                    <a:pt x="4" y="68"/>
                    <a:pt x="4" y="68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6" y="72"/>
                    <a:pt x="8" y="74"/>
                    <a:pt x="10" y="76"/>
                  </a:cubicBezTo>
                  <a:cubicBezTo>
                    <a:pt x="13" y="79"/>
                    <a:pt x="18" y="81"/>
                    <a:pt x="23" y="82"/>
                  </a:cubicBezTo>
                  <a:cubicBezTo>
                    <a:pt x="28" y="83"/>
                    <a:pt x="33" y="83"/>
                    <a:pt x="38" y="81"/>
                  </a:cubicBezTo>
                  <a:cubicBezTo>
                    <a:pt x="40" y="81"/>
                    <a:pt x="41" y="81"/>
                    <a:pt x="42" y="80"/>
                  </a:cubicBezTo>
                  <a:cubicBezTo>
                    <a:pt x="43" y="79"/>
                    <a:pt x="44" y="79"/>
                    <a:pt x="45" y="79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58" y="72"/>
                    <a:pt x="65" y="68"/>
                    <a:pt x="73" y="64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5" y="55"/>
                    <a:pt x="96" y="55"/>
                    <a:pt x="98" y="53"/>
                  </a:cubicBezTo>
                  <a:cubicBezTo>
                    <a:pt x="102" y="51"/>
                    <a:pt x="105" y="48"/>
                    <a:pt x="107" y="44"/>
                  </a:cubicBezTo>
                  <a:cubicBezTo>
                    <a:pt x="109" y="41"/>
                    <a:pt x="110" y="38"/>
                    <a:pt x="110" y="35"/>
                  </a:cubicBezTo>
                  <a:cubicBezTo>
                    <a:pt x="111" y="33"/>
                    <a:pt x="110" y="30"/>
                    <a:pt x="110" y="28"/>
                  </a:cubicBezTo>
                  <a:cubicBezTo>
                    <a:pt x="110" y="33"/>
                    <a:pt x="109" y="39"/>
                    <a:pt x="105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7693026" y="2405063"/>
              <a:ext cx="4763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7697788" y="2397126"/>
              <a:ext cx="11113" cy="7938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0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2"/>
                    <a:pt x="2" y="1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7316788" y="2201863"/>
              <a:ext cx="444500" cy="258763"/>
            </a:xfrm>
            <a:custGeom>
              <a:avLst/>
              <a:gdLst>
                <a:gd name="T0" fmla="*/ 95 w 118"/>
                <a:gd name="T1" fmla="*/ 0 h 69"/>
                <a:gd name="T2" fmla="*/ 111 w 118"/>
                <a:gd name="T3" fmla="*/ 43 h 69"/>
                <a:gd name="T4" fmla="*/ 95 w 118"/>
                <a:gd name="T5" fmla="*/ 53 h 69"/>
                <a:gd name="T6" fmla="*/ 83 w 118"/>
                <a:gd name="T7" fmla="*/ 56 h 69"/>
                <a:gd name="T8" fmla="*/ 90 w 118"/>
                <a:gd name="T9" fmla="*/ 54 h 69"/>
                <a:gd name="T10" fmla="*/ 96 w 118"/>
                <a:gd name="T11" fmla="*/ 53 h 69"/>
                <a:gd name="T12" fmla="*/ 113 w 118"/>
                <a:gd name="T13" fmla="*/ 39 h 69"/>
                <a:gd name="T14" fmla="*/ 95 w 118"/>
                <a:gd name="T15" fmla="*/ 1 h 69"/>
                <a:gd name="T16" fmla="*/ 82 w 118"/>
                <a:gd name="T17" fmla="*/ 4 h 69"/>
                <a:gd name="T18" fmla="*/ 93 w 118"/>
                <a:gd name="T19" fmla="*/ 7 h 69"/>
                <a:gd name="T20" fmla="*/ 106 w 118"/>
                <a:gd name="T21" fmla="*/ 23 h 69"/>
                <a:gd name="T22" fmla="*/ 98 w 118"/>
                <a:gd name="T23" fmla="*/ 44 h 69"/>
                <a:gd name="T24" fmla="*/ 79 w 118"/>
                <a:gd name="T25" fmla="*/ 48 h 69"/>
                <a:gd name="T26" fmla="*/ 92 w 118"/>
                <a:gd name="T27" fmla="*/ 45 h 69"/>
                <a:gd name="T28" fmla="*/ 102 w 118"/>
                <a:gd name="T29" fmla="*/ 41 h 69"/>
                <a:gd name="T30" fmla="*/ 94 w 118"/>
                <a:gd name="T31" fmla="*/ 10 h 69"/>
                <a:gd name="T32" fmla="*/ 102 w 118"/>
                <a:gd name="T33" fmla="*/ 19 h 69"/>
                <a:gd name="T34" fmla="*/ 97 w 118"/>
                <a:gd name="T35" fmla="*/ 42 h 69"/>
                <a:gd name="T36" fmla="*/ 79 w 118"/>
                <a:gd name="T37" fmla="*/ 46 h 69"/>
                <a:gd name="T38" fmla="*/ 30 w 118"/>
                <a:gd name="T39" fmla="*/ 55 h 69"/>
                <a:gd name="T40" fmla="*/ 28 w 118"/>
                <a:gd name="T41" fmla="*/ 55 h 69"/>
                <a:gd name="T42" fmla="*/ 25 w 118"/>
                <a:gd name="T43" fmla="*/ 54 h 69"/>
                <a:gd name="T44" fmla="*/ 16 w 118"/>
                <a:gd name="T45" fmla="*/ 36 h 69"/>
                <a:gd name="T46" fmla="*/ 25 w 118"/>
                <a:gd name="T47" fmla="*/ 25 h 69"/>
                <a:gd name="T48" fmla="*/ 31 w 118"/>
                <a:gd name="T49" fmla="*/ 24 h 69"/>
                <a:gd name="T50" fmla="*/ 66 w 118"/>
                <a:gd name="T51" fmla="*/ 9 h 69"/>
                <a:gd name="T52" fmla="*/ 49 w 118"/>
                <a:gd name="T53" fmla="*/ 6 h 69"/>
                <a:gd name="T54" fmla="*/ 25 w 118"/>
                <a:gd name="T55" fmla="*/ 11 h 69"/>
                <a:gd name="T56" fmla="*/ 9 w 118"/>
                <a:gd name="T57" fmla="*/ 19 h 69"/>
                <a:gd name="T58" fmla="*/ 2 w 118"/>
                <a:gd name="T59" fmla="*/ 31 h 69"/>
                <a:gd name="T60" fmla="*/ 25 w 118"/>
                <a:gd name="T61" fmla="*/ 69 h 69"/>
                <a:gd name="T62" fmla="*/ 27 w 118"/>
                <a:gd name="T63" fmla="*/ 69 h 69"/>
                <a:gd name="T64" fmla="*/ 37 w 118"/>
                <a:gd name="T65" fmla="*/ 69 h 69"/>
                <a:gd name="T66" fmla="*/ 84 w 118"/>
                <a:gd name="T67" fmla="*/ 58 h 69"/>
                <a:gd name="T68" fmla="*/ 99 w 118"/>
                <a:gd name="T69" fmla="*/ 55 h 69"/>
                <a:gd name="T70" fmla="*/ 94 w 118"/>
                <a:gd name="T71" fmla="*/ 56 h 69"/>
                <a:gd name="T72" fmla="*/ 55 w 118"/>
                <a:gd name="T73" fmla="*/ 64 h 69"/>
                <a:gd name="T74" fmla="*/ 29 w 118"/>
                <a:gd name="T75" fmla="*/ 69 h 69"/>
                <a:gd name="T76" fmla="*/ 27 w 118"/>
                <a:gd name="T77" fmla="*/ 69 h 69"/>
                <a:gd name="T78" fmla="*/ 14 w 118"/>
                <a:gd name="T79" fmla="*/ 65 h 69"/>
                <a:gd name="T80" fmla="*/ 15 w 118"/>
                <a:gd name="T81" fmla="*/ 64 h 69"/>
                <a:gd name="T82" fmla="*/ 27 w 118"/>
                <a:gd name="T83" fmla="*/ 67 h 69"/>
                <a:gd name="T84" fmla="*/ 29 w 118"/>
                <a:gd name="T85" fmla="*/ 68 h 69"/>
                <a:gd name="T86" fmla="*/ 55 w 118"/>
                <a:gd name="T87" fmla="*/ 63 h 69"/>
                <a:gd name="T88" fmla="*/ 95 w 118"/>
                <a:gd name="T89" fmla="*/ 55 h 69"/>
                <a:gd name="T90" fmla="*/ 105 w 118"/>
                <a:gd name="T91" fmla="*/ 50 h 69"/>
                <a:gd name="T92" fmla="*/ 118 w 118"/>
                <a:gd name="T93" fmla="*/ 3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8" h="69">
                  <a:moveTo>
                    <a:pt x="110" y="9"/>
                  </a:moveTo>
                  <a:cubicBezTo>
                    <a:pt x="108" y="6"/>
                    <a:pt x="106" y="4"/>
                    <a:pt x="103" y="3"/>
                  </a:cubicBezTo>
                  <a:cubicBezTo>
                    <a:pt x="101" y="1"/>
                    <a:pt x="98" y="0"/>
                    <a:pt x="95" y="0"/>
                  </a:cubicBezTo>
                  <a:cubicBezTo>
                    <a:pt x="101" y="2"/>
                    <a:pt x="106" y="6"/>
                    <a:pt x="109" y="10"/>
                  </a:cubicBezTo>
                  <a:cubicBezTo>
                    <a:pt x="113" y="15"/>
                    <a:pt x="115" y="20"/>
                    <a:pt x="115" y="26"/>
                  </a:cubicBezTo>
                  <a:cubicBezTo>
                    <a:pt x="116" y="32"/>
                    <a:pt x="115" y="38"/>
                    <a:pt x="111" y="43"/>
                  </a:cubicBezTo>
                  <a:cubicBezTo>
                    <a:pt x="110" y="45"/>
                    <a:pt x="108" y="47"/>
                    <a:pt x="105" y="49"/>
                  </a:cubicBezTo>
                  <a:cubicBezTo>
                    <a:pt x="103" y="51"/>
                    <a:pt x="100" y="52"/>
                    <a:pt x="97" y="53"/>
                  </a:cubicBezTo>
                  <a:cubicBezTo>
                    <a:pt x="97" y="53"/>
                    <a:pt x="96" y="53"/>
                    <a:pt x="95" y="53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56" y="61"/>
                    <a:pt x="74" y="57"/>
                    <a:pt x="90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5" y="53"/>
                    <a:pt x="96" y="53"/>
                    <a:pt x="96" y="53"/>
                  </a:cubicBezTo>
                  <a:cubicBezTo>
                    <a:pt x="97" y="53"/>
                    <a:pt x="98" y="52"/>
                    <a:pt x="98" y="52"/>
                  </a:cubicBezTo>
                  <a:cubicBezTo>
                    <a:pt x="102" y="51"/>
                    <a:pt x="105" y="50"/>
                    <a:pt x="107" y="47"/>
                  </a:cubicBezTo>
                  <a:cubicBezTo>
                    <a:pt x="110" y="45"/>
                    <a:pt x="112" y="42"/>
                    <a:pt x="113" y="39"/>
                  </a:cubicBezTo>
                  <a:cubicBezTo>
                    <a:pt x="114" y="36"/>
                    <a:pt x="115" y="33"/>
                    <a:pt x="115" y="30"/>
                  </a:cubicBezTo>
                  <a:cubicBezTo>
                    <a:pt x="115" y="24"/>
                    <a:pt x="113" y="17"/>
                    <a:pt x="110" y="12"/>
                  </a:cubicBezTo>
                  <a:cubicBezTo>
                    <a:pt x="106" y="7"/>
                    <a:pt x="101" y="3"/>
                    <a:pt x="95" y="1"/>
                  </a:cubicBezTo>
                  <a:cubicBezTo>
                    <a:pt x="94" y="1"/>
                    <a:pt x="92" y="0"/>
                    <a:pt x="91" y="0"/>
                  </a:cubicBezTo>
                  <a:cubicBezTo>
                    <a:pt x="89" y="0"/>
                    <a:pt x="88" y="0"/>
                    <a:pt x="86" y="1"/>
                  </a:cubicBezTo>
                  <a:cubicBezTo>
                    <a:pt x="84" y="2"/>
                    <a:pt x="82" y="3"/>
                    <a:pt x="82" y="4"/>
                  </a:cubicBezTo>
                  <a:cubicBezTo>
                    <a:pt x="82" y="5"/>
                    <a:pt x="83" y="5"/>
                    <a:pt x="84" y="5"/>
                  </a:cubicBezTo>
                  <a:cubicBezTo>
                    <a:pt x="85" y="5"/>
                    <a:pt x="87" y="6"/>
                    <a:pt x="89" y="6"/>
                  </a:cubicBezTo>
                  <a:cubicBezTo>
                    <a:pt x="90" y="6"/>
                    <a:pt x="91" y="6"/>
                    <a:pt x="93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6" y="8"/>
                    <a:pt x="95" y="9"/>
                    <a:pt x="94" y="9"/>
                  </a:cubicBezTo>
                  <a:cubicBezTo>
                    <a:pt x="100" y="12"/>
                    <a:pt x="105" y="17"/>
                    <a:pt x="106" y="23"/>
                  </a:cubicBezTo>
                  <a:cubicBezTo>
                    <a:pt x="107" y="27"/>
                    <a:pt x="107" y="30"/>
                    <a:pt x="107" y="33"/>
                  </a:cubicBezTo>
                  <a:cubicBezTo>
                    <a:pt x="106" y="36"/>
                    <a:pt x="105" y="39"/>
                    <a:pt x="102" y="41"/>
                  </a:cubicBezTo>
                  <a:cubicBezTo>
                    <a:pt x="101" y="42"/>
                    <a:pt x="100" y="43"/>
                    <a:pt x="98" y="44"/>
                  </a:cubicBezTo>
                  <a:cubicBezTo>
                    <a:pt x="97" y="44"/>
                    <a:pt x="96" y="45"/>
                    <a:pt x="95" y="45"/>
                  </a:cubicBezTo>
                  <a:cubicBezTo>
                    <a:pt x="94" y="45"/>
                    <a:pt x="93" y="45"/>
                    <a:pt x="92" y="46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0" y="50"/>
                    <a:pt x="61" y="52"/>
                    <a:pt x="52" y="53"/>
                  </a:cubicBezTo>
                  <a:cubicBezTo>
                    <a:pt x="61" y="52"/>
                    <a:pt x="70" y="50"/>
                    <a:pt x="79" y="48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3" y="45"/>
                    <a:pt x="94" y="45"/>
                    <a:pt x="95" y="45"/>
                  </a:cubicBezTo>
                  <a:cubicBezTo>
                    <a:pt x="96" y="45"/>
                    <a:pt x="97" y="44"/>
                    <a:pt x="98" y="44"/>
                  </a:cubicBezTo>
                  <a:cubicBezTo>
                    <a:pt x="100" y="43"/>
                    <a:pt x="101" y="42"/>
                    <a:pt x="102" y="41"/>
                  </a:cubicBezTo>
                  <a:cubicBezTo>
                    <a:pt x="105" y="39"/>
                    <a:pt x="106" y="36"/>
                    <a:pt x="106" y="33"/>
                  </a:cubicBezTo>
                  <a:cubicBezTo>
                    <a:pt x="107" y="30"/>
                    <a:pt x="107" y="27"/>
                    <a:pt x="106" y="23"/>
                  </a:cubicBezTo>
                  <a:cubicBezTo>
                    <a:pt x="104" y="17"/>
                    <a:pt x="100" y="12"/>
                    <a:pt x="94" y="10"/>
                  </a:cubicBezTo>
                  <a:cubicBezTo>
                    <a:pt x="93" y="10"/>
                    <a:pt x="93" y="11"/>
                    <a:pt x="95" y="12"/>
                  </a:cubicBezTo>
                  <a:cubicBezTo>
                    <a:pt x="96" y="13"/>
                    <a:pt x="97" y="14"/>
                    <a:pt x="98" y="15"/>
                  </a:cubicBezTo>
                  <a:cubicBezTo>
                    <a:pt x="99" y="16"/>
                    <a:pt x="101" y="17"/>
                    <a:pt x="102" y="19"/>
                  </a:cubicBezTo>
                  <a:cubicBezTo>
                    <a:pt x="103" y="21"/>
                    <a:pt x="104" y="24"/>
                    <a:pt x="105" y="26"/>
                  </a:cubicBezTo>
                  <a:cubicBezTo>
                    <a:pt x="105" y="28"/>
                    <a:pt x="105" y="30"/>
                    <a:pt x="105" y="32"/>
                  </a:cubicBezTo>
                  <a:cubicBezTo>
                    <a:pt x="104" y="36"/>
                    <a:pt x="101" y="40"/>
                    <a:pt x="97" y="42"/>
                  </a:cubicBezTo>
                  <a:cubicBezTo>
                    <a:pt x="96" y="42"/>
                    <a:pt x="94" y="43"/>
                    <a:pt x="93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66" y="48"/>
                    <a:pt x="53" y="51"/>
                    <a:pt x="41" y="53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3" y="55"/>
                    <a:pt x="31" y="55"/>
                    <a:pt x="30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6" y="54"/>
                    <a:pt x="25" y="54"/>
                    <a:pt x="25" y="54"/>
                  </a:cubicBezTo>
                  <a:cubicBezTo>
                    <a:pt x="23" y="54"/>
                    <a:pt x="22" y="53"/>
                    <a:pt x="21" y="52"/>
                  </a:cubicBezTo>
                  <a:cubicBezTo>
                    <a:pt x="19" y="51"/>
                    <a:pt x="17" y="48"/>
                    <a:pt x="16" y="45"/>
                  </a:cubicBezTo>
                  <a:cubicBezTo>
                    <a:pt x="15" y="42"/>
                    <a:pt x="15" y="39"/>
                    <a:pt x="16" y="36"/>
                  </a:cubicBezTo>
                  <a:cubicBezTo>
                    <a:pt x="16" y="33"/>
                    <a:pt x="17" y="32"/>
                    <a:pt x="18" y="30"/>
                  </a:cubicBezTo>
                  <a:cubicBezTo>
                    <a:pt x="20" y="28"/>
                    <a:pt x="21" y="27"/>
                    <a:pt x="23" y="26"/>
                  </a:cubicBezTo>
                  <a:cubicBezTo>
                    <a:pt x="24" y="26"/>
                    <a:pt x="24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52" y="20"/>
                    <a:pt x="64" y="17"/>
                    <a:pt x="74" y="15"/>
                  </a:cubicBezTo>
                  <a:cubicBezTo>
                    <a:pt x="91" y="10"/>
                    <a:pt x="84" y="7"/>
                    <a:pt x="66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83" y="5"/>
                    <a:pt x="74" y="3"/>
                    <a:pt x="76" y="1"/>
                  </a:cubicBezTo>
                  <a:cubicBezTo>
                    <a:pt x="67" y="3"/>
                    <a:pt x="58" y="5"/>
                    <a:pt x="49" y="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6" y="14"/>
                    <a:pt x="12" y="16"/>
                    <a:pt x="9" y="19"/>
                  </a:cubicBezTo>
                  <a:cubicBezTo>
                    <a:pt x="8" y="20"/>
                    <a:pt x="7" y="21"/>
                    <a:pt x="7" y="22"/>
                  </a:cubicBezTo>
                  <a:cubicBezTo>
                    <a:pt x="6" y="23"/>
                    <a:pt x="6" y="23"/>
                    <a:pt x="5" y="25"/>
                  </a:cubicBezTo>
                  <a:cubicBezTo>
                    <a:pt x="4" y="26"/>
                    <a:pt x="3" y="29"/>
                    <a:pt x="2" y="31"/>
                  </a:cubicBezTo>
                  <a:cubicBezTo>
                    <a:pt x="0" y="38"/>
                    <a:pt x="1" y="47"/>
                    <a:pt x="4" y="54"/>
                  </a:cubicBezTo>
                  <a:cubicBezTo>
                    <a:pt x="6" y="58"/>
                    <a:pt x="9" y="62"/>
                    <a:pt x="13" y="64"/>
                  </a:cubicBezTo>
                  <a:cubicBezTo>
                    <a:pt x="16" y="67"/>
                    <a:pt x="21" y="68"/>
                    <a:pt x="25" y="69"/>
                  </a:cubicBezTo>
                  <a:cubicBezTo>
                    <a:pt x="25" y="69"/>
                    <a:pt x="26" y="69"/>
                    <a:pt x="26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9"/>
                    <a:pt x="29" y="69"/>
                    <a:pt x="30" y="69"/>
                  </a:cubicBezTo>
                  <a:cubicBezTo>
                    <a:pt x="32" y="69"/>
                    <a:pt x="35" y="69"/>
                    <a:pt x="37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7" y="56"/>
                    <a:pt x="98" y="55"/>
                    <a:pt x="99" y="55"/>
                  </a:cubicBezTo>
                  <a:cubicBezTo>
                    <a:pt x="99" y="55"/>
                    <a:pt x="100" y="55"/>
                    <a:pt x="100" y="54"/>
                  </a:cubicBezTo>
                  <a:cubicBezTo>
                    <a:pt x="99" y="55"/>
                    <a:pt x="98" y="55"/>
                    <a:pt x="97" y="55"/>
                  </a:cubicBezTo>
                  <a:cubicBezTo>
                    <a:pt x="95" y="56"/>
                    <a:pt x="95" y="56"/>
                    <a:pt x="94" y="56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4" y="69"/>
                    <a:pt x="32" y="69"/>
                    <a:pt x="29" y="69"/>
                  </a:cubicBezTo>
                  <a:cubicBezTo>
                    <a:pt x="28" y="69"/>
                    <a:pt x="28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9"/>
                    <a:pt x="26" y="68"/>
                    <a:pt x="26" y="68"/>
                  </a:cubicBezTo>
                  <a:cubicBezTo>
                    <a:pt x="24" y="68"/>
                    <a:pt x="23" y="68"/>
                    <a:pt x="22" y="68"/>
                  </a:cubicBezTo>
                  <a:cubicBezTo>
                    <a:pt x="19" y="67"/>
                    <a:pt x="17" y="66"/>
                    <a:pt x="14" y="65"/>
                  </a:cubicBezTo>
                  <a:cubicBezTo>
                    <a:pt x="9" y="62"/>
                    <a:pt x="6" y="57"/>
                    <a:pt x="4" y="52"/>
                  </a:cubicBezTo>
                  <a:cubicBezTo>
                    <a:pt x="4" y="52"/>
                    <a:pt x="5" y="53"/>
                    <a:pt x="4" y="52"/>
                  </a:cubicBezTo>
                  <a:cubicBezTo>
                    <a:pt x="6" y="57"/>
                    <a:pt x="10" y="61"/>
                    <a:pt x="15" y="64"/>
                  </a:cubicBezTo>
                  <a:cubicBezTo>
                    <a:pt x="17" y="65"/>
                    <a:pt x="19" y="66"/>
                    <a:pt x="22" y="67"/>
                  </a:cubicBezTo>
                  <a:cubicBezTo>
                    <a:pt x="23" y="67"/>
                    <a:pt x="25" y="67"/>
                    <a:pt x="26" y="67"/>
                  </a:cubicBezTo>
                  <a:cubicBezTo>
                    <a:pt x="26" y="67"/>
                    <a:pt x="27" y="67"/>
                    <a:pt x="27" y="67"/>
                  </a:cubicBezTo>
                  <a:cubicBezTo>
                    <a:pt x="27" y="68"/>
                    <a:pt x="27" y="67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9" y="68"/>
                    <a:pt x="29" y="68"/>
                  </a:cubicBezTo>
                  <a:cubicBezTo>
                    <a:pt x="32" y="68"/>
                    <a:pt x="34" y="68"/>
                    <a:pt x="37" y="67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3" y="62"/>
                    <a:pt x="71" y="60"/>
                    <a:pt x="79" y="58"/>
                  </a:cubicBezTo>
                  <a:cubicBezTo>
                    <a:pt x="83" y="58"/>
                    <a:pt x="87" y="57"/>
                    <a:pt x="91" y="56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7" y="54"/>
                    <a:pt x="97" y="54"/>
                    <a:pt x="98" y="54"/>
                  </a:cubicBezTo>
                  <a:cubicBezTo>
                    <a:pt x="101" y="53"/>
                    <a:pt x="103" y="52"/>
                    <a:pt x="105" y="50"/>
                  </a:cubicBezTo>
                  <a:cubicBezTo>
                    <a:pt x="106" y="51"/>
                    <a:pt x="106" y="51"/>
                    <a:pt x="106" y="51"/>
                  </a:cubicBezTo>
                  <a:cubicBezTo>
                    <a:pt x="109" y="49"/>
                    <a:pt x="112" y="46"/>
                    <a:pt x="114" y="42"/>
                  </a:cubicBezTo>
                  <a:cubicBezTo>
                    <a:pt x="116" y="39"/>
                    <a:pt x="117" y="35"/>
                    <a:pt x="118" y="31"/>
                  </a:cubicBezTo>
                  <a:cubicBezTo>
                    <a:pt x="118" y="23"/>
                    <a:pt x="115" y="15"/>
                    <a:pt x="110" y="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4427538" y="2193926"/>
              <a:ext cx="431800" cy="266700"/>
            </a:xfrm>
            <a:custGeom>
              <a:avLst/>
              <a:gdLst>
                <a:gd name="T0" fmla="*/ 26 w 115"/>
                <a:gd name="T1" fmla="*/ 58 h 71"/>
                <a:gd name="T2" fmla="*/ 20 w 115"/>
                <a:gd name="T3" fmla="*/ 56 h 71"/>
                <a:gd name="T4" fmla="*/ 1 w 115"/>
                <a:gd name="T5" fmla="*/ 25 h 71"/>
                <a:gd name="T6" fmla="*/ 13 w 115"/>
                <a:gd name="T7" fmla="*/ 5 h 71"/>
                <a:gd name="T8" fmla="*/ 13 w 115"/>
                <a:gd name="T9" fmla="*/ 6 h 71"/>
                <a:gd name="T10" fmla="*/ 2 w 115"/>
                <a:gd name="T11" fmla="*/ 26 h 71"/>
                <a:gd name="T12" fmla="*/ 21 w 115"/>
                <a:gd name="T13" fmla="*/ 56 h 71"/>
                <a:gd name="T14" fmla="*/ 24 w 115"/>
                <a:gd name="T15" fmla="*/ 57 h 71"/>
                <a:gd name="T16" fmla="*/ 58 w 115"/>
                <a:gd name="T17" fmla="*/ 64 h 71"/>
                <a:gd name="T18" fmla="*/ 80 w 115"/>
                <a:gd name="T19" fmla="*/ 70 h 71"/>
                <a:gd name="T20" fmla="*/ 97 w 115"/>
                <a:gd name="T21" fmla="*/ 70 h 71"/>
                <a:gd name="T22" fmla="*/ 96 w 115"/>
                <a:gd name="T23" fmla="*/ 68 h 71"/>
                <a:gd name="T24" fmla="*/ 81 w 115"/>
                <a:gd name="T25" fmla="*/ 68 h 71"/>
                <a:gd name="T26" fmla="*/ 23 w 115"/>
                <a:gd name="T27" fmla="*/ 55 h 71"/>
                <a:gd name="T28" fmla="*/ 19 w 115"/>
                <a:gd name="T29" fmla="*/ 54 h 71"/>
                <a:gd name="T30" fmla="*/ 4 w 115"/>
                <a:gd name="T31" fmla="*/ 31 h 71"/>
                <a:gd name="T32" fmla="*/ 21 w 115"/>
                <a:gd name="T33" fmla="*/ 54 h 71"/>
                <a:gd name="T34" fmla="*/ 32 w 115"/>
                <a:gd name="T35" fmla="*/ 57 h 71"/>
                <a:gd name="T36" fmla="*/ 80 w 115"/>
                <a:gd name="T37" fmla="*/ 68 h 71"/>
                <a:gd name="T38" fmla="*/ 109 w 115"/>
                <a:gd name="T39" fmla="*/ 57 h 71"/>
                <a:gd name="T40" fmla="*/ 111 w 115"/>
                <a:gd name="T41" fmla="*/ 44 h 71"/>
                <a:gd name="T42" fmla="*/ 105 w 115"/>
                <a:gd name="T43" fmla="*/ 53 h 71"/>
                <a:gd name="T44" fmla="*/ 94 w 115"/>
                <a:gd name="T45" fmla="*/ 60 h 71"/>
                <a:gd name="T46" fmla="*/ 80 w 115"/>
                <a:gd name="T47" fmla="*/ 59 h 71"/>
                <a:gd name="T48" fmla="*/ 37 w 115"/>
                <a:gd name="T49" fmla="*/ 50 h 71"/>
                <a:gd name="T50" fmla="*/ 25 w 115"/>
                <a:gd name="T51" fmla="*/ 47 h 71"/>
                <a:gd name="T52" fmla="*/ 24 w 115"/>
                <a:gd name="T53" fmla="*/ 46 h 71"/>
                <a:gd name="T54" fmla="*/ 74 w 115"/>
                <a:gd name="T55" fmla="*/ 58 h 71"/>
                <a:gd name="T56" fmla="*/ 85 w 115"/>
                <a:gd name="T57" fmla="*/ 60 h 71"/>
                <a:gd name="T58" fmla="*/ 99 w 115"/>
                <a:gd name="T59" fmla="*/ 54 h 71"/>
                <a:gd name="T60" fmla="*/ 76 w 115"/>
                <a:gd name="T61" fmla="*/ 56 h 71"/>
                <a:gd name="T62" fmla="*/ 26 w 115"/>
                <a:gd name="T63" fmla="*/ 45 h 71"/>
                <a:gd name="T64" fmla="*/ 24 w 115"/>
                <a:gd name="T65" fmla="*/ 44 h 71"/>
                <a:gd name="T66" fmla="*/ 15 w 115"/>
                <a:gd name="T67" fmla="*/ 27 h 71"/>
                <a:gd name="T68" fmla="*/ 21 w 115"/>
                <a:gd name="T69" fmla="*/ 16 h 71"/>
                <a:gd name="T70" fmla="*/ 33 w 115"/>
                <a:gd name="T71" fmla="*/ 14 h 71"/>
                <a:gd name="T72" fmla="*/ 42 w 115"/>
                <a:gd name="T73" fmla="*/ 16 h 71"/>
                <a:gd name="T74" fmla="*/ 93 w 115"/>
                <a:gd name="T75" fmla="*/ 27 h 71"/>
                <a:gd name="T76" fmla="*/ 104 w 115"/>
                <a:gd name="T77" fmla="*/ 42 h 71"/>
                <a:gd name="T78" fmla="*/ 106 w 115"/>
                <a:gd name="T79" fmla="*/ 44 h 71"/>
                <a:gd name="T80" fmla="*/ 107 w 115"/>
                <a:gd name="T81" fmla="*/ 27 h 71"/>
                <a:gd name="T82" fmla="*/ 112 w 115"/>
                <a:gd name="T83" fmla="*/ 39 h 71"/>
                <a:gd name="T84" fmla="*/ 109 w 115"/>
                <a:gd name="T85" fmla="*/ 22 h 71"/>
                <a:gd name="T86" fmla="*/ 96 w 115"/>
                <a:gd name="T87" fmla="*/ 14 h 71"/>
                <a:gd name="T88" fmla="*/ 47 w 115"/>
                <a:gd name="T89" fmla="*/ 3 h 71"/>
                <a:gd name="T90" fmla="*/ 34 w 115"/>
                <a:gd name="T91" fmla="*/ 0 h 71"/>
                <a:gd name="T92" fmla="*/ 14 w 115"/>
                <a:gd name="T93" fmla="*/ 4 h 71"/>
                <a:gd name="T94" fmla="*/ 1 w 115"/>
                <a:gd name="T95" fmla="*/ 25 h 71"/>
                <a:gd name="T96" fmla="*/ 17 w 115"/>
                <a:gd name="T97" fmla="*/ 56 h 71"/>
                <a:gd name="T98" fmla="*/ 23 w 115"/>
                <a:gd name="T99" fmla="*/ 58 h 71"/>
                <a:gd name="T100" fmla="*/ 56 w 115"/>
                <a:gd name="T101" fmla="*/ 6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5" h="71">
                  <a:moveTo>
                    <a:pt x="56" y="65"/>
                  </a:moveTo>
                  <a:cubicBezTo>
                    <a:pt x="32" y="59"/>
                    <a:pt x="32" y="59"/>
                    <a:pt x="32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1" y="57"/>
                    <a:pt x="20" y="57"/>
                    <a:pt x="20" y="56"/>
                  </a:cubicBezTo>
                  <a:cubicBezTo>
                    <a:pt x="14" y="55"/>
                    <a:pt x="10" y="51"/>
                    <a:pt x="7" y="47"/>
                  </a:cubicBezTo>
                  <a:cubicBezTo>
                    <a:pt x="4" y="43"/>
                    <a:pt x="2" y="38"/>
                    <a:pt x="1" y="33"/>
                  </a:cubicBezTo>
                  <a:cubicBezTo>
                    <a:pt x="1" y="30"/>
                    <a:pt x="1" y="28"/>
                    <a:pt x="1" y="25"/>
                  </a:cubicBezTo>
                  <a:cubicBezTo>
                    <a:pt x="1" y="24"/>
                    <a:pt x="1" y="23"/>
                    <a:pt x="2" y="22"/>
                  </a:cubicBezTo>
                  <a:cubicBezTo>
                    <a:pt x="2" y="20"/>
                    <a:pt x="2" y="19"/>
                    <a:pt x="3" y="18"/>
                  </a:cubicBezTo>
                  <a:cubicBezTo>
                    <a:pt x="5" y="13"/>
                    <a:pt x="9" y="8"/>
                    <a:pt x="13" y="5"/>
                  </a:cubicBezTo>
                  <a:cubicBezTo>
                    <a:pt x="17" y="2"/>
                    <a:pt x="22" y="1"/>
                    <a:pt x="28" y="0"/>
                  </a:cubicBezTo>
                  <a:cubicBezTo>
                    <a:pt x="27" y="0"/>
                    <a:pt x="26" y="1"/>
                    <a:pt x="28" y="1"/>
                  </a:cubicBezTo>
                  <a:cubicBezTo>
                    <a:pt x="23" y="1"/>
                    <a:pt x="18" y="3"/>
                    <a:pt x="13" y="6"/>
                  </a:cubicBezTo>
                  <a:cubicBezTo>
                    <a:pt x="9" y="9"/>
                    <a:pt x="6" y="13"/>
                    <a:pt x="4" y="18"/>
                  </a:cubicBezTo>
                  <a:cubicBezTo>
                    <a:pt x="3" y="19"/>
                    <a:pt x="3" y="21"/>
                    <a:pt x="3" y="22"/>
                  </a:cubicBezTo>
                  <a:cubicBezTo>
                    <a:pt x="2" y="23"/>
                    <a:pt x="2" y="24"/>
                    <a:pt x="2" y="26"/>
                  </a:cubicBezTo>
                  <a:cubicBezTo>
                    <a:pt x="2" y="28"/>
                    <a:pt x="2" y="31"/>
                    <a:pt x="2" y="33"/>
                  </a:cubicBezTo>
                  <a:cubicBezTo>
                    <a:pt x="3" y="38"/>
                    <a:pt x="5" y="43"/>
                    <a:pt x="8" y="47"/>
                  </a:cubicBezTo>
                  <a:cubicBezTo>
                    <a:pt x="11" y="51"/>
                    <a:pt x="15" y="55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41" y="61"/>
                    <a:pt x="49" y="62"/>
                    <a:pt x="58" y="64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1" y="71"/>
                    <a:pt x="82" y="71"/>
                  </a:cubicBezTo>
                  <a:cubicBezTo>
                    <a:pt x="83" y="71"/>
                    <a:pt x="84" y="71"/>
                    <a:pt x="85" y="71"/>
                  </a:cubicBezTo>
                  <a:cubicBezTo>
                    <a:pt x="89" y="71"/>
                    <a:pt x="93" y="71"/>
                    <a:pt x="97" y="70"/>
                  </a:cubicBezTo>
                  <a:cubicBezTo>
                    <a:pt x="101" y="68"/>
                    <a:pt x="103" y="66"/>
                    <a:pt x="105" y="64"/>
                  </a:cubicBezTo>
                  <a:cubicBezTo>
                    <a:pt x="107" y="62"/>
                    <a:pt x="109" y="60"/>
                    <a:pt x="110" y="58"/>
                  </a:cubicBezTo>
                  <a:cubicBezTo>
                    <a:pt x="106" y="63"/>
                    <a:pt x="102" y="66"/>
                    <a:pt x="96" y="68"/>
                  </a:cubicBezTo>
                  <a:cubicBezTo>
                    <a:pt x="93" y="69"/>
                    <a:pt x="90" y="69"/>
                    <a:pt x="87" y="69"/>
                  </a:cubicBezTo>
                  <a:cubicBezTo>
                    <a:pt x="86" y="69"/>
                    <a:pt x="84" y="69"/>
                    <a:pt x="83" y="69"/>
                  </a:cubicBezTo>
                  <a:cubicBezTo>
                    <a:pt x="82" y="69"/>
                    <a:pt x="82" y="68"/>
                    <a:pt x="81" y="68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0" y="66"/>
                    <a:pt x="61" y="63"/>
                    <a:pt x="51" y="61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8" y="53"/>
                    <a:pt x="17" y="53"/>
                    <a:pt x="16" y="52"/>
                  </a:cubicBezTo>
                  <a:cubicBezTo>
                    <a:pt x="13" y="50"/>
                    <a:pt x="11" y="48"/>
                    <a:pt x="9" y="46"/>
                  </a:cubicBezTo>
                  <a:cubicBezTo>
                    <a:pt x="6" y="42"/>
                    <a:pt x="4" y="36"/>
                    <a:pt x="4" y="31"/>
                  </a:cubicBezTo>
                  <a:cubicBezTo>
                    <a:pt x="4" y="35"/>
                    <a:pt x="5" y="40"/>
                    <a:pt x="8" y="44"/>
                  </a:cubicBezTo>
                  <a:cubicBezTo>
                    <a:pt x="11" y="48"/>
                    <a:pt x="15" y="52"/>
                    <a:pt x="20" y="54"/>
                  </a:cubicBezTo>
                  <a:cubicBezTo>
                    <a:pt x="20" y="54"/>
                    <a:pt x="21" y="54"/>
                    <a:pt x="21" y="54"/>
                  </a:cubicBezTo>
                  <a:cubicBezTo>
                    <a:pt x="22" y="54"/>
                    <a:pt x="23" y="54"/>
                    <a:pt x="23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7" y="58"/>
                    <a:pt x="41" y="58"/>
                    <a:pt x="44" y="59"/>
                  </a:cubicBezTo>
                  <a:cubicBezTo>
                    <a:pt x="55" y="62"/>
                    <a:pt x="66" y="64"/>
                    <a:pt x="76" y="67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1" y="68"/>
                    <a:pt x="83" y="68"/>
                    <a:pt x="84" y="68"/>
                  </a:cubicBezTo>
                  <a:cubicBezTo>
                    <a:pt x="87" y="69"/>
                    <a:pt x="91" y="69"/>
                    <a:pt x="94" y="68"/>
                  </a:cubicBezTo>
                  <a:cubicBezTo>
                    <a:pt x="100" y="66"/>
                    <a:pt x="105" y="62"/>
                    <a:pt x="109" y="57"/>
                  </a:cubicBezTo>
                  <a:cubicBezTo>
                    <a:pt x="110" y="56"/>
                    <a:pt x="111" y="55"/>
                    <a:pt x="111" y="54"/>
                  </a:cubicBezTo>
                  <a:cubicBezTo>
                    <a:pt x="112" y="52"/>
                    <a:pt x="112" y="51"/>
                    <a:pt x="112" y="49"/>
                  </a:cubicBezTo>
                  <a:cubicBezTo>
                    <a:pt x="112" y="47"/>
                    <a:pt x="112" y="45"/>
                    <a:pt x="111" y="44"/>
                  </a:cubicBezTo>
                  <a:cubicBezTo>
                    <a:pt x="110" y="44"/>
                    <a:pt x="110" y="45"/>
                    <a:pt x="109" y="46"/>
                  </a:cubicBezTo>
                  <a:cubicBezTo>
                    <a:pt x="109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5" y="53"/>
                  </a:cubicBezTo>
                  <a:cubicBezTo>
                    <a:pt x="104" y="55"/>
                    <a:pt x="103" y="55"/>
                    <a:pt x="103" y="55"/>
                  </a:cubicBezTo>
                  <a:cubicBezTo>
                    <a:pt x="102" y="56"/>
                    <a:pt x="102" y="55"/>
                    <a:pt x="102" y="54"/>
                  </a:cubicBezTo>
                  <a:cubicBezTo>
                    <a:pt x="100" y="57"/>
                    <a:pt x="97" y="58"/>
                    <a:pt x="94" y="60"/>
                  </a:cubicBezTo>
                  <a:cubicBezTo>
                    <a:pt x="91" y="61"/>
                    <a:pt x="88" y="61"/>
                    <a:pt x="85" y="60"/>
                  </a:cubicBezTo>
                  <a:cubicBezTo>
                    <a:pt x="84" y="60"/>
                    <a:pt x="83" y="60"/>
                    <a:pt x="82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54"/>
                    <a:pt x="46" y="52"/>
                    <a:pt x="37" y="50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0" y="45"/>
                    <a:pt x="18" y="43"/>
                    <a:pt x="16" y="40"/>
                  </a:cubicBezTo>
                  <a:cubicBezTo>
                    <a:pt x="18" y="43"/>
                    <a:pt x="21" y="45"/>
                    <a:pt x="24" y="46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3" y="60"/>
                    <a:pt x="84" y="60"/>
                    <a:pt x="85" y="60"/>
                  </a:cubicBezTo>
                  <a:cubicBezTo>
                    <a:pt x="88" y="61"/>
                    <a:pt x="91" y="60"/>
                    <a:pt x="94" y="59"/>
                  </a:cubicBezTo>
                  <a:cubicBezTo>
                    <a:pt x="97" y="58"/>
                    <a:pt x="99" y="56"/>
                    <a:pt x="101" y="53"/>
                  </a:cubicBezTo>
                  <a:cubicBezTo>
                    <a:pt x="101" y="53"/>
                    <a:pt x="101" y="52"/>
                    <a:pt x="99" y="54"/>
                  </a:cubicBezTo>
                  <a:cubicBezTo>
                    <a:pt x="97" y="55"/>
                    <a:pt x="94" y="57"/>
                    <a:pt x="90" y="58"/>
                  </a:cubicBezTo>
                  <a:cubicBezTo>
                    <a:pt x="88" y="58"/>
                    <a:pt x="85" y="58"/>
                    <a:pt x="83" y="58"/>
                  </a:cubicBezTo>
                  <a:cubicBezTo>
                    <a:pt x="81" y="57"/>
                    <a:pt x="78" y="57"/>
                    <a:pt x="76" y="56"/>
                  </a:cubicBezTo>
                  <a:cubicBezTo>
                    <a:pt x="64" y="53"/>
                    <a:pt x="51" y="50"/>
                    <a:pt x="38" y="47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4"/>
                    <a:pt x="22" y="43"/>
                    <a:pt x="21" y="43"/>
                  </a:cubicBezTo>
                  <a:cubicBezTo>
                    <a:pt x="18" y="41"/>
                    <a:pt x="16" y="37"/>
                    <a:pt x="15" y="32"/>
                  </a:cubicBezTo>
                  <a:cubicBezTo>
                    <a:pt x="15" y="30"/>
                    <a:pt x="15" y="29"/>
                    <a:pt x="15" y="27"/>
                  </a:cubicBezTo>
                  <a:cubicBezTo>
                    <a:pt x="15" y="26"/>
                    <a:pt x="15" y="25"/>
                    <a:pt x="15" y="25"/>
                  </a:cubicBezTo>
                  <a:cubicBezTo>
                    <a:pt x="15" y="24"/>
                    <a:pt x="16" y="23"/>
                    <a:pt x="16" y="23"/>
                  </a:cubicBezTo>
                  <a:cubicBezTo>
                    <a:pt x="17" y="20"/>
                    <a:pt x="19" y="18"/>
                    <a:pt x="21" y="16"/>
                  </a:cubicBezTo>
                  <a:cubicBezTo>
                    <a:pt x="24" y="15"/>
                    <a:pt x="27" y="14"/>
                    <a:pt x="30" y="14"/>
                  </a:cubicBezTo>
                  <a:cubicBezTo>
                    <a:pt x="31" y="14"/>
                    <a:pt x="32" y="14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55" y="19"/>
                    <a:pt x="67" y="22"/>
                    <a:pt x="79" y="24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4" y="28"/>
                    <a:pt x="95" y="28"/>
                    <a:pt x="96" y="28"/>
                  </a:cubicBezTo>
                  <a:cubicBezTo>
                    <a:pt x="99" y="30"/>
                    <a:pt x="101" y="32"/>
                    <a:pt x="102" y="36"/>
                  </a:cubicBezTo>
                  <a:cubicBezTo>
                    <a:pt x="103" y="39"/>
                    <a:pt x="104" y="41"/>
                    <a:pt x="104" y="42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3"/>
                    <a:pt x="105" y="44"/>
                    <a:pt x="105" y="44"/>
                  </a:cubicBezTo>
                  <a:cubicBezTo>
                    <a:pt x="105" y="44"/>
                    <a:pt x="105" y="44"/>
                    <a:pt x="106" y="44"/>
                  </a:cubicBezTo>
                  <a:cubicBezTo>
                    <a:pt x="107" y="43"/>
                    <a:pt x="108" y="41"/>
                    <a:pt x="108" y="38"/>
                  </a:cubicBezTo>
                  <a:cubicBezTo>
                    <a:pt x="109" y="36"/>
                    <a:pt x="109" y="32"/>
                    <a:pt x="106" y="28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9" y="29"/>
                    <a:pt x="110" y="31"/>
                    <a:pt x="110" y="32"/>
                  </a:cubicBezTo>
                  <a:cubicBezTo>
                    <a:pt x="111" y="34"/>
                    <a:pt x="111" y="35"/>
                    <a:pt x="111" y="36"/>
                  </a:cubicBezTo>
                  <a:cubicBezTo>
                    <a:pt x="112" y="38"/>
                    <a:pt x="112" y="39"/>
                    <a:pt x="112" y="39"/>
                  </a:cubicBezTo>
                  <a:cubicBezTo>
                    <a:pt x="113" y="39"/>
                    <a:pt x="114" y="37"/>
                    <a:pt x="115" y="38"/>
                  </a:cubicBezTo>
                  <a:cubicBezTo>
                    <a:pt x="115" y="35"/>
                    <a:pt x="115" y="33"/>
                    <a:pt x="114" y="30"/>
                  </a:cubicBezTo>
                  <a:cubicBezTo>
                    <a:pt x="113" y="27"/>
                    <a:pt x="111" y="24"/>
                    <a:pt x="109" y="22"/>
                  </a:cubicBezTo>
                  <a:cubicBezTo>
                    <a:pt x="107" y="20"/>
                    <a:pt x="105" y="18"/>
                    <a:pt x="102" y="16"/>
                  </a:cubicBezTo>
                  <a:cubicBezTo>
                    <a:pt x="101" y="16"/>
                    <a:pt x="99" y="15"/>
                    <a:pt x="98" y="14"/>
                  </a:cubicBezTo>
                  <a:cubicBezTo>
                    <a:pt x="97" y="14"/>
                    <a:pt x="97" y="14"/>
                    <a:pt x="96" y="14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9" y="0"/>
                    <a:pt x="27" y="0"/>
                    <a:pt x="25" y="0"/>
                  </a:cubicBezTo>
                  <a:cubicBezTo>
                    <a:pt x="21" y="1"/>
                    <a:pt x="17" y="2"/>
                    <a:pt x="14" y="4"/>
                  </a:cubicBezTo>
                  <a:cubicBezTo>
                    <a:pt x="10" y="6"/>
                    <a:pt x="7" y="9"/>
                    <a:pt x="5" y="13"/>
                  </a:cubicBezTo>
                  <a:cubicBezTo>
                    <a:pt x="4" y="15"/>
                    <a:pt x="3" y="17"/>
                    <a:pt x="2" y="19"/>
                  </a:cubicBezTo>
                  <a:cubicBezTo>
                    <a:pt x="1" y="21"/>
                    <a:pt x="1" y="23"/>
                    <a:pt x="1" y="25"/>
                  </a:cubicBezTo>
                  <a:cubicBezTo>
                    <a:pt x="0" y="29"/>
                    <a:pt x="1" y="33"/>
                    <a:pt x="2" y="37"/>
                  </a:cubicBezTo>
                  <a:cubicBezTo>
                    <a:pt x="3" y="41"/>
                    <a:pt x="4" y="45"/>
                    <a:pt x="7" y="48"/>
                  </a:cubicBezTo>
                  <a:cubicBezTo>
                    <a:pt x="10" y="51"/>
                    <a:pt x="13" y="54"/>
                    <a:pt x="17" y="56"/>
                  </a:cubicBezTo>
                  <a:cubicBezTo>
                    <a:pt x="18" y="56"/>
                    <a:pt x="19" y="57"/>
                    <a:pt x="20" y="57"/>
                  </a:cubicBezTo>
                  <a:cubicBezTo>
                    <a:pt x="21" y="57"/>
                    <a:pt x="21" y="57"/>
                    <a:pt x="22" y="57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37" y="61"/>
                    <a:pt x="37" y="61"/>
                    <a:pt x="37" y="61"/>
                  </a:cubicBezTo>
                  <a:lnTo>
                    <a:pt x="56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6843713" y="1300163"/>
              <a:ext cx="363538" cy="390525"/>
            </a:xfrm>
            <a:custGeom>
              <a:avLst/>
              <a:gdLst>
                <a:gd name="T0" fmla="*/ 86 w 97"/>
                <a:gd name="T1" fmla="*/ 48 h 104"/>
                <a:gd name="T2" fmla="*/ 56 w 97"/>
                <a:gd name="T3" fmla="*/ 83 h 104"/>
                <a:gd name="T4" fmla="*/ 48 w 97"/>
                <a:gd name="T5" fmla="*/ 93 h 104"/>
                <a:gd name="T6" fmla="*/ 31 w 97"/>
                <a:gd name="T7" fmla="*/ 101 h 104"/>
                <a:gd name="T8" fmla="*/ 43 w 97"/>
                <a:gd name="T9" fmla="*/ 97 h 104"/>
                <a:gd name="T10" fmla="*/ 49 w 97"/>
                <a:gd name="T11" fmla="*/ 92 h 104"/>
                <a:gd name="T12" fmla="*/ 82 w 97"/>
                <a:gd name="T13" fmla="*/ 52 h 104"/>
                <a:gd name="T14" fmla="*/ 86 w 97"/>
                <a:gd name="T15" fmla="*/ 47 h 104"/>
                <a:gd name="T16" fmla="*/ 93 w 97"/>
                <a:gd name="T17" fmla="*/ 20 h 104"/>
                <a:gd name="T18" fmla="*/ 83 w 97"/>
                <a:gd name="T19" fmla="*/ 11 h 104"/>
                <a:gd name="T20" fmla="*/ 87 w 97"/>
                <a:gd name="T21" fmla="*/ 21 h 104"/>
                <a:gd name="T22" fmla="*/ 80 w 97"/>
                <a:gd name="T23" fmla="*/ 42 h 104"/>
                <a:gd name="T24" fmla="*/ 44 w 97"/>
                <a:gd name="T25" fmla="*/ 85 h 104"/>
                <a:gd name="T26" fmla="*/ 40 w 97"/>
                <a:gd name="T27" fmla="*/ 89 h 104"/>
                <a:gd name="T28" fmla="*/ 41 w 97"/>
                <a:gd name="T29" fmla="*/ 88 h 104"/>
                <a:gd name="T30" fmla="*/ 44 w 97"/>
                <a:gd name="T31" fmla="*/ 85 h 104"/>
                <a:gd name="T32" fmla="*/ 80 w 97"/>
                <a:gd name="T33" fmla="*/ 42 h 104"/>
                <a:gd name="T34" fmla="*/ 83 w 97"/>
                <a:gd name="T35" fmla="*/ 30 h 104"/>
                <a:gd name="T36" fmla="*/ 78 w 97"/>
                <a:gd name="T37" fmla="*/ 41 h 104"/>
                <a:gd name="T38" fmla="*/ 47 w 97"/>
                <a:gd name="T39" fmla="*/ 77 h 104"/>
                <a:gd name="T40" fmla="*/ 38 w 97"/>
                <a:gd name="T41" fmla="*/ 87 h 104"/>
                <a:gd name="T42" fmla="*/ 20 w 97"/>
                <a:gd name="T43" fmla="*/ 87 h 104"/>
                <a:gd name="T44" fmla="*/ 19 w 97"/>
                <a:gd name="T45" fmla="*/ 86 h 104"/>
                <a:gd name="T46" fmla="*/ 18 w 97"/>
                <a:gd name="T47" fmla="*/ 85 h 104"/>
                <a:gd name="T48" fmla="*/ 15 w 97"/>
                <a:gd name="T49" fmla="*/ 74 h 104"/>
                <a:gd name="T50" fmla="*/ 20 w 97"/>
                <a:gd name="T51" fmla="*/ 62 h 104"/>
                <a:gd name="T52" fmla="*/ 50 w 97"/>
                <a:gd name="T53" fmla="*/ 24 h 104"/>
                <a:gd name="T54" fmla="*/ 56 w 97"/>
                <a:gd name="T55" fmla="*/ 17 h 104"/>
                <a:gd name="T56" fmla="*/ 60 w 97"/>
                <a:gd name="T57" fmla="*/ 14 h 104"/>
                <a:gd name="T58" fmla="*/ 79 w 97"/>
                <a:gd name="T59" fmla="*/ 16 h 104"/>
                <a:gd name="T60" fmla="*/ 66 w 97"/>
                <a:gd name="T61" fmla="*/ 6 h 104"/>
                <a:gd name="T62" fmla="*/ 79 w 97"/>
                <a:gd name="T63" fmla="*/ 7 h 104"/>
                <a:gd name="T64" fmla="*/ 55 w 97"/>
                <a:gd name="T65" fmla="*/ 1 h 104"/>
                <a:gd name="T66" fmla="*/ 43 w 97"/>
                <a:gd name="T67" fmla="*/ 10 h 104"/>
                <a:gd name="T68" fmla="*/ 10 w 97"/>
                <a:gd name="T69" fmla="*/ 52 h 104"/>
                <a:gd name="T70" fmla="*/ 7 w 97"/>
                <a:gd name="T71" fmla="*/ 56 h 104"/>
                <a:gd name="T72" fmla="*/ 2 w 97"/>
                <a:gd name="T73" fmla="*/ 85 h 104"/>
                <a:gd name="T74" fmla="*/ 11 w 97"/>
                <a:gd name="T75" fmla="*/ 98 h 104"/>
                <a:gd name="T76" fmla="*/ 31 w 97"/>
                <a:gd name="T77" fmla="*/ 103 h 104"/>
                <a:gd name="T78" fmla="*/ 50 w 97"/>
                <a:gd name="T79" fmla="*/ 95 h 104"/>
                <a:gd name="T80" fmla="*/ 58 w 97"/>
                <a:gd name="T81" fmla="*/ 84 h 104"/>
                <a:gd name="T82" fmla="*/ 51 w 97"/>
                <a:gd name="T83" fmla="*/ 93 h 104"/>
                <a:gd name="T84" fmla="*/ 49 w 97"/>
                <a:gd name="T85" fmla="*/ 96 h 104"/>
                <a:gd name="T86" fmla="*/ 16 w 97"/>
                <a:gd name="T87" fmla="*/ 100 h 104"/>
                <a:gd name="T88" fmla="*/ 10 w 97"/>
                <a:gd name="T89" fmla="*/ 97 h 104"/>
                <a:gd name="T90" fmla="*/ 4 w 97"/>
                <a:gd name="T91" fmla="*/ 89 h 104"/>
                <a:gd name="T92" fmla="*/ 6 w 97"/>
                <a:gd name="T93" fmla="*/ 59 h 104"/>
                <a:gd name="T94" fmla="*/ 7 w 97"/>
                <a:gd name="T95" fmla="*/ 92 h 104"/>
                <a:gd name="T96" fmla="*/ 10 w 97"/>
                <a:gd name="T97" fmla="*/ 95 h 104"/>
                <a:gd name="T98" fmla="*/ 13 w 97"/>
                <a:gd name="T99" fmla="*/ 97 h 104"/>
                <a:gd name="T100" fmla="*/ 46 w 97"/>
                <a:gd name="T101" fmla="*/ 97 h 104"/>
                <a:gd name="T102" fmla="*/ 55 w 97"/>
                <a:gd name="T103" fmla="*/ 87 h 104"/>
                <a:gd name="T104" fmla="*/ 83 w 97"/>
                <a:gd name="T105" fmla="*/ 55 h 104"/>
                <a:gd name="T106" fmla="*/ 88 w 97"/>
                <a:gd name="T107" fmla="*/ 48 h 104"/>
                <a:gd name="T108" fmla="*/ 94 w 97"/>
                <a:gd name="T109" fmla="*/ 2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7" h="104">
                  <a:moveTo>
                    <a:pt x="92" y="37"/>
                  </a:moveTo>
                  <a:cubicBezTo>
                    <a:pt x="91" y="40"/>
                    <a:pt x="90" y="42"/>
                    <a:pt x="89" y="44"/>
                  </a:cubicBezTo>
                  <a:cubicBezTo>
                    <a:pt x="88" y="45"/>
                    <a:pt x="87" y="47"/>
                    <a:pt x="86" y="48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78" y="57"/>
                    <a:pt x="72" y="65"/>
                    <a:pt x="65" y="72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3"/>
                    <a:pt x="48" y="93"/>
                    <a:pt x="48" y="93"/>
                  </a:cubicBezTo>
                  <a:cubicBezTo>
                    <a:pt x="48" y="93"/>
                    <a:pt x="47" y="94"/>
                    <a:pt x="47" y="94"/>
                  </a:cubicBezTo>
                  <a:cubicBezTo>
                    <a:pt x="45" y="96"/>
                    <a:pt x="42" y="98"/>
                    <a:pt x="39" y="99"/>
                  </a:cubicBezTo>
                  <a:cubicBezTo>
                    <a:pt x="37" y="100"/>
                    <a:pt x="34" y="101"/>
                    <a:pt x="31" y="101"/>
                  </a:cubicBezTo>
                  <a:cubicBezTo>
                    <a:pt x="26" y="101"/>
                    <a:pt x="20" y="99"/>
                    <a:pt x="16" y="97"/>
                  </a:cubicBezTo>
                  <a:cubicBezTo>
                    <a:pt x="20" y="99"/>
                    <a:pt x="24" y="100"/>
                    <a:pt x="29" y="100"/>
                  </a:cubicBezTo>
                  <a:cubicBezTo>
                    <a:pt x="34" y="101"/>
                    <a:pt x="39" y="100"/>
                    <a:pt x="43" y="97"/>
                  </a:cubicBezTo>
                  <a:cubicBezTo>
                    <a:pt x="44" y="96"/>
                    <a:pt x="45" y="95"/>
                    <a:pt x="46" y="94"/>
                  </a:cubicBezTo>
                  <a:cubicBezTo>
                    <a:pt x="47" y="94"/>
                    <a:pt x="47" y="93"/>
                    <a:pt x="48" y="93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5" y="84"/>
                    <a:pt x="58" y="80"/>
                    <a:pt x="61" y="77"/>
                  </a:cubicBezTo>
                  <a:cubicBezTo>
                    <a:pt x="68" y="69"/>
                    <a:pt x="75" y="61"/>
                    <a:pt x="82" y="52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8" y="44"/>
                    <a:pt x="90" y="41"/>
                    <a:pt x="91" y="38"/>
                  </a:cubicBezTo>
                  <a:cubicBezTo>
                    <a:pt x="93" y="33"/>
                    <a:pt x="94" y="27"/>
                    <a:pt x="93" y="20"/>
                  </a:cubicBezTo>
                  <a:cubicBezTo>
                    <a:pt x="93" y="19"/>
                    <a:pt x="92" y="18"/>
                    <a:pt x="92" y="16"/>
                  </a:cubicBezTo>
                  <a:cubicBezTo>
                    <a:pt x="91" y="15"/>
                    <a:pt x="89" y="13"/>
                    <a:pt x="88" y="12"/>
                  </a:cubicBezTo>
                  <a:cubicBezTo>
                    <a:pt x="86" y="11"/>
                    <a:pt x="84" y="10"/>
                    <a:pt x="83" y="11"/>
                  </a:cubicBezTo>
                  <a:cubicBezTo>
                    <a:pt x="83" y="11"/>
                    <a:pt x="83" y="12"/>
                    <a:pt x="83" y="13"/>
                  </a:cubicBezTo>
                  <a:cubicBezTo>
                    <a:pt x="84" y="14"/>
                    <a:pt x="84" y="15"/>
                    <a:pt x="85" y="18"/>
                  </a:cubicBezTo>
                  <a:cubicBezTo>
                    <a:pt x="86" y="18"/>
                    <a:pt x="87" y="20"/>
                    <a:pt x="87" y="21"/>
                  </a:cubicBezTo>
                  <a:cubicBezTo>
                    <a:pt x="87" y="23"/>
                    <a:pt x="87" y="24"/>
                    <a:pt x="87" y="24"/>
                  </a:cubicBezTo>
                  <a:cubicBezTo>
                    <a:pt x="87" y="25"/>
                    <a:pt x="86" y="24"/>
                    <a:pt x="86" y="24"/>
                  </a:cubicBezTo>
                  <a:cubicBezTo>
                    <a:pt x="86" y="30"/>
                    <a:pt x="84" y="37"/>
                    <a:pt x="80" y="42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0" y="66"/>
                    <a:pt x="54" y="73"/>
                    <a:pt x="48" y="80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89"/>
                    <a:pt x="40" y="89"/>
                    <a:pt x="40" y="89"/>
                  </a:cubicBezTo>
                  <a:cubicBezTo>
                    <a:pt x="37" y="91"/>
                    <a:pt x="34" y="92"/>
                    <a:pt x="30" y="92"/>
                  </a:cubicBezTo>
                  <a:cubicBezTo>
                    <a:pt x="34" y="92"/>
                    <a:pt x="37" y="91"/>
                    <a:pt x="40" y="89"/>
                  </a:cubicBezTo>
                  <a:cubicBezTo>
                    <a:pt x="40" y="89"/>
                    <a:pt x="41" y="88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84" y="37"/>
                    <a:pt x="86" y="30"/>
                    <a:pt x="85" y="23"/>
                  </a:cubicBezTo>
                  <a:cubicBezTo>
                    <a:pt x="84" y="23"/>
                    <a:pt x="84" y="24"/>
                    <a:pt x="83" y="26"/>
                  </a:cubicBezTo>
                  <a:cubicBezTo>
                    <a:pt x="83" y="27"/>
                    <a:pt x="83" y="28"/>
                    <a:pt x="83" y="30"/>
                  </a:cubicBezTo>
                  <a:cubicBezTo>
                    <a:pt x="82" y="32"/>
                    <a:pt x="82" y="34"/>
                    <a:pt x="81" y="36"/>
                  </a:cubicBezTo>
                  <a:cubicBezTo>
                    <a:pt x="80" y="37"/>
                    <a:pt x="80" y="38"/>
                    <a:pt x="79" y="39"/>
                  </a:cubicBezTo>
                  <a:cubicBezTo>
                    <a:pt x="79" y="40"/>
                    <a:pt x="79" y="40"/>
                    <a:pt x="78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5" y="44"/>
                    <a:pt x="73" y="46"/>
                    <a:pt x="72" y="48"/>
                  </a:cubicBezTo>
                  <a:cubicBezTo>
                    <a:pt x="64" y="57"/>
                    <a:pt x="55" y="67"/>
                    <a:pt x="47" y="77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86"/>
                    <a:pt x="40" y="86"/>
                    <a:pt x="39" y="87"/>
                  </a:cubicBezTo>
                  <a:cubicBezTo>
                    <a:pt x="39" y="87"/>
                    <a:pt x="39" y="87"/>
                    <a:pt x="38" y="87"/>
                  </a:cubicBezTo>
                  <a:cubicBezTo>
                    <a:pt x="38" y="88"/>
                    <a:pt x="37" y="88"/>
                    <a:pt x="36" y="89"/>
                  </a:cubicBezTo>
                  <a:cubicBezTo>
                    <a:pt x="32" y="90"/>
                    <a:pt x="27" y="90"/>
                    <a:pt x="22" y="88"/>
                  </a:cubicBezTo>
                  <a:cubicBezTo>
                    <a:pt x="22" y="88"/>
                    <a:pt x="21" y="87"/>
                    <a:pt x="20" y="87"/>
                  </a:cubicBezTo>
                  <a:cubicBezTo>
                    <a:pt x="20" y="87"/>
                    <a:pt x="20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8" y="85"/>
                    <a:pt x="18" y="84"/>
                    <a:pt x="18" y="84"/>
                  </a:cubicBezTo>
                  <a:cubicBezTo>
                    <a:pt x="17" y="84"/>
                    <a:pt x="17" y="83"/>
                    <a:pt x="16" y="82"/>
                  </a:cubicBezTo>
                  <a:cubicBezTo>
                    <a:pt x="15" y="80"/>
                    <a:pt x="14" y="77"/>
                    <a:pt x="15" y="74"/>
                  </a:cubicBezTo>
                  <a:cubicBezTo>
                    <a:pt x="15" y="70"/>
                    <a:pt x="16" y="67"/>
                    <a:pt x="18" y="65"/>
                  </a:cubicBezTo>
                  <a:cubicBezTo>
                    <a:pt x="18" y="64"/>
                    <a:pt x="19" y="64"/>
                    <a:pt x="19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34" y="44"/>
                    <a:pt x="42" y="34"/>
                    <a:pt x="50" y="24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6"/>
                    <a:pt x="56" y="16"/>
                    <a:pt x="57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8" y="15"/>
                    <a:pt x="59" y="14"/>
                    <a:pt x="60" y="14"/>
                  </a:cubicBezTo>
                  <a:cubicBezTo>
                    <a:pt x="63" y="13"/>
                    <a:pt x="67" y="13"/>
                    <a:pt x="71" y="14"/>
                  </a:cubicBezTo>
                  <a:cubicBezTo>
                    <a:pt x="74" y="15"/>
                    <a:pt x="76" y="16"/>
                    <a:pt x="78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5"/>
                  </a:cubicBezTo>
                  <a:cubicBezTo>
                    <a:pt x="80" y="14"/>
                    <a:pt x="79" y="12"/>
                    <a:pt x="77" y="10"/>
                  </a:cubicBezTo>
                  <a:cubicBezTo>
                    <a:pt x="74" y="8"/>
                    <a:pt x="71" y="6"/>
                    <a:pt x="66" y="6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5"/>
                    <a:pt x="74" y="6"/>
                    <a:pt x="76" y="7"/>
                  </a:cubicBezTo>
                  <a:cubicBezTo>
                    <a:pt x="78" y="7"/>
                    <a:pt x="78" y="7"/>
                    <a:pt x="79" y="7"/>
                  </a:cubicBezTo>
                  <a:cubicBezTo>
                    <a:pt x="79" y="6"/>
                    <a:pt x="78" y="4"/>
                    <a:pt x="80" y="4"/>
                  </a:cubicBezTo>
                  <a:cubicBezTo>
                    <a:pt x="75" y="2"/>
                    <a:pt x="70" y="0"/>
                    <a:pt x="64" y="0"/>
                  </a:cubicBezTo>
                  <a:cubicBezTo>
                    <a:pt x="61" y="0"/>
                    <a:pt x="58" y="0"/>
                    <a:pt x="55" y="1"/>
                  </a:cubicBezTo>
                  <a:cubicBezTo>
                    <a:pt x="52" y="2"/>
                    <a:pt x="49" y="4"/>
                    <a:pt x="47" y="6"/>
                  </a:cubicBezTo>
                  <a:cubicBezTo>
                    <a:pt x="46" y="6"/>
                    <a:pt x="46" y="7"/>
                    <a:pt x="45" y="8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6" y="57"/>
                    <a:pt x="5" y="59"/>
                    <a:pt x="4" y="61"/>
                  </a:cubicBezTo>
                  <a:cubicBezTo>
                    <a:pt x="2" y="64"/>
                    <a:pt x="1" y="68"/>
                    <a:pt x="0" y="73"/>
                  </a:cubicBezTo>
                  <a:cubicBezTo>
                    <a:pt x="0" y="77"/>
                    <a:pt x="0" y="81"/>
                    <a:pt x="2" y="85"/>
                  </a:cubicBezTo>
                  <a:cubicBezTo>
                    <a:pt x="3" y="89"/>
                    <a:pt x="6" y="92"/>
                    <a:pt x="8" y="95"/>
                  </a:cubicBezTo>
                  <a:cubicBezTo>
                    <a:pt x="9" y="96"/>
                    <a:pt x="9" y="96"/>
                    <a:pt x="10" y="97"/>
                  </a:cubicBezTo>
                  <a:cubicBezTo>
                    <a:pt x="11" y="97"/>
                    <a:pt x="11" y="98"/>
                    <a:pt x="11" y="98"/>
                  </a:cubicBezTo>
                  <a:cubicBezTo>
                    <a:pt x="12" y="98"/>
                    <a:pt x="13" y="99"/>
                    <a:pt x="14" y="99"/>
                  </a:cubicBezTo>
                  <a:cubicBezTo>
                    <a:pt x="16" y="100"/>
                    <a:pt x="18" y="101"/>
                    <a:pt x="20" y="102"/>
                  </a:cubicBezTo>
                  <a:cubicBezTo>
                    <a:pt x="23" y="103"/>
                    <a:pt x="27" y="104"/>
                    <a:pt x="31" y="103"/>
                  </a:cubicBezTo>
                  <a:cubicBezTo>
                    <a:pt x="35" y="103"/>
                    <a:pt x="40" y="102"/>
                    <a:pt x="44" y="100"/>
                  </a:cubicBezTo>
                  <a:cubicBezTo>
                    <a:pt x="46" y="99"/>
                    <a:pt x="47" y="98"/>
                    <a:pt x="49" y="96"/>
                  </a:cubicBezTo>
                  <a:cubicBezTo>
                    <a:pt x="49" y="95"/>
                    <a:pt x="50" y="95"/>
                    <a:pt x="50" y="95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52" y="92"/>
                    <a:pt x="52" y="92"/>
                    <a:pt x="52" y="92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9" y="95"/>
                    <a:pt x="49" y="96"/>
                  </a:cubicBezTo>
                  <a:cubicBezTo>
                    <a:pt x="48" y="97"/>
                    <a:pt x="47" y="98"/>
                    <a:pt x="45" y="99"/>
                  </a:cubicBezTo>
                  <a:cubicBezTo>
                    <a:pt x="41" y="102"/>
                    <a:pt x="35" y="103"/>
                    <a:pt x="30" y="103"/>
                  </a:cubicBezTo>
                  <a:cubicBezTo>
                    <a:pt x="25" y="103"/>
                    <a:pt x="20" y="102"/>
                    <a:pt x="16" y="100"/>
                  </a:cubicBezTo>
                  <a:cubicBezTo>
                    <a:pt x="15" y="99"/>
                    <a:pt x="14" y="99"/>
                    <a:pt x="12" y="98"/>
                  </a:cubicBezTo>
                  <a:cubicBezTo>
                    <a:pt x="12" y="98"/>
                    <a:pt x="11" y="97"/>
                    <a:pt x="11" y="97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9" y="96"/>
                    <a:pt x="9" y="95"/>
                  </a:cubicBezTo>
                  <a:cubicBezTo>
                    <a:pt x="7" y="93"/>
                    <a:pt x="6" y="91"/>
                    <a:pt x="4" y="89"/>
                  </a:cubicBezTo>
                  <a:cubicBezTo>
                    <a:pt x="2" y="84"/>
                    <a:pt x="1" y="79"/>
                    <a:pt x="1" y="74"/>
                  </a:cubicBezTo>
                  <a:cubicBezTo>
                    <a:pt x="1" y="69"/>
                    <a:pt x="3" y="64"/>
                    <a:pt x="5" y="59"/>
                  </a:cubicBezTo>
                  <a:cubicBezTo>
                    <a:pt x="5" y="59"/>
                    <a:pt x="5" y="60"/>
                    <a:pt x="6" y="59"/>
                  </a:cubicBezTo>
                  <a:cubicBezTo>
                    <a:pt x="3" y="64"/>
                    <a:pt x="2" y="69"/>
                    <a:pt x="2" y="74"/>
                  </a:cubicBezTo>
                  <a:cubicBezTo>
                    <a:pt x="2" y="79"/>
                    <a:pt x="3" y="84"/>
                    <a:pt x="5" y="89"/>
                  </a:cubicBezTo>
                  <a:cubicBezTo>
                    <a:pt x="6" y="90"/>
                    <a:pt x="7" y="91"/>
                    <a:pt x="7" y="92"/>
                  </a:cubicBezTo>
                  <a:cubicBezTo>
                    <a:pt x="8" y="92"/>
                    <a:pt x="8" y="93"/>
                    <a:pt x="9" y="93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9" y="94"/>
                    <a:pt x="10" y="94"/>
                    <a:pt x="10" y="95"/>
                  </a:cubicBezTo>
                  <a:cubicBezTo>
                    <a:pt x="10" y="95"/>
                    <a:pt x="11" y="95"/>
                    <a:pt x="11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97"/>
                    <a:pt x="13" y="97"/>
                    <a:pt x="13" y="97"/>
                  </a:cubicBezTo>
                  <a:cubicBezTo>
                    <a:pt x="14" y="98"/>
                    <a:pt x="16" y="99"/>
                    <a:pt x="17" y="99"/>
                  </a:cubicBezTo>
                  <a:cubicBezTo>
                    <a:pt x="21" y="101"/>
                    <a:pt x="26" y="102"/>
                    <a:pt x="31" y="102"/>
                  </a:cubicBezTo>
                  <a:cubicBezTo>
                    <a:pt x="36" y="102"/>
                    <a:pt x="41" y="101"/>
                    <a:pt x="46" y="97"/>
                  </a:cubicBezTo>
                  <a:cubicBezTo>
                    <a:pt x="47" y="96"/>
                    <a:pt x="48" y="96"/>
                    <a:pt x="49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1"/>
                    <a:pt x="66" y="74"/>
                    <a:pt x="71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9" y="48"/>
                    <a:pt x="89" y="48"/>
                    <a:pt x="89" y="47"/>
                  </a:cubicBezTo>
                  <a:cubicBezTo>
                    <a:pt x="92" y="44"/>
                    <a:pt x="93" y="41"/>
                    <a:pt x="95" y="37"/>
                  </a:cubicBezTo>
                  <a:cubicBezTo>
                    <a:pt x="97" y="31"/>
                    <a:pt x="96" y="25"/>
                    <a:pt x="94" y="20"/>
                  </a:cubicBezTo>
                  <a:cubicBezTo>
                    <a:pt x="95" y="26"/>
                    <a:pt x="94" y="32"/>
                    <a:pt x="92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5175251" y="1671638"/>
              <a:ext cx="4763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5160963" y="1660526"/>
              <a:ext cx="3175" cy="3175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5180013" y="1674813"/>
              <a:ext cx="11113" cy="4763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5164138" y="1663701"/>
              <a:ext cx="7938" cy="4763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5172076" y="1668463"/>
              <a:ext cx="3175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4987926" y="1292226"/>
              <a:ext cx="360363" cy="398463"/>
            </a:xfrm>
            <a:custGeom>
              <a:avLst/>
              <a:gdLst>
                <a:gd name="T0" fmla="*/ 38 w 96"/>
                <a:gd name="T1" fmla="*/ 88 h 106"/>
                <a:gd name="T2" fmla="*/ 46 w 96"/>
                <a:gd name="T3" fmla="*/ 98 h 106"/>
                <a:gd name="T4" fmla="*/ 42 w 96"/>
                <a:gd name="T5" fmla="*/ 93 h 106"/>
                <a:gd name="T6" fmla="*/ 12 w 96"/>
                <a:gd name="T7" fmla="*/ 55 h 106"/>
                <a:gd name="T8" fmla="*/ 0 w 96"/>
                <a:gd name="T9" fmla="*/ 29 h 106"/>
                <a:gd name="T10" fmla="*/ 6 w 96"/>
                <a:gd name="T11" fmla="*/ 14 h 106"/>
                <a:gd name="T12" fmla="*/ 5 w 96"/>
                <a:gd name="T13" fmla="*/ 43 h 106"/>
                <a:gd name="T14" fmla="*/ 20 w 96"/>
                <a:gd name="T15" fmla="*/ 64 h 106"/>
                <a:gd name="T16" fmla="*/ 45 w 96"/>
                <a:gd name="T17" fmla="*/ 96 h 106"/>
                <a:gd name="T18" fmla="*/ 48 w 96"/>
                <a:gd name="T19" fmla="*/ 99 h 106"/>
                <a:gd name="T20" fmla="*/ 67 w 96"/>
                <a:gd name="T21" fmla="*/ 106 h 106"/>
                <a:gd name="T22" fmla="*/ 86 w 96"/>
                <a:gd name="T23" fmla="*/ 98 h 106"/>
                <a:gd name="T24" fmla="*/ 95 w 96"/>
                <a:gd name="T25" fmla="*/ 86 h 106"/>
                <a:gd name="T26" fmla="*/ 92 w 96"/>
                <a:gd name="T27" fmla="*/ 86 h 106"/>
                <a:gd name="T28" fmla="*/ 81 w 96"/>
                <a:gd name="T29" fmla="*/ 99 h 106"/>
                <a:gd name="T30" fmla="*/ 49 w 96"/>
                <a:gd name="T31" fmla="*/ 97 h 106"/>
                <a:gd name="T32" fmla="*/ 40 w 96"/>
                <a:gd name="T33" fmla="*/ 86 h 106"/>
                <a:gd name="T34" fmla="*/ 44 w 96"/>
                <a:gd name="T35" fmla="*/ 91 h 106"/>
                <a:gd name="T36" fmla="*/ 50 w 96"/>
                <a:gd name="T37" fmla="*/ 98 h 106"/>
                <a:gd name="T38" fmla="*/ 78 w 96"/>
                <a:gd name="T39" fmla="*/ 101 h 106"/>
                <a:gd name="T40" fmla="*/ 92 w 96"/>
                <a:gd name="T41" fmla="*/ 69 h 106"/>
                <a:gd name="T42" fmla="*/ 83 w 96"/>
                <a:gd name="T43" fmla="*/ 59 h 106"/>
                <a:gd name="T44" fmla="*/ 86 w 96"/>
                <a:gd name="T45" fmla="*/ 70 h 106"/>
                <a:gd name="T46" fmla="*/ 85 w 96"/>
                <a:gd name="T47" fmla="*/ 82 h 106"/>
                <a:gd name="T48" fmla="*/ 57 w 96"/>
                <a:gd name="T49" fmla="*/ 93 h 106"/>
                <a:gd name="T50" fmla="*/ 53 w 96"/>
                <a:gd name="T51" fmla="*/ 90 h 106"/>
                <a:gd name="T52" fmla="*/ 28 w 96"/>
                <a:gd name="T53" fmla="*/ 57 h 106"/>
                <a:gd name="T54" fmla="*/ 54 w 96"/>
                <a:gd name="T55" fmla="*/ 91 h 106"/>
                <a:gd name="T56" fmla="*/ 62 w 96"/>
                <a:gd name="T57" fmla="*/ 95 h 106"/>
                <a:gd name="T58" fmla="*/ 84 w 96"/>
                <a:gd name="T59" fmla="*/ 72 h 106"/>
                <a:gd name="T60" fmla="*/ 79 w 96"/>
                <a:gd name="T61" fmla="*/ 87 h 106"/>
                <a:gd name="T62" fmla="*/ 72 w 96"/>
                <a:gd name="T63" fmla="*/ 92 h 106"/>
                <a:gd name="T64" fmla="*/ 56 w 96"/>
                <a:gd name="T65" fmla="*/ 89 h 106"/>
                <a:gd name="T66" fmla="*/ 23 w 96"/>
                <a:gd name="T67" fmla="*/ 47 h 106"/>
                <a:gd name="T68" fmla="*/ 18 w 96"/>
                <a:gd name="T69" fmla="*/ 40 h 106"/>
                <a:gd name="T70" fmla="*/ 17 w 96"/>
                <a:gd name="T71" fmla="*/ 21 h 106"/>
                <a:gd name="T72" fmla="*/ 21 w 96"/>
                <a:gd name="T73" fmla="*/ 18 h 106"/>
                <a:gd name="T74" fmla="*/ 37 w 96"/>
                <a:gd name="T75" fmla="*/ 17 h 106"/>
                <a:gd name="T76" fmla="*/ 39 w 96"/>
                <a:gd name="T77" fmla="*/ 19 h 106"/>
                <a:gd name="T78" fmla="*/ 70 w 96"/>
                <a:gd name="T79" fmla="*/ 57 h 106"/>
                <a:gd name="T80" fmla="*/ 83 w 96"/>
                <a:gd name="T81" fmla="*/ 53 h 106"/>
                <a:gd name="T82" fmla="*/ 55 w 96"/>
                <a:gd name="T83" fmla="*/ 16 h 106"/>
                <a:gd name="T84" fmla="*/ 48 w 96"/>
                <a:gd name="T85" fmla="*/ 7 h 106"/>
                <a:gd name="T86" fmla="*/ 12 w 96"/>
                <a:gd name="T87" fmla="*/ 6 h 106"/>
                <a:gd name="T88" fmla="*/ 7 w 96"/>
                <a:gd name="T89" fmla="*/ 10 h 106"/>
                <a:gd name="T90" fmla="*/ 2 w 96"/>
                <a:gd name="T91" fmla="*/ 4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106">
                  <a:moveTo>
                    <a:pt x="14" y="58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5" y="97"/>
                    <a:pt x="45" y="97"/>
                    <a:pt x="45" y="97"/>
                  </a:cubicBezTo>
                  <a:cubicBezTo>
                    <a:pt x="46" y="97"/>
                    <a:pt x="46" y="98"/>
                    <a:pt x="46" y="98"/>
                  </a:cubicBezTo>
                  <a:cubicBezTo>
                    <a:pt x="46" y="98"/>
                    <a:pt x="45" y="97"/>
                    <a:pt x="45" y="97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2" y="93"/>
                    <a:pt x="42" y="93"/>
                    <a:pt x="42" y="9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6" y="48"/>
                    <a:pt x="5" y="46"/>
                    <a:pt x="4" y="44"/>
                  </a:cubicBezTo>
                  <a:cubicBezTo>
                    <a:pt x="2" y="39"/>
                    <a:pt x="0" y="34"/>
                    <a:pt x="0" y="29"/>
                  </a:cubicBezTo>
                  <a:cubicBezTo>
                    <a:pt x="0" y="27"/>
                    <a:pt x="0" y="24"/>
                    <a:pt x="1" y="21"/>
                  </a:cubicBezTo>
                  <a:cubicBezTo>
                    <a:pt x="2" y="18"/>
                    <a:pt x="3" y="16"/>
                    <a:pt x="5" y="13"/>
                  </a:cubicBezTo>
                  <a:cubicBezTo>
                    <a:pt x="5" y="14"/>
                    <a:pt x="4" y="15"/>
                    <a:pt x="6" y="14"/>
                  </a:cubicBezTo>
                  <a:cubicBezTo>
                    <a:pt x="4" y="16"/>
                    <a:pt x="3" y="18"/>
                    <a:pt x="2" y="21"/>
                  </a:cubicBezTo>
                  <a:cubicBezTo>
                    <a:pt x="1" y="24"/>
                    <a:pt x="1" y="27"/>
                    <a:pt x="1" y="29"/>
                  </a:cubicBezTo>
                  <a:cubicBezTo>
                    <a:pt x="1" y="34"/>
                    <a:pt x="3" y="39"/>
                    <a:pt x="5" y="43"/>
                  </a:cubicBezTo>
                  <a:cubicBezTo>
                    <a:pt x="6" y="46"/>
                    <a:pt x="7" y="48"/>
                    <a:pt x="9" y="5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5" y="71"/>
                    <a:pt x="30" y="77"/>
                    <a:pt x="36" y="84"/>
                  </a:cubicBezTo>
                  <a:cubicBezTo>
                    <a:pt x="38" y="87"/>
                    <a:pt x="41" y="90"/>
                    <a:pt x="43" y="93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6" y="97"/>
                    <a:pt x="47" y="97"/>
                    <a:pt x="47" y="97"/>
                  </a:cubicBezTo>
                  <a:cubicBezTo>
                    <a:pt x="47" y="98"/>
                    <a:pt x="48" y="98"/>
                    <a:pt x="48" y="99"/>
                  </a:cubicBezTo>
                  <a:cubicBezTo>
                    <a:pt x="51" y="101"/>
                    <a:pt x="53" y="102"/>
                    <a:pt x="56" y="103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9" y="106"/>
                    <a:pt x="63" y="106"/>
                    <a:pt x="67" y="106"/>
                  </a:cubicBezTo>
                  <a:cubicBezTo>
                    <a:pt x="71" y="106"/>
                    <a:pt x="75" y="105"/>
                    <a:pt x="78" y="103"/>
                  </a:cubicBezTo>
                  <a:cubicBezTo>
                    <a:pt x="80" y="102"/>
                    <a:pt x="82" y="101"/>
                    <a:pt x="84" y="100"/>
                  </a:cubicBezTo>
                  <a:cubicBezTo>
                    <a:pt x="84" y="100"/>
                    <a:pt x="85" y="99"/>
                    <a:pt x="86" y="98"/>
                  </a:cubicBezTo>
                  <a:cubicBezTo>
                    <a:pt x="86" y="98"/>
                    <a:pt x="87" y="98"/>
                    <a:pt x="87" y="97"/>
                  </a:cubicBezTo>
                  <a:cubicBezTo>
                    <a:pt x="88" y="97"/>
                    <a:pt x="88" y="97"/>
                    <a:pt x="88" y="96"/>
                  </a:cubicBezTo>
                  <a:cubicBezTo>
                    <a:pt x="91" y="93"/>
                    <a:pt x="93" y="90"/>
                    <a:pt x="95" y="86"/>
                  </a:cubicBezTo>
                  <a:cubicBezTo>
                    <a:pt x="96" y="82"/>
                    <a:pt x="96" y="79"/>
                    <a:pt x="95" y="76"/>
                  </a:cubicBezTo>
                  <a:cubicBezTo>
                    <a:pt x="95" y="73"/>
                    <a:pt x="94" y="71"/>
                    <a:pt x="93" y="69"/>
                  </a:cubicBezTo>
                  <a:cubicBezTo>
                    <a:pt x="95" y="74"/>
                    <a:pt x="95" y="80"/>
                    <a:pt x="92" y="86"/>
                  </a:cubicBezTo>
                  <a:cubicBezTo>
                    <a:pt x="91" y="89"/>
                    <a:pt x="90" y="91"/>
                    <a:pt x="88" y="93"/>
                  </a:cubicBezTo>
                  <a:cubicBezTo>
                    <a:pt x="87" y="94"/>
                    <a:pt x="86" y="95"/>
                    <a:pt x="85" y="96"/>
                  </a:cubicBezTo>
                  <a:cubicBezTo>
                    <a:pt x="84" y="97"/>
                    <a:pt x="83" y="98"/>
                    <a:pt x="81" y="99"/>
                  </a:cubicBezTo>
                  <a:cubicBezTo>
                    <a:pt x="76" y="102"/>
                    <a:pt x="71" y="103"/>
                    <a:pt x="65" y="103"/>
                  </a:cubicBezTo>
                  <a:cubicBezTo>
                    <a:pt x="62" y="103"/>
                    <a:pt x="60" y="103"/>
                    <a:pt x="57" y="102"/>
                  </a:cubicBezTo>
                  <a:cubicBezTo>
                    <a:pt x="54" y="101"/>
                    <a:pt x="51" y="100"/>
                    <a:pt x="49" y="97"/>
                  </a:cubicBezTo>
                  <a:cubicBezTo>
                    <a:pt x="48" y="96"/>
                    <a:pt x="47" y="95"/>
                    <a:pt x="46" y="94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0" y="86"/>
                    <a:pt x="40" y="86"/>
                    <a:pt x="40" y="86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23" y="64"/>
                    <a:pt x="35" y="78"/>
                    <a:pt x="44" y="91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47" y="95"/>
                    <a:pt x="48" y="96"/>
                    <a:pt x="48" y="96"/>
                  </a:cubicBezTo>
                  <a:cubicBezTo>
                    <a:pt x="49" y="97"/>
                    <a:pt x="49" y="98"/>
                    <a:pt x="50" y="98"/>
                  </a:cubicBezTo>
                  <a:cubicBezTo>
                    <a:pt x="53" y="100"/>
                    <a:pt x="56" y="102"/>
                    <a:pt x="59" y="103"/>
                  </a:cubicBezTo>
                  <a:cubicBezTo>
                    <a:pt x="63" y="103"/>
                    <a:pt x="66" y="103"/>
                    <a:pt x="69" y="103"/>
                  </a:cubicBezTo>
                  <a:cubicBezTo>
                    <a:pt x="72" y="103"/>
                    <a:pt x="75" y="102"/>
                    <a:pt x="78" y="101"/>
                  </a:cubicBezTo>
                  <a:cubicBezTo>
                    <a:pt x="81" y="99"/>
                    <a:pt x="83" y="97"/>
                    <a:pt x="86" y="95"/>
                  </a:cubicBezTo>
                  <a:cubicBezTo>
                    <a:pt x="88" y="93"/>
                    <a:pt x="90" y="90"/>
                    <a:pt x="91" y="87"/>
                  </a:cubicBezTo>
                  <a:cubicBezTo>
                    <a:pt x="94" y="81"/>
                    <a:pt x="94" y="75"/>
                    <a:pt x="92" y="69"/>
                  </a:cubicBezTo>
                  <a:cubicBezTo>
                    <a:pt x="92" y="68"/>
                    <a:pt x="91" y="66"/>
                    <a:pt x="91" y="65"/>
                  </a:cubicBezTo>
                  <a:cubicBezTo>
                    <a:pt x="90" y="64"/>
                    <a:pt x="89" y="62"/>
                    <a:pt x="88" y="61"/>
                  </a:cubicBezTo>
                  <a:cubicBezTo>
                    <a:pt x="86" y="60"/>
                    <a:pt x="84" y="59"/>
                    <a:pt x="83" y="59"/>
                  </a:cubicBezTo>
                  <a:cubicBezTo>
                    <a:pt x="83" y="60"/>
                    <a:pt x="83" y="60"/>
                    <a:pt x="83" y="61"/>
                  </a:cubicBezTo>
                  <a:cubicBezTo>
                    <a:pt x="83" y="62"/>
                    <a:pt x="84" y="64"/>
                    <a:pt x="84" y="66"/>
                  </a:cubicBezTo>
                  <a:cubicBezTo>
                    <a:pt x="85" y="67"/>
                    <a:pt x="86" y="69"/>
                    <a:pt x="86" y="70"/>
                  </a:cubicBezTo>
                  <a:cubicBezTo>
                    <a:pt x="87" y="71"/>
                    <a:pt x="87" y="72"/>
                    <a:pt x="87" y="72"/>
                  </a:cubicBezTo>
                  <a:cubicBezTo>
                    <a:pt x="86" y="73"/>
                    <a:pt x="86" y="73"/>
                    <a:pt x="85" y="73"/>
                  </a:cubicBezTo>
                  <a:cubicBezTo>
                    <a:pt x="86" y="76"/>
                    <a:pt x="86" y="79"/>
                    <a:pt x="85" y="82"/>
                  </a:cubicBezTo>
                  <a:cubicBezTo>
                    <a:pt x="84" y="85"/>
                    <a:pt x="82" y="88"/>
                    <a:pt x="80" y="90"/>
                  </a:cubicBezTo>
                  <a:cubicBezTo>
                    <a:pt x="75" y="94"/>
                    <a:pt x="68" y="96"/>
                    <a:pt x="62" y="95"/>
                  </a:cubicBezTo>
                  <a:cubicBezTo>
                    <a:pt x="60" y="95"/>
                    <a:pt x="58" y="94"/>
                    <a:pt x="57" y="93"/>
                  </a:cubicBezTo>
                  <a:cubicBezTo>
                    <a:pt x="56" y="93"/>
                    <a:pt x="55" y="92"/>
                    <a:pt x="55" y="92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54" y="90"/>
                    <a:pt x="53" y="90"/>
                    <a:pt x="53" y="90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39" y="71"/>
                    <a:pt x="33" y="64"/>
                    <a:pt x="28" y="57"/>
                  </a:cubicBezTo>
                  <a:cubicBezTo>
                    <a:pt x="34" y="64"/>
                    <a:pt x="39" y="72"/>
                    <a:pt x="45" y="7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90"/>
                    <a:pt x="54" y="90"/>
                    <a:pt x="54" y="91"/>
                  </a:cubicBezTo>
                  <a:cubicBezTo>
                    <a:pt x="54" y="91"/>
                    <a:pt x="54" y="91"/>
                    <a:pt x="55" y="92"/>
                  </a:cubicBezTo>
                  <a:cubicBezTo>
                    <a:pt x="55" y="92"/>
                    <a:pt x="56" y="93"/>
                    <a:pt x="57" y="93"/>
                  </a:cubicBezTo>
                  <a:cubicBezTo>
                    <a:pt x="58" y="94"/>
                    <a:pt x="60" y="95"/>
                    <a:pt x="62" y="95"/>
                  </a:cubicBezTo>
                  <a:cubicBezTo>
                    <a:pt x="68" y="96"/>
                    <a:pt x="75" y="94"/>
                    <a:pt x="79" y="90"/>
                  </a:cubicBezTo>
                  <a:cubicBezTo>
                    <a:pt x="82" y="87"/>
                    <a:pt x="83" y="85"/>
                    <a:pt x="84" y="82"/>
                  </a:cubicBezTo>
                  <a:cubicBezTo>
                    <a:pt x="85" y="79"/>
                    <a:pt x="85" y="76"/>
                    <a:pt x="84" y="72"/>
                  </a:cubicBezTo>
                  <a:cubicBezTo>
                    <a:pt x="83" y="72"/>
                    <a:pt x="83" y="72"/>
                    <a:pt x="83" y="75"/>
                  </a:cubicBezTo>
                  <a:cubicBezTo>
                    <a:pt x="83" y="77"/>
                    <a:pt x="83" y="81"/>
                    <a:pt x="81" y="84"/>
                  </a:cubicBezTo>
                  <a:cubicBezTo>
                    <a:pt x="80" y="85"/>
                    <a:pt x="80" y="86"/>
                    <a:pt x="79" y="87"/>
                  </a:cubicBezTo>
                  <a:cubicBezTo>
                    <a:pt x="79" y="88"/>
                    <a:pt x="78" y="88"/>
                    <a:pt x="78" y="88"/>
                  </a:cubicBezTo>
                  <a:cubicBezTo>
                    <a:pt x="78" y="89"/>
                    <a:pt x="77" y="89"/>
                    <a:pt x="77" y="89"/>
                  </a:cubicBezTo>
                  <a:cubicBezTo>
                    <a:pt x="75" y="91"/>
                    <a:pt x="73" y="92"/>
                    <a:pt x="72" y="92"/>
                  </a:cubicBezTo>
                  <a:cubicBezTo>
                    <a:pt x="69" y="93"/>
                    <a:pt x="67" y="93"/>
                    <a:pt x="64" y="93"/>
                  </a:cubicBezTo>
                  <a:cubicBezTo>
                    <a:pt x="62" y="93"/>
                    <a:pt x="60" y="92"/>
                    <a:pt x="58" y="91"/>
                  </a:cubicBezTo>
                  <a:cubicBezTo>
                    <a:pt x="57" y="90"/>
                    <a:pt x="56" y="90"/>
                    <a:pt x="56" y="89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39" y="67"/>
                    <a:pt x="31" y="57"/>
                    <a:pt x="23" y="47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17" y="38"/>
                    <a:pt x="16" y="37"/>
                  </a:cubicBezTo>
                  <a:cubicBezTo>
                    <a:pt x="15" y="34"/>
                    <a:pt x="14" y="31"/>
                    <a:pt x="14" y="28"/>
                  </a:cubicBezTo>
                  <a:cubicBezTo>
                    <a:pt x="14" y="25"/>
                    <a:pt x="15" y="23"/>
                    <a:pt x="17" y="21"/>
                  </a:cubicBezTo>
                  <a:cubicBezTo>
                    <a:pt x="17" y="21"/>
                    <a:pt x="17" y="20"/>
                    <a:pt x="18" y="20"/>
                  </a:cubicBezTo>
                  <a:cubicBezTo>
                    <a:pt x="18" y="20"/>
                    <a:pt x="18" y="20"/>
                    <a:pt x="19" y="19"/>
                  </a:cubicBezTo>
                  <a:cubicBezTo>
                    <a:pt x="19" y="19"/>
                    <a:pt x="20" y="18"/>
                    <a:pt x="21" y="18"/>
                  </a:cubicBezTo>
                  <a:cubicBezTo>
                    <a:pt x="22" y="17"/>
                    <a:pt x="24" y="16"/>
                    <a:pt x="26" y="16"/>
                  </a:cubicBezTo>
                  <a:cubicBezTo>
                    <a:pt x="28" y="15"/>
                    <a:pt x="30" y="15"/>
                    <a:pt x="32" y="15"/>
                  </a:cubicBezTo>
                  <a:cubicBezTo>
                    <a:pt x="34" y="15"/>
                    <a:pt x="36" y="16"/>
                    <a:pt x="37" y="17"/>
                  </a:cubicBezTo>
                  <a:cubicBezTo>
                    <a:pt x="38" y="17"/>
                    <a:pt x="38" y="17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6" y="40"/>
                    <a:pt x="63" y="49"/>
                    <a:pt x="70" y="57"/>
                  </a:cubicBezTo>
                  <a:cubicBezTo>
                    <a:pt x="82" y="70"/>
                    <a:pt x="82" y="62"/>
                    <a:pt x="72" y="47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83" y="61"/>
                    <a:pt x="80" y="52"/>
                    <a:pt x="83" y="53"/>
                  </a:cubicBezTo>
                  <a:cubicBezTo>
                    <a:pt x="77" y="45"/>
                    <a:pt x="72" y="38"/>
                    <a:pt x="67" y="30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8"/>
                    <a:pt x="48" y="7"/>
                  </a:cubicBezTo>
                  <a:cubicBezTo>
                    <a:pt x="45" y="4"/>
                    <a:pt x="40" y="2"/>
                    <a:pt x="36" y="1"/>
                  </a:cubicBezTo>
                  <a:cubicBezTo>
                    <a:pt x="31" y="0"/>
                    <a:pt x="27" y="1"/>
                    <a:pt x="23" y="2"/>
                  </a:cubicBezTo>
                  <a:cubicBezTo>
                    <a:pt x="19" y="3"/>
                    <a:pt x="16" y="4"/>
                    <a:pt x="12" y="6"/>
                  </a:cubicBezTo>
                  <a:cubicBezTo>
                    <a:pt x="11" y="7"/>
                    <a:pt x="11" y="7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9"/>
                    <a:pt x="8" y="10"/>
                    <a:pt x="7" y="10"/>
                  </a:cubicBezTo>
                  <a:cubicBezTo>
                    <a:pt x="6" y="12"/>
                    <a:pt x="4" y="13"/>
                    <a:pt x="3" y="15"/>
                  </a:cubicBezTo>
                  <a:cubicBezTo>
                    <a:pt x="1" y="19"/>
                    <a:pt x="0" y="24"/>
                    <a:pt x="0" y="28"/>
                  </a:cubicBezTo>
                  <a:cubicBezTo>
                    <a:pt x="0" y="32"/>
                    <a:pt x="0" y="36"/>
                    <a:pt x="2" y="40"/>
                  </a:cubicBezTo>
                  <a:cubicBezTo>
                    <a:pt x="3" y="43"/>
                    <a:pt x="5" y="47"/>
                    <a:pt x="7" y="50"/>
                  </a:cubicBezTo>
                  <a:lnTo>
                    <a:pt x="14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>
              <a:off x="5984876" y="954088"/>
              <a:ext cx="222250" cy="431800"/>
            </a:xfrm>
            <a:custGeom>
              <a:avLst/>
              <a:gdLst>
                <a:gd name="T0" fmla="*/ 0 w 59"/>
                <a:gd name="T1" fmla="*/ 87 h 115"/>
                <a:gd name="T2" fmla="*/ 17 w 59"/>
                <a:gd name="T3" fmla="*/ 113 h 115"/>
                <a:gd name="T4" fmla="*/ 47 w 59"/>
                <a:gd name="T5" fmla="*/ 110 h 115"/>
                <a:gd name="T6" fmla="*/ 48 w 59"/>
                <a:gd name="T7" fmla="*/ 108 h 115"/>
                <a:gd name="T8" fmla="*/ 51 w 59"/>
                <a:gd name="T9" fmla="*/ 106 h 115"/>
                <a:gd name="T10" fmla="*/ 58 w 59"/>
                <a:gd name="T11" fmla="*/ 87 h 115"/>
                <a:gd name="T12" fmla="*/ 58 w 59"/>
                <a:gd name="T13" fmla="*/ 73 h 115"/>
                <a:gd name="T14" fmla="*/ 58 w 59"/>
                <a:gd name="T15" fmla="*/ 85 h 115"/>
                <a:gd name="T16" fmla="*/ 57 w 59"/>
                <a:gd name="T17" fmla="*/ 92 h 115"/>
                <a:gd name="T18" fmla="*/ 48 w 59"/>
                <a:gd name="T19" fmla="*/ 108 h 115"/>
                <a:gd name="T20" fmla="*/ 47 w 59"/>
                <a:gd name="T21" fmla="*/ 108 h 115"/>
                <a:gd name="T22" fmla="*/ 29 w 59"/>
                <a:gd name="T23" fmla="*/ 115 h 115"/>
                <a:gd name="T24" fmla="*/ 1 w 59"/>
                <a:gd name="T25" fmla="*/ 92 h 115"/>
                <a:gd name="T26" fmla="*/ 37 w 59"/>
                <a:gd name="T27" fmla="*/ 113 h 115"/>
                <a:gd name="T28" fmla="*/ 48 w 59"/>
                <a:gd name="T29" fmla="*/ 106 h 115"/>
                <a:gd name="T30" fmla="*/ 57 w 59"/>
                <a:gd name="T31" fmla="*/ 87 h 115"/>
                <a:gd name="T32" fmla="*/ 57 w 59"/>
                <a:gd name="T33" fmla="*/ 53 h 115"/>
                <a:gd name="T34" fmla="*/ 59 w 59"/>
                <a:gd name="T35" fmla="*/ 30 h 115"/>
                <a:gd name="T36" fmla="*/ 43 w 59"/>
                <a:gd name="T37" fmla="*/ 2 h 115"/>
                <a:gd name="T38" fmla="*/ 57 w 59"/>
                <a:gd name="T39" fmla="*/ 25 h 115"/>
                <a:gd name="T40" fmla="*/ 57 w 59"/>
                <a:gd name="T41" fmla="*/ 31 h 115"/>
                <a:gd name="T42" fmla="*/ 56 w 59"/>
                <a:gd name="T43" fmla="*/ 81 h 115"/>
                <a:gd name="T44" fmla="*/ 56 w 59"/>
                <a:gd name="T45" fmla="*/ 88 h 115"/>
                <a:gd name="T46" fmla="*/ 47 w 59"/>
                <a:gd name="T47" fmla="*/ 105 h 115"/>
                <a:gd name="T48" fmla="*/ 46 w 59"/>
                <a:gd name="T49" fmla="*/ 107 h 115"/>
                <a:gd name="T50" fmla="*/ 41 w 59"/>
                <a:gd name="T51" fmla="*/ 110 h 115"/>
                <a:gd name="T52" fmla="*/ 46 w 59"/>
                <a:gd name="T53" fmla="*/ 106 h 115"/>
                <a:gd name="T54" fmla="*/ 55 w 59"/>
                <a:gd name="T55" fmla="*/ 93 h 115"/>
                <a:gd name="T56" fmla="*/ 55 w 59"/>
                <a:gd name="T57" fmla="*/ 79 h 115"/>
                <a:gd name="T58" fmla="*/ 56 w 59"/>
                <a:gd name="T59" fmla="*/ 26 h 115"/>
                <a:gd name="T60" fmla="*/ 39 w 59"/>
                <a:gd name="T61" fmla="*/ 1 h 115"/>
                <a:gd name="T62" fmla="*/ 31 w 59"/>
                <a:gd name="T63" fmla="*/ 4 h 115"/>
                <a:gd name="T64" fmla="*/ 41 w 59"/>
                <a:gd name="T65" fmla="*/ 9 h 115"/>
                <a:gd name="T66" fmla="*/ 48 w 59"/>
                <a:gd name="T67" fmla="*/ 49 h 115"/>
                <a:gd name="T68" fmla="*/ 47 w 59"/>
                <a:gd name="T69" fmla="*/ 86 h 115"/>
                <a:gd name="T70" fmla="*/ 47 w 59"/>
                <a:gd name="T71" fmla="*/ 89 h 115"/>
                <a:gd name="T72" fmla="*/ 47 w 59"/>
                <a:gd name="T73" fmla="*/ 76 h 115"/>
                <a:gd name="T74" fmla="*/ 39 w 59"/>
                <a:gd name="T75" fmla="*/ 11 h 115"/>
                <a:gd name="T76" fmla="*/ 46 w 59"/>
                <a:gd name="T77" fmla="*/ 25 h 115"/>
                <a:gd name="T78" fmla="*/ 46 w 59"/>
                <a:gd name="T79" fmla="*/ 37 h 115"/>
                <a:gd name="T80" fmla="*/ 45 w 59"/>
                <a:gd name="T81" fmla="*/ 86 h 115"/>
                <a:gd name="T82" fmla="*/ 44 w 59"/>
                <a:gd name="T83" fmla="*/ 92 h 115"/>
                <a:gd name="T84" fmla="*/ 39 w 59"/>
                <a:gd name="T85" fmla="*/ 98 h 115"/>
                <a:gd name="T86" fmla="*/ 34 w 59"/>
                <a:gd name="T87" fmla="*/ 101 h 115"/>
                <a:gd name="T88" fmla="*/ 18 w 59"/>
                <a:gd name="T89" fmla="*/ 96 h 115"/>
                <a:gd name="T90" fmla="*/ 14 w 59"/>
                <a:gd name="T91" fmla="*/ 85 h 115"/>
                <a:gd name="T92" fmla="*/ 14 w 59"/>
                <a:gd name="T93" fmla="*/ 36 h 115"/>
                <a:gd name="T94" fmla="*/ 14 w 59"/>
                <a:gd name="T95" fmla="*/ 26 h 115"/>
                <a:gd name="T96" fmla="*/ 22 w 59"/>
                <a:gd name="T97" fmla="*/ 13 h 115"/>
                <a:gd name="T98" fmla="*/ 30 w 59"/>
                <a:gd name="T99" fmla="*/ 9 h 115"/>
                <a:gd name="T100" fmla="*/ 13 w 59"/>
                <a:gd name="T101" fmla="*/ 10 h 115"/>
                <a:gd name="T102" fmla="*/ 23 w 59"/>
                <a:gd name="T103" fmla="*/ 2 h 115"/>
                <a:gd name="T104" fmla="*/ 0 w 59"/>
                <a:gd name="T105" fmla="*/ 24 h 115"/>
                <a:gd name="T106" fmla="*/ 0 w 59"/>
                <a:gd name="T107" fmla="*/ 3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115">
                  <a:moveTo>
                    <a:pt x="0" y="83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8"/>
                    <a:pt x="0" y="88"/>
                  </a:cubicBezTo>
                  <a:cubicBezTo>
                    <a:pt x="0" y="90"/>
                    <a:pt x="0" y="92"/>
                    <a:pt x="1" y="94"/>
                  </a:cubicBezTo>
                  <a:cubicBezTo>
                    <a:pt x="3" y="103"/>
                    <a:pt x="9" y="109"/>
                    <a:pt x="17" y="113"/>
                  </a:cubicBezTo>
                  <a:cubicBezTo>
                    <a:pt x="21" y="115"/>
                    <a:pt x="25" y="115"/>
                    <a:pt x="29" y="115"/>
                  </a:cubicBezTo>
                  <a:cubicBezTo>
                    <a:pt x="33" y="115"/>
                    <a:pt x="37" y="115"/>
                    <a:pt x="41" y="113"/>
                  </a:cubicBezTo>
                  <a:cubicBezTo>
                    <a:pt x="43" y="112"/>
                    <a:pt x="45" y="111"/>
                    <a:pt x="47" y="110"/>
                  </a:cubicBezTo>
                  <a:cubicBezTo>
                    <a:pt x="47" y="109"/>
                    <a:pt x="48" y="109"/>
                    <a:pt x="48" y="109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9" y="108"/>
                    <a:pt x="49" y="108"/>
                    <a:pt x="49" y="108"/>
                  </a:cubicBezTo>
                  <a:cubicBezTo>
                    <a:pt x="50" y="107"/>
                    <a:pt x="50" y="106"/>
                    <a:pt x="51" y="106"/>
                  </a:cubicBezTo>
                  <a:cubicBezTo>
                    <a:pt x="54" y="103"/>
                    <a:pt x="56" y="99"/>
                    <a:pt x="57" y="94"/>
                  </a:cubicBezTo>
                  <a:cubicBezTo>
                    <a:pt x="58" y="92"/>
                    <a:pt x="58" y="90"/>
                    <a:pt x="58" y="88"/>
                  </a:cubicBezTo>
                  <a:cubicBezTo>
                    <a:pt x="58" y="88"/>
                    <a:pt x="58" y="87"/>
                    <a:pt x="58" y="87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3"/>
                    <a:pt x="58" y="83"/>
                    <a:pt x="58" y="8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7"/>
                    <a:pt x="58" y="88"/>
                    <a:pt x="58" y="88"/>
                  </a:cubicBezTo>
                  <a:cubicBezTo>
                    <a:pt x="58" y="90"/>
                    <a:pt x="58" y="91"/>
                    <a:pt x="57" y="92"/>
                  </a:cubicBezTo>
                  <a:cubicBezTo>
                    <a:pt x="57" y="97"/>
                    <a:pt x="54" y="102"/>
                    <a:pt x="50" y="106"/>
                  </a:cubicBezTo>
                  <a:cubicBezTo>
                    <a:pt x="50" y="107"/>
                    <a:pt x="49" y="107"/>
                    <a:pt x="49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7" y="108"/>
                    <a:pt x="47" y="108"/>
                    <a:pt x="47" y="108"/>
                  </a:cubicBezTo>
                  <a:cubicBezTo>
                    <a:pt x="46" y="109"/>
                    <a:pt x="45" y="110"/>
                    <a:pt x="44" y="111"/>
                  </a:cubicBezTo>
                  <a:cubicBezTo>
                    <a:pt x="42" y="112"/>
                    <a:pt x="39" y="113"/>
                    <a:pt x="37" y="114"/>
                  </a:cubicBezTo>
                  <a:cubicBezTo>
                    <a:pt x="34" y="115"/>
                    <a:pt x="32" y="115"/>
                    <a:pt x="29" y="115"/>
                  </a:cubicBezTo>
                  <a:cubicBezTo>
                    <a:pt x="27" y="115"/>
                    <a:pt x="24" y="115"/>
                    <a:pt x="21" y="114"/>
                  </a:cubicBezTo>
                  <a:cubicBezTo>
                    <a:pt x="11" y="111"/>
                    <a:pt x="3" y="103"/>
                    <a:pt x="1" y="92"/>
                  </a:cubicBezTo>
                  <a:cubicBezTo>
                    <a:pt x="1" y="92"/>
                    <a:pt x="1" y="93"/>
                    <a:pt x="1" y="92"/>
                  </a:cubicBezTo>
                  <a:cubicBezTo>
                    <a:pt x="4" y="102"/>
                    <a:pt x="12" y="110"/>
                    <a:pt x="22" y="113"/>
                  </a:cubicBezTo>
                  <a:cubicBezTo>
                    <a:pt x="24" y="114"/>
                    <a:pt x="27" y="114"/>
                    <a:pt x="30" y="114"/>
                  </a:cubicBezTo>
                  <a:cubicBezTo>
                    <a:pt x="32" y="114"/>
                    <a:pt x="35" y="114"/>
                    <a:pt x="37" y="113"/>
                  </a:cubicBezTo>
                  <a:cubicBezTo>
                    <a:pt x="40" y="112"/>
                    <a:pt x="42" y="111"/>
                    <a:pt x="44" y="110"/>
                  </a:cubicBezTo>
                  <a:cubicBezTo>
                    <a:pt x="45" y="109"/>
                    <a:pt x="46" y="108"/>
                    <a:pt x="47" y="107"/>
                  </a:cubicBezTo>
                  <a:cubicBezTo>
                    <a:pt x="47" y="107"/>
                    <a:pt x="48" y="107"/>
                    <a:pt x="48" y="106"/>
                  </a:cubicBezTo>
                  <a:cubicBezTo>
                    <a:pt x="49" y="106"/>
                    <a:pt x="49" y="106"/>
                    <a:pt x="50" y="105"/>
                  </a:cubicBezTo>
                  <a:cubicBezTo>
                    <a:pt x="54" y="101"/>
                    <a:pt x="56" y="96"/>
                    <a:pt x="57" y="91"/>
                  </a:cubicBezTo>
                  <a:cubicBezTo>
                    <a:pt x="57" y="90"/>
                    <a:pt x="57" y="89"/>
                    <a:pt x="57" y="87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57" y="78"/>
                    <a:pt x="57" y="78"/>
                    <a:pt x="57" y="78"/>
                  </a:cubicBezTo>
                  <a:cubicBezTo>
                    <a:pt x="58" y="70"/>
                    <a:pt x="58" y="61"/>
                    <a:pt x="57" y="53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28"/>
                    <a:pt x="59" y="27"/>
                    <a:pt x="59" y="25"/>
                  </a:cubicBezTo>
                  <a:cubicBezTo>
                    <a:pt x="59" y="21"/>
                    <a:pt x="58" y="17"/>
                    <a:pt x="56" y="13"/>
                  </a:cubicBezTo>
                  <a:cubicBezTo>
                    <a:pt x="53" y="7"/>
                    <a:pt x="48" y="4"/>
                    <a:pt x="43" y="2"/>
                  </a:cubicBezTo>
                  <a:cubicBezTo>
                    <a:pt x="48" y="5"/>
                    <a:pt x="52" y="10"/>
                    <a:pt x="54" y="15"/>
                  </a:cubicBezTo>
                  <a:cubicBezTo>
                    <a:pt x="55" y="17"/>
                    <a:pt x="56" y="20"/>
                    <a:pt x="57" y="23"/>
                  </a:cubicBezTo>
                  <a:cubicBezTo>
                    <a:pt x="57" y="24"/>
                    <a:pt x="57" y="25"/>
                    <a:pt x="57" y="25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6" y="40"/>
                    <a:pt x="56" y="50"/>
                    <a:pt x="56" y="59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6" y="81"/>
                    <a:pt x="56" y="81"/>
                    <a:pt x="56" y="81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6" y="86"/>
                    <a:pt x="56" y="86"/>
                    <a:pt x="56" y="86"/>
                  </a:cubicBezTo>
                  <a:cubicBezTo>
                    <a:pt x="56" y="87"/>
                    <a:pt x="56" y="88"/>
                    <a:pt x="56" y="88"/>
                  </a:cubicBezTo>
                  <a:cubicBezTo>
                    <a:pt x="55" y="91"/>
                    <a:pt x="55" y="94"/>
                    <a:pt x="54" y="97"/>
                  </a:cubicBezTo>
                  <a:cubicBezTo>
                    <a:pt x="53" y="99"/>
                    <a:pt x="51" y="102"/>
                    <a:pt x="49" y="104"/>
                  </a:cubicBezTo>
                  <a:cubicBezTo>
                    <a:pt x="48" y="104"/>
                    <a:pt x="48" y="105"/>
                    <a:pt x="47" y="105"/>
                  </a:cubicBezTo>
                  <a:cubicBezTo>
                    <a:pt x="47" y="106"/>
                    <a:pt x="47" y="106"/>
                    <a:pt x="47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5" y="107"/>
                    <a:pt x="44" y="108"/>
                    <a:pt x="43" y="109"/>
                  </a:cubicBezTo>
                  <a:cubicBezTo>
                    <a:pt x="40" y="110"/>
                    <a:pt x="37" y="111"/>
                    <a:pt x="35" y="112"/>
                  </a:cubicBezTo>
                  <a:cubicBezTo>
                    <a:pt x="37" y="111"/>
                    <a:pt x="39" y="111"/>
                    <a:pt x="41" y="110"/>
                  </a:cubicBezTo>
                  <a:cubicBezTo>
                    <a:pt x="42" y="109"/>
                    <a:pt x="44" y="108"/>
                    <a:pt x="45" y="108"/>
                  </a:cubicBezTo>
                  <a:cubicBezTo>
                    <a:pt x="45" y="107"/>
                    <a:pt x="46" y="107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7" y="105"/>
                    <a:pt x="47" y="105"/>
                    <a:pt x="47" y="105"/>
                  </a:cubicBezTo>
                  <a:cubicBezTo>
                    <a:pt x="51" y="102"/>
                    <a:pt x="54" y="97"/>
                    <a:pt x="55" y="93"/>
                  </a:cubicBezTo>
                  <a:cubicBezTo>
                    <a:pt x="55" y="91"/>
                    <a:pt x="55" y="90"/>
                    <a:pt x="55" y="89"/>
                  </a:cubicBezTo>
                  <a:cubicBezTo>
                    <a:pt x="55" y="88"/>
                    <a:pt x="55" y="86"/>
                    <a:pt x="55" y="85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75"/>
                    <a:pt x="55" y="71"/>
                    <a:pt x="56" y="67"/>
                  </a:cubicBezTo>
                  <a:cubicBezTo>
                    <a:pt x="56" y="55"/>
                    <a:pt x="56" y="45"/>
                    <a:pt x="56" y="34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3"/>
                    <a:pt x="56" y="20"/>
                    <a:pt x="54" y="17"/>
                  </a:cubicBezTo>
                  <a:cubicBezTo>
                    <a:pt x="52" y="11"/>
                    <a:pt x="48" y="6"/>
                    <a:pt x="43" y="3"/>
                  </a:cubicBezTo>
                  <a:cubicBezTo>
                    <a:pt x="41" y="2"/>
                    <a:pt x="40" y="1"/>
                    <a:pt x="39" y="1"/>
                  </a:cubicBezTo>
                  <a:cubicBezTo>
                    <a:pt x="37" y="0"/>
                    <a:pt x="35" y="0"/>
                    <a:pt x="34" y="0"/>
                  </a:cubicBezTo>
                  <a:cubicBezTo>
                    <a:pt x="31" y="1"/>
                    <a:pt x="29" y="2"/>
                    <a:pt x="29" y="3"/>
                  </a:cubicBezTo>
                  <a:cubicBezTo>
                    <a:pt x="29" y="3"/>
                    <a:pt x="30" y="4"/>
                    <a:pt x="31" y="4"/>
                  </a:cubicBezTo>
                  <a:cubicBezTo>
                    <a:pt x="32" y="5"/>
                    <a:pt x="33" y="5"/>
                    <a:pt x="35" y="6"/>
                  </a:cubicBezTo>
                  <a:cubicBezTo>
                    <a:pt x="36" y="6"/>
                    <a:pt x="38" y="7"/>
                    <a:pt x="39" y="8"/>
                  </a:cubicBezTo>
                  <a:cubicBezTo>
                    <a:pt x="40" y="8"/>
                    <a:pt x="41" y="9"/>
                    <a:pt x="41" y="9"/>
                  </a:cubicBezTo>
                  <a:cubicBezTo>
                    <a:pt x="41" y="10"/>
                    <a:pt x="41" y="10"/>
                    <a:pt x="40" y="10"/>
                  </a:cubicBezTo>
                  <a:cubicBezTo>
                    <a:pt x="45" y="14"/>
                    <a:pt x="49" y="21"/>
                    <a:pt x="48" y="27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8"/>
                    <a:pt x="48" y="67"/>
                    <a:pt x="48" y="7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7" y="87"/>
                    <a:pt x="47" y="88"/>
                    <a:pt x="47" y="89"/>
                  </a:cubicBezTo>
                  <a:cubicBezTo>
                    <a:pt x="46" y="93"/>
                    <a:pt x="45" y="96"/>
                    <a:pt x="42" y="98"/>
                  </a:cubicBezTo>
                  <a:cubicBezTo>
                    <a:pt x="45" y="96"/>
                    <a:pt x="46" y="93"/>
                    <a:pt x="47" y="89"/>
                  </a:cubicBezTo>
                  <a:cubicBezTo>
                    <a:pt x="47" y="88"/>
                    <a:pt x="47" y="87"/>
                    <a:pt x="47" y="8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0"/>
                    <a:pt x="45" y="14"/>
                    <a:pt x="39" y="11"/>
                  </a:cubicBezTo>
                  <a:cubicBezTo>
                    <a:pt x="38" y="11"/>
                    <a:pt x="38" y="12"/>
                    <a:pt x="40" y="14"/>
                  </a:cubicBezTo>
                  <a:cubicBezTo>
                    <a:pt x="41" y="15"/>
                    <a:pt x="44" y="18"/>
                    <a:pt x="45" y="22"/>
                  </a:cubicBezTo>
                  <a:cubicBezTo>
                    <a:pt x="46" y="23"/>
                    <a:pt x="46" y="24"/>
                    <a:pt x="46" y="25"/>
                  </a:cubicBezTo>
                  <a:cubicBezTo>
                    <a:pt x="46" y="26"/>
                    <a:pt x="46" y="26"/>
                    <a:pt x="46" y="2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32"/>
                    <a:pt x="46" y="35"/>
                    <a:pt x="46" y="37"/>
                  </a:cubicBezTo>
                  <a:cubicBezTo>
                    <a:pt x="45" y="49"/>
                    <a:pt x="45" y="62"/>
                    <a:pt x="45" y="7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5" y="86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45" y="88"/>
                    <a:pt x="45" y="89"/>
                    <a:pt x="45" y="89"/>
                  </a:cubicBezTo>
                  <a:cubicBezTo>
                    <a:pt x="44" y="90"/>
                    <a:pt x="44" y="91"/>
                    <a:pt x="44" y="92"/>
                  </a:cubicBezTo>
                  <a:cubicBezTo>
                    <a:pt x="43" y="94"/>
                    <a:pt x="42" y="96"/>
                    <a:pt x="40" y="97"/>
                  </a:cubicBezTo>
                  <a:cubicBezTo>
                    <a:pt x="40" y="97"/>
                    <a:pt x="40" y="97"/>
                    <a:pt x="40" y="97"/>
                  </a:cubicBezTo>
                  <a:cubicBezTo>
                    <a:pt x="40" y="98"/>
                    <a:pt x="39" y="98"/>
                    <a:pt x="39" y="98"/>
                  </a:cubicBezTo>
                  <a:cubicBezTo>
                    <a:pt x="39" y="98"/>
                    <a:pt x="39" y="98"/>
                    <a:pt x="38" y="99"/>
                  </a:cubicBezTo>
                  <a:cubicBezTo>
                    <a:pt x="38" y="99"/>
                    <a:pt x="38" y="99"/>
                    <a:pt x="37" y="99"/>
                  </a:cubicBezTo>
                  <a:cubicBezTo>
                    <a:pt x="36" y="100"/>
                    <a:pt x="35" y="100"/>
                    <a:pt x="34" y="101"/>
                  </a:cubicBezTo>
                  <a:cubicBezTo>
                    <a:pt x="33" y="101"/>
                    <a:pt x="31" y="101"/>
                    <a:pt x="30" y="101"/>
                  </a:cubicBezTo>
                  <a:cubicBezTo>
                    <a:pt x="28" y="101"/>
                    <a:pt x="27" y="101"/>
                    <a:pt x="25" y="101"/>
                  </a:cubicBezTo>
                  <a:cubicBezTo>
                    <a:pt x="22" y="100"/>
                    <a:pt x="20" y="98"/>
                    <a:pt x="18" y="96"/>
                  </a:cubicBezTo>
                  <a:cubicBezTo>
                    <a:pt x="16" y="93"/>
                    <a:pt x="14" y="90"/>
                    <a:pt x="14" y="87"/>
                  </a:cubicBezTo>
                  <a:cubicBezTo>
                    <a:pt x="14" y="87"/>
                    <a:pt x="14" y="87"/>
                    <a:pt x="14" y="86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62"/>
                    <a:pt x="14" y="49"/>
                    <a:pt x="14" y="3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5"/>
                    <a:pt x="14" y="25"/>
                    <a:pt x="14" y="24"/>
                  </a:cubicBezTo>
                  <a:cubicBezTo>
                    <a:pt x="14" y="23"/>
                    <a:pt x="14" y="22"/>
                    <a:pt x="15" y="21"/>
                  </a:cubicBezTo>
                  <a:cubicBezTo>
                    <a:pt x="16" y="18"/>
                    <a:pt x="19" y="15"/>
                    <a:pt x="22" y="13"/>
                  </a:cubicBezTo>
                  <a:cubicBezTo>
                    <a:pt x="25" y="11"/>
                    <a:pt x="27" y="10"/>
                    <a:pt x="28" y="10"/>
                  </a:cubicBezTo>
                  <a:cubicBezTo>
                    <a:pt x="29" y="10"/>
                    <a:pt x="29" y="9"/>
                    <a:pt x="29" y="9"/>
                  </a:cubicBezTo>
                  <a:cubicBezTo>
                    <a:pt x="29" y="9"/>
                    <a:pt x="30" y="9"/>
                    <a:pt x="30" y="9"/>
                  </a:cubicBezTo>
                  <a:cubicBezTo>
                    <a:pt x="30" y="8"/>
                    <a:pt x="30" y="8"/>
                    <a:pt x="29" y="8"/>
                  </a:cubicBezTo>
                  <a:cubicBezTo>
                    <a:pt x="28" y="7"/>
                    <a:pt x="27" y="6"/>
                    <a:pt x="24" y="6"/>
                  </a:cubicBezTo>
                  <a:cubicBezTo>
                    <a:pt x="21" y="6"/>
                    <a:pt x="17" y="7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6"/>
                    <a:pt x="19" y="5"/>
                    <a:pt x="21" y="4"/>
                  </a:cubicBezTo>
                  <a:cubicBezTo>
                    <a:pt x="22" y="3"/>
                    <a:pt x="23" y="3"/>
                    <a:pt x="23" y="2"/>
                  </a:cubicBezTo>
                  <a:cubicBezTo>
                    <a:pt x="23" y="1"/>
                    <a:pt x="21" y="1"/>
                    <a:pt x="22" y="0"/>
                  </a:cubicBezTo>
                  <a:cubicBezTo>
                    <a:pt x="17" y="1"/>
                    <a:pt x="12" y="4"/>
                    <a:pt x="8" y="8"/>
                  </a:cubicBezTo>
                  <a:cubicBezTo>
                    <a:pt x="4" y="12"/>
                    <a:pt x="1" y="18"/>
                    <a:pt x="0" y="24"/>
                  </a:cubicBezTo>
                  <a:cubicBezTo>
                    <a:pt x="0" y="25"/>
                    <a:pt x="0" y="26"/>
                    <a:pt x="0" y="2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6292851" y="2822576"/>
              <a:ext cx="49213" cy="33338"/>
            </a:xfrm>
            <a:custGeom>
              <a:avLst/>
              <a:gdLst>
                <a:gd name="T0" fmla="*/ 13 w 13"/>
                <a:gd name="T1" fmla="*/ 0 h 9"/>
                <a:gd name="T2" fmla="*/ 9 w 13"/>
                <a:gd name="T3" fmla="*/ 3 h 9"/>
                <a:gd name="T4" fmla="*/ 0 w 13"/>
                <a:gd name="T5" fmla="*/ 9 h 9"/>
                <a:gd name="T6" fmla="*/ 0 w 13"/>
                <a:gd name="T7" fmla="*/ 9 h 9"/>
                <a:gd name="T8" fmla="*/ 9 w 13"/>
                <a:gd name="T9" fmla="*/ 3 h 9"/>
                <a:gd name="T10" fmla="*/ 13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12" y="1"/>
                    <a:pt x="10" y="2"/>
                    <a:pt x="9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2"/>
                    <a:pt x="12" y="1"/>
                    <a:pt x="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6289676" y="2833688"/>
              <a:ext cx="3175" cy="22225"/>
            </a:xfrm>
            <a:custGeom>
              <a:avLst/>
              <a:gdLst>
                <a:gd name="T0" fmla="*/ 2 w 2"/>
                <a:gd name="T1" fmla="*/ 14 h 14"/>
                <a:gd name="T2" fmla="*/ 2 w 2"/>
                <a:gd name="T3" fmla="*/ 14 h 14"/>
                <a:gd name="T4" fmla="*/ 0 w 2"/>
                <a:gd name="T5" fmla="*/ 0 h 14"/>
                <a:gd name="T6" fmla="*/ 2 w 2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4">
                  <a:moveTo>
                    <a:pt x="2" y="14"/>
                  </a:moveTo>
                  <a:lnTo>
                    <a:pt x="2" y="14"/>
                  </a:lnTo>
                  <a:lnTo>
                    <a:pt x="0" y="0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 noEditPoints="1"/>
            </p:cNvSpPr>
            <p:nvPr/>
          </p:nvSpPr>
          <p:spPr bwMode="auto">
            <a:xfrm>
              <a:off x="6286501" y="2674938"/>
              <a:ext cx="120650" cy="177800"/>
            </a:xfrm>
            <a:custGeom>
              <a:avLst/>
              <a:gdLst>
                <a:gd name="T0" fmla="*/ 1 w 32"/>
                <a:gd name="T1" fmla="*/ 18 h 47"/>
                <a:gd name="T2" fmla="*/ 3 w 32"/>
                <a:gd name="T3" fmla="*/ 14 h 47"/>
                <a:gd name="T4" fmla="*/ 3 w 32"/>
                <a:gd name="T5" fmla="*/ 13 h 47"/>
                <a:gd name="T6" fmla="*/ 5 w 32"/>
                <a:gd name="T7" fmla="*/ 12 h 47"/>
                <a:gd name="T8" fmla="*/ 2 w 32"/>
                <a:gd name="T9" fmla="*/ 19 h 47"/>
                <a:gd name="T10" fmla="*/ 1 w 32"/>
                <a:gd name="T11" fmla="*/ 38 h 47"/>
                <a:gd name="T12" fmla="*/ 11 w 32"/>
                <a:gd name="T13" fmla="*/ 41 h 47"/>
                <a:gd name="T14" fmla="*/ 15 w 32"/>
                <a:gd name="T15" fmla="*/ 39 h 47"/>
                <a:gd name="T16" fmla="*/ 25 w 32"/>
                <a:gd name="T17" fmla="*/ 27 h 47"/>
                <a:gd name="T18" fmla="*/ 4 w 32"/>
                <a:gd name="T19" fmla="*/ 44 h 47"/>
                <a:gd name="T20" fmla="*/ 10 w 32"/>
                <a:gd name="T21" fmla="*/ 40 h 47"/>
                <a:gd name="T22" fmla="*/ 18 w 32"/>
                <a:gd name="T23" fmla="*/ 34 h 47"/>
                <a:gd name="T24" fmla="*/ 25 w 32"/>
                <a:gd name="T25" fmla="*/ 26 h 47"/>
                <a:gd name="T26" fmla="*/ 20 w 32"/>
                <a:gd name="T27" fmla="*/ 22 h 47"/>
                <a:gd name="T28" fmla="*/ 17 w 32"/>
                <a:gd name="T29" fmla="*/ 23 h 47"/>
                <a:gd name="T30" fmla="*/ 14 w 32"/>
                <a:gd name="T31" fmla="*/ 26 h 47"/>
                <a:gd name="T32" fmla="*/ 15 w 32"/>
                <a:gd name="T33" fmla="*/ 22 h 47"/>
                <a:gd name="T34" fmla="*/ 16 w 32"/>
                <a:gd name="T35" fmla="*/ 20 h 47"/>
                <a:gd name="T36" fmla="*/ 16 w 32"/>
                <a:gd name="T37" fmla="*/ 19 h 47"/>
                <a:gd name="T38" fmla="*/ 17 w 32"/>
                <a:gd name="T39" fmla="*/ 19 h 47"/>
                <a:gd name="T40" fmla="*/ 21 w 32"/>
                <a:gd name="T41" fmla="*/ 20 h 47"/>
                <a:gd name="T42" fmla="*/ 24 w 32"/>
                <a:gd name="T43" fmla="*/ 17 h 47"/>
                <a:gd name="T44" fmla="*/ 27 w 32"/>
                <a:gd name="T45" fmla="*/ 22 h 47"/>
                <a:gd name="T46" fmla="*/ 28 w 32"/>
                <a:gd name="T47" fmla="*/ 8 h 47"/>
                <a:gd name="T48" fmla="*/ 27 w 32"/>
                <a:gd name="T49" fmla="*/ 5 h 47"/>
                <a:gd name="T50" fmla="*/ 26 w 32"/>
                <a:gd name="T51" fmla="*/ 5 h 47"/>
                <a:gd name="T52" fmla="*/ 20 w 32"/>
                <a:gd name="T53" fmla="*/ 1 h 47"/>
                <a:gd name="T54" fmla="*/ 20 w 32"/>
                <a:gd name="T55" fmla="*/ 1 h 47"/>
                <a:gd name="T56" fmla="*/ 15 w 32"/>
                <a:gd name="T57" fmla="*/ 2 h 47"/>
                <a:gd name="T58" fmla="*/ 5 w 32"/>
                <a:gd name="T59" fmla="*/ 10 h 47"/>
                <a:gd name="T60" fmla="*/ 3 w 32"/>
                <a:gd name="T61" fmla="*/ 14 h 47"/>
                <a:gd name="T62" fmla="*/ 2 w 32"/>
                <a:gd name="T63" fmla="*/ 16 h 47"/>
                <a:gd name="T64" fmla="*/ 0 w 32"/>
                <a:gd name="T65" fmla="*/ 38 h 47"/>
                <a:gd name="T66" fmla="*/ 1 w 32"/>
                <a:gd name="T67" fmla="*/ 38 h 47"/>
                <a:gd name="T68" fmla="*/ 11 w 32"/>
                <a:gd name="T69" fmla="*/ 29 h 47"/>
                <a:gd name="T70" fmla="*/ 11 w 32"/>
                <a:gd name="T71" fmla="*/ 29 h 47"/>
                <a:gd name="T72" fmla="*/ 11 w 32"/>
                <a:gd name="T73" fmla="*/ 29 h 47"/>
                <a:gd name="T74" fmla="*/ 3 w 32"/>
                <a:gd name="T75" fmla="*/ 24 h 47"/>
                <a:gd name="T76" fmla="*/ 4 w 32"/>
                <a:gd name="T77" fmla="*/ 42 h 47"/>
                <a:gd name="T78" fmla="*/ 6 w 32"/>
                <a:gd name="T79" fmla="*/ 32 h 47"/>
                <a:gd name="T80" fmla="*/ 5 w 32"/>
                <a:gd name="T81" fmla="*/ 33 h 47"/>
                <a:gd name="T82" fmla="*/ 6 w 32"/>
                <a:gd name="T83" fmla="*/ 32 h 47"/>
                <a:gd name="T84" fmla="*/ 11 w 32"/>
                <a:gd name="T85" fmla="*/ 34 h 47"/>
                <a:gd name="T86" fmla="*/ 11 w 32"/>
                <a:gd name="T87" fmla="*/ 36 h 47"/>
                <a:gd name="T88" fmla="*/ 21 w 32"/>
                <a:gd name="T89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" h="47">
                  <a:moveTo>
                    <a:pt x="0" y="25"/>
                  </a:moveTo>
                  <a:cubicBezTo>
                    <a:pt x="0" y="23"/>
                    <a:pt x="1" y="21"/>
                    <a:pt x="1" y="18"/>
                  </a:cubicBezTo>
                  <a:cubicBezTo>
                    <a:pt x="2" y="17"/>
                    <a:pt x="2" y="16"/>
                    <a:pt x="3" y="1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2"/>
                    <a:pt x="4" y="12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4" y="13"/>
                    <a:pt x="4" y="14"/>
                    <a:pt x="3" y="15"/>
                  </a:cubicBezTo>
                  <a:cubicBezTo>
                    <a:pt x="3" y="16"/>
                    <a:pt x="3" y="18"/>
                    <a:pt x="2" y="19"/>
                  </a:cubicBezTo>
                  <a:cubicBezTo>
                    <a:pt x="2" y="21"/>
                    <a:pt x="1" y="23"/>
                    <a:pt x="1" y="25"/>
                  </a:cubicBezTo>
                  <a:cubicBezTo>
                    <a:pt x="1" y="29"/>
                    <a:pt x="1" y="34"/>
                    <a:pt x="1" y="38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3" y="39"/>
                    <a:pt x="15" y="3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8" y="37"/>
                    <a:pt x="21" y="34"/>
                    <a:pt x="24" y="32"/>
                  </a:cubicBezTo>
                  <a:cubicBezTo>
                    <a:pt x="25" y="30"/>
                    <a:pt x="25" y="29"/>
                    <a:pt x="25" y="27"/>
                  </a:cubicBezTo>
                  <a:cubicBezTo>
                    <a:pt x="20" y="32"/>
                    <a:pt x="15" y="36"/>
                    <a:pt x="10" y="40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3" y="38"/>
                    <a:pt x="16" y="36"/>
                    <a:pt x="18" y="34"/>
                  </a:cubicBezTo>
                  <a:cubicBezTo>
                    <a:pt x="20" y="31"/>
                    <a:pt x="22" y="29"/>
                    <a:pt x="24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5"/>
                    <a:pt x="25" y="25"/>
                    <a:pt x="25" y="24"/>
                  </a:cubicBezTo>
                  <a:cubicBezTo>
                    <a:pt x="24" y="22"/>
                    <a:pt x="22" y="21"/>
                    <a:pt x="20" y="22"/>
                  </a:cubicBezTo>
                  <a:cubicBezTo>
                    <a:pt x="19" y="23"/>
                    <a:pt x="19" y="24"/>
                    <a:pt x="19" y="24"/>
                  </a:cubicBezTo>
                  <a:cubicBezTo>
                    <a:pt x="18" y="24"/>
                    <a:pt x="18" y="23"/>
                    <a:pt x="17" y="23"/>
                  </a:cubicBezTo>
                  <a:cubicBezTo>
                    <a:pt x="16" y="24"/>
                    <a:pt x="15" y="26"/>
                    <a:pt x="14" y="27"/>
                  </a:cubicBezTo>
                  <a:cubicBezTo>
                    <a:pt x="14" y="27"/>
                    <a:pt x="14" y="26"/>
                    <a:pt x="14" y="26"/>
                  </a:cubicBezTo>
                  <a:cubicBezTo>
                    <a:pt x="15" y="25"/>
                    <a:pt x="16" y="24"/>
                    <a:pt x="17" y="22"/>
                  </a:cubicBezTo>
                  <a:cubicBezTo>
                    <a:pt x="16" y="22"/>
                    <a:pt x="16" y="22"/>
                    <a:pt x="15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20"/>
                    <a:pt x="20" y="20"/>
                    <a:pt x="21" y="20"/>
                  </a:cubicBezTo>
                  <a:cubicBezTo>
                    <a:pt x="21" y="19"/>
                    <a:pt x="22" y="18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20"/>
                    <a:pt x="24" y="20"/>
                    <a:pt x="25" y="21"/>
                  </a:cubicBezTo>
                  <a:cubicBezTo>
                    <a:pt x="25" y="21"/>
                    <a:pt x="27" y="21"/>
                    <a:pt x="27" y="22"/>
                  </a:cubicBezTo>
                  <a:cubicBezTo>
                    <a:pt x="28" y="18"/>
                    <a:pt x="28" y="15"/>
                    <a:pt x="29" y="11"/>
                  </a:cubicBezTo>
                  <a:cubicBezTo>
                    <a:pt x="29" y="11"/>
                    <a:pt x="28" y="9"/>
                    <a:pt x="28" y="8"/>
                  </a:cubicBezTo>
                  <a:cubicBezTo>
                    <a:pt x="28" y="8"/>
                    <a:pt x="28" y="7"/>
                    <a:pt x="27" y="6"/>
                  </a:cubicBezTo>
                  <a:cubicBezTo>
                    <a:pt x="27" y="6"/>
                    <a:pt x="27" y="6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32" y="8"/>
                    <a:pt x="19" y="0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1" y="4"/>
                    <a:pt x="10" y="5"/>
                  </a:cubicBezTo>
                  <a:cubicBezTo>
                    <a:pt x="8" y="7"/>
                    <a:pt x="7" y="8"/>
                    <a:pt x="5" y="10"/>
                  </a:cubicBezTo>
                  <a:cubicBezTo>
                    <a:pt x="4" y="11"/>
                    <a:pt x="4" y="12"/>
                    <a:pt x="3" y="13"/>
                  </a:cubicBezTo>
                  <a:cubicBezTo>
                    <a:pt x="3" y="13"/>
                    <a:pt x="3" y="13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0" y="20"/>
                    <a:pt x="0" y="23"/>
                    <a:pt x="0" y="27"/>
                  </a:cubicBezTo>
                  <a:cubicBezTo>
                    <a:pt x="0" y="31"/>
                    <a:pt x="0" y="34"/>
                    <a:pt x="0" y="38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0" y="34"/>
                    <a:pt x="0" y="29"/>
                    <a:pt x="0" y="25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3" y="37"/>
                  </a:moveTo>
                  <a:cubicBezTo>
                    <a:pt x="2" y="33"/>
                    <a:pt x="2" y="28"/>
                    <a:pt x="3" y="24"/>
                  </a:cubicBezTo>
                  <a:cubicBezTo>
                    <a:pt x="2" y="28"/>
                    <a:pt x="3" y="33"/>
                    <a:pt x="3" y="37"/>
                  </a:cubicBezTo>
                  <a:cubicBezTo>
                    <a:pt x="4" y="42"/>
                    <a:pt x="4" y="42"/>
                    <a:pt x="4" y="42"/>
                  </a:cubicBezTo>
                  <a:lnTo>
                    <a:pt x="3" y="37"/>
                  </a:lnTo>
                  <a:close/>
                  <a:moveTo>
                    <a:pt x="6" y="32"/>
                  </a:moveTo>
                  <a:cubicBezTo>
                    <a:pt x="6" y="32"/>
                    <a:pt x="6" y="32"/>
                    <a:pt x="6" y="32"/>
                  </a:cubicBezTo>
                  <a:cubicBezTo>
                    <a:pt x="6" y="33"/>
                    <a:pt x="5" y="33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6" y="33"/>
                    <a:pt x="6" y="32"/>
                  </a:cubicBezTo>
                  <a:close/>
                  <a:moveTo>
                    <a:pt x="11" y="36"/>
                  </a:move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5"/>
                    <a:pt x="11" y="35"/>
                    <a:pt x="11" y="36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5940426" y="2652713"/>
              <a:ext cx="112713" cy="173038"/>
            </a:xfrm>
            <a:custGeom>
              <a:avLst/>
              <a:gdLst>
                <a:gd name="T0" fmla="*/ 15 w 30"/>
                <a:gd name="T1" fmla="*/ 42 h 46"/>
                <a:gd name="T2" fmla="*/ 16 w 30"/>
                <a:gd name="T3" fmla="*/ 41 h 46"/>
                <a:gd name="T4" fmla="*/ 17 w 30"/>
                <a:gd name="T5" fmla="*/ 36 h 46"/>
                <a:gd name="T6" fmla="*/ 14 w 30"/>
                <a:gd name="T7" fmla="*/ 36 h 46"/>
                <a:gd name="T8" fmla="*/ 10 w 30"/>
                <a:gd name="T9" fmla="*/ 40 h 46"/>
                <a:gd name="T10" fmla="*/ 7 w 30"/>
                <a:gd name="T11" fmla="*/ 43 h 46"/>
                <a:gd name="T12" fmla="*/ 6 w 30"/>
                <a:gd name="T13" fmla="*/ 41 h 46"/>
                <a:gd name="T14" fmla="*/ 5 w 30"/>
                <a:gd name="T15" fmla="*/ 36 h 46"/>
                <a:gd name="T16" fmla="*/ 4 w 30"/>
                <a:gd name="T17" fmla="*/ 37 h 46"/>
                <a:gd name="T18" fmla="*/ 3 w 30"/>
                <a:gd name="T19" fmla="*/ 31 h 46"/>
                <a:gd name="T20" fmla="*/ 4 w 30"/>
                <a:gd name="T21" fmla="*/ 36 h 46"/>
                <a:gd name="T22" fmla="*/ 4 w 30"/>
                <a:gd name="T23" fmla="*/ 36 h 46"/>
                <a:gd name="T24" fmla="*/ 5 w 30"/>
                <a:gd name="T25" fmla="*/ 36 h 46"/>
                <a:gd name="T26" fmla="*/ 5 w 30"/>
                <a:gd name="T27" fmla="*/ 37 h 46"/>
                <a:gd name="T28" fmla="*/ 7 w 30"/>
                <a:gd name="T29" fmla="*/ 43 h 46"/>
                <a:gd name="T30" fmla="*/ 12 w 30"/>
                <a:gd name="T31" fmla="*/ 38 h 46"/>
                <a:gd name="T32" fmla="*/ 14 w 30"/>
                <a:gd name="T33" fmla="*/ 36 h 46"/>
                <a:gd name="T34" fmla="*/ 15 w 30"/>
                <a:gd name="T35" fmla="*/ 38 h 46"/>
                <a:gd name="T36" fmla="*/ 15 w 30"/>
                <a:gd name="T37" fmla="*/ 38 h 46"/>
                <a:gd name="T38" fmla="*/ 25 w 30"/>
                <a:gd name="T39" fmla="*/ 26 h 46"/>
                <a:gd name="T40" fmla="*/ 24 w 30"/>
                <a:gd name="T41" fmla="*/ 20 h 46"/>
                <a:gd name="T42" fmla="*/ 19 w 30"/>
                <a:gd name="T43" fmla="*/ 20 h 46"/>
                <a:gd name="T44" fmla="*/ 12 w 30"/>
                <a:gd name="T45" fmla="*/ 27 h 46"/>
                <a:gd name="T46" fmla="*/ 12 w 30"/>
                <a:gd name="T47" fmla="*/ 27 h 46"/>
                <a:gd name="T48" fmla="*/ 12 w 30"/>
                <a:gd name="T49" fmla="*/ 27 h 46"/>
                <a:gd name="T50" fmla="*/ 13 w 30"/>
                <a:gd name="T51" fmla="*/ 26 h 46"/>
                <a:gd name="T52" fmla="*/ 17 w 30"/>
                <a:gd name="T53" fmla="*/ 18 h 46"/>
                <a:gd name="T54" fmla="*/ 15 w 30"/>
                <a:gd name="T55" fmla="*/ 20 h 46"/>
                <a:gd name="T56" fmla="*/ 14 w 30"/>
                <a:gd name="T57" fmla="*/ 19 h 46"/>
                <a:gd name="T58" fmla="*/ 15 w 30"/>
                <a:gd name="T59" fmla="*/ 16 h 46"/>
                <a:gd name="T60" fmla="*/ 16 w 30"/>
                <a:gd name="T61" fmla="*/ 15 h 46"/>
                <a:gd name="T62" fmla="*/ 18 w 30"/>
                <a:gd name="T63" fmla="*/ 16 h 46"/>
                <a:gd name="T64" fmla="*/ 20 w 30"/>
                <a:gd name="T65" fmla="*/ 17 h 46"/>
                <a:gd name="T66" fmla="*/ 25 w 30"/>
                <a:gd name="T67" fmla="*/ 13 h 46"/>
                <a:gd name="T68" fmla="*/ 29 w 30"/>
                <a:gd name="T69" fmla="*/ 18 h 46"/>
                <a:gd name="T70" fmla="*/ 28 w 30"/>
                <a:gd name="T71" fmla="*/ 2 h 46"/>
                <a:gd name="T72" fmla="*/ 18 w 30"/>
                <a:gd name="T73" fmla="*/ 0 h 46"/>
                <a:gd name="T74" fmla="*/ 0 w 30"/>
                <a:gd name="T75" fmla="*/ 28 h 46"/>
                <a:gd name="T76" fmla="*/ 2 w 30"/>
                <a:gd name="T77" fmla="*/ 40 h 46"/>
                <a:gd name="T78" fmla="*/ 2 w 30"/>
                <a:gd name="T79" fmla="*/ 40 h 46"/>
                <a:gd name="T80" fmla="*/ 3 w 30"/>
                <a:gd name="T81" fmla="*/ 39 h 46"/>
                <a:gd name="T82" fmla="*/ 6 w 30"/>
                <a:gd name="T83" fmla="*/ 44 h 46"/>
                <a:gd name="T84" fmla="*/ 11 w 30"/>
                <a:gd name="T85" fmla="*/ 41 h 46"/>
                <a:gd name="T86" fmla="*/ 6 w 30"/>
                <a:gd name="T87" fmla="*/ 45 h 46"/>
                <a:gd name="T88" fmla="*/ 4 w 30"/>
                <a:gd name="T89" fmla="*/ 40 h 46"/>
                <a:gd name="T90" fmla="*/ 4 w 30"/>
                <a:gd name="T91" fmla="*/ 38 h 46"/>
                <a:gd name="T92" fmla="*/ 2 w 30"/>
                <a:gd name="T93" fmla="*/ 40 h 46"/>
                <a:gd name="T94" fmla="*/ 2 w 30"/>
                <a:gd name="T95" fmla="*/ 38 h 46"/>
                <a:gd name="T96" fmla="*/ 3 w 30"/>
                <a:gd name="T97" fmla="*/ 17 h 46"/>
                <a:gd name="T98" fmla="*/ 4 w 30"/>
                <a:gd name="T99" fmla="*/ 38 h 46"/>
                <a:gd name="T100" fmla="*/ 4 w 30"/>
                <a:gd name="T101" fmla="*/ 38 h 46"/>
                <a:gd name="T102" fmla="*/ 6 w 30"/>
                <a:gd name="T103" fmla="*/ 44 h 46"/>
                <a:gd name="T104" fmla="*/ 7 w 30"/>
                <a:gd name="T105" fmla="*/ 44 h 46"/>
                <a:gd name="T106" fmla="*/ 11 w 30"/>
                <a:gd name="T107" fmla="*/ 41 h 46"/>
                <a:gd name="T108" fmla="*/ 14 w 30"/>
                <a:gd name="T109" fmla="*/ 38 h 46"/>
                <a:gd name="T110" fmla="*/ 15 w 30"/>
                <a:gd name="T111" fmla="*/ 4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" h="46">
                  <a:moveTo>
                    <a:pt x="15" y="42"/>
                  </a:move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8" y="39"/>
                    <a:pt x="20" y="36"/>
                    <a:pt x="22" y="34"/>
                  </a:cubicBezTo>
                  <a:cubicBezTo>
                    <a:pt x="24" y="32"/>
                    <a:pt x="25" y="29"/>
                    <a:pt x="25" y="27"/>
                  </a:cubicBezTo>
                  <a:cubicBezTo>
                    <a:pt x="22" y="30"/>
                    <a:pt x="20" y="33"/>
                    <a:pt x="17" y="36"/>
                  </a:cubicBezTo>
                  <a:cubicBezTo>
                    <a:pt x="16" y="37"/>
                    <a:pt x="16" y="38"/>
                    <a:pt x="15" y="38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9" y="41"/>
                    <a:pt x="8" y="42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0"/>
                    <a:pt x="6" y="40"/>
                    <a:pt x="5" y="39"/>
                  </a:cubicBezTo>
                  <a:cubicBezTo>
                    <a:pt x="5" y="38"/>
                    <a:pt x="5" y="37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6"/>
                    <a:pt x="3" y="36"/>
                    <a:pt x="3" y="36"/>
                  </a:cubicBezTo>
                  <a:cubicBezTo>
                    <a:pt x="3" y="34"/>
                    <a:pt x="3" y="32"/>
                    <a:pt x="3" y="31"/>
                  </a:cubicBezTo>
                  <a:cubicBezTo>
                    <a:pt x="3" y="32"/>
                    <a:pt x="3" y="33"/>
                    <a:pt x="3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7"/>
                    <a:pt x="4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6" y="39"/>
                    <a:pt x="6" y="40"/>
                    <a:pt x="7" y="41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2"/>
                    <a:pt x="8" y="42"/>
                  </a:cubicBezTo>
                  <a:cubicBezTo>
                    <a:pt x="8" y="42"/>
                    <a:pt x="8" y="42"/>
                    <a:pt x="9" y="41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9" y="33"/>
                    <a:pt x="22" y="30"/>
                    <a:pt x="25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4"/>
                    <a:pt x="26" y="23"/>
                    <a:pt x="26" y="22"/>
                  </a:cubicBezTo>
                  <a:cubicBezTo>
                    <a:pt x="26" y="21"/>
                    <a:pt x="25" y="20"/>
                    <a:pt x="24" y="20"/>
                  </a:cubicBezTo>
                  <a:cubicBezTo>
                    <a:pt x="23" y="19"/>
                    <a:pt x="22" y="19"/>
                    <a:pt x="21" y="20"/>
                  </a:cubicBezTo>
                  <a:cubicBezTo>
                    <a:pt x="21" y="20"/>
                    <a:pt x="20" y="22"/>
                    <a:pt x="20" y="22"/>
                  </a:cubicBezTo>
                  <a:cubicBezTo>
                    <a:pt x="20" y="21"/>
                    <a:pt x="19" y="20"/>
                    <a:pt x="19" y="20"/>
                  </a:cubicBezTo>
                  <a:cubicBezTo>
                    <a:pt x="17" y="22"/>
                    <a:pt x="16" y="24"/>
                    <a:pt x="14" y="25"/>
                  </a:cubicBezTo>
                  <a:cubicBezTo>
                    <a:pt x="14" y="25"/>
                    <a:pt x="13" y="26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5"/>
                    <a:pt x="12" y="23"/>
                    <a:pt x="12" y="21"/>
                  </a:cubicBezTo>
                  <a:cubicBezTo>
                    <a:pt x="12" y="23"/>
                    <a:pt x="12" y="24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4" y="25"/>
                    <a:pt x="14" y="25"/>
                  </a:cubicBezTo>
                  <a:cubicBezTo>
                    <a:pt x="16" y="23"/>
                    <a:pt x="17" y="21"/>
                    <a:pt x="19" y="19"/>
                  </a:cubicBezTo>
                  <a:cubicBezTo>
                    <a:pt x="18" y="19"/>
                    <a:pt x="18" y="18"/>
                    <a:pt x="17" y="18"/>
                  </a:cubicBezTo>
                  <a:cubicBezTo>
                    <a:pt x="17" y="18"/>
                    <a:pt x="17" y="18"/>
                    <a:pt x="16" y="19"/>
                  </a:cubicBezTo>
                  <a:cubicBezTo>
                    <a:pt x="16" y="19"/>
                    <a:pt x="16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5"/>
                    <a:pt x="15" y="15"/>
                  </a:cubicBezTo>
                  <a:cubicBezTo>
                    <a:pt x="15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7" y="16"/>
                  </a:cubicBezTo>
                  <a:cubicBezTo>
                    <a:pt x="17" y="16"/>
                    <a:pt x="17" y="16"/>
                    <a:pt x="18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7"/>
                  </a:cubicBezTo>
                  <a:cubicBezTo>
                    <a:pt x="20" y="18"/>
                    <a:pt x="21" y="17"/>
                    <a:pt x="22" y="17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6" y="18"/>
                    <a:pt x="26" y="18"/>
                  </a:cubicBezTo>
                  <a:cubicBezTo>
                    <a:pt x="27" y="18"/>
                    <a:pt x="28" y="18"/>
                    <a:pt x="29" y="18"/>
                  </a:cubicBezTo>
                  <a:cubicBezTo>
                    <a:pt x="29" y="16"/>
                    <a:pt x="30" y="14"/>
                    <a:pt x="30" y="11"/>
                  </a:cubicBezTo>
                  <a:cubicBezTo>
                    <a:pt x="30" y="9"/>
                    <a:pt x="30" y="6"/>
                    <a:pt x="29" y="4"/>
                  </a:cubicBezTo>
                  <a:cubicBezTo>
                    <a:pt x="29" y="4"/>
                    <a:pt x="29" y="3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0"/>
                    <a:pt x="24" y="0"/>
                    <a:pt x="23" y="0"/>
                  </a:cubicBezTo>
                  <a:cubicBezTo>
                    <a:pt x="21" y="0"/>
                    <a:pt x="20" y="0"/>
                    <a:pt x="18" y="0"/>
                  </a:cubicBezTo>
                  <a:cubicBezTo>
                    <a:pt x="15" y="1"/>
                    <a:pt x="11" y="3"/>
                    <a:pt x="8" y="7"/>
                  </a:cubicBezTo>
                  <a:cubicBezTo>
                    <a:pt x="4" y="10"/>
                    <a:pt x="2" y="15"/>
                    <a:pt x="1" y="18"/>
                  </a:cubicBezTo>
                  <a:cubicBezTo>
                    <a:pt x="0" y="22"/>
                    <a:pt x="0" y="25"/>
                    <a:pt x="0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1"/>
                    <a:pt x="5" y="42"/>
                    <a:pt x="5" y="43"/>
                  </a:cubicBezTo>
                  <a:cubicBezTo>
                    <a:pt x="5" y="43"/>
                    <a:pt x="5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6"/>
                    <a:pt x="7" y="45"/>
                  </a:cubicBezTo>
                  <a:cubicBezTo>
                    <a:pt x="8" y="44"/>
                    <a:pt x="9" y="42"/>
                    <a:pt x="11" y="41"/>
                  </a:cubicBezTo>
                  <a:cubicBezTo>
                    <a:pt x="10" y="42"/>
                    <a:pt x="9" y="43"/>
                    <a:pt x="8" y="44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1"/>
                    <a:pt x="4" y="40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5"/>
                    <a:pt x="0" y="33"/>
                    <a:pt x="0" y="29"/>
                  </a:cubicBezTo>
                  <a:cubicBezTo>
                    <a:pt x="0" y="26"/>
                    <a:pt x="0" y="22"/>
                    <a:pt x="2" y="17"/>
                  </a:cubicBezTo>
                  <a:cubicBezTo>
                    <a:pt x="2" y="17"/>
                    <a:pt x="2" y="18"/>
                    <a:pt x="3" y="17"/>
                  </a:cubicBezTo>
                  <a:cubicBezTo>
                    <a:pt x="2" y="22"/>
                    <a:pt x="1" y="25"/>
                    <a:pt x="1" y="28"/>
                  </a:cubicBezTo>
                  <a:cubicBezTo>
                    <a:pt x="1" y="32"/>
                    <a:pt x="2" y="35"/>
                    <a:pt x="2" y="37"/>
                  </a:cubicBezTo>
                  <a:cubicBezTo>
                    <a:pt x="2" y="38"/>
                    <a:pt x="2" y="40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5" y="41"/>
                    <a:pt x="5" y="42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10" y="42"/>
                    <a:pt x="11" y="41"/>
                    <a:pt x="12" y="40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2"/>
                    <a:pt x="15" y="42"/>
                    <a:pt x="15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 noEditPoints="1"/>
            </p:cNvSpPr>
            <p:nvPr/>
          </p:nvSpPr>
          <p:spPr bwMode="auto">
            <a:xfrm>
              <a:off x="5534026" y="2908301"/>
              <a:ext cx="160338" cy="146050"/>
            </a:xfrm>
            <a:custGeom>
              <a:avLst/>
              <a:gdLst>
                <a:gd name="T0" fmla="*/ 42 w 43"/>
                <a:gd name="T1" fmla="*/ 30 h 39"/>
                <a:gd name="T2" fmla="*/ 38 w 43"/>
                <a:gd name="T3" fmla="*/ 23 h 39"/>
                <a:gd name="T4" fmla="*/ 43 w 43"/>
                <a:gd name="T5" fmla="*/ 33 h 39"/>
                <a:gd name="T6" fmla="*/ 42 w 43"/>
                <a:gd name="T7" fmla="*/ 36 h 39"/>
                <a:gd name="T8" fmla="*/ 40 w 43"/>
                <a:gd name="T9" fmla="*/ 37 h 39"/>
                <a:gd name="T10" fmla="*/ 23 w 43"/>
                <a:gd name="T11" fmla="*/ 35 h 39"/>
                <a:gd name="T12" fmla="*/ 39 w 43"/>
                <a:gd name="T13" fmla="*/ 36 h 39"/>
                <a:gd name="T14" fmla="*/ 40 w 43"/>
                <a:gd name="T15" fmla="*/ 36 h 39"/>
                <a:gd name="T16" fmla="*/ 41 w 43"/>
                <a:gd name="T17" fmla="*/ 35 h 39"/>
                <a:gd name="T18" fmla="*/ 42 w 43"/>
                <a:gd name="T19" fmla="*/ 34 h 39"/>
                <a:gd name="T20" fmla="*/ 41 w 43"/>
                <a:gd name="T21" fmla="*/ 32 h 39"/>
                <a:gd name="T22" fmla="*/ 39 w 43"/>
                <a:gd name="T23" fmla="*/ 27 h 39"/>
                <a:gd name="T24" fmla="*/ 34 w 43"/>
                <a:gd name="T25" fmla="*/ 14 h 39"/>
                <a:gd name="T26" fmla="*/ 27 w 43"/>
                <a:gd name="T27" fmla="*/ 7 h 39"/>
                <a:gd name="T28" fmla="*/ 36 w 43"/>
                <a:gd name="T29" fmla="*/ 23 h 39"/>
                <a:gd name="T30" fmla="*/ 38 w 43"/>
                <a:gd name="T31" fmla="*/ 29 h 39"/>
                <a:gd name="T32" fmla="*/ 39 w 43"/>
                <a:gd name="T33" fmla="*/ 32 h 39"/>
                <a:gd name="T34" fmla="*/ 39 w 43"/>
                <a:gd name="T35" fmla="*/ 33 h 39"/>
                <a:gd name="T36" fmla="*/ 38 w 43"/>
                <a:gd name="T37" fmla="*/ 35 h 39"/>
                <a:gd name="T38" fmla="*/ 39 w 43"/>
                <a:gd name="T39" fmla="*/ 33 h 39"/>
                <a:gd name="T40" fmla="*/ 39 w 43"/>
                <a:gd name="T41" fmla="*/ 32 h 39"/>
                <a:gd name="T42" fmla="*/ 38 w 43"/>
                <a:gd name="T43" fmla="*/ 28 h 39"/>
                <a:gd name="T44" fmla="*/ 31 w 43"/>
                <a:gd name="T45" fmla="*/ 14 h 39"/>
                <a:gd name="T46" fmla="*/ 17 w 43"/>
                <a:gd name="T47" fmla="*/ 2 h 39"/>
                <a:gd name="T48" fmla="*/ 18 w 43"/>
                <a:gd name="T49" fmla="*/ 8 h 39"/>
                <a:gd name="T50" fmla="*/ 23 w 43"/>
                <a:gd name="T51" fmla="*/ 19 h 39"/>
                <a:gd name="T52" fmla="*/ 22 w 43"/>
                <a:gd name="T53" fmla="*/ 21 h 39"/>
                <a:gd name="T54" fmla="*/ 22 w 43"/>
                <a:gd name="T55" fmla="*/ 21 h 39"/>
                <a:gd name="T56" fmla="*/ 22 w 43"/>
                <a:gd name="T57" fmla="*/ 20 h 39"/>
                <a:gd name="T58" fmla="*/ 17 w 43"/>
                <a:gd name="T59" fmla="*/ 10 h 39"/>
                <a:gd name="T60" fmla="*/ 17 w 43"/>
                <a:gd name="T61" fmla="*/ 14 h 39"/>
                <a:gd name="T62" fmla="*/ 16 w 43"/>
                <a:gd name="T63" fmla="*/ 16 h 39"/>
                <a:gd name="T64" fmla="*/ 14 w 43"/>
                <a:gd name="T65" fmla="*/ 14 h 39"/>
                <a:gd name="T66" fmla="*/ 13 w 43"/>
                <a:gd name="T67" fmla="*/ 13 h 39"/>
                <a:gd name="T68" fmla="*/ 13 w 43"/>
                <a:gd name="T69" fmla="*/ 13 h 39"/>
                <a:gd name="T70" fmla="*/ 13 w 43"/>
                <a:gd name="T71" fmla="*/ 13 h 39"/>
                <a:gd name="T72" fmla="*/ 13 w 43"/>
                <a:gd name="T73" fmla="*/ 13 h 39"/>
                <a:gd name="T74" fmla="*/ 15 w 43"/>
                <a:gd name="T75" fmla="*/ 9 h 39"/>
                <a:gd name="T76" fmla="*/ 9 w 43"/>
                <a:gd name="T77" fmla="*/ 6 h 39"/>
                <a:gd name="T78" fmla="*/ 12 w 43"/>
                <a:gd name="T79" fmla="*/ 0 h 39"/>
                <a:gd name="T80" fmla="*/ 1 w 43"/>
                <a:gd name="T81" fmla="*/ 9 h 39"/>
                <a:gd name="T82" fmla="*/ 7 w 43"/>
                <a:gd name="T83" fmla="*/ 27 h 39"/>
                <a:gd name="T84" fmla="*/ 35 w 43"/>
                <a:gd name="T85" fmla="*/ 39 h 39"/>
                <a:gd name="T86" fmla="*/ 40 w 43"/>
                <a:gd name="T87" fmla="*/ 37 h 39"/>
                <a:gd name="T88" fmla="*/ 43 w 43"/>
                <a:gd name="T89" fmla="*/ 36 h 39"/>
                <a:gd name="T90" fmla="*/ 43 w 43"/>
                <a:gd name="T91" fmla="*/ 34 h 39"/>
                <a:gd name="T92" fmla="*/ 12 w 43"/>
                <a:gd name="T93" fmla="*/ 1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3" h="39">
                  <a:moveTo>
                    <a:pt x="43" y="33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4"/>
                    <a:pt x="40" y="26"/>
                    <a:pt x="41" y="28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4"/>
                    <a:pt x="43" y="34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9"/>
                    <a:pt x="35" y="38"/>
                    <a:pt x="32" y="38"/>
                  </a:cubicBezTo>
                  <a:cubicBezTo>
                    <a:pt x="30" y="38"/>
                    <a:pt x="26" y="37"/>
                    <a:pt x="23" y="36"/>
                  </a:cubicBezTo>
                  <a:cubicBezTo>
                    <a:pt x="23" y="36"/>
                    <a:pt x="23" y="36"/>
                    <a:pt x="23" y="35"/>
                  </a:cubicBezTo>
                  <a:cubicBezTo>
                    <a:pt x="26" y="36"/>
                    <a:pt x="29" y="37"/>
                    <a:pt x="32" y="37"/>
                  </a:cubicBezTo>
                  <a:cubicBezTo>
                    <a:pt x="33" y="37"/>
                    <a:pt x="35" y="37"/>
                    <a:pt x="36" y="37"/>
                  </a:cubicBezTo>
                  <a:cubicBezTo>
                    <a:pt x="37" y="37"/>
                    <a:pt x="39" y="37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1" y="31"/>
                    <a:pt x="41" y="30"/>
                    <a:pt x="41" y="3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5"/>
                    <a:pt x="37" y="23"/>
                    <a:pt x="36" y="21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7" y="19"/>
                    <a:pt x="36" y="17"/>
                    <a:pt x="34" y="14"/>
                  </a:cubicBezTo>
                  <a:cubicBezTo>
                    <a:pt x="33" y="11"/>
                    <a:pt x="31" y="8"/>
                    <a:pt x="29" y="6"/>
                  </a:cubicBezTo>
                  <a:cubicBezTo>
                    <a:pt x="27" y="3"/>
                    <a:pt x="24" y="2"/>
                    <a:pt x="22" y="2"/>
                  </a:cubicBezTo>
                  <a:cubicBezTo>
                    <a:pt x="24" y="3"/>
                    <a:pt x="26" y="5"/>
                    <a:pt x="27" y="7"/>
                  </a:cubicBezTo>
                  <a:cubicBezTo>
                    <a:pt x="28" y="9"/>
                    <a:pt x="30" y="11"/>
                    <a:pt x="31" y="12"/>
                  </a:cubicBezTo>
                  <a:cubicBezTo>
                    <a:pt x="32" y="14"/>
                    <a:pt x="33" y="16"/>
                    <a:pt x="33" y="18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9"/>
                    <a:pt x="38" y="29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5"/>
                    <a:pt x="39" y="35"/>
                    <a:pt x="38" y="35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5" y="36"/>
                    <a:pt x="36" y="36"/>
                    <a:pt x="37" y="35"/>
                  </a:cubicBezTo>
                  <a:cubicBezTo>
                    <a:pt x="38" y="35"/>
                    <a:pt x="38" y="34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8" y="31"/>
                    <a:pt x="38" y="30"/>
                  </a:cubicBezTo>
                  <a:cubicBezTo>
                    <a:pt x="38" y="30"/>
                    <a:pt x="38" y="29"/>
                    <a:pt x="38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4"/>
                    <a:pt x="35" y="22"/>
                    <a:pt x="34" y="20"/>
                  </a:cubicBezTo>
                  <a:cubicBezTo>
                    <a:pt x="33" y="18"/>
                    <a:pt x="32" y="16"/>
                    <a:pt x="31" y="14"/>
                  </a:cubicBezTo>
                  <a:cubicBezTo>
                    <a:pt x="28" y="10"/>
                    <a:pt x="26" y="6"/>
                    <a:pt x="21" y="3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6" y="2"/>
                    <a:pt x="15" y="3"/>
                    <a:pt x="15" y="4"/>
                  </a:cubicBezTo>
                  <a:cubicBezTo>
                    <a:pt x="15" y="5"/>
                    <a:pt x="15" y="6"/>
                    <a:pt x="16" y="7"/>
                  </a:cubicBezTo>
                  <a:cubicBezTo>
                    <a:pt x="17" y="7"/>
                    <a:pt x="18" y="8"/>
                    <a:pt x="18" y="8"/>
                  </a:cubicBezTo>
                  <a:cubicBezTo>
                    <a:pt x="18" y="9"/>
                    <a:pt x="17" y="9"/>
                    <a:pt x="17" y="9"/>
                  </a:cubicBezTo>
                  <a:cubicBezTo>
                    <a:pt x="19" y="11"/>
                    <a:pt x="21" y="14"/>
                    <a:pt x="21" y="16"/>
                  </a:cubicBezTo>
                  <a:cubicBezTo>
                    <a:pt x="22" y="17"/>
                    <a:pt x="23" y="18"/>
                    <a:pt x="23" y="19"/>
                  </a:cubicBezTo>
                  <a:cubicBezTo>
                    <a:pt x="23" y="20"/>
                    <a:pt x="23" y="20"/>
                    <a:pt x="23" y="21"/>
                  </a:cubicBezTo>
                  <a:cubicBezTo>
                    <a:pt x="23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0"/>
                    <a:pt x="22" y="20"/>
                  </a:cubicBezTo>
                  <a:cubicBezTo>
                    <a:pt x="22" y="20"/>
                    <a:pt x="22" y="20"/>
                    <a:pt x="22" y="19"/>
                  </a:cubicBezTo>
                  <a:cubicBezTo>
                    <a:pt x="22" y="18"/>
                    <a:pt x="22" y="17"/>
                    <a:pt x="21" y="16"/>
                  </a:cubicBezTo>
                  <a:cubicBezTo>
                    <a:pt x="20" y="14"/>
                    <a:pt x="19" y="11"/>
                    <a:pt x="17" y="10"/>
                  </a:cubicBezTo>
                  <a:cubicBezTo>
                    <a:pt x="16" y="10"/>
                    <a:pt x="16" y="11"/>
                    <a:pt x="16" y="12"/>
                  </a:cubicBezTo>
                  <a:cubicBezTo>
                    <a:pt x="16" y="12"/>
                    <a:pt x="16" y="12"/>
                    <a:pt x="16" y="13"/>
                  </a:cubicBezTo>
                  <a:cubicBezTo>
                    <a:pt x="17" y="13"/>
                    <a:pt x="17" y="13"/>
                    <a:pt x="17" y="14"/>
                  </a:cubicBezTo>
                  <a:cubicBezTo>
                    <a:pt x="17" y="15"/>
                    <a:pt x="17" y="15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5"/>
                  </a:cubicBezTo>
                  <a:cubicBezTo>
                    <a:pt x="16" y="15"/>
                    <a:pt x="15" y="15"/>
                    <a:pt x="15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5"/>
                    <a:pt x="13" y="14"/>
                    <a:pt x="13" y="14"/>
                  </a:cubicBezTo>
                  <a:cubicBezTo>
                    <a:pt x="13" y="14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2"/>
                    <a:pt x="14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5" y="9"/>
                  </a:cubicBezTo>
                  <a:cubicBezTo>
                    <a:pt x="15" y="8"/>
                    <a:pt x="14" y="8"/>
                    <a:pt x="13" y="7"/>
                  </a:cubicBezTo>
                  <a:cubicBezTo>
                    <a:pt x="12" y="7"/>
                    <a:pt x="11" y="6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5"/>
                    <a:pt x="11" y="5"/>
                    <a:pt x="12" y="4"/>
                  </a:cubicBezTo>
                  <a:cubicBezTo>
                    <a:pt x="12" y="4"/>
                    <a:pt x="13" y="4"/>
                    <a:pt x="13" y="3"/>
                  </a:cubicBezTo>
                  <a:cubicBezTo>
                    <a:pt x="13" y="2"/>
                    <a:pt x="12" y="1"/>
                    <a:pt x="12" y="0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1"/>
                    <a:pt x="7" y="2"/>
                    <a:pt x="5" y="3"/>
                  </a:cubicBezTo>
                  <a:cubicBezTo>
                    <a:pt x="3" y="4"/>
                    <a:pt x="2" y="6"/>
                    <a:pt x="1" y="9"/>
                  </a:cubicBezTo>
                  <a:cubicBezTo>
                    <a:pt x="1" y="10"/>
                    <a:pt x="0" y="11"/>
                    <a:pt x="0" y="12"/>
                  </a:cubicBezTo>
                  <a:cubicBezTo>
                    <a:pt x="0" y="13"/>
                    <a:pt x="1" y="14"/>
                    <a:pt x="1" y="15"/>
                  </a:cubicBezTo>
                  <a:cubicBezTo>
                    <a:pt x="2" y="20"/>
                    <a:pt x="4" y="24"/>
                    <a:pt x="7" y="27"/>
                  </a:cubicBezTo>
                  <a:cubicBezTo>
                    <a:pt x="10" y="30"/>
                    <a:pt x="13" y="32"/>
                    <a:pt x="16" y="33"/>
                  </a:cubicBezTo>
                  <a:cubicBezTo>
                    <a:pt x="21" y="37"/>
                    <a:pt x="27" y="38"/>
                    <a:pt x="32" y="39"/>
                  </a:cubicBezTo>
                  <a:cubicBezTo>
                    <a:pt x="33" y="39"/>
                    <a:pt x="34" y="39"/>
                    <a:pt x="35" y="39"/>
                  </a:cubicBezTo>
                  <a:cubicBezTo>
                    <a:pt x="36" y="39"/>
                    <a:pt x="37" y="39"/>
                    <a:pt x="38" y="39"/>
                  </a:cubicBezTo>
                  <a:cubicBezTo>
                    <a:pt x="39" y="39"/>
                    <a:pt x="40" y="38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33"/>
                  </a:lnTo>
                  <a:close/>
                  <a:moveTo>
                    <a:pt x="12" y="11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6613526" y="2957513"/>
              <a:ext cx="0" cy="3175"/>
            </a:xfrm>
            <a:custGeom>
              <a:avLst/>
              <a:gdLst>
                <a:gd name="T0" fmla="*/ 1 h 1"/>
                <a:gd name="T1" fmla="*/ 1 h 1"/>
                <a:gd name="T2" fmla="*/ 0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6613526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6616701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 noEditPoints="1"/>
            </p:cNvSpPr>
            <p:nvPr/>
          </p:nvSpPr>
          <p:spPr bwMode="auto">
            <a:xfrm>
              <a:off x="6503988" y="2938463"/>
              <a:ext cx="150813" cy="153988"/>
            </a:xfrm>
            <a:custGeom>
              <a:avLst/>
              <a:gdLst>
                <a:gd name="T0" fmla="*/ 32 w 40"/>
                <a:gd name="T1" fmla="*/ 31 h 41"/>
                <a:gd name="T2" fmla="*/ 32 w 40"/>
                <a:gd name="T3" fmla="*/ 31 h 41"/>
                <a:gd name="T4" fmla="*/ 12 w 40"/>
                <a:gd name="T5" fmla="*/ 39 h 41"/>
                <a:gd name="T6" fmla="*/ 6 w 40"/>
                <a:gd name="T7" fmla="*/ 30 h 41"/>
                <a:gd name="T8" fmla="*/ 9 w 40"/>
                <a:gd name="T9" fmla="*/ 26 h 41"/>
                <a:gd name="T10" fmla="*/ 3 w 40"/>
                <a:gd name="T11" fmla="*/ 39 h 41"/>
                <a:gd name="T12" fmla="*/ 26 w 40"/>
                <a:gd name="T13" fmla="*/ 35 h 41"/>
                <a:gd name="T14" fmla="*/ 36 w 40"/>
                <a:gd name="T15" fmla="*/ 23 h 41"/>
                <a:gd name="T16" fmla="*/ 39 w 40"/>
                <a:gd name="T17" fmla="*/ 10 h 41"/>
                <a:gd name="T18" fmla="*/ 38 w 40"/>
                <a:gd name="T19" fmla="*/ 10 h 41"/>
                <a:gd name="T20" fmla="*/ 37 w 40"/>
                <a:gd name="T21" fmla="*/ 15 h 41"/>
                <a:gd name="T22" fmla="*/ 27 w 40"/>
                <a:gd name="T23" fmla="*/ 32 h 41"/>
                <a:gd name="T24" fmla="*/ 19 w 40"/>
                <a:gd name="T25" fmla="*/ 35 h 41"/>
                <a:gd name="T26" fmla="*/ 37 w 40"/>
                <a:gd name="T27" fmla="*/ 16 h 41"/>
                <a:gd name="T28" fmla="*/ 36 w 40"/>
                <a:gd name="T29" fmla="*/ 5 h 41"/>
                <a:gd name="T30" fmla="*/ 34 w 40"/>
                <a:gd name="T31" fmla="*/ 3 h 41"/>
                <a:gd name="T32" fmla="*/ 30 w 40"/>
                <a:gd name="T33" fmla="*/ 3 h 41"/>
                <a:gd name="T34" fmla="*/ 30 w 40"/>
                <a:gd name="T35" fmla="*/ 6 h 41"/>
                <a:gd name="T36" fmla="*/ 30 w 40"/>
                <a:gd name="T37" fmla="*/ 8 h 41"/>
                <a:gd name="T38" fmla="*/ 30 w 40"/>
                <a:gd name="T39" fmla="*/ 6 h 41"/>
                <a:gd name="T40" fmla="*/ 25 w 40"/>
                <a:gd name="T41" fmla="*/ 7 h 41"/>
                <a:gd name="T42" fmla="*/ 26 w 40"/>
                <a:gd name="T43" fmla="*/ 3 h 41"/>
                <a:gd name="T44" fmla="*/ 20 w 40"/>
                <a:gd name="T45" fmla="*/ 4 h 41"/>
                <a:gd name="T46" fmla="*/ 15 w 40"/>
                <a:gd name="T47" fmla="*/ 10 h 41"/>
                <a:gd name="T48" fmla="*/ 15 w 40"/>
                <a:gd name="T49" fmla="*/ 11 h 41"/>
                <a:gd name="T50" fmla="*/ 14 w 40"/>
                <a:gd name="T51" fmla="*/ 13 h 41"/>
                <a:gd name="T52" fmla="*/ 10 w 40"/>
                <a:gd name="T53" fmla="*/ 20 h 41"/>
                <a:gd name="T54" fmla="*/ 0 w 40"/>
                <a:gd name="T55" fmla="*/ 41 h 41"/>
                <a:gd name="T56" fmla="*/ 26 w 40"/>
                <a:gd name="T57" fmla="*/ 36 h 41"/>
                <a:gd name="T58" fmla="*/ 18 w 40"/>
                <a:gd name="T59" fmla="*/ 36 h 41"/>
                <a:gd name="T60" fmla="*/ 25 w 40"/>
                <a:gd name="T61" fmla="*/ 24 h 41"/>
                <a:gd name="T62" fmla="*/ 24 w 40"/>
                <a:gd name="T63" fmla="*/ 24 h 41"/>
                <a:gd name="T64" fmla="*/ 28 w 40"/>
                <a:gd name="T65" fmla="*/ 19 h 41"/>
                <a:gd name="T66" fmla="*/ 29 w 40"/>
                <a:gd name="T67" fmla="*/ 15 h 41"/>
                <a:gd name="T68" fmla="*/ 25 w 40"/>
                <a:gd name="T69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" h="41">
                  <a:moveTo>
                    <a:pt x="26" y="36"/>
                  </a:moveTo>
                  <a:cubicBezTo>
                    <a:pt x="28" y="35"/>
                    <a:pt x="30" y="33"/>
                    <a:pt x="32" y="31"/>
                  </a:cubicBezTo>
                  <a:cubicBezTo>
                    <a:pt x="34" y="29"/>
                    <a:pt x="36" y="27"/>
                    <a:pt x="37" y="24"/>
                  </a:cubicBezTo>
                  <a:cubicBezTo>
                    <a:pt x="36" y="27"/>
                    <a:pt x="34" y="29"/>
                    <a:pt x="32" y="31"/>
                  </a:cubicBezTo>
                  <a:cubicBezTo>
                    <a:pt x="30" y="33"/>
                    <a:pt x="28" y="34"/>
                    <a:pt x="26" y="35"/>
                  </a:cubicBezTo>
                  <a:cubicBezTo>
                    <a:pt x="21" y="38"/>
                    <a:pt x="17" y="39"/>
                    <a:pt x="12" y="39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9" y="26"/>
                    <a:pt x="9" y="26"/>
                  </a:cubicBezTo>
                  <a:cubicBezTo>
                    <a:pt x="8" y="27"/>
                    <a:pt x="8" y="29"/>
                    <a:pt x="7" y="31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7" y="37"/>
                    <a:pt x="21" y="37"/>
                    <a:pt x="26" y="35"/>
                  </a:cubicBezTo>
                  <a:cubicBezTo>
                    <a:pt x="28" y="34"/>
                    <a:pt x="30" y="32"/>
                    <a:pt x="32" y="30"/>
                  </a:cubicBezTo>
                  <a:cubicBezTo>
                    <a:pt x="34" y="28"/>
                    <a:pt x="36" y="26"/>
                    <a:pt x="36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40" y="19"/>
                    <a:pt x="40" y="14"/>
                    <a:pt x="39" y="10"/>
                  </a:cubicBezTo>
                  <a:cubicBezTo>
                    <a:pt x="39" y="8"/>
                    <a:pt x="38" y="6"/>
                    <a:pt x="37" y="5"/>
                  </a:cubicBezTo>
                  <a:cubicBezTo>
                    <a:pt x="37" y="7"/>
                    <a:pt x="37" y="9"/>
                    <a:pt x="38" y="10"/>
                  </a:cubicBezTo>
                  <a:cubicBezTo>
                    <a:pt x="38" y="11"/>
                    <a:pt x="37" y="12"/>
                    <a:pt x="37" y="13"/>
                  </a:cubicBezTo>
                  <a:cubicBezTo>
                    <a:pt x="37" y="13"/>
                    <a:pt x="37" y="14"/>
                    <a:pt x="37" y="15"/>
                  </a:cubicBezTo>
                  <a:cubicBezTo>
                    <a:pt x="37" y="18"/>
                    <a:pt x="36" y="22"/>
                    <a:pt x="34" y="25"/>
                  </a:cubicBezTo>
                  <a:cubicBezTo>
                    <a:pt x="32" y="28"/>
                    <a:pt x="30" y="31"/>
                    <a:pt x="27" y="32"/>
                  </a:cubicBezTo>
                  <a:cubicBezTo>
                    <a:pt x="24" y="34"/>
                    <a:pt x="22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4" y="34"/>
                    <a:pt x="29" y="31"/>
                    <a:pt x="32" y="27"/>
                  </a:cubicBezTo>
                  <a:cubicBezTo>
                    <a:pt x="35" y="24"/>
                    <a:pt x="36" y="20"/>
                    <a:pt x="37" y="16"/>
                  </a:cubicBezTo>
                  <a:cubicBezTo>
                    <a:pt x="37" y="14"/>
                    <a:pt x="37" y="12"/>
                    <a:pt x="37" y="11"/>
                  </a:cubicBezTo>
                  <a:cubicBezTo>
                    <a:pt x="37" y="9"/>
                    <a:pt x="37" y="7"/>
                    <a:pt x="36" y="5"/>
                  </a:cubicBezTo>
                  <a:cubicBezTo>
                    <a:pt x="36" y="5"/>
                    <a:pt x="36" y="4"/>
                    <a:pt x="36" y="4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3" y="2"/>
                    <a:pt x="32" y="2"/>
                    <a:pt x="32" y="2"/>
                  </a:cubicBezTo>
                  <a:cubicBezTo>
                    <a:pt x="31" y="2"/>
                    <a:pt x="30" y="2"/>
                    <a:pt x="30" y="3"/>
                  </a:cubicBezTo>
                  <a:cubicBezTo>
                    <a:pt x="30" y="3"/>
                    <a:pt x="30" y="4"/>
                    <a:pt x="30" y="4"/>
                  </a:cubicBezTo>
                  <a:cubicBezTo>
                    <a:pt x="30" y="5"/>
                    <a:pt x="30" y="5"/>
                    <a:pt x="30" y="6"/>
                  </a:cubicBezTo>
                  <a:cubicBezTo>
                    <a:pt x="30" y="7"/>
                    <a:pt x="31" y="8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7"/>
                    <a:pt x="30" y="7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6" y="6"/>
                    <a:pt x="25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4"/>
                    <a:pt x="27" y="3"/>
                    <a:pt x="26" y="3"/>
                  </a:cubicBezTo>
                  <a:cubicBezTo>
                    <a:pt x="26" y="2"/>
                    <a:pt x="24" y="1"/>
                    <a:pt x="24" y="0"/>
                  </a:cubicBezTo>
                  <a:cubicBezTo>
                    <a:pt x="23" y="2"/>
                    <a:pt x="22" y="3"/>
                    <a:pt x="20" y="4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7" y="8"/>
                    <a:pt x="16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7" y="39"/>
                    <a:pt x="22" y="38"/>
                    <a:pt x="26" y="36"/>
                  </a:cubicBezTo>
                  <a:close/>
                  <a:moveTo>
                    <a:pt x="18" y="36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lose/>
                  <a:moveTo>
                    <a:pt x="25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6" y="22"/>
                    <a:pt x="27" y="21"/>
                    <a:pt x="28" y="19"/>
                  </a:cubicBezTo>
                  <a:cubicBezTo>
                    <a:pt x="28" y="18"/>
                    <a:pt x="29" y="17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8"/>
                    <a:pt x="28" y="19"/>
                  </a:cubicBezTo>
                  <a:cubicBezTo>
                    <a:pt x="27" y="21"/>
                    <a:pt x="26" y="23"/>
                    <a:pt x="25" y="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6613526" y="29575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6613526" y="29606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 noEditPoints="1"/>
            </p:cNvSpPr>
            <p:nvPr/>
          </p:nvSpPr>
          <p:spPr bwMode="auto">
            <a:xfrm>
              <a:off x="4999038" y="1544638"/>
              <a:ext cx="2201863" cy="3138488"/>
            </a:xfrm>
            <a:custGeom>
              <a:avLst/>
              <a:gdLst>
                <a:gd name="T0" fmla="*/ 329 w 585"/>
                <a:gd name="T1" fmla="*/ 617 h 835"/>
                <a:gd name="T2" fmla="*/ 393 w 585"/>
                <a:gd name="T3" fmla="*/ 406 h 835"/>
                <a:gd name="T4" fmla="*/ 334 w 585"/>
                <a:gd name="T5" fmla="*/ 317 h 835"/>
                <a:gd name="T6" fmla="*/ 383 w 585"/>
                <a:gd name="T7" fmla="*/ 401 h 835"/>
                <a:gd name="T8" fmla="*/ 359 w 585"/>
                <a:gd name="T9" fmla="*/ 523 h 835"/>
                <a:gd name="T10" fmla="*/ 535 w 585"/>
                <a:gd name="T11" fmla="*/ 440 h 835"/>
                <a:gd name="T12" fmla="*/ 406 w 585"/>
                <a:gd name="T13" fmla="*/ 544 h 835"/>
                <a:gd name="T14" fmla="*/ 404 w 585"/>
                <a:gd name="T15" fmla="*/ 430 h 835"/>
                <a:gd name="T16" fmla="*/ 385 w 585"/>
                <a:gd name="T17" fmla="*/ 393 h 835"/>
                <a:gd name="T18" fmla="*/ 408 w 585"/>
                <a:gd name="T19" fmla="*/ 429 h 835"/>
                <a:gd name="T20" fmla="*/ 406 w 585"/>
                <a:gd name="T21" fmla="*/ 570 h 835"/>
                <a:gd name="T22" fmla="*/ 413 w 585"/>
                <a:gd name="T23" fmla="*/ 536 h 835"/>
                <a:gd name="T24" fmla="*/ 407 w 585"/>
                <a:gd name="T25" fmla="*/ 431 h 835"/>
                <a:gd name="T26" fmla="*/ 363 w 585"/>
                <a:gd name="T27" fmla="*/ 361 h 835"/>
                <a:gd name="T28" fmla="*/ 289 w 585"/>
                <a:gd name="T29" fmla="*/ 345 h 835"/>
                <a:gd name="T30" fmla="*/ 217 w 585"/>
                <a:gd name="T31" fmla="*/ 366 h 835"/>
                <a:gd name="T32" fmla="*/ 206 w 585"/>
                <a:gd name="T33" fmla="*/ 480 h 835"/>
                <a:gd name="T34" fmla="*/ 40 w 585"/>
                <a:gd name="T35" fmla="*/ 170 h 835"/>
                <a:gd name="T36" fmla="*/ 157 w 585"/>
                <a:gd name="T37" fmla="*/ 545 h 835"/>
                <a:gd name="T38" fmla="*/ 185 w 585"/>
                <a:gd name="T39" fmla="*/ 719 h 835"/>
                <a:gd name="T40" fmla="*/ 249 w 585"/>
                <a:gd name="T41" fmla="*/ 831 h 835"/>
                <a:gd name="T42" fmla="*/ 245 w 585"/>
                <a:gd name="T43" fmla="*/ 829 h 835"/>
                <a:gd name="T44" fmla="*/ 224 w 585"/>
                <a:gd name="T45" fmla="*/ 805 h 835"/>
                <a:gd name="T46" fmla="*/ 360 w 585"/>
                <a:gd name="T47" fmla="*/ 812 h 835"/>
                <a:gd name="T48" fmla="*/ 382 w 585"/>
                <a:gd name="T49" fmla="*/ 767 h 835"/>
                <a:gd name="T50" fmla="*/ 375 w 585"/>
                <a:gd name="T51" fmla="*/ 779 h 835"/>
                <a:gd name="T52" fmla="*/ 354 w 585"/>
                <a:gd name="T53" fmla="*/ 801 h 835"/>
                <a:gd name="T54" fmla="*/ 358 w 585"/>
                <a:gd name="T55" fmla="*/ 789 h 835"/>
                <a:gd name="T56" fmla="*/ 180 w 585"/>
                <a:gd name="T57" fmla="*/ 750 h 835"/>
                <a:gd name="T58" fmla="*/ 296 w 585"/>
                <a:gd name="T59" fmla="*/ 716 h 835"/>
                <a:gd name="T60" fmla="*/ 397 w 585"/>
                <a:gd name="T61" fmla="*/ 709 h 835"/>
                <a:gd name="T62" fmla="*/ 362 w 585"/>
                <a:gd name="T63" fmla="*/ 675 h 835"/>
                <a:gd name="T64" fmla="*/ 414 w 585"/>
                <a:gd name="T65" fmla="*/ 634 h 835"/>
                <a:gd name="T66" fmla="*/ 397 w 585"/>
                <a:gd name="T67" fmla="*/ 658 h 835"/>
                <a:gd name="T68" fmla="*/ 405 w 585"/>
                <a:gd name="T69" fmla="*/ 620 h 835"/>
                <a:gd name="T70" fmla="*/ 416 w 585"/>
                <a:gd name="T71" fmla="*/ 599 h 835"/>
                <a:gd name="T72" fmla="*/ 256 w 585"/>
                <a:gd name="T73" fmla="*/ 820 h 835"/>
                <a:gd name="T74" fmla="*/ 228 w 585"/>
                <a:gd name="T75" fmla="*/ 811 h 835"/>
                <a:gd name="T76" fmla="*/ 185 w 585"/>
                <a:gd name="T77" fmla="*/ 718 h 835"/>
                <a:gd name="T78" fmla="*/ 225 w 585"/>
                <a:gd name="T79" fmla="*/ 376 h 835"/>
                <a:gd name="T80" fmla="*/ 270 w 585"/>
                <a:gd name="T81" fmla="*/ 353 h 835"/>
                <a:gd name="T82" fmla="*/ 358 w 585"/>
                <a:gd name="T83" fmla="*/ 348 h 835"/>
                <a:gd name="T84" fmla="*/ 446 w 585"/>
                <a:gd name="T85" fmla="*/ 390 h 835"/>
                <a:gd name="T86" fmla="*/ 407 w 585"/>
                <a:gd name="T87" fmla="*/ 418 h 835"/>
                <a:gd name="T88" fmla="*/ 355 w 585"/>
                <a:gd name="T89" fmla="*/ 374 h 835"/>
                <a:gd name="T90" fmla="*/ 332 w 585"/>
                <a:gd name="T91" fmla="*/ 354 h 835"/>
                <a:gd name="T92" fmla="*/ 242 w 585"/>
                <a:gd name="T93" fmla="*/ 333 h 835"/>
                <a:gd name="T94" fmla="*/ 139 w 585"/>
                <a:gd name="T95" fmla="*/ 387 h 835"/>
                <a:gd name="T96" fmla="*/ 182 w 585"/>
                <a:gd name="T97" fmla="*/ 623 h 835"/>
                <a:gd name="T98" fmla="*/ 372 w 585"/>
                <a:gd name="T99" fmla="*/ 434 h 835"/>
                <a:gd name="T100" fmla="*/ 255 w 585"/>
                <a:gd name="T101" fmla="*/ 373 h 835"/>
                <a:gd name="T102" fmla="*/ 374 w 585"/>
                <a:gd name="T103" fmla="*/ 423 h 835"/>
                <a:gd name="T104" fmla="*/ 235 w 585"/>
                <a:gd name="T105" fmla="*/ 391 h 835"/>
                <a:gd name="T106" fmla="*/ 368 w 585"/>
                <a:gd name="T107" fmla="*/ 468 h 835"/>
                <a:gd name="T108" fmla="*/ 263 w 585"/>
                <a:gd name="T109" fmla="*/ 358 h 835"/>
                <a:gd name="T110" fmla="*/ 343 w 585"/>
                <a:gd name="T111" fmla="*/ 372 h 835"/>
                <a:gd name="T112" fmla="*/ 339 w 585"/>
                <a:gd name="T113" fmla="*/ 361 h 835"/>
                <a:gd name="T114" fmla="*/ 240 w 585"/>
                <a:gd name="T115" fmla="*/ 513 h 835"/>
                <a:gd name="T116" fmla="*/ 185 w 585"/>
                <a:gd name="T117" fmla="*/ 382 h 835"/>
                <a:gd name="T118" fmla="*/ 287 w 585"/>
                <a:gd name="T119" fmla="*/ 300 h 835"/>
                <a:gd name="T120" fmla="*/ 336 w 585"/>
                <a:gd name="T121" fmla="*/ 336 h 835"/>
                <a:gd name="T122" fmla="*/ 382 w 585"/>
                <a:gd name="T123" fmla="*/ 404 h 835"/>
                <a:gd name="T124" fmla="*/ 333 w 585"/>
                <a:gd name="T125" fmla="*/ 593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5" h="835">
                  <a:moveTo>
                    <a:pt x="542" y="139"/>
                  </a:moveTo>
                  <a:cubicBezTo>
                    <a:pt x="526" y="111"/>
                    <a:pt x="507" y="89"/>
                    <a:pt x="486" y="71"/>
                  </a:cubicBezTo>
                  <a:cubicBezTo>
                    <a:pt x="466" y="53"/>
                    <a:pt x="445" y="39"/>
                    <a:pt x="425" y="29"/>
                  </a:cubicBezTo>
                  <a:cubicBezTo>
                    <a:pt x="460" y="48"/>
                    <a:pt x="492" y="74"/>
                    <a:pt x="517" y="106"/>
                  </a:cubicBezTo>
                  <a:cubicBezTo>
                    <a:pt x="542" y="138"/>
                    <a:pt x="561" y="175"/>
                    <a:pt x="571" y="215"/>
                  </a:cubicBezTo>
                  <a:cubicBezTo>
                    <a:pt x="581" y="255"/>
                    <a:pt x="583" y="297"/>
                    <a:pt x="575" y="338"/>
                  </a:cubicBezTo>
                  <a:cubicBezTo>
                    <a:pt x="568" y="378"/>
                    <a:pt x="552" y="418"/>
                    <a:pt x="528" y="452"/>
                  </a:cubicBezTo>
                  <a:cubicBezTo>
                    <a:pt x="504" y="486"/>
                    <a:pt x="472" y="515"/>
                    <a:pt x="436" y="536"/>
                  </a:cubicBezTo>
                  <a:cubicBezTo>
                    <a:pt x="432" y="539"/>
                    <a:pt x="427" y="541"/>
                    <a:pt x="422" y="544"/>
                  </a:cubicBezTo>
                  <a:cubicBezTo>
                    <a:pt x="419" y="545"/>
                    <a:pt x="419" y="545"/>
                    <a:pt x="419" y="545"/>
                  </a:cubicBezTo>
                  <a:cubicBezTo>
                    <a:pt x="416" y="547"/>
                    <a:pt x="416" y="547"/>
                    <a:pt x="416" y="547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9"/>
                    <a:pt x="414" y="549"/>
                    <a:pt x="414" y="549"/>
                  </a:cubicBezTo>
                  <a:cubicBezTo>
                    <a:pt x="414" y="580"/>
                    <a:pt x="414" y="580"/>
                    <a:pt x="414" y="580"/>
                  </a:cubicBezTo>
                  <a:cubicBezTo>
                    <a:pt x="414" y="595"/>
                    <a:pt x="414" y="595"/>
                    <a:pt x="414" y="595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600"/>
                    <a:pt x="414" y="601"/>
                    <a:pt x="414" y="601"/>
                  </a:cubicBezTo>
                  <a:cubicBezTo>
                    <a:pt x="414" y="602"/>
                    <a:pt x="414" y="603"/>
                    <a:pt x="414" y="604"/>
                  </a:cubicBezTo>
                  <a:cubicBezTo>
                    <a:pt x="413" y="607"/>
                    <a:pt x="412" y="610"/>
                    <a:pt x="410" y="613"/>
                  </a:cubicBezTo>
                  <a:cubicBezTo>
                    <a:pt x="406" y="618"/>
                    <a:pt x="400" y="621"/>
                    <a:pt x="393" y="621"/>
                  </a:cubicBezTo>
                  <a:cubicBezTo>
                    <a:pt x="377" y="621"/>
                    <a:pt x="377" y="621"/>
                    <a:pt x="377" y="621"/>
                  </a:cubicBezTo>
                  <a:cubicBezTo>
                    <a:pt x="346" y="621"/>
                    <a:pt x="346" y="621"/>
                    <a:pt x="346" y="621"/>
                  </a:cubicBezTo>
                  <a:cubicBezTo>
                    <a:pt x="336" y="621"/>
                    <a:pt x="336" y="621"/>
                    <a:pt x="336" y="621"/>
                  </a:cubicBezTo>
                  <a:cubicBezTo>
                    <a:pt x="330" y="621"/>
                    <a:pt x="330" y="621"/>
                    <a:pt x="330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32" y="606"/>
                    <a:pt x="332" y="606"/>
                    <a:pt x="332" y="606"/>
                  </a:cubicBezTo>
                  <a:cubicBezTo>
                    <a:pt x="334" y="598"/>
                    <a:pt x="334" y="598"/>
                    <a:pt x="334" y="598"/>
                  </a:cubicBezTo>
                  <a:cubicBezTo>
                    <a:pt x="340" y="578"/>
                    <a:pt x="346" y="558"/>
                    <a:pt x="353" y="539"/>
                  </a:cubicBezTo>
                  <a:cubicBezTo>
                    <a:pt x="360" y="519"/>
                    <a:pt x="367" y="499"/>
                    <a:pt x="374" y="480"/>
                  </a:cubicBezTo>
                  <a:cubicBezTo>
                    <a:pt x="378" y="470"/>
                    <a:pt x="382" y="460"/>
                    <a:pt x="386" y="451"/>
                  </a:cubicBezTo>
                  <a:cubicBezTo>
                    <a:pt x="388" y="446"/>
                    <a:pt x="390" y="441"/>
                    <a:pt x="392" y="437"/>
                  </a:cubicBezTo>
                  <a:cubicBezTo>
                    <a:pt x="395" y="429"/>
                    <a:pt x="395" y="429"/>
                    <a:pt x="395" y="429"/>
                  </a:cubicBezTo>
                  <a:cubicBezTo>
                    <a:pt x="397" y="425"/>
                    <a:pt x="397" y="425"/>
                    <a:pt x="397" y="425"/>
                  </a:cubicBezTo>
                  <a:cubicBezTo>
                    <a:pt x="398" y="423"/>
                    <a:pt x="399" y="421"/>
                    <a:pt x="400" y="420"/>
                  </a:cubicBezTo>
                  <a:cubicBezTo>
                    <a:pt x="404" y="420"/>
                    <a:pt x="404" y="420"/>
                    <a:pt x="404" y="420"/>
                  </a:cubicBezTo>
                  <a:cubicBezTo>
                    <a:pt x="405" y="420"/>
                    <a:pt x="405" y="420"/>
                    <a:pt x="406" y="420"/>
                  </a:cubicBezTo>
                  <a:cubicBezTo>
                    <a:pt x="407" y="420"/>
                    <a:pt x="407" y="420"/>
                    <a:pt x="407" y="420"/>
                  </a:cubicBezTo>
                  <a:cubicBezTo>
                    <a:pt x="408" y="420"/>
                    <a:pt x="408" y="420"/>
                    <a:pt x="408" y="420"/>
                  </a:cubicBezTo>
                  <a:cubicBezTo>
                    <a:pt x="410" y="420"/>
                    <a:pt x="411" y="420"/>
                    <a:pt x="413" y="420"/>
                  </a:cubicBezTo>
                  <a:cubicBezTo>
                    <a:pt x="417" y="420"/>
                    <a:pt x="420" y="419"/>
                    <a:pt x="423" y="418"/>
                  </a:cubicBezTo>
                  <a:cubicBezTo>
                    <a:pt x="430" y="416"/>
                    <a:pt x="435" y="413"/>
                    <a:pt x="440" y="408"/>
                  </a:cubicBezTo>
                  <a:cubicBezTo>
                    <a:pt x="442" y="406"/>
                    <a:pt x="444" y="403"/>
                    <a:pt x="445" y="400"/>
                  </a:cubicBezTo>
                  <a:cubicBezTo>
                    <a:pt x="446" y="397"/>
                    <a:pt x="447" y="394"/>
                    <a:pt x="448" y="390"/>
                  </a:cubicBezTo>
                  <a:cubicBezTo>
                    <a:pt x="449" y="384"/>
                    <a:pt x="448" y="377"/>
                    <a:pt x="445" y="371"/>
                  </a:cubicBezTo>
                  <a:cubicBezTo>
                    <a:pt x="443" y="365"/>
                    <a:pt x="438" y="360"/>
                    <a:pt x="432" y="359"/>
                  </a:cubicBezTo>
                  <a:cubicBezTo>
                    <a:pt x="431" y="359"/>
                    <a:pt x="430" y="359"/>
                    <a:pt x="428" y="359"/>
                  </a:cubicBezTo>
                  <a:cubicBezTo>
                    <a:pt x="427" y="359"/>
                    <a:pt x="425" y="360"/>
                    <a:pt x="424" y="361"/>
                  </a:cubicBezTo>
                  <a:cubicBezTo>
                    <a:pt x="421" y="362"/>
                    <a:pt x="419" y="364"/>
                    <a:pt x="416" y="366"/>
                  </a:cubicBezTo>
                  <a:cubicBezTo>
                    <a:pt x="414" y="368"/>
                    <a:pt x="411" y="371"/>
                    <a:pt x="409" y="374"/>
                  </a:cubicBezTo>
                  <a:cubicBezTo>
                    <a:pt x="409" y="375"/>
                    <a:pt x="408" y="375"/>
                    <a:pt x="408" y="376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7" y="378"/>
                    <a:pt x="407" y="378"/>
                    <a:pt x="407" y="378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399" y="393"/>
                    <a:pt x="399" y="393"/>
                    <a:pt x="399" y="393"/>
                  </a:cubicBezTo>
                  <a:cubicBezTo>
                    <a:pt x="393" y="406"/>
                    <a:pt x="393" y="406"/>
                    <a:pt x="393" y="406"/>
                  </a:cubicBezTo>
                  <a:cubicBezTo>
                    <a:pt x="393" y="406"/>
                    <a:pt x="392" y="406"/>
                    <a:pt x="392" y="406"/>
                  </a:cubicBezTo>
                  <a:cubicBezTo>
                    <a:pt x="391" y="405"/>
                    <a:pt x="391" y="405"/>
                    <a:pt x="391" y="405"/>
                  </a:cubicBezTo>
                  <a:cubicBezTo>
                    <a:pt x="388" y="404"/>
                    <a:pt x="388" y="404"/>
                    <a:pt x="388" y="404"/>
                  </a:cubicBezTo>
                  <a:cubicBezTo>
                    <a:pt x="386" y="403"/>
                    <a:pt x="385" y="403"/>
                    <a:pt x="383" y="402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1" y="400"/>
                    <a:pt x="381" y="400"/>
                    <a:pt x="381" y="400"/>
                  </a:cubicBezTo>
                  <a:cubicBezTo>
                    <a:pt x="380" y="400"/>
                    <a:pt x="380" y="400"/>
                    <a:pt x="379" y="399"/>
                  </a:cubicBezTo>
                  <a:cubicBezTo>
                    <a:pt x="378" y="398"/>
                    <a:pt x="377" y="398"/>
                    <a:pt x="376" y="397"/>
                  </a:cubicBezTo>
                  <a:cubicBezTo>
                    <a:pt x="372" y="394"/>
                    <a:pt x="368" y="390"/>
                    <a:pt x="365" y="386"/>
                  </a:cubicBezTo>
                  <a:cubicBezTo>
                    <a:pt x="362" y="381"/>
                    <a:pt x="359" y="377"/>
                    <a:pt x="357" y="373"/>
                  </a:cubicBezTo>
                  <a:cubicBezTo>
                    <a:pt x="356" y="370"/>
                    <a:pt x="355" y="368"/>
                    <a:pt x="354" y="366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1" y="359"/>
                    <a:pt x="350" y="357"/>
                    <a:pt x="350" y="356"/>
                  </a:cubicBezTo>
                  <a:cubicBezTo>
                    <a:pt x="352" y="354"/>
                    <a:pt x="354" y="353"/>
                    <a:pt x="356" y="352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9" y="350"/>
                    <a:pt x="359" y="350"/>
                    <a:pt x="359" y="350"/>
                  </a:cubicBezTo>
                  <a:cubicBezTo>
                    <a:pt x="359" y="349"/>
                    <a:pt x="360" y="349"/>
                    <a:pt x="360" y="349"/>
                  </a:cubicBezTo>
                  <a:cubicBezTo>
                    <a:pt x="363" y="347"/>
                    <a:pt x="365" y="345"/>
                    <a:pt x="367" y="342"/>
                  </a:cubicBezTo>
                  <a:cubicBezTo>
                    <a:pt x="372" y="338"/>
                    <a:pt x="376" y="333"/>
                    <a:pt x="378" y="328"/>
                  </a:cubicBezTo>
                  <a:cubicBezTo>
                    <a:pt x="380" y="322"/>
                    <a:pt x="382" y="317"/>
                    <a:pt x="380" y="311"/>
                  </a:cubicBezTo>
                  <a:cubicBezTo>
                    <a:pt x="380" y="308"/>
                    <a:pt x="379" y="306"/>
                    <a:pt x="377" y="303"/>
                  </a:cubicBezTo>
                  <a:cubicBezTo>
                    <a:pt x="377" y="302"/>
                    <a:pt x="376" y="301"/>
                    <a:pt x="375" y="300"/>
                  </a:cubicBezTo>
                  <a:cubicBezTo>
                    <a:pt x="374" y="299"/>
                    <a:pt x="373" y="297"/>
                    <a:pt x="372" y="297"/>
                  </a:cubicBezTo>
                  <a:cubicBezTo>
                    <a:pt x="368" y="293"/>
                    <a:pt x="362" y="292"/>
                    <a:pt x="357" y="293"/>
                  </a:cubicBezTo>
                  <a:cubicBezTo>
                    <a:pt x="354" y="294"/>
                    <a:pt x="352" y="295"/>
                    <a:pt x="349" y="296"/>
                  </a:cubicBezTo>
                  <a:cubicBezTo>
                    <a:pt x="347" y="298"/>
                    <a:pt x="345" y="300"/>
                    <a:pt x="343" y="302"/>
                  </a:cubicBezTo>
                  <a:cubicBezTo>
                    <a:pt x="338" y="306"/>
                    <a:pt x="336" y="311"/>
                    <a:pt x="334" y="317"/>
                  </a:cubicBezTo>
                  <a:cubicBezTo>
                    <a:pt x="332" y="323"/>
                    <a:pt x="332" y="329"/>
                    <a:pt x="333" y="335"/>
                  </a:cubicBezTo>
                  <a:cubicBezTo>
                    <a:pt x="332" y="329"/>
                    <a:pt x="332" y="323"/>
                    <a:pt x="334" y="317"/>
                  </a:cubicBezTo>
                  <a:cubicBezTo>
                    <a:pt x="335" y="312"/>
                    <a:pt x="338" y="307"/>
                    <a:pt x="342" y="302"/>
                  </a:cubicBezTo>
                  <a:cubicBezTo>
                    <a:pt x="343" y="301"/>
                    <a:pt x="344" y="300"/>
                    <a:pt x="345" y="299"/>
                  </a:cubicBezTo>
                  <a:cubicBezTo>
                    <a:pt x="346" y="299"/>
                    <a:pt x="346" y="298"/>
                    <a:pt x="347" y="298"/>
                  </a:cubicBezTo>
                  <a:cubicBezTo>
                    <a:pt x="348" y="297"/>
                    <a:pt x="348" y="297"/>
                    <a:pt x="349" y="297"/>
                  </a:cubicBezTo>
                  <a:cubicBezTo>
                    <a:pt x="351" y="295"/>
                    <a:pt x="354" y="294"/>
                    <a:pt x="356" y="293"/>
                  </a:cubicBezTo>
                  <a:cubicBezTo>
                    <a:pt x="362" y="292"/>
                    <a:pt x="368" y="293"/>
                    <a:pt x="372" y="296"/>
                  </a:cubicBezTo>
                  <a:cubicBezTo>
                    <a:pt x="372" y="297"/>
                    <a:pt x="373" y="297"/>
                    <a:pt x="373" y="297"/>
                  </a:cubicBezTo>
                  <a:cubicBezTo>
                    <a:pt x="374" y="298"/>
                    <a:pt x="374" y="299"/>
                    <a:pt x="375" y="299"/>
                  </a:cubicBezTo>
                  <a:cubicBezTo>
                    <a:pt x="375" y="300"/>
                    <a:pt x="376" y="301"/>
                    <a:pt x="377" y="303"/>
                  </a:cubicBezTo>
                  <a:cubicBezTo>
                    <a:pt x="379" y="305"/>
                    <a:pt x="380" y="308"/>
                    <a:pt x="380" y="310"/>
                  </a:cubicBezTo>
                  <a:cubicBezTo>
                    <a:pt x="382" y="316"/>
                    <a:pt x="381" y="322"/>
                    <a:pt x="378" y="327"/>
                  </a:cubicBezTo>
                  <a:cubicBezTo>
                    <a:pt x="376" y="333"/>
                    <a:pt x="372" y="338"/>
                    <a:pt x="368" y="342"/>
                  </a:cubicBezTo>
                  <a:cubicBezTo>
                    <a:pt x="366" y="345"/>
                    <a:pt x="363" y="347"/>
                    <a:pt x="361" y="349"/>
                  </a:cubicBezTo>
                  <a:cubicBezTo>
                    <a:pt x="360" y="349"/>
                    <a:pt x="359" y="350"/>
                    <a:pt x="359" y="350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4" y="353"/>
                    <a:pt x="352" y="354"/>
                    <a:pt x="350" y="356"/>
                  </a:cubicBezTo>
                  <a:cubicBezTo>
                    <a:pt x="350" y="356"/>
                    <a:pt x="350" y="356"/>
                    <a:pt x="350" y="356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8"/>
                    <a:pt x="351" y="358"/>
                    <a:pt x="351" y="358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4" y="366"/>
                    <a:pt x="354" y="366"/>
                    <a:pt x="354" y="366"/>
                  </a:cubicBezTo>
                  <a:cubicBezTo>
                    <a:pt x="355" y="368"/>
                    <a:pt x="356" y="370"/>
                    <a:pt x="357" y="372"/>
                  </a:cubicBezTo>
                  <a:cubicBezTo>
                    <a:pt x="359" y="377"/>
                    <a:pt x="362" y="381"/>
                    <a:pt x="365" y="385"/>
                  </a:cubicBezTo>
                  <a:cubicBezTo>
                    <a:pt x="368" y="389"/>
                    <a:pt x="372" y="393"/>
                    <a:pt x="376" y="397"/>
                  </a:cubicBezTo>
                  <a:cubicBezTo>
                    <a:pt x="377" y="397"/>
                    <a:pt x="378" y="398"/>
                    <a:pt x="379" y="399"/>
                  </a:cubicBezTo>
                  <a:cubicBezTo>
                    <a:pt x="380" y="399"/>
                    <a:pt x="380" y="400"/>
                    <a:pt x="381" y="400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3" y="401"/>
                    <a:pt x="383" y="401"/>
                    <a:pt x="383" y="401"/>
                  </a:cubicBezTo>
                  <a:cubicBezTo>
                    <a:pt x="385" y="402"/>
                    <a:pt x="386" y="403"/>
                    <a:pt x="388" y="404"/>
                  </a:cubicBezTo>
                  <a:cubicBezTo>
                    <a:pt x="390" y="405"/>
                    <a:pt x="390" y="405"/>
                    <a:pt x="390" y="405"/>
                  </a:cubicBezTo>
                  <a:cubicBezTo>
                    <a:pt x="392" y="405"/>
                    <a:pt x="392" y="405"/>
                    <a:pt x="392" y="405"/>
                  </a:cubicBezTo>
                  <a:cubicBezTo>
                    <a:pt x="392" y="405"/>
                    <a:pt x="393" y="406"/>
                    <a:pt x="393" y="406"/>
                  </a:cubicBezTo>
                  <a:cubicBezTo>
                    <a:pt x="399" y="392"/>
                    <a:pt x="399" y="392"/>
                    <a:pt x="399" y="392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406" y="378"/>
                    <a:pt x="406" y="378"/>
                    <a:pt x="406" y="378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8" y="376"/>
                    <a:pt x="408" y="376"/>
                    <a:pt x="408" y="376"/>
                  </a:cubicBezTo>
                  <a:cubicBezTo>
                    <a:pt x="408" y="375"/>
                    <a:pt x="409" y="374"/>
                    <a:pt x="409" y="374"/>
                  </a:cubicBezTo>
                  <a:cubicBezTo>
                    <a:pt x="411" y="371"/>
                    <a:pt x="414" y="368"/>
                    <a:pt x="416" y="366"/>
                  </a:cubicBezTo>
                  <a:cubicBezTo>
                    <a:pt x="421" y="361"/>
                    <a:pt x="427" y="358"/>
                    <a:pt x="432" y="359"/>
                  </a:cubicBezTo>
                  <a:cubicBezTo>
                    <a:pt x="435" y="360"/>
                    <a:pt x="438" y="361"/>
                    <a:pt x="440" y="363"/>
                  </a:cubicBezTo>
                  <a:cubicBezTo>
                    <a:pt x="443" y="365"/>
                    <a:pt x="444" y="368"/>
                    <a:pt x="446" y="371"/>
                  </a:cubicBezTo>
                  <a:cubicBezTo>
                    <a:pt x="448" y="377"/>
                    <a:pt x="449" y="384"/>
                    <a:pt x="448" y="390"/>
                  </a:cubicBezTo>
                  <a:cubicBezTo>
                    <a:pt x="447" y="394"/>
                    <a:pt x="447" y="397"/>
                    <a:pt x="445" y="400"/>
                  </a:cubicBezTo>
                  <a:cubicBezTo>
                    <a:pt x="444" y="403"/>
                    <a:pt x="442" y="406"/>
                    <a:pt x="440" y="408"/>
                  </a:cubicBezTo>
                  <a:cubicBezTo>
                    <a:pt x="436" y="413"/>
                    <a:pt x="430" y="417"/>
                    <a:pt x="423" y="419"/>
                  </a:cubicBezTo>
                  <a:cubicBezTo>
                    <a:pt x="420" y="420"/>
                    <a:pt x="416" y="420"/>
                    <a:pt x="413" y="420"/>
                  </a:cubicBezTo>
                  <a:cubicBezTo>
                    <a:pt x="411" y="421"/>
                    <a:pt x="410" y="421"/>
                    <a:pt x="408" y="421"/>
                  </a:cubicBezTo>
                  <a:cubicBezTo>
                    <a:pt x="407" y="421"/>
                    <a:pt x="407" y="421"/>
                    <a:pt x="407" y="421"/>
                  </a:cubicBezTo>
                  <a:cubicBezTo>
                    <a:pt x="407" y="421"/>
                    <a:pt x="407" y="421"/>
                    <a:pt x="406" y="421"/>
                  </a:cubicBezTo>
                  <a:cubicBezTo>
                    <a:pt x="405" y="421"/>
                    <a:pt x="405" y="421"/>
                    <a:pt x="404" y="420"/>
                  </a:cubicBezTo>
                  <a:cubicBezTo>
                    <a:pt x="400" y="420"/>
                    <a:pt x="400" y="420"/>
                    <a:pt x="400" y="420"/>
                  </a:cubicBezTo>
                  <a:cubicBezTo>
                    <a:pt x="399" y="422"/>
                    <a:pt x="399" y="423"/>
                    <a:pt x="398" y="425"/>
                  </a:cubicBezTo>
                  <a:cubicBezTo>
                    <a:pt x="396" y="429"/>
                    <a:pt x="396" y="429"/>
                    <a:pt x="396" y="429"/>
                  </a:cubicBezTo>
                  <a:cubicBezTo>
                    <a:pt x="393" y="435"/>
                    <a:pt x="393" y="435"/>
                    <a:pt x="393" y="435"/>
                  </a:cubicBezTo>
                  <a:cubicBezTo>
                    <a:pt x="388" y="447"/>
                    <a:pt x="388" y="447"/>
                    <a:pt x="388" y="447"/>
                  </a:cubicBezTo>
                  <a:cubicBezTo>
                    <a:pt x="384" y="456"/>
                    <a:pt x="381" y="464"/>
                    <a:pt x="378" y="472"/>
                  </a:cubicBezTo>
                  <a:cubicBezTo>
                    <a:pt x="371" y="489"/>
                    <a:pt x="365" y="506"/>
                    <a:pt x="359" y="523"/>
                  </a:cubicBezTo>
                  <a:cubicBezTo>
                    <a:pt x="353" y="539"/>
                    <a:pt x="347" y="556"/>
                    <a:pt x="342" y="573"/>
                  </a:cubicBezTo>
                  <a:cubicBezTo>
                    <a:pt x="340" y="581"/>
                    <a:pt x="337" y="590"/>
                    <a:pt x="335" y="598"/>
                  </a:cubicBezTo>
                  <a:cubicBezTo>
                    <a:pt x="330" y="612"/>
                    <a:pt x="330" y="612"/>
                    <a:pt x="330" y="612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39" y="621"/>
                    <a:pt x="339" y="621"/>
                    <a:pt x="339" y="621"/>
                  </a:cubicBezTo>
                  <a:cubicBezTo>
                    <a:pt x="392" y="621"/>
                    <a:pt x="392" y="621"/>
                    <a:pt x="392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4" y="621"/>
                    <a:pt x="395" y="621"/>
                    <a:pt x="395" y="621"/>
                  </a:cubicBezTo>
                  <a:cubicBezTo>
                    <a:pt x="397" y="621"/>
                    <a:pt x="398" y="620"/>
                    <a:pt x="399" y="620"/>
                  </a:cubicBezTo>
                  <a:cubicBezTo>
                    <a:pt x="402" y="619"/>
                    <a:pt x="404" y="618"/>
                    <a:pt x="406" y="616"/>
                  </a:cubicBezTo>
                  <a:cubicBezTo>
                    <a:pt x="410" y="613"/>
                    <a:pt x="413" y="608"/>
                    <a:pt x="414" y="603"/>
                  </a:cubicBezTo>
                  <a:cubicBezTo>
                    <a:pt x="414" y="602"/>
                    <a:pt x="414" y="601"/>
                    <a:pt x="414" y="601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596"/>
                    <a:pt x="414" y="596"/>
                    <a:pt x="414" y="596"/>
                  </a:cubicBezTo>
                  <a:cubicBezTo>
                    <a:pt x="414" y="590"/>
                    <a:pt x="414" y="590"/>
                    <a:pt x="414" y="590"/>
                  </a:cubicBezTo>
                  <a:cubicBezTo>
                    <a:pt x="414" y="577"/>
                    <a:pt x="414" y="577"/>
                    <a:pt x="414" y="577"/>
                  </a:cubicBezTo>
                  <a:cubicBezTo>
                    <a:pt x="414" y="552"/>
                    <a:pt x="414" y="552"/>
                    <a:pt x="414" y="552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7"/>
                    <a:pt x="415" y="547"/>
                    <a:pt x="415" y="547"/>
                  </a:cubicBezTo>
                  <a:cubicBezTo>
                    <a:pt x="416" y="546"/>
                    <a:pt x="416" y="546"/>
                    <a:pt x="416" y="546"/>
                  </a:cubicBezTo>
                  <a:cubicBezTo>
                    <a:pt x="420" y="545"/>
                    <a:pt x="424" y="543"/>
                    <a:pt x="428" y="541"/>
                  </a:cubicBezTo>
                  <a:cubicBezTo>
                    <a:pt x="442" y="533"/>
                    <a:pt x="456" y="523"/>
                    <a:pt x="470" y="513"/>
                  </a:cubicBezTo>
                  <a:cubicBezTo>
                    <a:pt x="496" y="493"/>
                    <a:pt x="518" y="468"/>
                    <a:pt x="535" y="440"/>
                  </a:cubicBezTo>
                  <a:cubicBezTo>
                    <a:pt x="553" y="412"/>
                    <a:pt x="565" y="382"/>
                    <a:pt x="572" y="350"/>
                  </a:cubicBezTo>
                  <a:cubicBezTo>
                    <a:pt x="580" y="319"/>
                    <a:pt x="581" y="286"/>
                    <a:pt x="578" y="255"/>
                  </a:cubicBezTo>
                  <a:cubicBezTo>
                    <a:pt x="574" y="223"/>
                    <a:pt x="566" y="192"/>
                    <a:pt x="552" y="164"/>
                  </a:cubicBezTo>
                  <a:cubicBezTo>
                    <a:pt x="539" y="135"/>
                    <a:pt x="521" y="109"/>
                    <a:pt x="499" y="86"/>
                  </a:cubicBezTo>
                  <a:cubicBezTo>
                    <a:pt x="477" y="63"/>
                    <a:pt x="451" y="44"/>
                    <a:pt x="424" y="30"/>
                  </a:cubicBezTo>
                  <a:cubicBezTo>
                    <a:pt x="412" y="23"/>
                    <a:pt x="399" y="18"/>
                    <a:pt x="386" y="13"/>
                  </a:cubicBezTo>
                  <a:cubicBezTo>
                    <a:pt x="369" y="8"/>
                    <a:pt x="353" y="4"/>
                    <a:pt x="339" y="2"/>
                  </a:cubicBezTo>
                  <a:cubicBezTo>
                    <a:pt x="325" y="0"/>
                    <a:pt x="313" y="0"/>
                    <a:pt x="305" y="0"/>
                  </a:cubicBezTo>
                  <a:cubicBezTo>
                    <a:pt x="296" y="0"/>
                    <a:pt x="291" y="0"/>
                    <a:pt x="291" y="1"/>
                  </a:cubicBezTo>
                  <a:cubicBezTo>
                    <a:pt x="291" y="1"/>
                    <a:pt x="296" y="2"/>
                    <a:pt x="308" y="3"/>
                  </a:cubicBezTo>
                  <a:cubicBezTo>
                    <a:pt x="314" y="3"/>
                    <a:pt x="322" y="4"/>
                    <a:pt x="331" y="6"/>
                  </a:cubicBezTo>
                  <a:cubicBezTo>
                    <a:pt x="341" y="7"/>
                    <a:pt x="352" y="10"/>
                    <a:pt x="365" y="13"/>
                  </a:cubicBezTo>
                  <a:cubicBezTo>
                    <a:pt x="372" y="15"/>
                    <a:pt x="380" y="18"/>
                    <a:pt x="388" y="21"/>
                  </a:cubicBezTo>
                  <a:cubicBezTo>
                    <a:pt x="397" y="24"/>
                    <a:pt x="405" y="28"/>
                    <a:pt x="413" y="31"/>
                  </a:cubicBezTo>
                  <a:cubicBezTo>
                    <a:pt x="429" y="39"/>
                    <a:pt x="440" y="46"/>
                    <a:pt x="440" y="46"/>
                  </a:cubicBezTo>
                  <a:cubicBezTo>
                    <a:pt x="445" y="49"/>
                    <a:pt x="445" y="50"/>
                    <a:pt x="444" y="50"/>
                  </a:cubicBezTo>
                  <a:cubicBezTo>
                    <a:pt x="443" y="50"/>
                    <a:pt x="440" y="48"/>
                    <a:pt x="437" y="47"/>
                  </a:cubicBezTo>
                  <a:cubicBezTo>
                    <a:pt x="475" y="70"/>
                    <a:pt x="507" y="102"/>
                    <a:pt x="530" y="139"/>
                  </a:cubicBezTo>
                  <a:cubicBezTo>
                    <a:pt x="553" y="176"/>
                    <a:pt x="567" y="219"/>
                    <a:pt x="571" y="263"/>
                  </a:cubicBezTo>
                  <a:cubicBezTo>
                    <a:pt x="572" y="285"/>
                    <a:pt x="572" y="307"/>
                    <a:pt x="568" y="329"/>
                  </a:cubicBezTo>
                  <a:cubicBezTo>
                    <a:pt x="565" y="350"/>
                    <a:pt x="559" y="371"/>
                    <a:pt x="551" y="392"/>
                  </a:cubicBezTo>
                  <a:cubicBezTo>
                    <a:pt x="535" y="432"/>
                    <a:pt x="509" y="469"/>
                    <a:pt x="475" y="498"/>
                  </a:cubicBezTo>
                  <a:cubicBezTo>
                    <a:pt x="462" y="510"/>
                    <a:pt x="448" y="520"/>
                    <a:pt x="432" y="529"/>
                  </a:cubicBezTo>
                  <a:cubicBezTo>
                    <a:pt x="428" y="531"/>
                    <a:pt x="425" y="533"/>
                    <a:pt x="421" y="535"/>
                  </a:cubicBezTo>
                  <a:cubicBezTo>
                    <a:pt x="419" y="536"/>
                    <a:pt x="417" y="537"/>
                    <a:pt x="415" y="538"/>
                  </a:cubicBezTo>
                  <a:cubicBezTo>
                    <a:pt x="413" y="539"/>
                    <a:pt x="410" y="541"/>
                    <a:pt x="407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4"/>
                    <a:pt x="406" y="544"/>
                    <a:pt x="406" y="544"/>
                  </a:cubicBezTo>
                  <a:cubicBezTo>
                    <a:pt x="406" y="547"/>
                    <a:pt x="406" y="547"/>
                    <a:pt x="406" y="547"/>
                  </a:cubicBezTo>
                  <a:cubicBezTo>
                    <a:pt x="406" y="551"/>
                    <a:pt x="406" y="551"/>
                    <a:pt x="406" y="551"/>
                  </a:cubicBezTo>
                  <a:cubicBezTo>
                    <a:pt x="406" y="558"/>
                    <a:pt x="406" y="558"/>
                    <a:pt x="406" y="558"/>
                  </a:cubicBezTo>
                  <a:cubicBezTo>
                    <a:pt x="406" y="571"/>
                    <a:pt x="406" y="571"/>
                    <a:pt x="406" y="571"/>
                  </a:cubicBezTo>
                  <a:cubicBezTo>
                    <a:pt x="406" y="598"/>
                    <a:pt x="406" y="598"/>
                    <a:pt x="406" y="598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1"/>
                    <a:pt x="406" y="601"/>
                    <a:pt x="406" y="601"/>
                  </a:cubicBezTo>
                  <a:cubicBezTo>
                    <a:pt x="406" y="602"/>
                    <a:pt x="406" y="603"/>
                    <a:pt x="406" y="604"/>
                  </a:cubicBezTo>
                  <a:cubicBezTo>
                    <a:pt x="405" y="605"/>
                    <a:pt x="404" y="607"/>
                    <a:pt x="403" y="608"/>
                  </a:cubicBezTo>
                  <a:cubicBezTo>
                    <a:pt x="401" y="611"/>
                    <a:pt x="398" y="613"/>
                    <a:pt x="394" y="613"/>
                  </a:cubicBezTo>
                  <a:cubicBezTo>
                    <a:pt x="394" y="613"/>
                    <a:pt x="393" y="613"/>
                    <a:pt x="393" y="613"/>
                  </a:cubicBezTo>
                  <a:cubicBezTo>
                    <a:pt x="391" y="613"/>
                    <a:pt x="391" y="613"/>
                    <a:pt x="391" y="613"/>
                  </a:cubicBezTo>
                  <a:cubicBezTo>
                    <a:pt x="388" y="613"/>
                    <a:pt x="388" y="613"/>
                    <a:pt x="388" y="613"/>
                  </a:cubicBezTo>
                  <a:cubicBezTo>
                    <a:pt x="381" y="613"/>
                    <a:pt x="381" y="613"/>
                    <a:pt x="381" y="613"/>
                  </a:cubicBezTo>
                  <a:cubicBezTo>
                    <a:pt x="368" y="613"/>
                    <a:pt x="368" y="613"/>
                    <a:pt x="368" y="613"/>
                  </a:cubicBezTo>
                  <a:cubicBezTo>
                    <a:pt x="342" y="613"/>
                    <a:pt x="342" y="613"/>
                    <a:pt x="342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8" y="613"/>
                    <a:pt x="339" y="613"/>
                    <a:pt x="339" y="613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0"/>
                    <a:pt x="339" y="610"/>
                    <a:pt x="339" y="610"/>
                  </a:cubicBezTo>
                  <a:cubicBezTo>
                    <a:pt x="342" y="599"/>
                    <a:pt x="342" y="599"/>
                    <a:pt x="342" y="599"/>
                  </a:cubicBezTo>
                  <a:cubicBezTo>
                    <a:pt x="345" y="591"/>
                    <a:pt x="348" y="582"/>
                    <a:pt x="350" y="574"/>
                  </a:cubicBezTo>
                  <a:cubicBezTo>
                    <a:pt x="355" y="557"/>
                    <a:pt x="361" y="540"/>
                    <a:pt x="367" y="524"/>
                  </a:cubicBezTo>
                  <a:cubicBezTo>
                    <a:pt x="373" y="507"/>
                    <a:pt x="379" y="490"/>
                    <a:pt x="385" y="474"/>
                  </a:cubicBezTo>
                  <a:cubicBezTo>
                    <a:pt x="389" y="466"/>
                    <a:pt x="392" y="458"/>
                    <a:pt x="396" y="450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403" y="432"/>
                    <a:pt x="403" y="432"/>
                    <a:pt x="403" y="432"/>
                  </a:cubicBezTo>
                  <a:cubicBezTo>
                    <a:pt x="404" y="430"/>
                    <a:pt x="404" y="430"/>
                    <a:pt x="404" y="430"/>
                  </a:cubicBezTo>
                  <a:cubicBezTo>
                    <a:pt x="405" y="429"/>
                    <a:pt x="405" y="429"/>
                    <a:pt x="405" y="428"/>
                  </a:cubicBezTo>
                  <a:cubicBezTo>
                    <a:pt x="405" y="428"/>
                    <a:pt x="406" y="428"/>
                    <a:pt x="406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8" y="429"/>
                    <a:pt x="408" y="429"/>
                    <a:pt x="408" y="429"/>
                  </a:cubicBezTo>
                  <a:cubicBezTo>
                    <a:pt x="410" y="429"/>
                    <a:pt x="412" y="429"/>
                    <a:pt x="414" y="428"/>
                  </a:cubicBezTo>
                  <a:cubicBezTo>
                    <a:pt x="418" y="428"/>
                    <a:pt x="422" y="427"/>
                    <a:pt x="426" y="426"/>
                  </a:cubicBezTo>
                  <a:cubicBezTo>
                    <a:pt x="433" y="424"/>
                    <a:pt x="441" y="420"/>
                    <a:pt x="446" y="413"/>
                  </a:cubicBezTo>
                  <a:cubicBezTo>
                    <a:pt x="449" y="410"/>
                    <a:pt x="451" y="407"/>
                    <a:pt x="453" y="403"/>
                  </a:cubicBezTo>
                  <a:cubicBezTo>
                    <a:pt x="454" y="399"/>
                    <a:pt x="455" y="395"/>
                    <a:pt x="456" y="391"/>
                  </a:cubicBezTo>
                  <a:cubicBezTo>
                    <a:pt x="457" y="383"/>
                    <a:pt x="457" y="375"/>
                    <a:pt x="453" y="367"/>
                  </a:cubicBezTo>
                  <a:cubicBezTo>
                    <a:pt x="451" y="363"/>
                    <a:pt x="449" y="360"/>
                    <a:pt x="446" y="357"/>
                  </a:cubicBezTo>
                  <a:cubicBezTo>
                    <a:pt x="442" y="354"/>
                    <a:pt x="438" y="352"/>
                    <a:pt x="434" y="351"/>
                  </a:cubicBezTo>
                  <a:cubicBezTo>
                    <a:pt x="433" y="351"/>
                    <a:pt x="431" y="351"/>
                    <a:pt x="430" y="351"/>
                  </a:cubicBezTo>
                  <a:cubicBezTo>
                    <a:pt x="429" y="351"/>
                    <a:pt x="428" y="351"/>
                    <a:pt x="427" y="351"/>
                  </a:cubicBezTo>
                  <a:cubicBezTo>
                    <a:pt x="424" y="351"/>
                    <a:pt x="422" y="352"/>
                    <a:pt x="420" y="353"/>
                  </a:cubicBezTo>
                  <a:cubicBezTo>
                    <a:pt x="416" y="355"/>
                    <a:pt x="413" y="357"/>
                    <a:pt x="410" y="360"/>
                  </a:cubicBezTo>
                  <a:cubicBezTo>
                    <a:pt x="407" y="363"/>
                    <a:pt x="405" y="366"/>
                    <a:pt x="402" y="369"/>
                  </a:cubicBezTo>
                  <a:cubicBezTo>
                    <a:pt x="402" y="369"/>
                    <a:pt x="401" y="370"/>
                    <a:pt x="401" y="371"/>
                  </a:cubicBezTo>
                  <a:cubicBezTo>
                    <a:pt x="400" y="372"/>
                    <a:pt x="400" y="372"/>
                    <a:pt x="400" y="372"/>
                  </a:cubicBezTo>
                  <a:cubicBezTo>
                    <a:pt x="400" y="373"/>
                    <a:pt x="400" y="373"/>
                    <a:pt x="400" y="373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5"/>
                    <a:pt x="389" y="395"/>
                    <a:pt x="389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7" y="394"/>
                    <a:pt x="387" y="394"/>
                    <a:pt x="387" y="394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5" y="393"/>
                    <a:pt x="385" y="393"/>
                    <a:pt x="385" y="393"/>
                  </a:cubicBezTo>
                  <a:cubicBezTo>
                    <a:pt x="385" y="392"/>
                    <a:pt x="384" y="392"/>
                    <a:pt x="383" y="391"/>
                  </a:cubicBezTo>
                  <a:cubicBezTo>
                    <a:pt x="380" y="389"/>
                    <a:pt x="377" y="386"/>
                    <a:pt x="375" y="383"/>
                  </a:cubicBezTo>
                  <a:cubicBezTo>
                    <a:pt x="369" y="377"/>
                    <a:pt x="365" y="370"/>
                    <a:pt x="362" y="363"/>
                  </a:cubicBezTo>
                  <a:cubicBezTo>
                    <a:pt x="365" y="370"/>
                    <a:pt x="369" y="377"/>
                    <a:pt x="375" y="383"/>
                  </a:cubicBezTo>
                  <a:cubicBezTo>
                    <a:pt x="377" y="386"/>
                    <a:pt x="380" y="389"/>
                    <a:pt x="383" y="391"/>
                  </a:cubicBezTo>
                  <a:cubicBezTo>
                    <a:pt x="384" y="392"/>
                    <a:pt x="385" y="392"/>
                    <a:pt x="385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7" y="393"/>
                    <a:pt x="387" y="393"/>
                    <a:pt x="387" y="393"/>
                  </a:cubicBezTo>
                  <a:cubicBezTo>
                    <a:pt x="387" y="394"/>
                    <a:pt x="387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4"/>
                    <a:pt x="389" y="395"/>
                    <a:pt x="389" y="394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9" y="373"/>
                    <a:pt x="399" y="373"/>
                    <a:pt x="400" y="372"/>
                  </a:cubicBezTo>
                  <a:cubicBezTo>
                    <a:pt x="401" y="371"/>
                    <a:pt x="401" y="371"/>
                    <a:pt x="401" y="371"/>
                  </a:cubicBezTo>
                  <a:cubicBezTo>
                    <a:pt x="401" y="370"/>
                    <a:pt x="402" y="369"/>
                    <a:pt x="402" y="369"/>
                  </a:cubicBezTo>
                  <a:cubicBezTo>
                    <a:pt x="405" y="365"/>
                    <a:pt x="407" y="362"/>
                    <a:pt x="410" y="360"/>
                  </a:cubicBezTo>
                  <a:cubicBezTo>
                    <a:pt x="413" y="357"/>
                    <a:pt x="417" y="354"/>
                    <a:pt x="421" y="353"/>
                  </a:cubicBezTo>
                  <a:cubicBezTo>
                    <a:pt x="423" y="352"/>
                    <a:pt x="425" y="351"/>
                    <a:pt x="427" y="351"/>
                  </a:cubicBezTo>
                  <a:cubicBezTo>
                    <a:pt x="429" y="350"/>
                    <a:pt x="432" y="350"/>
                    <a:pt x="434" y="351"/>
                  </a:cubicBezTo>
                  <a:cubicBezTo>
                    <a:pt x="439" y="352"/>
                    <a:pt x="443" y="354"/>
                    <a:pt x="446" y="357"/>
                  </a:cubicBezTo>
                  <a:cubicBezTo>
                    <a:pt x="449" y="360"/>
                    <a:pt x="452" y="364"/>
                    <a:pt x="453" y="368"/>
                  </a:cubicBezTo>
                  <a:cubicBezTo>
                    <a:pt x="457" y="375"/>
                    <a:pt x="457" y="384"/>
                    <a:pt x="456" y="392"/>
                  </a:cubicBezTo>
                  <a:cubicBezTo>
                    <a:pt x="455" y="396"/>
                    <a:pt x="454" y="400"/>
                    <a:pt x="453" y="403"/>
                  </a:cubicBezTo>
                  <a:cubicBezTo>
                    <a:pt x="451" y="407"/>
                    <a:pt x="449" y="411"/>
                    <a:pt x="446" y="414"/>
                  </a:cubicBezTo>
                  <a:cubicBezTo>
                    <a:pt x="441" y="420"/>
                    <a:pt x="433" y="424"/>
                    <a:pt x="425" y="426"/>
                  </a:cubicBezTo>
                  <a:cubicBezTo>
                    <a:pt x="422" y="428"/>
                    <a:pt x="418" y="428"/>
                    <a:pt x="414" y="429"/>
                  </a:cubicBezTo>
                  <a:cubicBezTo>
                    <a:pt x="412" y="429"/>
                    <a:pt x="410" y="429"/>
                    <a:pt x="408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6" y="429"/>
                    <a:pt x="406" y="429"/>
                    <a:pt x="406" y="429"/>
                  </a:cubicBezTo>
                  <a:cubicBezTo>
                    <a:pt x="406" y="429"/>
                    <a:pt x="405" y="429"/>
                    <a:pt x="405" y="429"/>
                  </a:cubicBezTo>
                  <a:cubicBezTo>
                    <a:pt x="405" y="429"/>
                    <a:pt x="405" y="429"/>
                    <a:pt x="404" y="430"/>
                  </a:cubicBezTo>
                  <a:cubicBezTo>
                    <a:pt x="404" y="432"/>
                    <a:pt x="404" y="432"/>
                    <a:pt x="404" y="432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396" y="450"/>
                    <a:pt x="396" y="450"/>
                    <a:pt x="396" y="450"/>
                  </a:cubicBezTo>
                  <a:cubicBezTo>
                    <a:pt x="392" y="458"/>
                    <a:pt x="389" y="466"/>
                    <a:pt x="385" y="475"/>
                  </a:cubicBezTo>
                  <a:cubicBezTo>
                    <a:pt x="379" y="491"/>
                    <a:pt x="373" y="508"/>
                    <a:pt x="367" y="525"/>
                  </a:cubicBezTo>
                  <a:cubicBezTo>
                    <a:pt x="361" y="541"/>
                    <a:pt x="355" y="558"/>
                    <a:pt x="350" y="575"/>
                  </a:cubicBezTo>
                  <a:cubicBezTo>
                    <a:pt x="347" y="584"/>
                    <a:pt x="345" y="592"/>
                    <a:pt x="342" y="601"/>
                  </a:cubicBezTo>
                  <a:cubicBezTo>
                    <a:pt x="339" y="611"/>
                    <a:pt x="339" y="611"/>
                    <a:pt x="339" y="611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40" y="613"/>
                    <a:pt x="340" y="613"/>
                    <a:pt x="340" y="613"/>
                  </a:cubicBezTo>
                  <a:cubicBezTo>
                    <a:pt x="343" y="613"/>
                    <a:pt x="343" y="613"/>
                    <a:pt x="343" y="613"/>
                  </a:cubicBezTo>
                  <a:cubicBezTo>
                    <a:pt x="369" y="613"/>
                    <a:pt x="369" y="613"/>
                    <a:pt x="369" y="613"/>
                  </a:cubicBezTo>
                  <a:cubicBezTo>
                    <a:pt x="382" y="613"/>
                    <a:pt x="382" y="613"/>
                    <a:pt x="382" y="613"/>
                  </a:cubicBezTo>
                  <a:cubicBezTo>
                    <a:pt x="389" y="613"/>
                    <a:pt x="389" y="613"/>
                    <a:pt x="389" y="613"/>
                  </a:cubicBezTo>
                  <a:cubicBezTo>
                    <a:pt x="392" y="613"/>
                    <a:pt x="392" y="613"/>
                    <a:pt x="392" y="613"/>
                  </a:cubicBezTo>
                  <a:cubicBezTo>
                    <a:pt x="393" y="613"/>
                    <a:pt x="393" y="613"/>
                    <a:pt x="394" y="613"/>
                  </a:cubicBezTo>
                  <a:cubicBezTo>
                    <a:pt x="394" y="613"/>
                    <a:pt x="395" y="613"/>
                    <a:pt x="395" y="613"/>
                  </a:cubicBezTo>
                  <a:cubicBezTo>
                    <a:pt x="398" y="612"/>
                    <a:pt x="402" y="610"/>
                    <a:pt x="404" y="607"/>
                  </a:cubicBezTo>
                  <a:cubicBezTo>
                    <a:pt x="405" y="606"/>
                    <a:pt x="405" y="604"/>
                    <a:pt x="406" y="603"/>
                  </a:cubicBezTo>
                  <a:cubicBezTo>
                    <a:pt x="406" y="602"/>
                    <a:pt x="406" y="601"/>
                    <a:pt x="406" y="600"/>
                  </a:cubicBezTo>
                  <a:cubicBezTo>
                    <a:pt x="406" y="597"/>
                    <a:pt x="406" y="597"/>
                    <a:pt x="406" y="597"/>
                  </a:cubicBezTo>
                  <a:cubicBezTo>
                    <a:pt x="406" y="570"/>
                    <a:pt x="406" y="570"/>
                    <a:pt x="406" y="570"/>
                  </a:cubicBezTo>
                  <a:cubicBezTo>
                    <a:pt x="406" y="557"/>
                    <a:pt x="406" y="557"/>
                    <a:pt x="406" y="557"/>
                  </a:cubicBezTo>
                  <a:cubicBezTo>
                    <a:pt x="406" y="550"/>
                    <a:pt x="406" y="550"/>
                    <a:pt x="406" y="550"/>
                  </a:cubicBezTo>
                  <a:cubicBezTo>
                    <a:pt x="406" y="545"/>
                    <a:pt x="406" y="545"/>
                    <a:pt x="406" y="545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7" y="542"/>
                    <a:pt x="407" y="542"/>
                    <a:pt x="407" y="542"/>
                  </a:cubicBezTo>
                  <a:cubicBezTo>
                    <a:pt x="408" y="542"/>
                    <a:pt x="408" y="542"/>
                    <a:pt x="408" y="542"/>
                  </a:cubicBezTo>
                  <a:cubicBezTo>
                    <a:pt x="412" y="540"/>
                    <a:pt x="412" y="540"/>
                    <a:pt x="412" y="540"/>
                  </a:cubicBezTo>
                  <a:cubicBezTo>
                    <a:pt x="415" y="538"/>
                    <a:pt x="415" y="538"/>
                    <a:pt x="415" y="538"/>
                  </a:cubicBezTo>
                  <a:cubicBezTo>
                    <a:pt x="417" y="537"/>
                    <a:pt x="419" y="536"/>
                    <a:pt x="421" y="535"/>
                  </a:cubicBezTo>
                  <a:cubicBezTo>
                    <a:pt x="425" y="533"/>
                    <a:pt x="429" y="531"/>
                    <a:pt x="433" y="529"/>
                  </a:cubicBezTo>
                  <a:cubicBezTo>
                    <a:pt x="448" y="520"/>
                    <a:pt x="462" y="509"/>
                    <a:pt x="475" y="498"/>
                  </a:cubicBezTo>
                  <a:cubicBezTo>
                    <a:pt x="509" y="469"/>
                    <a:pt x="535" y="432"/>
                    <a:pt x="551" y="391"/>
                  </a:cubicBezTo>
                  <a:cubicBezTo>
                    <a:pt x="568" y="350"/>
                    <a:pt x="574" y="305"/>
                    <a:pt x="570" y="261"/>
                  </a:cubicBezTo>
                  <a:cubicBezTo>
                    <a:pt x="566" y="217"/>
                    <a:pt x="552" y="174"/>
                    <a:pt x="528" y="136"/>
                  </a:cubicBezTo>
                  <a:cubicBezTo>
                    <a:pt x="504" y="99"/>
                    <a:pt x="471" y="67"/>
                    <a:pt x="432" y="44"/>
                  </a:cubicBezTo>
                  <a:cubicBezTo>
                    <a:pt x="430" y="43"/>
                    <a:pt x="429" y="43"/>
                    <a:pt x="432" y="45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6" y="55"/>
                    <a:pt x="452" y="59"/>
                    <a:pt x="460" y="65"/>
                  </a:cubicBezTo>
                  <a:cubicBezTo>
                    <a:pt x="470" y="73"/>
                    <a:pt x="487" y="88"/>
                    <a:pt x="505" y="108"/>
                  </a:cubicBezTo>
                  <a:cubicBezTo>
                    <a:pt x="513" y="119"/>
                    <a:pt x="522" y="131"/>
                    <a:pt x="530" y="144"/>
                  </a:cubicBezTo>
                  <a:cubicBezTo>
                    <a:pt x="538" y="157"/>
                    <a:pt x="545" y="172"/>
                    <a:pt x="551" y="188"/>
                  </a:cubicBezTo>
                  <a:cubicBezTo>
                    <a:pt x="557" y="203"/>
                    <a:pt x="562" y="220"/>
                    <a:pt x="565" y="237"/>
                  </a:cubicBezTo>
                  <a:cubicBezTo>
                    <a:pt x="568" y="254"/>
                    <a:pt x="569" y="271"/>
                    <a:pt x="569" y="288"/>
                  </a:cubicBezTo>
                  <a:cubicBezTo>
                    <a:pt x="569" y="305"/>
                    <a:pt x="568" y="321"/>
                    <a:pt x="565" y="337"/>
                  </a:cubicBezTo>
                  <a:cubicBezTo>
                    <a:pt x="562" y="352"/>
                    <a:pt x="558" y="366"/>
                    <a:pt x="554" y="379"/>
                  </a:cubicBezTo>
                  <a:cubicBezTo>
                    <a:pt x="539" y="422"/>
                    <a:pt x="513" y="461"/>
                    <a:pt x="478" y="492"/>
                  </a:cubicBezTo>
                  <a:cubicBezTo>
                    <a:pt x="461" y="508"/>
                    <a:pt x="442" y="521"/>
                    <a:pt x="421" y="532"/>
                  </a:cubicBezTo>
                  <a:cubicBezTo>
                    <a:pt x="419" y="534"/>
                    <a:pt x="416" y="535"/>
                    <a:pt x="413" y="536"/>
                  </a:cubicBezTo>
                  <a:cubicBezTo>
                    <a:pt x="408" y="539"/>
                    <a:pt x="408" y="539"/>
                    <a:pt x="408" y="539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2"/>
                    <a:pt x="404" y="542"/>
                    <a:pt x="404" y="542"/>
                  </a:cubicBezTo>
                  <a:cubicBezTo>
                    <a:pt x="404" y="543"/>
                    <a:pt x="404" y="543"/>
                    <a:pt x="404" y="543"/>
                  </a:cubicBezTo>
                  <a:cubicBezTo>
                    <a:pt x="404" y="545"/>
                    <a:pt x="404" y="545"/>
                    <a:pt x="404" y="545"/>
                  </a:cubicBezTo>
                  <a:cubicBezTo>
                    <a:pt x="404" y="565"/>
                    <a:pt x="404" y="565"/>
                    <a:pt x="404" y="565"/>
                  </a:cubicBezTo>
                  <a:cubicBezTo>
                    <a:pt x="404" y="600"/>
                    <a:pt x="404" y="600"/>
                    <a:pt x="404" y="600"/>
                  </a:cubicBezTo>
                  <a:cubicBezTo>
                    <a:pt x="403" y="602"/>
                    <a:pt x="403" y="604"/>
                    <a:pt x="402" y="606"/>
                  </a:cubicBezTo>
                  <a:cubicBezTo>
                    <a:pt x="401" y="607"/>
                    <a:pt x="399" y="609"/>
                    <a:pt x="397" y="609"/>
                  </a:cubicBezTo>
                  <a:cubicBezTo>
                    <a:pt x="397" y="610"/>
                    <a:pt x="396" y="610"/>
                    <a:pt x="395" y="610"/>
                  </a:cubicBezTo>
                  <a:cubicBezTo>
                    <a:pt x="394" y="610"/>
                    <a:pt x="393" y="610"/>
                    <a:pt x="391" y="610"/>
                  </a:cubicBezTo>
                  <a:cubicBezTo>
                    <a:pt x="382" y="610"/>
                    <a:pt x="382" y="610"/>
                    <a:pt x="382" y="610"/>
                  </a:cubicBezTo>
                  <a:cubicBezTo>
                    <a:pt x="346" y="610"/>
                    <a:pt x="346" y="610"/>
                    <a:pt x="346" y="610"/>
                  </a:cubicBezTo>
                  <a:cubicBezTo>
                    <a:pt x="343" y="610"/>
                    <a:pt x="343" y="610"/>
                    <a:pt x="343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09"/>
                    <a:pt x="342" y="609"/>
                    <a:pt x="342" y="609"/>
                  </a:cubicBezTo>
                  <a:cubicBezTo>
                    <a:pt x="346" y="596"/>
                    <a:pt x="346" y="596"/>
                    <a:pt x="346" y="596"/>
                  </a:cubicBezTo>
                  <a:cubicBezTo>
                    <a:pt x="350" y="584"/>
                    <a:pt x="353" y="573"/>
                    <a:pt x="357" y="561"/>
                  </a:cubicBezTo>
                  <a:cubicBezTo>
                    <a:pt x="364" y="539"/>
                    <a:pt x="372" y="516"/>
                    <a:pt x="381" y="493"/>
                  </a:cubicBezTo>
                  <a:cubicBezTo>
                    <a:pt x="385" y="482"/>
                    <a:pt x="389" y="471"/>
                    <a:pt x="394" y="460"/>
                  </a:cubicBezTo>
                  <a:cubicBezTo>
                    <a:pt x="396" y="454"/>
                    <a:pt x="399" y="449"/>
                    <a:pt x="401" y="443"/>
                  </a:cubicBezTo>
                  <a:cubicBezTo>
                    <a:pt x="405" y="435"/>
                    <a:pt x="405" y="435"/>
                    <a:pt x="405" y="435"/>
                  </a:cubicBezTo>
                  <a:cubicBezTo>
                    <a:pt x="406" y="432"/>
                    <a:pt x="406" y="432"/>
                    <a:pt x="406" y="432"/>
                  </a:cubicBezTo>
                  <a:cubicBezTo>
                    <a:pt x="406" y="431"/>
                    <a:pt x="406" y="431"/>
                    <a:pt x="406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8" y="431"/>
                    <a:pt x="408" y="431"/>
                    <a:pt x="408" y="431"/>
                  </a:cubicBezTo>
                  <a:cubicBezTo>
                    <a:pt x="410" y="431"/>
                    <a:pt x="412" y="431"/>
                    <a:pt x="414" y="431"/>
                  </a:cubicBezTo>
                  <a:cubicBezTo>
                    <a:pt x="418" y="430"/>
                    <a:pt x="422" y="430"/>
                    <a:pt x="426" y="429"/>
                  </a:cubicBezTo>
                  <a:cubicBezTo>
                    <a:pt x="434" y="426"/>
                    <a:pt x="442" y="422"/>
                    <a:pt x="448" y="415"/>
                  </a:cubicBezTo>
                  <a:cubicBezTo>
                    <a:pt x="451" y="412"/>
                    <a:pt x="453" y="408"/>
                    <a:pt x="455" y="404"/>
                  </a:cubicBezTo>
                  <a:cubicBezTo>
                    <a:pt x="457" y="400"/>
                    <a:pt x="458" y="396"/>
                    <a:pt x="458" y="392"/>
                  </a:cubicBezTo>
                  <a:cubicBezTo>
                    <a:pt x="460" y="383"/>
                    <a:pt x="459" y="374"/>
                    <a:pt x="455" y="366"/>
                  </a:cubicBezTo>
                  <a:cubicBezTo>
                    <a:pt x="453" y="362"/>
                    <a:pt x="450" y="358"/>
                    <a:pt x="447" y="355"/>
                  </a:cubicBezTo>
                  <a:cubicBezTo>
                    <a:pt x="444" y="352"/>
                    <a:pt x="439" y="350"/>
                    <a:pt x="434" y="349"/>
                  </a:cubicBezTo>
                  <a:cubicBezTo>
                    <a:pt x="433" y="348"/>
                    <a:pt x="432" y="348"/>
                    <a:pt x="430" y="348"/>
                  </a:cubicBezTo>
                  <a:cubicBezTo>
                    <a:pt x="429" y="348"/>
                    <a:pt x="428" y="348"/>
                    <a:pt x="426" y="349"/>
                  </a:cubicBezTo>
                  <a:cubicBezTo>
                    <a:pt x="424" y="349"/>
                    <a:pt x="421" y="350"/>
                    <a:pt x="419" y="351"/>
                  </a:cubicBezTo>
                  <a:cubicBezTo>
                    <a:pt x="415" y="353"/>
                    <a:pt x="412" y="355"/>
                    <a:pt x="409" y="358"/>
                  </a:cubicBezTo>
                  <a:cubicBezTo>
                    <a:pt x="406" y="361"/>
                    <a:pt x="403" y="364"/>
                    <a:pt x="401" y="367"/>
                  </a:cubicBezTo>
                  <a:cubicBezTo>
                    <a:pt x="400" y="368"/>
                    <a:pt x="399" y="369"/>
                    <a:pt x="399" y="370"/>
                  </a:cubicBezTo>
                  <a:cubicBezTo>
                    <a:pt x="398" y="370"/>
                    <a:pt x="398" y="370"/>
                    <a:pt x="398" y="370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5" y="378"/>
                    <a:pt x="395" y="378"/>
                    <a:pt x="395" y="378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2"/>
                    <a:pt x="387" y="391"/>
                    <a:pt x="387" y="391"/>
                  </a:cubicBezTo>
                  <a:cubicBezTo>
                    <a:pt x="387" y="391"/>
                    <a:pt x="387" y="391"/>
                    <a:pt x="387" y="391"/>
                  </a:cubicBezTo>
                  <a:cubicBezTo>
                    <a:pt x="385" y="390"/>
                    <a:pt x="385" y="390"/>
                    <a:pt x="385" y="390"/>
                  </a:cubicBezTo>
                  <a:cubicBezTo>
                    <a:pt x="384" y="390"/>
                    <a:pt x="384" y="389"/>
                    <a:pt x="383" y="388"/>
                  </a:cubicBezTo>
                  <a:cubicBezTo>
                    <a:pt x="379" y="386"/>
                    <a:pt x="376" y="382"/>
                    <a:pt x="374" y="379"/>
                  </a:cubicBezTo>
                  <a:cubicBezTo>
                    <a:pt x="371" y="375"/>
                    <a:pt x="369" y="372"/>
                    <a:pt x="367" y="367"/>
                  </a:cubicBezTo>
                  <a:cubicBezTo>
                    <a:pt x="366" y="365"/>
                    <a:pt x="365" y="363"/>
                    <a:pt x="364" y="361"/>
                  </a:cubicBezTo>
                  <a:cubicBezTo>
                    <a:pt x="363" y="361"/>
                    <a:pt x="363" y="361"/>
                    <a:pt x="363" y="361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5" y="359"/>
                    <a:pt x="365" y="359"/>
                    <a:pt x="365" y="359"/>
                  </a:cubicBezTo>
                  <a:cubicBezTo>
                    <a:pt x="368" y="357"/>
                    <a:pt x="370" y="355"/>
                    <a:pt x="372" y="353"/>
                  </a:cubicBezTo>
                  <a:cubicBezTo>
                    <a:pt x="376" y="349"/>
                    <a:pt x="380" y="345"/>
                    <a:pt x="383" y="340"/>
                  </a:cubicBezTo>
                  <a:cubicBezTo>
                    <a:pt x="387" y="336"/>
                    <a:pt x="390" y="330"/>
                    <a:pt x="391" y="324"/>
                  </a:cubicBezTo>
                  <a:cubicBezTo>
                    <a:pt x="392" y="318"/>
                    <a:pt x="392" y="311"/>
                    <a:pt x="390" y="305"/>
                  </a:cubicBezTo>
                  <a:cubicBezTo>
                    <a:pt x="389" y="302"/>
                    <a:pt x="388" y="299"/>
                    <a:pt x="386" y="296"/>
                  </a:cubicBezTo>
                  <a:cubicBezTo>
                    <a:pt x="385" y="295"/>
                    <a:pt x="384" y="294"/>
                    <a:pt x="383" y="292"/>
                  </a:cubicBezTo>
                  <a:cubicBezTo>
                    <a:pt x="383" y="292"/>
                    <a:pt x="382" y="291"/>
                    <a:pt x="382" y="291"/>
                  </a:cubicBezTo>
                  <a:cubicBezTo>
                    <a:pt x="381" y="290"/>
                    <a:pt x="381" y="290"/>
                    <a:pt x="381" y="290"/>
                  </a:cubicBezTo>
                  <a:cubicBezTo>
                    <a:pt x="380" y="289"/>
                    <a:pt x="380" y="289"/>
                    <a:pt x="380" y="289"/>
                  </a:cubicBezTo>
                  <a:cubicBezTo>
                    <a:pt x="377" y="287"/>
                    <a:pt x="374" y="285"/>
                    <a:pt x="371" y="283"/>
                  </a:cubicBezTo>
                  <a:cubicBezTo>
                    <a:pt x="368" y="282"/>
                    <a:pt x="364" y="282"/>
                    <a:pt x="361" y="282"/>
                  </a:cubicBezTo>
                  <a:cubicBezTo>
                    <a:pt x="354" y="282"/>
                    <a:pt x="348" y="284"/>
                    <a:pt x="343" y="287"/>
                  </a:cubicBezTo>
                  <a:cubicBezTo>
                    <a:pt x="340" y="289"/>
                    <a:pt x="338" y="291"/>
                    <a:pt x="336" y="293"/>
                  </a:cubicBezTo>
                  <a:cubicBezTo>
                    <a:pt x="333" y="295"/>
                    <a:pt x="331" y="298"/>
                    <a:pt x="330" y="300"/>
                  </a:cubicBezTo>
                  <a:cubicBezTo>
                    <a:pt x="327" y="304"/>
                    <a:pt x="325" y="308"/>
                    <a:pt x="324" y="312"/>
                  </a:cubicBezTo>
                  <a:cubicBezTo>
                    <a:pt x="322" y="316"/>
                    <a:pt x="322" y="321"/>
                    <a:pt x="321" y="325"/>
                  </a:cubicBezTo>
                  <a:cubicBezTo>
                    <a:pt x="321" y="329"/>
                    <a:pt x="321" y="333"/>
                    <a:pt x="322" y="337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3" y="343"/>
                    <a:pt x="323" y="343"/>
                    <a:pt x="323" y="343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2" y="344"/>
                    <a:pt x="322" y="344"/>
                    <a:pt x="322" y="344"/>
                  </a:cubicBezTo>
                  <a:cubicBezTo>
                    <a:pt x="320" y="344"/>
                    <a:pt x="318" y="345"/>
                    <a:pt x="315" y="345"/>
                  </a:cubicBezTo>
                  <a:cubicBezTo>
                    <a:pt x="311" y="346"/>
                    <a:pt x="307" y="347"/>
                    <a:pt x="302" y="347"/>
                  </a:cubicBezTo>
                  <a:cubicBezTo>
                    <a:pt x="298" y="346"/>
                    <a:pt x="293" y="346"/>
                    <a:pt x="289" y="345"/>
                  </a:cubicBezTo>
                  <a:cubicBezTo>
                    <a:pt x="287" y="345"/>
                    <a:pt x="287" y="345"/>
                    <a:pt x="287" y="345"/>
                  </a:cubicBezTo>
                  <a:cubicBezTo>
                    <a:pt x="286" y="345"/>
                    <a:pt x="286" y="345"/>
                    <a:pt x="286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4"/>
                    <a:pt x="285" y="344"/>
                    <a:pt x="285" y="344"/>
                  </a:cubicBezTo>
                  <a:cubicBezTo>
                    <a:pt x="286" y="343"/>
                    <a:pt x="286" y="343"/>
                    <a:pt x="286" y="343"/>
                  </a:cubicBezTo>
                  <a:cubicBezTo>
                    <a:pt x="290" y="339"/>
                    <a:pt x="293" y="334"/>
                    <a:pt x="295" y="330"/>
                  </a:cubicBezTo>
                  <a:cubicBezTo>
                    <a:pt x="298" y="325"/>
                    <a:pt x="300" y="320"/>
                    <a:pt x="302" y="314"/>
                  </a:cubicBezTo>
                  <a:cubicBezTo>
                    <a:pt x="302" y="311"/>
                    <a:pt x="303" y="308"/>
                    <a:pt x="302" y="305"/>
                  </a:cubicBezTo>
                  <a:cubicBezTo>
                    <a:pt x="302" y="301"/>
                    <a:pt x="302" y="298"/>
                    <a:pt x="300" y="295"/>
                  </a:cubicBezTo>
                  <a:cubicBezTo>
                    <a:pt x="298" y="289"/>
                    <a:pt x="293" y="284"/>
                    <a:pt x="289" y="280"/>
                  </a:cubicBezTo>
                  <a:cubicBezTo>
                    <a:pt x="284" y="277"/>
                    <a:pt x="278" y="274"/>
                    <a:pt x="271" y="274"/>
                  </a:cubicBezTo>
                  <a:cubicBezTo>
                    <a:pt x="268" y="273"/>
                    <a:pt x="264" y="274"/>
                    <a:pt x="261" y="275"/>
                  </a:cubicBezTo>
                  <a:cubicBezTo>
                    <a:pt x="258" y="276"/>
                    <a:pt x="255" y="277"/>
                    <a:pt x="252" y="279"/>
                  </a:cubicBezTo>
                  <a:cubicBezTo>
                    <a:pt x="247" y="282"/>
                    <a:pt x="243" y="287"/>
                    <a:pt x="240" y="291"/>
                  </a:cubicBezTo>
                  <a:cubicBezTo>
                    <a:pt x="237" y="296"/>
                    <a:pt x="234" y="301"/>
                    <a:pt x="232" y="306"/>
                  </a:cubicBezTo>
                  <a:cubicBezTo>
                    <a:pt x="230" y="311"/>
                    <a:pt x="229" y="316"/>
                    <a:pt x="228" y="322"/>
                  </a:cubicBezTo>
                  <a:cubicBezTo>
                    <a:pt x="228" y="325"/>
                    <a:pt x="228" y="328"/>
                    <a:pt x="228" y="331"/>
                  </a:cubicBezTo>
                  <a:cubicBezTo>
                    <a:pt x="228" y="331"/>
                    <a:pt x="228" y="332"/>
                    <a:pt x="228" y="333"/>
                  </a:cubicBezTo>
                  <a:cubicBezTo>
                    <a:pt x="228" y="334"/>
                    <a:pt x="228" y="334"/>
                    <a:pt x="228" y="335"/>
                  </a:cubicBezTo>
                  <a:cubicBezTo>
                    <a:pt x="229" y="337"/>
                    <a:pt x="229" y="338"/>
                    <a:pt x="229" y="339"/>
                  </a:cubicBezTo>
                  <a:cubicBezTo>
                    <a:pt x="230" y="342"/>
                    <a:pt x="231" y="345"/>
                    <a:pt x="232" y="348"/>
                  </a:cubicBezTo>
                  <a:cubicBezTo>
                    <a:pt x="233" y="348"/>
                    <a:pt x="233" y="349"/>
                    <a:pt x="233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3" y="351"/>
                    <a:pt x="233" y="351"/>
                    <a:pt x="233" y="351"/>
                  </a:cubicBezTo>
                  <a:cubicBezTo>
                    <a:pt x="231" y="353"/>
                    <a:pt x="229" y="355"/>
                    <a:pt x="228" y="357"/>
                  </a:cubicBezTo>
                  <a:cubicBezTo>
                    <a:pt x="224" y="360"/>
                    <a:pt x="221" y="363"/>
                    <a:pt x="217" y="366"/>
                  </a:cubicBezTo>
                  <a:cubicBezTo>
                    <a:pt x="213" y="369"/>
                    <a:pt x="209" y="372"/>
                    <a:pt x="205" y="375"/>
                  </a:cubicBezTo>
                  <a:cubicBezTo>
                    <a:pt x="204" y="376"/>
                    <a:pt x="203" y="376"/>
                    <a:pt x="202" y="377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196" y="370"/>
                    <a:pt x="196" y="370"/>
                    <a:pt x="196" y="370"/>
                  </a:cubicBezTo>
                  <a:cubicBezTo>
                    <a:pt x="195" y="368"/>
                    <a:pt x="194" y="366"/>
                    <a:pt x="192" y="365"/>
                  </a:cubicBezTo>
                  <a:cubicBezTo>
                    <a:pt x="188" y="358"/>
                    <a:pt x="182" y="351"/>
                    <a:pt x="174" y="346"/>
                  </a:cubicBezTo>
                  <a:cubicBezTo>
                    <a:pt x="170" y="344"/>
                    <a:pt x="166" y="342"/>
                    <a:pt x="161" y="342"/>
                  </a:cubicBezTo>
                  <a:cubicBezTo>
                    <a:pt x="157" y="341"/>
                    <a:pt x="152" y="341"/>
                    <a:pt x="147" y="342"/>
                  </a:cubicBezTo>
                  <a:cubicBezTo>
                    <a:pt x="145" y="343"/>
                    <a:pt x="142" y="344"/>
                    <a:pt x="140" y="345"/>
                  </a:cubicBezTo>
                  <a:cubicBezTo>
                    <a:pt x="138" y="346"/>
                    <a:pt x="136" y="347"/>
                    <a:pt x="134" y="348"/>
                  </a:cubicBezTo>
                  <a:cubicBezTo>
                    <a:pt x="131" y="351"/>
                    <a:pt x="127" y="355"/>
                    <a:pt x="125" y="359"/>
                  </a:cubicBezTo>
                  <a:cubicBezTo>
                    <a:pt x="123" y="364"/>
                    <a:pt x="122" y="369"/>
                    <a:pt x="122" y="374"/>
                  </a:cubicBezTo>
                  <a:cubicBezTo>
                    <a:pt x="122" y="379"/>
                    <a:pt x="123" y="383"/>
                    <a:pt x="125" y="387"/>
                  </a:cubicBezTo>
                  <a:cubicBezTo>
                    <a:pt x="126" y="391"/>
                    <a:pt x="128" y="395"/>
                    <a:pt x="131" y="399"/>
                  </a:cubicBezTo>
                  <a:cubicBezTo>
                    <a:pt x="133" y="402"/>
                    <a:pt x="136" y="405"/>
                    <a:pt x="139" y="408"/>
                  </a:cubicBezTo>
                  <a:cubicBezTo>
                    <a:pt x="146" y="414"/>
                    <a:pt x="154" y="418"/>
                    <a:pt x="162" y="421"/>
                  </a:cubicBezTo>
                  <a:cubicBezTo>
                    <a:pt x="166" y="422"/>
                    <a:pt x="171" y="422"/>
                    <a:pt x="175" y="422"/>
                  </a:cubicBezTo>
                  <a:cubicBezTo>
                    <a:pt x="177" y="422"/>
                    <a:pt x="179" y="422"/>
                    <a:pt x="181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6" y="432"/>
                    <a:pt x="186" y="432"/>
                    <a:pt x="186" y="432"/>
                  </a:cubicBezTo>
                  <a:cubicBezTo>
                    <a:pt x="189" y="438"/>
                    <a:pt x="191" y="443"/>
                    <a:pt x="193" y="448"/>
                  </a:cubicBezTo>
                  <a:cubicBezTo>
                    <a:pt x="198" y="458"/>
                    <a:pt x="202" y="469"/>
                    <a:pt x="206" y="480"/>
                  </a:cubicBezTo>
                  <a:cubicBezTo>
                    <a:pt x="215" y="501"/>
                    <a:pt x="222" y="522"/>
                    <a:pt x="230" y="544"/>
                  </a:cubicBezTo>
                  <a:cubicBezTo>
                    <a:pt x="236" y="562"/>
                    <a:pt x="241" y="580"/>
                    <a:pt x="247" y="598"/>
                  </a:cubicBezTo>
                  <a:cubicBezTo>
                    <a:pt x="250" y="609"/>
                    <a:pt x="250" y="609"/>
                    <a:pt x="250" y="609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24" y="610"/>
                    <a:pt x="224" y="610"/>
                    <a:pt x="224" y="610"/>
                  </a:cubicBezTo>
                  <a:cubicBezTo>
                    <a:pt x="196" y="610"/>
                    <a:pt x="196" y="610"/>
                    <a:pt x="196" y="610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187" y="610"/>
                    <a:pt x="186" y="609"/>
                    <a:pt x="184" y="609"/>
                  </a:cubicBezTo>
                  <a:cubicBezTo>
                    <a:pt x="182" y="608"/>
                    <a:pt x="180" y="605"/>
                    <a:pt x="179" y="603"/>
                  </a:cubicBezTo>
                  <a:cubicBezTo>
                    <a:pt x="179" y="602"/>
                    <a:pt x="179" y="601"/>
                    <a:pt x="179" y="600"/>
                  </a:cubicBezTo>
                  <a:cubicBezTo>
                    <a:pt x="179" y="600"/>
                    <a:pt x="179" y="600"/>
                    <a:pt x="179" y="600"/>
                  </a:cubicBezTo>
                  <a:cubicBezTo>
                    <a:pt x="179" y="599"/>
                    <a:pt x="179" y="599"/>
                    <a:pt x="179" y="599"/>
                  </a:cubicBezTo>
                  <a:cubicBezTo>
                    <a:pt x="179" y="597"/>
                    <a:pt x="179" y="597"/>
                    <a:pt x="179" y="597"/>
                  </a:cubicBezTo>
                  <a:cubicBezTo>
                    <a:pt x="179" y="590"/>
                    <a:pt x="179" y="590"/>
                    <a:pt x="179" y="590"/>
                  </a:cubicBezTo>
                  <a:cubicBezTo>
                    <a:pt x="179" y="576"/>
                    <a:pt x="179" y="576"/>
                    <a:pt x="179" y="576"/>
                  </a:cubicBezTo>
                  <a:cubicBezTo>
                    <a:pt x="179" y="544"/>
                    <a:pt x="179" y="544"/>
                    <a:pt x="179" y="544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8" y="540"/>
                    <a:pt x="178" y="540"/>
                    <a:pt x="178" y="540"/>
                  </a:cubicBezTo>
                  <a:cubicBezTo>
                    <a:pt x="177" y="540"/>
                    <a:pt x="177" y="540"/>
                    <a:pt x="177" y="540"/>
                  </a:cubicBezTo>
                  <a:cubicBezTo>
                    <a:pt x="176" y="539"/>
                    <a:pt x="176" y="539"/>
                    <a:pt x="176" y="539"/>
                  </a:cubicBezTo>
                  <a:cubicBezTo>
                    <a:pt x="170" y="536"/>
                    <a:pt x="170" y="536"/>
                    <a:pt x="170" y="536"/>
                  </a:cubicBezTo>
                  <a:cubicBezTo>
                    <a:pt x="168" y="535"/>
                    <a:pt x="166" y="534"/>
                    <a:pt x="164" y="533"/>
                  </a:cubicBezTo>
                  <a:cubicBezTo>
                    <a:pt x="160" y="531"/>
                    <a:pt x="155" y="528"/>
                    <a:pt x="151" y="526"/>
                  </a:cubicBezTo>
                  <a:cubicBezTo>
                    <a:pt x="143" y="521"/>
                    <a:pt x="135" y="516"/>
                    <a:pt x="128" y="511"/>
                  </a:cubicBezTo>
                  <a:cubicBezTo>
                    <a:pt x="113" y="500"/>
                    <a:pt x="99" y="487"/>
                    <a:pt x="86" y="473"/>
                  </a:cubicBezTo>
                  <a:cubicBezTo>
                    <a:pt x="61" y="446"/>
                    <a:pt x="41" y="413"/>
                    <a:pt x="29" y="378"/>
                  </a:cubicBezTo>
                  <a:cubicBezTo>
                    <a:pt x="17" y="344"/>
                    <a:pt x="12" y="307"/>
                    <a:pt x="14" y="271"/>
                  </a:cubicBezTo>
                  <a:cubicBezTo>
                    <a:pt x="16" y="235"/>
                    <a:pt x="25" y="201"/>
                    <a:pt x="40" y="170"/>
                  </a:cubicBezTo>
                  <a:cubicBezTo>
                    <a:pt x="54" y="139"/>
                    <a:pt x="74" y="111"/>
                    <a:pt x="97" y="89"/>
                  </a:cubicBezTo>
                  <a:cubicBezTo>
                    <a:pt x="120" y="66"/>
                    <a:pt x="147" y="48"/>
                    <a:pt x="174" y="35"/>
                  </a:cubicBezTo>
                  <a:cubicBezTo>
                    <a:pt x="198" y="24"/>
                    <a:pt x="220" y="18"/>
                    <a:pt x="237" y="14"/>
                  </a:cubicBezTo>
                  <a:cubicBezTo>
                    <a:pt x="255" y="10"/>
                    <a:pt x="268" y="9"/>
                    <a:pt x="278" y="8"/>
                  </a:cubicBezTo>
                  <a:cubicBezTo>
                    <a:pt x="283" y="8"/>
                    <a:pt x="287" y="8"/>
                    <a:pt x="290" y="8"/>
                  </a:cubicBezTo>
                  <a:cubicBezTo>
                    <a:pt x="293" y="7"/>
                    <a:pt x="295" y="7"/>
                    <a:pt x="296" y="7"/>
                  </a:cubicBezTo>
                  <a:cubicBezTo>
                    <a:pt x="298" y="7"/>
                    <a:pt x="296" y="6"/>
                    <a:pt x="291" y="6"/>
                  </a:cubicBezTo>
                  <a:cubicBezTo>
                    <a:pt x="286" y="6"/>
                    <a:pt x="277" y="5"/>
                    <a:pt x="266" y="6"/>
                  </a:cubicBezTo>
                  <a:cubicBezTo>
                    <a:pt x="254" y="7"/>
                    <a:pt x="239" y="8"/>
                    <a:pt x="222" y="12"/>
                  </a:cubicBezTo>
                  <a:cubicBezTo>
                    <a:pt x="205" y="16"/>
                    <a:pt x="186" y="22"/>
                    <a:pt x="165" y="32"/>
                  </a:cubicBezTo>
                  <a:cubicBezTo>
                    <a:pt x="145" y="42"/>
                    <a:pt x="123" y="56"/>
                    <a:pt x="102" y="74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22" y="55"/>
                    <a:pt x="141" y="43"/>
                    <a:pt x="157" y="34"/>
                  </a:cubicBezTo>
                  <a:cubicBezTo>
                    <a:pt x="173" y="26"/>
                    <a:pt x="186" y="20"/>
                    <a:pt x="196" y="17"/>
                  </a:cubicBezTo>
                  <a:cubicBezTo>
                    <a:pt x="206" y="13"/>
                    <a:pt x="213" y="11"/>
                    <a:pt x="218" y="10"/>
                  </a:cubicBezTo>
                  <a:cubicBezTo>
                    <a:pt x="222" y="8"/>
                    <a:pt x="225" y="8"/>
                    <a:pt x="225" y="7"/>
                  </a:cubicBezTo>
                  <a:cubicBezTo>
                    <a:pt x="227" y="6"/>
                    <a:pt x="223" y="7"/>
                    <a:pt x="220" y="7"/>
                  </a:cubicBezTo>
                  <a:cubicBezTo>
                    <a:pt x="217" y="8"/>
                    <a:pt x="215" y="7"/>
                    <a:pt x="221" y="5"/>
                  </a:cubicBezTo>
                  <a:cubicBezTo>
                    <a:pt x="194" y="12"/>
                    <a:pt x="168" y="23"/>
                    <a:pt x="144" y="37"/>
                  </a:cubicBezTo>
                  <a:cubicBezTo>
                    <a:pt x="120" y="51"/>
                    <a:pt x="98" y="69"/>
                    <a:pt x="78" y="89"/>
                  </a:cubicBezTo>
                  <a:cubicBezTo>
                    <a:pt x="59" y="110"/>
                    <a:pt x="43" y="133"/>
                    <a:pt x="30" y="158"/>
                  </a:cubicBezTo>
                  <a:cubicBezTo>
                    <a:pt x="18" y="183"/>
                    <a:pt x="9" y="210"/>
                    <a:pt x="4" y="237"/>
                  </a:cubicBezTo>
                  <a:cubicBezTo>
                    <a:pt x="3" y="244"/>
                    <a:pt x="1" y="253"/>
                    <a:pt x="1" y="263"/>
                  </a:cubicBezTo>
                  <a:cubicBezTo>
                    <a:pt x="0" y="272"/>
                    <a:pt x="0" y="283"/>
                    <a:pt x="0" y="293"/>
                  </a:cubicBezTo>
                  <a:cubicBezTo>
                    <a:pt x="0" y="304"/>
                    <a:pt x="1" y="314"/>
                    <a:pt x="2" y="324"/>
                  </a:cubicBezTo>
                  <a:cubicBezTo>
                    <a:pt x="3" y="334"/>
                    <a:pt x="5" y="342"/>
                    <a:pt x="6" y="349"/>
                  </a:cubicBezTo>
                  <a:cubicBezTo>
                    <a:pt x="12" y="376"/>
                    <a:pt x="22" y="402"/>
                    <a:pt x="35" y="426"/>
                  </a:cubicBezTo>
                  <a:cubicBezTo>
                    <a:pt x="48" y="450"/>
                    <a:pt x="64" y="472"/>
                    <a:pt x="83" y="491"/>
                  </a:cubicBezTo>
                  <a:cubicBezTo>
                    <a:pt x="102" y="510"/>
                    <a:pt x="124" y="527"/>
                    <a:pt x="148" y="540"/>
                  </a:cubicBezTo>
                  <a:cubicBezTo>
                    <a:pt x="151" y="542"/>
                    <a:pt x="154" y="544"/>
                    <a:pt x="157" y="545"/>
                  </a:cubicBezTo>
                  <a:cubicBezTo>
                    <a:pt x="161" y="547"/>
                    <a:pt x="161" y="547"/>
                    <a:pt x="161" y="547"/>
                  </a:cubicBezTo>
                  <a:cubicBezTo>
                    <a:pt x="164" y="549"/>
                    <a:pt x="164" y="549"/>
                    <a:pt x="164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51"/>
                    <a:pt x="165" y="551"/>
                    <a:pt x="165" y="551"/>
                  </a:cubicBezTo>
                  <a:cubicBezTo>
                    <a:pt x="165" y="561"/>
                    <a:pt x="165" y="561"/>
                    <a:pt x="165" y="561"/>
                  </a:cubicBezTo>
                  <a:cubicBezTo>
                    <a:pt x="165" y="601"/>
                    <a:pt x="165" y="601"/>
                    <a:pt x="165" y="601"/>
                  </a:cubicBezTo>
                  <a:cubicBezTo>
                    <a:pt x="165" y="605"/>
                    <a:pt x="167" y="610"/>
                    <a:pt x="169" y="614"/>
                  </a:cubicBezTo>
                  <a:cubicBezTo>
                    <a:pt x="172" y="618"/>
                    <a:pt x="176" y="621"/>
                    <a:pt x="180" y="622"/>
                  </a:cubicBezTo>
                  <a:cubicBezTo>
                    <a:pt x="180" y="622"/>
                    <a:pt x="180" y="622"/>
                    <a:pt x="181" y="622"/>
                  </a:cubicBezTo>
                  <a:cubicBezTo>
                    <a:pt x="176" y="623"/>
                    <a:pt x="172" y="626"/>
                    <a:pt x="169" y="629"/>
                  </a:cubicBezTo>
                  <a:cubicBezTo>
                    <a:pt x="166" y="633"/>
                    <a:pt x="164" y="637"/>
                    <a:pt x="164" y="641"/>
                  </a:cubicBezTo>
                  <a:cubicBezTo>
                    <a:pt x="163" y="646"/>
                    <a:pt x="163" y="650"/>
                    <a:pt x="165" y="654"/>
                  </a:cubicBezTo>
                  <a:cubicBezTo>
                    <a:pt x="166" y="658"/>
                    <a:pt x="169" y="662"/>
                    <a:pt x="172" y="665"/>
                  </a:cubicBezTo>
                  <a:cubicBezTo>
                    <a:pt x="174" y="667"/>
                    <a:pt x="176" y="668"/>
                    <a:pt x="178" y="669"/>
                  </a:cubicBezTo>
                  <a:cubicBezTo>
                    <a:pt x="181" y="670"/>
                    <a:pt x="183" y="670"/>
                    <a:pt x="185" y="670"/>
                  </a:cubicBezTo>
                  <a:cubicBezTo>
                    <a:pt x="205" y="670"/>
                    <a:pt x="205" y="670"/>
                    <a:pt x="205" y="670"/>
                  </a:cubicBezTo>
                  <a:cubicBezTo>
                    <a:pt x="244" y="670"/>
                    <a:pt x="244" y="670"/>
                    <a:pt x="244" y="670"/>
                  </a:cubicBezTo>
                  <a:cubicBezTo>
                    <a:pt x="268" y="670"/>
                    <a:pt x="268" y="670"/>
                    <a:pt x="268" y="670"/>
                  </a:cubicBezTo>
                  <a:cubicBezTo>
                    <a:pt x="232" y="670"/>
                    <a:pt x="232" y="670"/>
                    <a:pt x="232" y="670"/>
                  </a:cubicBezTo>
                  <a:cubicBezTo>
                    <a:pt x="192" y="670"/>
                    <a:pt x="192" y="670"/>
                    <a:pt x="192" y="670"/>
                  </a:cubicBezTo>
                  <a:cubicBezTo>
                    <a:pt x="188" y="670"/>
                    <a:pt x="188" y="670"/>
                    <a:pt x="188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3" y="671"/>
                    <a:pt x="181" y="671"/>
                  </a:cubicBezTo>
                  <a:cubicBezTo>
                    <a:pt x="177" y="672"/>
                    <a:pt x="172" y="674"/>
                    <a:pt x="169" y="678"/>
                  </a:cubicBezTo>
                  <a:cubicBezTo>
                    <a:pt x="166" y="681"/>
                    <a:pt x="164" y="686"/>
                    <a:pt x="164" y="690"/>
                  </a:cubicBezTo>
                  <a:cubicBezTo>
                    <a:pt x="163" y="694"/>
                    <a:pt x="163" y="699"/>
                    <a:pt x="165" y="703"/>
                  </a:cubicBezTo>
                  <a:cubicBezTo>
                    <a:pt x="166" y="707"/>
                    <a:pt x="169" y="711"/>
                    <a:pt x="172" y="714"/>
                  </a:cubicBezTo>
                  <a:cubicBezTo>
                    <a:pt x="174" y="715"/>
                    <a:pt x="176" y="717"/>
                    <a:pt x="178" y="717"/>
                  </a:cubicBezTo>
                  <a:cubicBezTo>
                    <a:pt x="181" y="718"/>
                    <a:pt x="183" y="719"/>
                    <a:pt x="18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44" y="719"/>
                    <a:pt x="244" y="719"/>
                    <a:pt x="244" y="719"/>
                  </a:cubicBezTo>
                  <a:cubicBezTo>
                    <a:pt x="265" y="719"/>
                    <a:pt x="265" y="719"/>
                    <a:pt x="26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193" y="719"/>
                    <a:pt x="193" y="719"/>
                    <a:pt x="193" y="719"/>
                  </a:cubicBezTo>
                  <a:cubicBezTo>
                    <a:pt x="187" y="719"/>
                    <a:pt x="187" y="719"/>
                    <a:pt x="187" y="719"/>
                  </a:cubicBezTo>
                  <a:cubicBezTo>
                    <a:pt x="186" y="719"/>
                    <a:pt x="186" y="719"/>
                    <a:pt x="186" y="719"/>
                  </a:cubicBezTo>
                  <a:cubicBezTo>
                    <a:pt x="185" y="719"/>
                    <a:pt x="185" y="719"/>
                    <a:pt x="185" y="719"/>
                  </a:cubicBezTo>
                  <a:cubicBezTo>
                    <a:pt x="184" y="719"/>
                    <a:pt x="184" y="719"/>
                    <a:pt x="184" y="719"/>
                  </a:cubicBezTo>
                  <a:cubicBezTo>
                    <a:pt x="182" y="719"/>
                    <a:pt x="181" y="719"/>
                    <a:pt x="179" y="720"/>
                  </a:cubicBezTo>
                  <a:cubicBezTo>
                    <a:pt x="174" y="722"/>
                    <a:pt x="169" y="726"/>
                    <a:pt x="167" y="730"/>
                  </a:cubicBezTo>
                  <a:cubicBezTo>
                    <a:pt x="164" y="735"/>
                    <a:pt x="163" y="740"/>
                    <a:pt x="163" y="746"/>
                  </a:cubicBezTo>
                  <a:cubicBezTo>
                    <a:pt x="164" y="751"/>
                    <a:pt x="166" y="756"/>
                    <a:pt x="169" y="760"/>
                  </a:cubicBezTo>
                  <a:cubicBezTo>
                    <a:pt x="171" y="762"/>
                    <a:pt x="173" y="764"/>
                    <a:pt x="176" y="765"/>
                  </a:cubicBezTo>
                  <a:cubicBezTo>
                    <a:pt x="179" y="766"/>
                    <a:pt x="181" y="767"/>
                    <a:pt x="184" y="767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22" y="805"/>
                    <a:pt x="222" y="805"/>
                    <a:pt x="222" y="805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5" y="810"/>
                    <a:pt x="225" y="810"/>
                    <a:pt x="225" y="810"/>
                  </a:cubicBezTo>
                  <a:cubicBezTo>
                    <a:pt x="225" y="810"/>
                    <a:pt x="225" y="811"/>
                    <a:pt x="225" y="811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9" y="815"/>
                    <a:pt x="229" y="815"/>
                    <a:pt x="229" y="815"/>
                  </a:cubicBezTo>
                  <a:cubicBezTo>
                    <a:pt x="230" y="817"/>
                    <a:pt x="231" y="818"/>
                    <a:pt x="232" y="820"/>
                  </a:cubicBezTo>
                  <a:cubicBezTo>
                    <a:pt x="234" y="821"/>
                    <a:pt x="235" y="822"/>
                    <a:pt x="236" y="824"/>
                  </a:cubicBezTo>
                  <a:cubicBezTo>
                    <a:pt x="238" y="825"/>
                    <a:pt x="239" y="826"/>
                    <a:pt x="241" y="828"/>
                  </a:cubicBezTo>
                  <a:cubicBezTo>
                    <a:pt x="242" y="828"/>
                    <a:pt x="243" y="829"/>
                    <a:pt x="245" y="830"/>
                  </a:cubicBezTo>
                  <a:cubicBezTo>
                    <a:pt x="246" y="830"/>
                    <a:pt x="247" y="830"/>
                    <a:pt x="247" y="830"/>
                  </a:cubicBezTo>
                  <a:cubicBezTo>
                    <a:pt x="249" y="831"/>
                    <a:pt x="249" y="831"/>
                    <a:pt x="249" y="831"/>
                  </a:cubicBezTo>
                  <a:cubicBezTo>
                    <a:pt x="250" y="831"/>
                    <a:pt x="252" y="831"/>
                    <a:pt x="254" y="831"/>
                  </a:cubicBezTo>
                  <a:cubicBezTo>
                    <a:pt x="268" y="833"/>
                    <a:pt x="282" y="834"/>
                    <a:pt x="296" y="834"/>
                  </a:cubicBezTo>
                  <a:cubicBezTo>
                    <a:pt x="303" y="835"/>
                    <a:pt x="310" y="835"/>
                    <a:pt x="318" y="834"/>
                  </a:cubicBezTo>
                  <a:cubicBezTo>
                    <a:pt x="321" y="834"/>
                    <a:pt x="325" y="834"/>
                    <a:pt x="329" y="833"/>
                  </a:cubicBezTo>
                  <a:cubicBezTo>
                    <a:pt x="331" y="833"/>
                    <a:pt x="332" y="832"/>
                    <a:pt x="334" y="832"/>
                  </a:cubicBezTo>
                  <a:cubicBezTo>
                    <a:pt x="335" y="832"/>
                    <a:pt x="336" y="831"/>
                    <a:pt x="337" y="831"/>
                  </a:cubicBezTo>
                  <a:cubicBezTo>
                    <a:pt x="338" y="831"/>
                    <a:pt x="338" y="831"/>
                    <a:pt x="339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2" y="829"/>
                    <a:pt x="342" y="829"/>
                    <a:pt x="343" y="829"/>
                  </a:cubicBezTo>
                  <a:cubicBezTo>
                    <a:pt x="342" y="829"/>
                    <a:pt x="342" y="829"/>
                    <a:pt x="341" y="829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39" y="830"/>
                    <a:pt x="339" y="830"/>
                    <a:pt x="339" y="830"/>
                  </a:cubicBezTo>
                  <a:cubicBezTo>
                    <a:pt x="338" y="831"/>
                    <a:pt x="338" y="831"/>
                    <a:pt x="337" y="831"/>
                  </a:cubicBezTo>
                  <a:cubicBezTo>
                    <a:pt x="336" y="831"/>
                    <a:pt x="335" y="832"/>
                    <a:pt x="334" y="832"/>
                  </a:cubicBezTo>
                  <a:cubicBezTo>
                    <a:pt x="332" y="832"/>
                    <a:pt x="330" y="833"/>
                    <a:pt x="329" y="833"/>
                  </a:cubicBezTo>
                  <a:cubicBezTo>
                    <a:pt x="325" y="834"/>
                    <a:pt x="321" y="834"/>
                    <a:pt x="317" y="834"/>
                  </a:cubicBezTo>
                  <a:cubicBezTo>
                    <a:pt x="310" y="834"/>
                    <a:pt x="303" y="834"/>
                    <a:pt x="296" y="834"/>
                  </a:cubicBezTo>
                  <a:cubicBezTo>
                    <a:pt x="282" y="834"/>
                    <a:pt x="268" y="833"/>
                    <a:pt x="254" y="831"/>
                  </a:cubicBezTo>
                  <a:cubicBezTo>
                    <a:pt x="252" y="831"/>
                    <a:pt x="250" y="830"/>
                    <a:pt x="248" y="830"/>
                  </a:cubicBezTo>
                  <a:cubicBezTo>
                    <a:pt x="247" y="830"/>
                    <a:pt x="247" y="830"/>
                    <a:pt x="247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5" y="829"/>
                    <a:pt x="245" y="829"/>
                    <a:pt x="245" y="829"/>
                  </a:cubicBezTo>
                  <a:cubicBezTo>
                    <a:pt x="243" y="829"/>
                    <a:pt x="242" y="828"/>
                    <a:pt x="241" y="827"/>
                  </a:cubicBezTo>
                  <a:cubicBezTo>
                    <a:pt x="239" y="826"/>
                    <a:pt x="238" y="825"/>
                    <a:pt x="236" y="823"/>
                  </a:cubicBezTo>
                  <a:cubicBezTo>
                    <a:pt x="235" y="822"/>
                    <a:pt x="234" y="821"/>
                    <a:pt x="232" y="819"/>
                  </a:cubicBezTo>
                  <a:cubicBezTo>
                    <a:pt x="231" y="818"/>
                    <a:pt x="230" y="817"/>
                    <a:pt x="229" y="815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5" y="811"/>
                    <a:pt x="225" y="811"/>
                    <a:pt x="225" y="811"/>
                  </a:cubicBezTo>
                  <a:cubicBezTo>
                    <a:pt x="225" y="810"/>
                    <a:pt x="225" y="810"/>
                    <a:pt x="225" y="809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3" y="805"/>
                    <a:pt x="223" y="805"/>
                    <a:pt x="223" y="805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194" y="767"/>
                    <a:pt x="194" y="767"/>
                    <a:pt x="194" y="767"/>
                  </a:cubicBezTo>
                  <a:cubicBezTo>
                    <a:pt x="187" y="767"/>
                    <a:pt x="187" y="767"/>
                    <a:pt x="187" y="767"/>
                  </a:cubicBezTo>
                  <a:cubicBezTo>
                    <a:pt x="186" y="767"/>
                    <a:pt x="184" y="767"/>
                    <a:pt x="182" y="767"/>
                  </a:cubicBezTo>
                  <a:cubicBezTo>
                    <a:pt x="180" y="766"/>
                    <a:pt x="178" y="766"/>
                    <a:pt x="177" y="765"/>
                  </a:cubicBezTo>
                  <a:cubicBezTo>
                    <a:pt x="171" y="762"/>
                    <a:pt x="166" y="756"/>
                    <a:pt x="165" y="750"/>
                  </a:cubicBezTo>
                  <a:cubicBezTo>
                    <a:pt x="163" y="744"/>
                    <a:pt x="164" y="737"/>
                    <a:pt x="167" y="731"/>
                  </a:cubicBezTo>
                  <a:cubicBezTo>
                    <a:pt x="166" y="732"/>
                    <a:pt x="166" y="733"/>
                    <a:pt x="166" y="733"/>
                  </a:cubicBezTo>
                  <a:cubicBezTo>
                    <a:pt x="166" y="733"/>
                    <a:pt x="167" y="733"/>
                    <a:pt x="167" y="731"/>
                  </a:cubicBezTo>
                  <a:cubicBezTo>
                    <a:pt x="164" y="737"/>
                    <a:pt x="164" y="743"/>
                    <a:pt x="165" y="749"/>
                  </a:cubicBezTo>
                  <a:cubicBezTo>
                    <a:pt x="167" y="755"/>
                    <a:pt x="171" y="761"/>
                    <a:pt x="177" y="764"/>
                  </a:cubicBezTo>
                  <a:cubicBezTo>
                    <a:pt x="178" y="765"/>
                    <a:pt x="180" y="765"/>
                    <a:pt x="182" y="766"/>
                  </a:cubicBezTo>
                  <a:cubicBezTo>
                    <a:pt x="183" y="766"/>
                    <a:pt x="183" y="766"/>
                    <a:pt x="184" y="766"/>
                  </a:cubicBezTo>
                  <a:cubicBezTo>
                    <a:pt x="185" y="766"/>
                    <a:pt x="185" y="766"/>
                    <a:pt x="185" y="766"/>
                  </a:cubicBezTo>
                  <a:cubicBezTo>
                    <a:pt x="186" y="766"/>
                    <a:pt x="186" y="766"/>
                    <a:pt x="186" y="766"/>
                  </a:cubicBezTo>
                  <a:cubicBezTo>
                    <a:pt x="194" y="766"/>
                    <a:pt x="194" y="766"/>
                    <a:pt x="194" y="766"/>
                  </a:cubicBezTo>
                  <a:cubicBezTo>
                    <a:pt x="205" y="766"/>
                    <a:pt x="205" y="766"/>
                    <a:pt x="205" y="766"/>
                  </a:cubicBezTo>
                  <a:cubicBezTo>
                    <a:pt x="221" y="800"/>
                    <a:pt x="221" y="800"/>
                    <a:pt x="221" y="800"/>
                  </a:cubicBezTo>
                  <a:cubicBezTo>
                    <a:pt x="224" y="805"/>
                    <a:pt x="224" y="805"/>
                    <a:pt x="224" y="805"/>
                  </a:cubicBezTo>
                  <a:cubicBezTo>
                    <a:pt x="225" y="807"/>
                    <a:pt x="225" y="807"/>
                    <a:pt x="225" y="807"/>
                  </a:cubicBezTo>
                  <a:cubicBezTo>
                    <a:pt x="225" y="808"/>
                    <a:pt x="225" y="808"/>
                    <a:pt x="225" y="808"/>
                  </a:cubicBezTo>
                  <a:cubicBezTo>
                    <a:pt x="226" y="809"/>
                    <a:pt x="226" y="809"/>
                    <a:pt x="226" y="809"/>
                  </a:cubicBezTo>
                  <a:cubicBezTo>
                    <a:pt x="226" y="809"/>
                    <a:pt x="226" y="810"/>
                    <a:pt x="226" y="810"/>
                  </a:cubicBezTo>
                  <a:cubicBezTo>
                    <a:pt x="228" y="812"/>
                    <a:pt x="228" y="812"/>
                    <a:pt x="228" y="812"/>
                  </a:cubicBezTo>
                  <a:cubicBezTo>
                    <a:pt x="230" y="815"/>
                    <a:pt x="230" y="815"/>
                    <a:pt x="230" y="815"/>
                  </a:cubicBezTo>
                  <a:cubicBezTo>
                    <a:pt x="231" y="816"/>
                    <a:pt x="232" y="817"/>
                    <a:pt x="233" y="819"/>
                  </a:cubicBezTo>
                  <a:cubicBezTo>
                    <a:pt x="234" y="820"/>
                    <a:pt x="236" y="821"/>
                    <a:pt x="237" y="823"/>
                  </a:cubicBezTo>
                  <a:cubicBezTo>
                    <a:pt x="238" y="824"/>
                    <a:pt x="240" y="825"/>
                    <a:pt x="242" y="827"/>
                  </a:cubicBezTo>
                  <a:cubicBezTo>
                    <a:pt x="243" y="827"/>
                    <a:pt x="244" y="828"/>
                    <a:pt x="245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7" y="829"/>
                    <a:pt x="247" y="829"/>
                    <a:pt x="247" y="829"/>
                  </a:cubicBezTo>
                  <a:cubicBezTo>
                    <a:pt x="249" y="829"/>
                    <a:pt x="249" y="829"/>
                    <a:pt x="249" y="829"/>
                  </a:cubicBezTo>
                  <a:cubicBezTo>
                    <a:pt x="250" y="830"/>
                    <a:pt x="252" y="830"/>
                    <a:pt x="254" y="830"/>
                  </a:cubicBezTo>
                  <a:cubicBezTo>
                    <a:pt x="268" y="832"/>
                    <a:pt x="282" y="833"/>
                    <a:pt x="296" y="834"/>
                  </a:cubicBezTo>
                  <a:cubicBezTo>
                    <a:pt x="303" y="834"/>
                    <a:pt x="310" y="834"/>
                    <a:pt x="317" y="833"/>
                  </a:cubicBezTo>
                  <a:cubicBezTo>
                    <a:pt x="321" y="833"/>
                    <a:pt x="325" y="833"/>
                    <a:pt x="328" y="832"/>
                  </a:cubicBezTo>
                  <a:cubicBezTo>
                    <a:pt x="330" y="832"/>
                    <a:pt x="332" y="831"/>
                    <a:pt x="334" y="831"/>
                  </a:cubicBezTo>
                  <a:cubicBezTo>
                    <a:pt x="335" y="831"/>
                    <a:pt x="336" y="830"/>
                    <a:pt x="337" y="830"/>
                  </a:cubicBezTo>
                  <a:cubicBezTo>
                    <a:pt x="337" y="830"/>
                    <a:pt x="338" y="830"/>
                    <a:pt x="338" y="829"/>
                  </a:cubicBezTo>
                  <a:cubicBezTo>
                    <a:pt x="339" y="829"/>
                    <a:pt x="339" y="829"/>
                    <a:pt x="339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1" y="828"/>
                    <a:pt x="341" y="828"/>
                    <a:pt x="341" y="828"/>
                  </a:cubicBezTo>
                  <a:cubicBezTo>
                    <a:pt x="342" y="828"/>
                    <a:pt x="342" y="828"/>
                    <a:pt x="343" y="827"/>
                  </a:cubicBezTo>
                  <a:cubicBezTo>
                    <a:pt x="344" y="827"/>
                    <a:pt x="345" y="826"/>
                    <a:pt x="346" y="826"/>
                  </a:cubicBezTo>
                  <a:cubicBezTo>
                    <a:pt x="346" y="827"/>
                    <a:pt x="346" y="827"/>
                    <a:pt x="346" y="827"/>
                  </a:cubicBezTo>
                  <a:cubicBezTo>
                    <a:pt x="352" y="823"/>
                    <a:pt x="357" y="817"/>
                    <a:pt x="360" y="812"/>
                  </a:cubicBezTo>
                  <a:cubicBezTo>
                    <a:pt x="369" y="796"/>
                    <a:pt x="369" y="796"/>
                    <a:pt x="369" y="796"/>
                  </a:cubicBezTo>
                  <a:cubicBezTo>
                    <a:pt x="377" y="780"/>
                    <a:pt x="377" y="780"/>
                    <a:pt x="377" y="780"/>
                  </a:cubicBezTo>
                  <a:cubicBezTo>
                    <a:pt x="382" y="772"/>
                    <a:pt x="382" y="772"/>
                    <a:pt x="382" y="772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5" y="768"/>
                    <a:pt x="385" y="768"/>
                    <a:pt x="385" y="768"/>
                  </a:cubicBezTo>
                  <a:cubicBezTo>
                    <a:pt x="391" y="768"/>
                    <a:pt x="391" y="768"/>
                    <a:pt x="391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7" y="768"/>
                    <a:pt x="397" y="768"/>
                    <a:pt x="397" y="768"/>
                  </a:cubicBezTo>
                  <a:cubicBezTo>
                    <a:pt x="398" y="768"/>
                    <a:pt x="398" y="768"/>
                    <a:pt x="399" y="768"/>
                  </a:cubicBezTo>
                  <a:cubicBezTo>
                    <a:pt x="400" y="768"/>
                    <a:pt x="401" y="768"/>
                    <a:pt x="402" y="767"/>
                  </a:cubicBezTo>
                  <a:cubicBezTo>
                    <a:pt x="406" y="766"/>
                    <a:pt x="409" y="764"/>
                    <a:pt x="412" y="761"/>
                  </a:cubicBezTo>
                  <a:cubicBezTo>
                    <a:pt x="416" y="756"/>
                    <a:pt x="418" y="749"/>
                    <a:pt x="418" y="744"/>
                  </a:cubicBezTo>
                  <a:cubicBezTo>
                    <a:pt x="417" y="748"/>
                    <a:pt x="416" y="753"/>
                    <a:pt x="414" y="757"/>
                  </a:cubicBezTo>
                  <a:cubicBezTo>
                    <a:pt x="411" y="761"/>
                    <a:pt x="407" y="764"/>
                    <a:pt x="402" y="765"/>
                  </a:cubicBezTo>
                  <a:cubicBezTo>
                    <a:pt x="401" y="766"/>
                    <a:pt x="400" y="766"/>
                    <a:pt x="399" y="766"/>
                  </a:cubicBezTo>
                  <a:cubicBezTo>
                    <a:pt x="398" y="766"/>
                    <a:pt x="397" y="766"/>
                    <a:pt x="397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85" y="766"/>
                    <a:pt x="385" y="766"/>
                    <a:pt x="385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2" y="767"/>
                    <a:pt x="382" y="767"/>
                    <a:pt x="382" y="767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75" y="780"/>
                    <a:pt x="375" y="780"/>
                    <a:pt x="375" y="780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61" y="805"/>
                    <a:pt x="361" y="805"/>
                    <a:pt x="361" y="805"/>
                  </a:cubicBezTo>
                  <a:cubicBezTo>
                    <a:pt x="359" y="809"/>
                    <a:pt x="359" y="809"/>
                    <a:pt x="359" y="809"/>
                  </a:cubicBezTo>
                  <a:cubicBezTo>
                    <a:pt x="358" y="811"/>
                    <a:pt x="357" y="812"/>
                    <a:pt x="356" y="814"/>
                  </a:cubicBezTo>
                  <a:cubicBezTo>
                    <a:pt x="354" y="816"/>
                    <a:pt x="352" y="819"/>
                    <a:pt x="349" y="822"/>
                  </a:cubicBezTo>
                  <a:cubicBezTo>
                    <a:pt x="346" y="824"/>
                    <a:pt x="343" y="826"/>
                    <a:pt x="339" y="828"/>
                  </a:cubicBezTo>
                  <a:cubicBezTo>
                    <a:pt x="339" y="828"/>
                    <a:pt x="339" y="828"/>
                    <a:pt x="339" y="828"/>
                  </a:cubicBezTo>
                  <a:cubicBezTo>
                    <a:pt x="336" y="829"/>
                    <a:pt x="333" y="830"/>
                    <a:pt x="330" y="830"/>
                  </a:cubicBezTo>
                  <a:cubicBezTo>
                    <a:pt x="327" y="831"/>
                    <a:pt x="324" y="831"/>
                    <a:pt x="321" y="831"/>
                  </a:cubicBezTo>
                  <a:cubicBezTo>
                    <a:pt x="315" y="832"/>
                    <a:pt x="309" y="832"/>
                    <a:pt x="303" y="832"/>
                  </a:cubicBezTo>
                  <a:cubicBezTo>
                    <a:pt x="291" y="832"/>
                    <a:pt x="279" y="831"/>
                    <a:pt x="267" y="830"/>
                  </a:cubicBezTo>
                  <a:cubicBezTo>
                    <a:pt x="261" y="829"/>
                    <a:pt x="255" y="829"/>
                    <a:pt x="249" y="828"/>
                  </a:cubicBezTo>
                  <a:cubicBezTo>
                    <a:pt x="248" y="828"/>
                    <a:pt x="247" y="828"/>
                    <a:pt x="246" y="827"/>
                  </a:cubicBezTo>
                  <a:cubicBezTo>
                    <a:pt x="245" y="827"/>
                    <a:pt x="244" y="826"/>
                    <a:pt x="243" y="826"/>
                  </a:cubicBezTo>
                  <a:cubicBezTo>
                    <a:pt x="241" y="825"/>
                    <a:pt x="240" y="824"/>
                    <a:pt x="239" y="823"/>
                  </a:cubicBezTo>
                  <a:cubicBezTo>
                    <a:pt x="238" y="822"/>
                    <a:pt x="237" y="820"/>
                    <a:pt x="236" y="819"/>
                  </a:cubicBezTo>
                  <a:cubicBezTo>
                    <a:pt x="240" y="823"/>
                    <a:pt x="246" y="827"/>
                    <a:pt x="253" y="828"/>
                  </a:cubicBezTo>
                  <a:cubicBezTo>
                    <a:pt x="263" y="829"/>
                    <a:pt x="273" y="830"/>
                    <a:pt x="283" y="831"/>
                  </a:cubicBezTo>
                  <a:cubicBezTo>
                    <a:pt x="292" y="831"/>
                    <a:pt x="302" y="832"/>
                    <a:pt x="311" y="832"/>
                  </a:cubicBezTo>
                  <a:cubicBezTo>
                    <a:pt x="316" y="832"/>
                    <a:pt x="321" y="831"/>
                    <a:pt x="325" y="831"/>
                  </a:cubicBezTo>
                  <a:cubicBezTo>
                    <a:pt x="330" y="830"/>
                    <a:pt x="335" y="829"/>
                    <a:pt x="339" y="827"/>
                  </a:cubicBezTo>
                  <a:cubicBezTo>
                    <a:pt x="339" y="827"/>
                    <a:pt x="339" y="827"/>
                    <a:pt x="339" y="827"/>
                  </a:cubicBezTo>
                  <a:cubicBezTo>
                    <a:pt x="343" y="826"/>
                    <a:pt x="346" y="824"/>
                    <a:pt x="349" y="821"/>
                  </a:cubicBezTo>
                  <a:cubicBezTo>
                    <a:pt x="352" y="819"/>
                    <a:pt x="354" y="816"/>
                    <a:pt x="356" y="813"/>
                  </a:cubicBezTo>
                  <a:cubicBezTo>
                    <a:pt x="357" y="812"/>
                    <a:pt x="358" y="810"/>
                    <a:pt x="359" y="809"/>
                  </a:cubicBezTo>
                  <a:cubicBezTo>
                    <a:pt x="361" y="804"/>
                    <a:pt x="361" y="804"/>
                    <a:pt x="361" y="804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75" y="779"/>
                    <a:pt x="375" y="779"/>
                    <a:pt x="375" y="779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81" y="767"/>
                    <a:pt x="381" y="767"/>
                    <a:pt x="381" y="767"/>
                  </a:cubicBezTo>
                  <a:cubicBezTo>
                    <a:pt x="382" y="765"/>
                    <a:pt x="382" y="765"/>
                    <a:pt x="382" y="765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7" y="766"/>
                    <a:pt x="397" y="766"/>
                    <a:pt x="397" y="766"/>
                  </a:cubicBezTo>
                  <a:cubicBezTo>
                    <a:pt x="397" y="766"/>
                    <a:pt x="398" y="766"/>
                    <a:pt x="398" y="765"/>
                  </a:cubicBezTo>
                  <a:cubicBezTo>
                    <a:pt x="400" y="765"/>
                    <a:pt x="401" y="765"/>
                    <a:pt x="402" y="765"/>
                  </a:cubicBezTo>
                  <a:cubicBezTo>
                    <a:pt x="407" y="763"/>
                    <a:pt x="410" y="760"/>
                    <a:pt x="413" y="756"/>
                  </a:cubicBezTo>
                  <a:cubicBezTo>
                    <a:pt x="415" y="752"/>
                    <a:pt x="417" y="748"/>
                    <a:pt x="417" y="743"/>
                  </a:cubicBezTo>
                  <a:cubicBezTo>
                    <a:pt x="417" y="740"/>
                    <a:pt x="416" y="737"/>
                    <a:pt x="415" y="734"/>
                  </a:cubicBezTo>
                  <a:cubicBezTo>
                    <a:pt x="413" y="730"/>
                    <a:pt x="410" y="727"/>
                    <a:pt x="407" y="725"/>
                  </a:cubicBezTo>
                  <a:cubicBezTo>
                    <a:pt x="405" y="723"/>
                    <a:pt x="402" y="723"/>
                    <a:pt x="399" y="723"/>
                  </a:cubicBezTo>
                  <a:cubicBezTo>
                    <a:pt x="397" y="723"/>
                    <a:pt x="396" y="723"/>
                    <a:pt x="396" y="724"/>
                  </a:cubicBezTo>
                  <a:cubicBezTo>
                    <a:pt x="396" y="724"/>
                    <a:pt x="397" y="725"/>
                    <a:pt x="400" y="726"/>
                  </a:cubicBezTo>
                  <a:cubicBezTo>
                    <a:pt x="402" y="727"/>
                    <a:pt x="405" y="729"/>
                    <a:pt x="408" y="733"/>
                  </a:cubicBezTo>
                  <a:cubicBezTo>
                    <a:pt x="408" y="734"/>
                    <a:pt x="409" y="735"/>
                    <a:pt x="410" y="737"/>
                  </a:cubicBezTo>
                  <a:cubicBezTo>
                    <a:pt x="410" y="739"/>
                    <a:pt x="410" y="740"/>
                    <a:pt x="411" y="742"/>
                  </a:cubicBezTo>
                  <a:cubicBezTo>
                    <a:pt x="411" y="745"/>
                    <a:pt x="410" y="747"/>
                    <a:pt x="410" y="747"/>
                  </a:cubicBezTo>
                  <a:cubicBezTo>
                    <a:pt x="409" y="749"/>
                    <a:pt x="409" y="748"/>
                    <a:pt x="408" y="747"/>
                  </a:cubicBezTo>
                  <a:cubicBezTo>
                    <a:pt x="408" y="749"/>
                    <a:pt x="406" y="752"/>
                    <a:pt x="405" y="754"/>
                  </a:cubicBezTo>
                  <a:cubicBezTo>
                    <a:pt x="403" y="756"/>
                    <a:pt x="401" y="757"/>
                    <a:pt x="398" y="758"/>
                  </a:cubicBezTo>
                  <a:cubicBezTo>
                    <a:pt x="397" y="758"/>
                    <a:pt x="397" y="758"/>
                    <a:pt x="396" y="758"/>
                  </a:cubicBezTo>
                  <a:cubicBezTo>
                    <a:pt x="394" y="758"/>
                    <a:pt x="394" y="758"/>
                    <a:pt x="394" y="758"/>
                  </a:cubicBezTo>
                  <a:cubicBezTo>
                    <a:pt x="389" y="758"/>
                    <a:pt x="389" y="758"/>
                    <a:pt x="389" y="758"/>
                  </a:cubicBezTo>
                  <a:cubicBezTo>
                    <a:pt x="377" y="758"/>
                    <a:pt x="377" y="758"/>
                    <a:pt x="377" y="758"/>
                  </a:cubicBezTo>
                  <a:cubicBezTo>
                    <a:pt x="362" y="787"/>
                    <a:pt x="362" y="787"/>
                    <a:pt x="362" y="787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52" y="804"/>
                    <a:pt x="352" y="804"/>
                    <a:pt x="352" y="804"/>
                  </a:cubicBezTo>
                  <a:cubicBezTo>
                    <a:pt x="352" y="805"/>
                    <a:pt x="351" y="806"/>
                    <a:pt x="350" y="807"/>
                  </a:cubicBezTo>
                  <a:cubicBezTo>
                    <a:pt x="349" y="809"/>
                    <a:pt x="348" y="811"/>
                    <a:pt x="346" y="813"/>
                  </a:cubicBezTo>
                  <a:cubicBezTo>
                    <a:pt x="345" y="815"/>
                    <a:pt x="343" y="816"/>
                    <a:pt x="342" y="817"/>
                  </a:cubicBezTo>
                  <a:cubicBezTo>
                    <a:pt x="341" y="817"/>
                    <a:pt x="341" y="818"/>
                    <a:pt x="341" y="818"/>
                  </a:cubicBezTo>
                  <a:cubicBezTo>
                    <a:pt x="341" y="818"/>
                    <a:pt x="341" y="817"/>
                    <a:pt x="342" y="817"/>
                  </a:cubicBezTo>
                  <a:cubicBezTo>
                    <a:pt x="343" y="816"/>
                    <a:pt x="345" y="815"/>
                    <a:pt x="346" y="813"/>
                  </a:cubicBezTo>
                  <a:cubicBezTo>
                    <a:pt x="348" y="811"/>
                    <a:pt x="349" y="809"/>
                    <a:pt x="350" y="807"/>
                  </a:cubicBezTo>
                  <a:cubicBezTo>
                    <a:pt x="351" y="806"/>
                    <a:pt x="352" y="805"/>
                    <a:pt x="352" y="804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61" y="787"/>
                    <a:pt x="361" y="787"/>
                    <a:pt x="361" y="787"/>
                  </a:cubicBezTo>
                  <a:cubicBezTo>
                    <a:pt x="377" y="757"/>
                    <a:pt x="377" y="757"/>
                    <a:pt x="377" y="757"/>
                  </a:cubicBezTo>
                  <a:cubicBezTo>
                    <a:pt x="389" y="757"/>
                    <a:pt x="389" y="757"/>
                    <a:pt x="389" y="757"/>
                  </a:cubicBezTo>
                  <a:cubicBezTo>
                    <a:pt x="394" y="757"/>
                    <a:pt x="394" y="757"/>
                    <a:pt x="394" y="757"/>
                  </a:cubicBezTo>
                  <a:cubicBezTo>
                    <a:pt x="396" y="757"/>
                    <a:pt x="396" y="757"/>
                    <a:pt x="396" y="757"/>
                  </a:cubicBezTo>
                  <a:cubicBezTo>
                    <a:pt x="397" y="757"/>
                    <a:pt x="398" y="757"/>
                    <a:pt x="398" y="757"/>
                  </a:cubicBezTo>
                  <a:cubicBezTo>
                    <a:pt x="401" y="757"/>
                    <a:pt x="403" y="755"/>
                    <a:pt x="405" y="753"/>
                  </a:cubicBezTo>
                  <a:cubicBezTo>
                    <a:pt x="406" y="751"/>
                    <a:pt x="407" y="748"/>
                    <a:pt x="408" y="746"/>
                  </a:cubicBezTo>
                  <a:cubicBezTo>
                    <a:pt x="408" y="745"/>
                    <a:pt x="407" y="745"/>
                    <a:pt x="407" y="746"/>
                  </a:cubicBezTo>
                  <a:cubicBezTo>
                    <a:pt x="406" y="746"/>
                    <a:pt x="406" y="748"/>
                    <a:pt x="405" y="750"/>
                  </a:cubicBezTo>
                  <a:cubicBezTo>
                    <a:pt x="404" y="751"/>
                    <a:pt x="403" y="752"/>
                    <a:pt x="402" y="753"/>
                  </a:cubicBezTo>
                  <a:cubicBezTo>
                    <a:pt x="401" y="754"/>
                    <a:pt x="399" y="755"/>
                    <a:pt x="398" y="755"/>
                  </a:cubicBezTo>
                  <a:cubicBezTo>
                    <a:pt x="397" y="755"/>
                    <a:pt x="397" y="755"/>
                    <a:pt x="397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4" y="755"/>
                    <a:pt x="394" y="755"/>
                    <a:pt x="394" y="755"/>
                  </a:cubicBezTo>
                  <a:cubicBezTo>
                    <a:pt x="390" y="755"/>
                    <a:pt x="390" y="755"/>
                    <a:pt x="390" y="755"/>
                  </a:cubicBezTo>
                  <a:cubicBezTo>
                    <a:pt x="376" y="755"/>
                    <a:pt x="376" y="755"/>
                    <a:pt x="376" y="755"/>
                  </a:cubicBezTo>
                  <a:cubicBezTo>
                    <a:pt x="366" y="774"/>
                    <a:pt x="366" y="774"/>
                    <a:pt x="366" y="774"/>
                  </a:cubicBezTo>
                  <a:cubicBezTo>
                    <a:pt x="363" y="780"/>
                    <a:pt x="360" y="785"/>
                    <a:pt x="358" y="789"/>
                  </a:cubicBezTo>
                  <a:cubicBezTo>
                    <a:pt x="353" y="798"/>
                    <a:pt x="353" y="798"/>
                    <a:pt x="353" y="798"/>
                  </a:cubicBezTo>
                  <a:cubicBezTo>
                    <a:pt x="351" y="802"/>
                    <a:pt x="351" y="802"/>
                    <a:pt x="351" y="802"/>
                  </a:cubicBezTo>
                  <a:cubicBezTo>
                    <a:pt x="350" y="803"/>
                    <a:pt x="350" y="804"/>
                    <a:pt x="349" y="804"/>
                  </a:cubicBezTo>
                  <a:cubicBezTo>
                    <a:pt x="349" y="805"/>
                    <a:pt x="349" y="806"/>
                    <a:pt x="348" y="806"/>
                  </a:cubicBezTo>
                  <a:cubicBezTo>
                    <a:pt x="347" y="809"/>
                    <a:pt x="345" y="811"/>
                    <a:pt x="342" y="813"/>
                  </a:cubicBezTo>
                  <a:cubicBezTo>
                    <a:pt x="340" y="815"/>
                    <a:pt x="338" y="817"/>
                    <a:pt x="336" y="818"/>
                  </a:cubicBezTo>
                  <a:cubicBezTo>
                    <a:pt x="335" y="818"/>
                    <a:pt x="335" y="818"/>
                    <a:pt x="335" y="818"/>
                  </a:cubicBezTo>
                  <a:cubicBezTo>
                    <a:pt x="331" y="819"/>
                    <a:pt x="326" y="820"/>
                    <a:pt x="320" y="821"/>
                  </a:cubicBezTo>
                  <a:cubicBezTo>
                    <a:pt x="315" y="821"/>
                    <a:pt x="310" y="821"/>
                    <a:pt x="304" y="821"/>
                  </a:cubicBezTo>
                  <a:cubicBezTo>
                    <a:pt x="293" y="821"/>
                    <a:pt x="282" y="821"/>
                    <a:pt x="270" y="820"/>
                  </a:cubicBezTo>
                  <a:cubicBezTo>
                    <a:pt x="265" y="819"/>
                    <a:pt x="259" y="818"/>
                    <a:pt x="254" y="818"/>
                  </a:cubicBezTo>
                  <a:cubicBezTo>
                    <a:pt x="252" y="817"/>
                    <a:pt x="251" y="817"/>
                    <a:pt x="250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6"/>
                  </a:cubicBezTo>
                  <a:cubicBezTo>
                    <a:pt x="247" y="815"/>
                    <a:pt x="245" y="814"/>
                    <a:pt x="244" y="812"/>
                  </a:cubicBezTo>
                  <a:cubicBezTo>
                    <a:pt x="242" y="810"/>
                    <a:pt x="240" y="808"/>
                    <a:pt x="239" y="806"/>
                  </a:cubicBezTo>
                  <a:cubicBezTo>
                    <a:pt x="237" y="804"/>
                    <a:pt x="237" y="804"/>
                    <a:pt x="237" y="804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5" y="800"/>
                    <a:pt x="235" y="800"/>
                    <a:pt x="235" y="800"/>
                  </a:cubicBezTo>
                  <a:cubicBezTo>
                    <a:pt x="228" y="785"/>
                    <a:pt x="228" y="785"/>
                    <a:pt x="228" y="785"/>
                  </a:cubicBezTo>
                  <a:cubicBezTo>
                    <a:pt x="221" y="771"/>
                    <a:pt x="221" y="771"/>
                    <a:pt x="221" y="771"/>
                  </a:cubicBezTo>
                  <a:cubicBezTo>
                    <a:pt x="213" y="753"/>
                    <a:pt x="213" y="753"/>
                    <a:pt x="213" y="753"/>
                  </a:cubicBezTo>
                  <a:cubicBezTo>
                    <a:pt x="185" y="753"/>
                    <a:pt x="185" y="753"/>
                    <a:pt x="185" y="753"/>
                  </a:cubicBezTo>
                  <a:cubicBezTo>
                    <a:pt x="183" y="753"/>
                    <a:pt x="182" y="752"/>
                    <a:pt x="180" y="750"/>
                  </a:cubicBezTo>
                  <a:cubicBezTo>
                    <a:pt x="179" y="749"/>
                    <a:pt x="178" y="746"/>
                    <a:pt x="178" y="744"/>
                  </a:cubicBezTo>
                  <a:cubicBezTo>
                    <a:pt x="178" y="741"/>
                    <a:pt x="178" y="739"/>
                    <a:pt x="179" y="737"/>
                  </a:cubicBezTo>
                  <a:cubicBezTo>
                    <a:pt x="181" y="735"/>
                    <a:pt x="182" y="734"/>
                    <a:pt x="184" y="733"/>
                  </a:cubicBezTo>
                  <a:cubicBezTo>
                    <a:pt x="184" y="733"/>
                    <a:pt x="185" y="733"/>
                    <a:pt x="185" y="733"/>
                  </a:cubicBezTo>
                  <a:cubicBezTo>
                    <a:pt x="188" y="733"/>
                    <a:pt x="188" y="733"/>
                    <a:pt x="188" y="733"/>
                  </a:cubicBezTo>
                  <a:cubicBezTo>
                    <a:pt x="194" y="733"/>
                    <a:pt x="194" y="733"/>
                    <a:pt x="194" y="733"/>
                  </a:cubicBezTo>
                  <a:cubicBezTo>
                    <a:pt x="206" y="733"/>
                    <a:pt x="206" y="733"/>
                    <a:pt x="206" y="733"/>
                  </a:cubicBezTo>
                  <a:cubicBezTo>
                    <a:pt x="263" y="732"/>
                    <a:pt x="326" y="734"/>
                    <a:pt x="373" y="732"/>
                  </a:cubicBezTo>
                  <a:cubicBezTo>
                    <a:pt x="414" y="731"/>
                    <a:pt x="399" y="727"/>
                    <a:pt x="357" y="725"/>
                  </a:cubicBezTo>
                  <a:cubicBezTo>
                    <a:pt x="357" y="724"/>
                    <a:pt x="357" y="724"/>
                    <a:pt x="357" y="724"/>
                  </a:cubicBezTo>
                  <a:cubicBezTo>
                    <a:pt x="399" y="725"/>
                    <a:pt x="378" y="722"/>
                    <a:pt x="383" y="720"/>
                  </a:cubicBezTo>
                  <a:cubicBezTo>
                    <a:pt x="364" y="720"/>
                    <a:pt x="346" y="720"/>
                    <a:pt x="327" y="719"/>
                  </a:cubicBezTo>
                  <a:cubicBezTo>
                    <a:pt x="361" y="719"/>
                    <a:pt x="361" y="719"/>
                    <a:pt x="361" y="719"/>
                  </a:cubicBezTo>
                  <a:cubicBezTo>
                    <a:pt x="380" y="719"/>
                    <a:pt x="380" y="719"/>
                    <a:pt x="380" y="719"/>
                  </a:cubicBezTo>
                  <a:cubicBezTo>
                    <a:pt x="389" y="720"/>
                    <a:pt x="389" y="720"/>
                    <a:pt x="389" y="720"/>
                  </a:cubicBezTo>
                  <a:cubicBezTo>
                    <a:pt x="393" y="720"/>
                    <a:pt x="393" y="720"/>
                    <a:pt x="393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7" y="720"/>
                    <a:pt x="397" y="720"/>
                    <a:pt x="397" y="720"/>
                  </a:cubicBezTo>
                  <a:cubicBezTo>
                    <a:pt x="398" y="720"/>
                    <a:pt x="398" y="720"/>
                    <a:pt x="399" y="719"/>
                  </a:cubicBezTo>
                  <a:cubicBezTo>
                    <a:pt x="403" y="719"/>
                    <a:pt x="407" y="717"/>
                    <a:pt x="409" y="715"/>
                  </a:cubicBezTo>
                  <a:cubicBezTo>
                    <a:pt x="412" y="713"/>
                    <a:pt x="414" y="710"/>
                    <a:pt x="416" y="707"/>
                  </a:cubicBezTo>
                  <a:cubicBezTo>
                    <a:pt x="418" y="701"/>
                    <a:pt x="418" y="696"/>
                    <a:pt x="417" y="691"/>
                  </a:cubicBezTo>
                  <a:cubicBezTo>
                    <a:pt x="418" y="697"/>
                    <a:pt x="417" y="703"/>
                    <a:pt x="413" y="708"/>
                  </a:cubicBezTo>
                  <a:cubicBezTo>
                    <a:pt x="412" y="711"/>
                    <a:pt x="409" y="713"/>
                    <a:pt x="406" y="715"/>
                  </a:cubicBezTo>
                  <a:cubicBezTo>
                    <a:pt x="404" y="716"/>
                    <a:pt x="400" y="717"/>
                    <a:pt x="397" y="718"/>
                  </a:cubicBezTo>
                  <a:cubicBezTo>
                    <a:pt x="369" y="717"/>
                    <a:pt x="369" y="717"/>
                    <a:pt x="369" y="717"/>
                  </a:cubicBezTo>
                  <a:cubicBezTo>
                    <a:pt x="350" y="717"/>
                    <a:pt x="330" y="717"/>
                    <a:pt x="311" y="716"/>
                  </a:cubicBezTo>
                  <a:cubicBezTo>
                    <a:pt x="195" y="716"/>
                    <a:pt x="195" y="716"/>
                    <a:pt x="195" y="716"/>
                  </a:cubicBezTo>
                  <a:cubicBezTo>
                    <a:pt x="227" y="716"/>
                    <a:pt x="264" y="715"/>
                    <a:pt x="296" y="716"/>
                  </a:cubicBezTo>
                  <a:cubicBezTo>
                    <a:pt x="319" y="716"/>
                    <a:pt x="341" y="717"/>
                    <a:pt x="362" y="717"/>
                  </a:cubicBezTo>
                  <a:cubicBezTo>
                    <a:pt x="394" y="717"/>
                    <a:pt x="394" y="717"/>
                    <a:pt x="394" y="717"/>
                  </a:cubicBezTo>
                  <a:cubicBezTo>
                    <a:pt x="395" y="717"/>
                    <a:pt x="396" y="717"/>
                    <a:pt x="398" y="717"/>
                  </a:cubicBezTo>
                  <a:cubicBezTo>
                    <a:pt x="400" y="717"/>
                    <a:pt x="402" y="716"/>
                    <a:pt x="403" y="716"/>
                  </a:cubicBezTo>
                  <a:cubicBezTo>
                    <a:pt x="406" y="714"/>
                    <a:pt x="409" y="712"/>
                    <a:pt x="411" y="709"/>
                  </a:cubicBezTo>
                  <a:cubicBezTo>
                    <a:pt x="416" y="704"/>
                    <a:pt x="417" y="697"/>
                    <a:pt x="416" y="691"/>
                  </a:cubicBezTo>
                  <a:cubicBezTo>
                    <a:pt x="416" y="688"/>
                    <a:pt x="415" y="685"/>
                    <a:pt x="414" y="683"/>
                  </a:cubicBezTo>
                  <a:cubicBezTo>
                    <a:pt x="412" y="679"/>
                    <a:pt x="409" y="677"/>
                    <a:pt x="406" y="676"/>
                  </a:cubicBezTo>
                  <a:cubicBezTo>
                    <a:pt x="404" y="674"/>
                    <a:pt x="401" y="674"/>
                    <a:pt x="399" y="674"/>
                  </a:cubicBezTo>
                  <a:cubicBezTo>
                    <a:pt x="397" y="674"/>
                    <a:pt x="396" y="675"/>
                    <a:pt x="396" y="675"/>
                  </a:cubicBezTo>
                  <a:cubicBezTo>
                    <a:pt x="396" y="676"/>
                    <a:pt x="397" y="676"/>
                    <a:pt x="399" y="677"/>
                  </a:cubicBezTo>
                  <a:cubicBezTo>
                    <a:pt x="401" y="678"/>
                    <a:pt x="404" y="679"/>
                    <a:pt x="407" y="683"/>
                  </a:cubicBezTo>
                  <a:cubicBezTo>
                    <a:pt x="408" y="685"/>
                    <a:pt x="410" y="688"/>
                    <a:pt x="410" y="690"/>
                  </a:cubicBezTo>
                  <a:cubicBezTo>
                    <a:pt x="411" y="693"/>
                    <a:pt x="411" y="695"/>
                    <a:pt x="411" y="695"/>
                  </a:cubicBezTo>
                  <a:cubicBezTo>
                    <a:pt x="410" y="697"/>
                    <a:pt x="409" y="696"/>
                    <a:pt x="409" y="695"/>
                  </a:cubicBezTo>
                  <a:cubicBezTo>
                    <a:pt x="409" y="698"/>
                    <a:pt x="408" y="701"/>
                    <a:pt x="406" y="704"/>
                  </a:cubicBezTo>
                  <a:cubicBezTo>
                    <a:pt x="404" y="706"/>
                    <a:pt x="401" y="708"/>
                    <a:pt x="398" y="709"/>
                  </a:cubicBezTo>
                  <a:cubicBezTo>
                    <a:pt x="398" y="709"/>
                    <a:pt x="397" y="709"/>
                    <a:pt x="396" y="709"/>
                  </a:cubicBezTo>
                  <a:cubicBezTo>
                    <a:pt x="393" y="709"/>
                    <a:pt x="393" y="709"/>
                    <a:pt x="393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32" y="708"/>
                    <a:pt x="332" y="708"/>
                    <a:pt x="332" y="708"/>
                  </a:cubicBezTo>
                  <a:cubicBezTo>
                    <a:pt x="295" y="708"/>
                    <a:pt x="259" y="708"/>
                    <a:pt x="223" y="707"/>
                  </a:cubicBezTo>
                  <a:cubicBezTo>
                    <a:pt x="259" y="708"/>
                    <a:pt x="296" y="708"/>
                    <a:pt x="332" y="708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94" y="709"/>
                    <a:pt x="394" y="709"/>
                    <a:pt x="394" y="709"/>
                  </a:cubicBezTo>
                  <a:cubicBezTo>
                    <a:pt x="395" y="709"/>
                    <a:pt x="395" y="709"/>
                    <a:pt x="395" y="709"/>
                  </a:cubicBezTo>
                  <a:cubicBezTo>
                    <a:pt x="396" y="709"/>
                    <a:pt x="396" y="709"/>
                    <a:pt x="396" y="709"/>
                  </a:cubicBezTo>
                  <a:cubicBezTo>
                    <a:pt x="397" y="709"/>
                    <a:pt x="397" y="709"/>
                    <a:pt x="397" y="709"/>
                  </a:cubicBezTo>
                  <a:cubicBezTo>
                    <a:pt x="397" y="709"/>
                    <a:pt x="398" y="708"/>
                    <a:pt x="399" y="708"/>
                  </a:cubicBezTo>
                  <a:cubicBezTo>
                    <a:pt x="401" y="708"/>
                    <a:pt x="404" y="706"/>
                    <a:pt x="406" y="703"/>
                  </a:cubicBezTo>
                  <a:cubicBezTo>
                    <a:pt x="407" y="701"/>
                    <a:pt x="408" y="697"/>
                    <a:pt x="408" y="694"/>
                  </a:cubicBezTo>
                  <a:cubicBezTo>
                    <a:pt x="408" y="694"/>
                    <a:pt x="407" y="694"/>
                    <a:pt x="407" y="694"/>
                  </a:cubicBezTo>
                  <a:cubicBezTo>
                    <a:pt x="407" y="695"/>
                    <a:pt x="407" y="696"/>
                    <a:pt x="406" y="699"/>
                  </a:cubicBezTo>
                  <a:cubicBezTo>
                    <a:pt x="405" y="700"/>
                    <a:pt x="404" y="703"/>
                    <a:pt x="402" y="704"/>
                  </a:cubicBezTo>
                  <a:cubicBezTo>
                    <a:pt x="400" y="705"/>
                    <a:pt x="399" y="706"/>
                    <a:pt x="397" y="706"/>
                  </a:cubicBezTo>
                  <a:cubicBezTo>
                    <a:pt x="397" y="706"/>
                    <a:pt x="397" y="706"/>
                    <a:pt x="396" y="706"/>
                  </a:cubicBezTo>
                  <a:cubicBezTo>
                    <a:pt x="394" y="706"/>
                    <a:pt x="394" y="706"/>
                    <a:pt x="394" y="706"/>
                  </a:cubicBezTo>
                  <a:cubicBezTo>
                    <a:pt x="390" y="706"/>
                    <a:pt x="390" y="706"/>
                    <a:pt x="390" y="706"/>
                  </a:cubicBezTo>
                  <a:cubicBezTo>
                    <a:pt x="379" y="707"/>
                    <a:pt x="366" y="707"/>
                    <a:pt x="357" y="707"/>
                  </a:cubicBezTo>
                  <a:cubicBezTo>
                    <a:pt x="306" y="705"/>
                    <a:pt x="251" y="706"/>
                    <a:pt x="201" y="705"/>
                  </a:cubicBezTo>
                  <a:cubicBezTo>
                    <a:pt x="187" y="705"/>
                    <a:pt x="187" y="705"/>
                    <a:pt x="187" y="705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4" y="704"/>
                    <a:pt x="184" y="704"/>
                    <a:pt x="183" y="704"/>
                  </a:cubicBezTo>
                  <a:cubicBezTo>
                    <a:pt x="182" y="704"/>
                    <a:pt x="181" y="703"/>
                    <a:pt x="180" y="702"/>
                  </a:cubicBezTo>
                  <a:cubicBezTo>
                    <a:pt x="179" y="700"/>
                    <a:pt x="178" y="697"/>
                    <a:pt x="178" y="694"/>
                  </a:cubicBezTo>
                  <a:cubicBezTo>
                    <a:pt x="178" y="692"/>
                    <a:pt x="179" y="689"/>
                    <a:pt x="181" y="687"/>
                  </a:cubicBezTo>
                  <a:cubicBezTo>
                    <a:pt x="181" y="686"/>
                    <a:pt x="182" y="686"/>
                    <a:pt x="183" y="685"/>
                  </a:cubicBezTo>
                  <a:cubicBezTo>
                    <a:pt x="184" y="685"/>
                    <a:pt x="184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6" y="685"/>
                    <a:pt x="186" y="685"/>
                    <a:pt x="186" y="685"/>
                  </a:cubicBezTo>
                  <a:cubicBezTo>
                    <a:pt x="187" y="685"/>
                    <a:pt x="187" y="685"/>
                    <a:pt x="187" y="685"/>
                  </a:cubicBezTo>
                  <a:cubicBezTo>
                    <a:pt x="201" y="685"/>
                    <a:pt x="201" y="685"/>
                    <a:pt x="201" y="685"/>
                  </a:cubicBezTo>
                  <a:cubicBezTo>
                    <a:pt x="229" y="685"/>
                    <a:pt x="229" y="685"/>
                    <a:pt x="229" y="685"/>
                  </a:cubicBezTo>
                  <a:cubicBezTo>
                    <a:pt x="279" y="684"/>
                    <a:pt x="334" y="685"/>
                    <a:pt x="376" y="684"/>
                  </a:cubicBezTo>
                  <a:cubicBezTo>
                    <a:pt x="412" y="683"/>
                    <a:pt x="398" y="678"/>
                    <a:pt x="362" y="677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98" y="676"/>
                    <a:pt x="380" y="673"/>
                    <a:pt x="385" y="671"/>
                  </a:cubicBezTo>
                  <a:cubicBezTo>
                    <a:pt x="369" y="671"/>
                    <a:pt x="353" y="671"/>
                    <a:pt x="337" y="671"/>
                  </a:cubicBezTo>
                  <a:cubicBezTo>
                    <a:pt x="361" y="671"/>
                    <a:pt x="361" y="671"/>
                    <a:pt x="361" y="671"/>
                  </a:cubicBezTo>
                  <a:cubicBezTo>
                    <a:pt x="380" y="671"/>
                    <a:pt x="380" y="671"/>
                    <a:pt x="380" y="671"/>
                  </a:cubicBezTo>
                  <a:cubicBezTo>
                    <a:pt x="389" y="671"/>
                    <a:pt x="389" y="671"/>
                    <a:pt x="389" y="671"/>
                  </a:cubicBezTo>
                  <a:cubicBezTo>
                    <a:pt x="393" y="671"/>
                    <a:pt x="393" y="671"/>
                    <a:pt x="393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7" y="671"/>
                    <a:pt x="397" y="671"/>
                    <a:pt x="397" y="671"/>
                  </a:cubicBezTo>
                  <a:cubicBezTo>
                    <a:pt x="398" y="671"/>
                    <a:pt x="399" y="671"/>
                    <a:pt x="399" y="671"/>
                  </a:cubicBezTo>
                  <a:cubicBezTo>
                    <a:pt x="403" y="670"/>
                    <a:pt x="407" y="668"/>
                    <a:pt x="409" y="666"/>
                  </a:cubicBezTo>
                  <a:cubicBezTo>
                    <a:pt x="412" y="664"/>
                    <a:pt x="414" y="661"/>
                    <a:pt x="416" y="658"/>
                  </a:cubicBezTo>
                  <a:cubicBezTo>
                    <a:pt x="418" y="653"/>
                    <a:pt x="418" y="647"/>
                    <a:pt x="417" y="642"/>
                  </a:cubicBezTo>
                  <a:cubicBezTo>
                    <a:pt x="418" y="648"/>
                    <a:pt x="417" y="655"/>
                    <a:pt x="413" y="660"/>
                  </a:cubicBezTo>
                  <a:cubicBezTo>
                    <a:pt x="412" y="662"/>
                    <a:pt x="409" y="665"/>
                    <a:pt x="407" y="666"/>
                  </a:cubicBezTo>
                  <a:cubicBezTo>
                    <a:pt x="404" y="668"/>
                    <a:pt x="400" y="669"/>
                    <a:pt x="397" y="669"/>
                  </a:cubicBezTo>
                  <a:cubicBezTo>
                    <a:pt x="369" y="669"/>
                    <a:pt x="369" y="669"/>
                    <a:pt x="369" y="669"/>
                  </a:cubicBezTo>
                  <a:cubicBezTo>
                    <a:pt x="350" y="668"/>
                    <a:pt x="330" y="668"/>
                    <a:pt x="311" y="668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227" y="667"/>
                    <a:pt x="264" y="667"/>
                    <a:pt x="296" y="668"/>
                  </a:cubicBezTo>
                  <a:cubicBezTo>
                    <a:pt x="319" y="668"/>
                    <a:pt x="341" y="668"/>
                    <a:pt x="362" y="668"/>
                  </a:cubicBezTo>
                  <a:cubicBezTo>
                    <a:pt x="394" y="668"/>
                    <a:pt x="394" y="668"/>
                    <a:pt x="394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7" y="668"/>
                    <a:pt x="397" y="668"/>
                    <a:pt x="397" y="668"/>
                  </a:cubicBezTo>
                  <a:cubicBezTo>
                    <a:pt x="397" y="668"/>
                    <a:pt x="398" y="668"/>
                    <a:pt x="398" y="668"/>
                  </a:cubicBezTo>
                  <a:cubicBezTo>
                    <a:pt x="400" y="668"/>
                    <a:pt x="402" y="668"/>
                    <a:pt x="403" y="667"/>
                  </a:cubicBezTo>
                  <a:cubicBezTo>
                    <a:pt x="407" y="666"/>
                    <a:pt x="409" y="663"/>
                    <a:pt x="411" y="661"/>
                  </a:cubicBezTo>
                  <a:cubicBezTo>
                    <a:pt x="416" y="656"/>
                    <a:pt x="417" y="649"/>
                    <a:pt x="416" y="642"/>
                  </a:cubicBezTo>
                  <a:cubicBezTo>
                    <a:pt x="416" y="639"/>
                    <a:pt x="415" y="637"/>
                    <a:pt x="414" y="634"/>
                  </a:cubicBezTo>
                  <a:cubicBezTo>
                    <a:pt x="412" y="631"/>
                    <a:pt x="409" y="629"/>
                    <a:pt x="406" y="627"/>
                  </a:cubicBezTo>
                  <a:cubicBezTo>
                    <a:pt x="404" y="626"/>
                    <a:pt x="401" y="625"/>
                    <a:pt x="399" y="626"/>
                  </a:cubicBezTo>
                  <a:cubicBezTo>
                    <a:pt x="397" y="626"/>
                    <a:pt x="396" y="626"/>
                    <a:pt x="396" y="627"/>
                  </a:cubicBezTo>
                  <a:cubicBezTo>
                    <a:pt x="396" y="627"/>
                    <a:pt x="397" y="628"/>
                    <a:pt x="399" y="628"/>
                  </a:cubicBezTo>
                  <a:cubicBezTo>
                    <a:pt x="401" y="629"/>
                    <a:pt x="404" y="631"/>
                    <a:pt x="407" y="634"/>
                  </a:cubicBezTo>
                  <a:cubicBezTo>
                    <a:pt x="408" y="636"/>
                    <a:pt x="410" y="639"/>
                    <a:pt x="410" y="642"/>
                  </a:cubicBezTo>
                  <a:cubicBezTo>
                    <a:pt x="411" y="645"/>
                    <a:pt x="411" y="647"/>
                    <a:pt x="411" y="647"/>
                  </a:cubicBezTo>
                  <a:cubicBezTo>
                    <a:pt x="410" y="648"/>
                    <a:pt x="409" y="647"/>
                    <a:pt x="409" y="646"/>
                  </a:cubicBezTo>
                  <a:cubicBezTo>
                    <a:pt x="409" y="650"/>
                    <a:pt x="408" y="653"/>
                    <a:pt x="406" y="655"/>
                  </a:cubicBezTo>
                  <a:cubicBezTo>
                    <a:pt x="404" y="658"/>
                    <a:pt x="401" y="660"/>
                    <a:pt x="398" y="660"/>
                  </a:cubicBezTo>
                  <a:cubicBezTo>
                    <a:pt x="398" y="660"/>
                    <a:pt x="397" y="660"/>
                    <a:pt x="396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32" y="660"/>
                    <a:pt x="332" y="660"/>
                    <a:pt x="332" y="660"/>
                  </a:cubicBezTo>
                  <a:cubicBezTo>
                    <a:pt x="295" y="660"/>
                    <a:pt x="259" y="659"/>
                    <a:pt x="223" y="658"/>
                  </a:cubicBezTo>
                  <a:cubicBezTo>
                    <a:pt x="259" y="659"/>
                    <a:pt x="296" y="660"/>
                    <a:pt x="332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95" y="660"/>
                    <a:pt x="395" y="660"/>
                    <a:pt x="395" y="660"/>
                  </a:cubicBezTo>
                  <a:cubicBezTo>
                    <a:pt x="396" y="660"/>
                    <a:pt x="396" y="660"/>
                    <a:pt x="396" y="660"/>
                  </a:cubicBezTo>
                  <a:cubicBezTo>
                    <a:pt x="397" y="660"/>
                    <a:pt x="397" y="660"/>
                    <a:pt x="397" y="660"/>
                  </a:cubicBezTo>
                  <a:cubicBezTo>
                    <a:pt x="397" y="660"/>
                    <a:pt x="398" y="660"/>
                    <a:pt x="399" y="660"/>
                  </a:cubicBezTo>
                  <a:cubicBezTo>
                    <a:pt x="402" y="659"/>
                    <a:pt x="404" y="657"/>
                    <a:pt x="406" y="654"/>
                  </a:cubicBezTo>
                  <a:cubicBezTo>
                    <a:pt x="407" y="652"/>
                    <a:pt x="408" y="649"/>
                    <a:pt x="408" y="646"/>
                  </a:cubicBezTo>
                  <a:cubicBezTo>
                    <a:pt x="408" y="645"/>
                    <a:pt x="407" y="645"/>
                    <a:pt x="407" y="646"/>
                  </a:cubicBezTo>
                  <a:cubicBezTo>
                    <a:pt x="407" y="646"/>
                    <a:pt x="407" y="648"/>
                    <a:pt x="406" y="650"/>
                  </a:cubicBezTo>
                  <a:cubicBezTo>
                    <a:pt x="405" y="651"/>
                    <a:pt x="404" y="654"/>
                    <a:pt x="402" y="656"/>
                  </a:cubicBezTo>
                  <a:cubicBezTo>
                    <a:pt x="400" y="657"/>
                    <a:pt x="399" y="658"/>
                    <a:pt x="397" y="658"/>
                  </a:cubicBezTo>
                  <a:cubicBezTo>
                    <a:pt x="397" y="658"/>
                    <a:pt x="397" y="658"/>
                    <a:pt x="396" y="658"/>
                  </a:cubicBezTo>
                  <a:cubicBezTo>
                    <a:pt x="394" y="658"/>
                    <a:pt x="394" y="658"/>
                    <a:pt x="394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79" y="658"/>
                    <a:pt x="366" y="658"/>
                    <a:pt x="357" y="658"/>
                  </a:cubicBezTo>
                  <a:cubicBezTo>
                    <a:pt x="306" y="657"/>
                    <a:pt x="251" y="657"/>
                    <a:pt x="201" y="656"/>
                  </a:cubicBezTo>
                  <a:cubicBezTo>
                    <a:pt x="187" y="656"/>
                    <a:pt x="187" y="656"/>
                    <a:pt x="187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4" y="656"/>
                    <a:pt x="184" y="656"/>
                    <a:pt x="183" y="655"/>
                  </a:cubicBezTo>
                  <a:cubicBezTo>
                    <a:pt x="182" y="655"/>
                    <a:pt x="181" y="654"/>
                    <a:pt x="180" y="653"/>
                  </a:cubicBezTo>
                  <a:cubicBezTo>
                    <a:pt x="179" y="652"/>
                    <a:pt x="178" y="649"/>
                    <a:pt x="178" y="646"/>
                  </a:cubicBezTo>
                  <a:cubicBezTo>
                    <a:pt x="178" y="643"/>
                    <a:pt x="179" y="640"/>
                    <a:pt x="181" y="638"/>
                  </a:cubicBezTo>
                  <a:cubicBezTo>
                    <a:pt x="181" y="638"/>
                    <a:pt x="182" y="637"/>
                    <a:pt x="183" y="637"/>
                  </a:cubicBezTo>
                  <a:cubicBezTo>
                    <a:pt x="184" y="636"/>
                    <a:pt x="184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6" y="636"/>
                    <a:pt x="186" y="636"/>
                    <a:pt x="186" y="636"/>
                  </a:cubicBezTo>
                  <a:cubicBezTo>
                    <a:pt x="187" y="636"/>
                    <a:pt x="187" y="636"/>
                    <a:pt x="187" y="636"/>
                  </a:cubicBezTo>
                  <a:cubicBezTo>
                    <a:pt x="201" y="636"/>
                    <a:pt x="201" y="636"/>
                    <a:pt x="201" y="636"/>
                  </a:cubicBezTo>
                  <a:cubicBezTo>
                    <a:pt x="229" y="636"/>
                    <a:pt x="229" y="636"/>
                    <a:pt x="229" y="636"/>
                  </a:cubicBezTo>
                  <a:cubicBezTo>
                    <a:pt x="279" y="635"/>
                    <a:pt x="334" y="636"/>
                    <a:pt x="376" y="635"/>
                  </a:cubicBezTo>
                  <a:cubicBezTo>
                    <a:pt x="412" y="634"/>
                    <a:pt x="398" y="630"/>
                    <a:pt x="362" y="628"/>
                  </a:cubicBezTo>
                  <a:cubicBezTo>
                    <a:pt x="362" y="627"/>
                    <a:pt x="362" y="627"/>
                    <a:pt x="362" y="627"/>
                  </a:cubicBezTo>
                  <a:cubicBezTo>
                    <a:pt x="393" y="627"/>
                    <a:pt x="385" y="625"/>
                    <a:pt x="384" y="624"/>
                  </a:cubicBezTo>
                  <a:cubicBezTo>
                    <a:pt x="391" y="624"/>
                    <a:pt x="391" y="624"/>
                    <a:pt x="391" y="624"/>
                  </a:cubicBezTo>
                  <a:cubicBezTo>
                    <a:pt x="392" y="624"/>
                    <a:pt x="392" y="624"/>
                    <a:pt x="392" y="624"/>
                  </a:cubicBezTo>
                  <a:cubicBezTo>
                    <a:pt x="393" y="624"/>
                    <a:pt x="393" y="624"/>
                    <a:pt x="393" y="624"/>
                  </a:cubicBezTo>
                  <a:cubicBezTo>
                    <a:pt x="394" y="624"/>
                    <a:pt x="394" y="624"/>
                    <a:pt x="394" y="624"/>
                  </a:cubicBezTo>
                  <a:cubicBezTo>
                    <a:pt x="395" y="624"/>
                    <a:pt x="397" y="623"/>
                    <a:pt x="398" y="623"/>
                  </a:cubicBezTo>
                  <a:cubicBezTo>
                    <a:pt x="400" y="623"/>
                    <a:pt x="403" y="622"/>
                    <a:pt x="405" y="620"/>
                  </a:cubicBezTo>
                  <a:cubicBezTo>
                    <a:pt x="410" y="617"/>
                    <a:pt x="414" y="613"/>
                    <a:pt x="415" y="608"/>
                  </a:cubicBezTo>
                  <a:cubicBezTo>
                    <a:pt x="416" y="605"/>
                    <a:pt x="417" y="603"/>
                    <a:pt x="417" y="600"/>
                  </a:cubicBezTo>
                  <a:cubicBezTo>
                    <a:pt x="417" y="594"/>
                    <a:pt x="417" y="594"/>
                    <a:pt x="417" y="594"/>
                  </a:cubicBezTo>
                  <a:cubicBezTo>
                    <a:pt x="417" y="571"/>
                    <a:pt x="417" y="571"/>
                    <a:pt x="417" y="571"/>
                  </a:cubicBezTo>
                  <a:cubicBezTo>
                    <a:pt x="417" y="550"/>
                    <a:pt x="417" y="550"/>
                    <a:pt x="417" y="550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20" y="548"/>
                    <a:pt x="420" y="548"/>
                    <a:pt x="420" y="548"/>
                  </a:cubicBezTo>
                  <a:cubicBezTo>
                    <a:pt x="423" y="546"/>
                    <a:pt x="427" y="544"/>
                    <a:pt x="430" y="542"/>
                  </a:cubicBezTo>
                  <a:cubicBezTo>
                    <a:pt x="427" y="544"/>
                    <a:pt x="423" y="546"/>
                    <a:pt x="420" y="548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17" y="549"/>
                    <a:pt x="417" y="549"/>
                    <a:pt x="417" y="550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95"/>
                    <a:pt x="417" y="595"/>
                    <a:pt x="417" y="595"/>
                  </a:cubicBezTo>
                  <a:cubicBezTo>
                    <a:pt x="417" y="601"/>
                    <a:pt x="417" y="601"/>
                    <a:pt x="417" y="601"/>
                  </a:cubicBezTo>
                  <a:cubicBezTo>
                    <a:pt x="417" y="603"/>
                    <a:pt x="416" y="606"/>
                    <a:pt x="415" y="609"/>
                  </a:cubicBezTo>
                  <a:cubicBezTo>
                    <a:pt x="413" y="614"/>
                    <a:pt x="409" y="618"/>
                    <a:pt x="405" y="621"/>
                  </a:cubicBezTo>
                  <a:cubicBezTo>
                    <a:pt x="402" y="622"/>
                    <a:pt x="400" y="623"/>
                    <a:pt x="397" y="623"/>
                  </a:cubicBezTo>
                  <a:cubicBezTo>
                    <a:pt x="396" y="623"/>
                    <a:pt x="394" y="624"/>
                    <a:pt x="393" y="624"/>
                  </a:cubicBezTo>
                  <a:cubicBezTo>
                    <a:pt x="390" y="624"/>
                    <a:pt x="390" y="624"/>
                    <a:pt x="390" y="624"/>
                  </a:cubicBezTo>
                  <a:cubicBezTo>
                    <a:pt x="384" y="624"/>
                    <a:pt x="384" y="624"/>
                    <a:pt x="384" y="624"/>
                  </a:cubicBezTo>
                  <a:cubicBezTo>
                    <a:pt x="384" y="623"/>
                    <a:pt x="384" y="623"/>
                    <a:pt x="385" y="623"/>
                  </a:cubicBezTo>
                  <a:cubicBezTo>
                    <a:pt x="379" y="623"/>
                    <a:pt x="374" y="623"/>
                    <a:pt x="369" y="623"/>
                  </a:cubicBezTo>
                  <a:cubicBezTo>
                    <a:pt x="390" y="623"/>
                    <a:pt x="390" y="623"/>
                    <a:pt x="390" y="623"/>
                  </a:cubicBezTo>
                  <a:cubicBezTo>
                    <a:pt x="393" y="623"/>
                    <a:pt x="393" y="623"/>
                    <a:pt x="393" y="623"/>
                  </a:cubicBezTo>
                  <a:cubicBezTo>
                    <a:pt x="394" y="623"/>
                    <a:pt x="395" y="623"/>
                    <a:pt x="397" y="622"/>
                  </a:cubicBezTo>
                  <a:cubicBezTo>
                    <a:pt x="399" y="622"/>
                    <a:pt x="402" y="621"/>
                    <a:pt x="404" y="620"/>
                  </a:cubicBezTo>
                  <a:cubicBezTo>
                    <a:pt x="409" y="617"/>
                    <a:pt x="413" y="612"/>
                    <a:pt x="414" y="607"/>
                  </a:cubicBezTo>
                  <a:cubicBezTo>
                    <a:pt x="415" y="606"/>
                    <a:pt x="415" y="605"/>
                    <a:pt x="415" y="603"/>
                  </a:cubicBezTo>
                  <a:cubicBezTo>
                    <a:pt x="416" y="603"/>
                    <a:pt x="416" y="602"/>
                    <a:pt x="416" y="601"/>
                  </a:cubicBezTo>
                  <a:cubicBezTo>
                    <a:pt x="416" y="601"/>
                    <a:pt x="416" y="600"/>
                    <a:pt x="416" y="599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6" y="581"/>
                    <a:pt x="416" y="581"/>
                    <a:pt x="416" y="581"/>
                  </a:cubicBezTo>
                  <a:cubicBezTo>
                    <a:pt x="416" y="557"/>
                    <a:pt x="416" y="557"/>
                    <a:pt x="416" y="557"/>
                  </a:cubicBezTo>
                  <a:cubicBezTo>
                    <a:pt x="416" y="549"/>
                    <a:pt x="416" y="549"/>
                    <a:pt x="416" y="549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7" y="548"/>
                    <a:pt x="417" y="548"/>
                    <a:pt x="417" y="548"/>
                  </a:cubicBezTo>
                  <a:cubicBezTo>
                    <a:pt x="419" y="547"/>
                    <a:pt x="421" y="546"/>
                    <a:pt x="423" y="545"/>
                  </a:cubicBezTo>
                  <a:cubicBezTo>
                    <a:pt x="430" y="541"/>
                    <a:pt x="437" y="537"/>
                    <a:pt x="444" y="533"/>
                  </a:cubicBezTo>
                  <a:cubicBezTo>
                    <a:pt x="445" y="534"/>
                    <a:pt x="445" y="534"/>
                    <a:pt x="445" y="534"/>
                  </a:cubicBezTo>
                  <a:cubicBezTo>
                    <a:pt x="476" y="514"/>
                    <a:pt x="504" y="488"/>
                    <a:pt x="526" y="458"/>
                  </a:cubicBezTo>
                  <a:cubicBezTo>
                    <a:pt x="548" y="428"/>
                    <a:pt x="564" y="394"/>
                    <a:pt x="574" y="357"/>
                  </a:cubicBezTo>
                  <a:cubicBezTo>
                    <a:pt x="583" y="321"/>
                    <a:pt x="585" y="283"/>
                    <a:pt x="579" y="245"/>
                  </a:cubicBezTo>
                  <a:cubicBezTo>
                    <a:pt x="574" y="208"/>
                    <a:pt x="561" y="171"/>
                    <a:pt x="542" y="139"/>
                  </a:cubicBezTo>
                  <a:close/>
                  <a:moveTo>
                    <a:pt x="338" y="819"/>
                  </a:moveTo>
                  <a:cubicBezTo>
                    <a:pt x="339" y="819"/>
                    <a:pt x="340" y="819"/>
                    <a:pt x="340" y="818"/>
                  </a:cubicBezTo>
                  <a:cubicBezTo>
                    <a:pt x="340" y="819"/>
                    <a:pt x="339" y="819"/>
                    <a:pt x="338" y="819"/>
                  </a:cubicBezTo>
                  <a:close/>
                  <a:moveTo>
                    <a:pt x="256" y="820"/>
                  </a:moveTo>
                  <a:cubicBezTo>
                    <a:pt x="265" y="821"/>
                    <a:pt x="274" y="822"/>
                    <a:pt x="283" y="823"/>
                  </a:cubicBezTo>
                  <a:cubicBezTo>
                    <a:pt x="292" y="823"/>
                    <a:pt x="301" y="824"/>
                    <a:pt x="310" y="824"/>
                  </a:cubicBezTo>
                  <a:cubicBezTo>
                    <a:pt x="315" y="824"/>
                    <a:pt x="319" y="823"/>
                    <a:pt x="324" y="823"/>
                  </a:cubicBezTo>
                  <a:cubicBezTo>
                    <a:pt x="328" y="822"/>
                    <a:pt x="333" y="822"/>
                    <a:pt x="336" y="820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7" y="820"/>
                    <a:pt x="337" y="820"/>
                    <a:pt x="338" y="819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6" y="820"/>
                    <a:pt x="336" y="820"/>
                    <a:pt x="336" y="820"/>
                  </a:cubicBezTo>
                  <a:cubicBezTo>
                    <a:pt x="332" y="822"/>
                    <a:pt x="328" y="822"/>
                    <a:pt x="324" y="823"/>
                  </a:cubicBezTo>
                  <a:cubicBezTo>
                    <a:pt x="319" y="823"/>
                    <a:pt x="315" y="824"/>
                    <a:pt x="310" y="824"/>
                  </a:cubicBezTo>
                  <a:cubicBezTo>
                    <a:pt x="301" y="824"/>
                    <a:pt x="292" y="824"/>
                    <a:pt x="283" y="823"/>
                  </a:cubicBezTo>
                  <a:cubicBezTo>
                    <a:pt x="274" y="822"/>
                    <a:pt x="264" y="821"/>
                    <a:pt x="256" y="820"/>
                  </a:cubicBezTo>
                  <a:cubicBezTo>
                    <a:pt x="253" y="820"/>
                    <a:pt x="251" y="820"/>
                    <a:pt x="249" y="819"/>
                  </a:cubicBezTo>
                  <a:cubicBezTo>
                    <a:pt x="249" y="819"/>
                    <a:pt x="249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51" y="820"/>
                    <a:pt x="254" y="820"/>
                    <a:pt x="256" y="820"/>
                  </a:cubicBezTo>
                  <a:close/>
                  <a:moveTo>
                    <a:pt x="249" y="817"/>
                  </a:move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lose/>
                  <a:moveTo>
                    <a:pt x="249" y="819"/>
                  </a:moveTo>
                  <a:cubicBezTo>
                    <a:pt x="249" y="819"/>
                    <a:pt x="249" y="819"/>
                    <a:pt x="249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lose/>
                  <a:moveTo>
                    <a:pt x="246" y="817"/>
                  </a:moveTo>
                  <a:cubicBezTo>
                    <a:pt x="246" y="818"/>
                    <a:pt x="247" y="818"/>
                    <a:pt x="248" y="818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8"/>
                  </a:cubicBezTo>
                  <a:cubicBezTo>
                    <a:pt x="247" y="818"/>
                    <a:pt x="246" y="817"/>
                    <a:pt x="245" y="817"/>
                  </a:cubicBezTo>
                  <a:cubicBezTo>
                    <a:pt x="243" y="814"/>
                    <a:pt x="240" y="811"/>
                    <a:pt x="237" y="807"/>
                  </a:cubicBezTo>
                  <a:cubicBezTo>
                    <a:pt x="240" y="811"/>
                    <a:pt x="243" y="814"/>
                    <a:pt x="246" y="817"/>
                  </a:cubicBezTo>
                  <a:close/>
                  <a:moveTo>
                    <a:pt x="230" y="813"/>
                  </a:moveTo>
                  <a:cubicBezTo>
                    <a:pt x="230" y="812"/>
                    <a:pt x="230" y="812"/>
                    <a:pt x="230" y="812"/>
                  </a:cubicBezTo>
                  <a:cubicBezTo>
                    <a:pt x="228" y="811"/>
                    <a:pt x="228" y="811"/>
                    <a:pt x="228" y="811"/>
                  </a:cubicBezTo>
                  <a:cubicBezTo>
                    <a:pt x="228" y="810"/>
                    <a:pt x="228" y="810"/>
                    <a:pt x="228" y="810"/>
                  </a:cubicBezTo>
                  <a:cubicBezTo>
                    <a:pt x="227" y="809"/>
                    <a:pt x="227" y="809"/>
                    <a:pt x="227" y="809"/>
                  </a:cubicBezTo>
                  <a:cubicBezTo>
                    <a:pt x="227" y="808"/>
                    <a:pt x="227" y="808"/>
                    <a:pt x="227" y="808"/>
                  </a:cubicBezTo>
                  <a:cubicBezTo>
                    <a:pt x="223" y="800"/>
                    <a:pt x="223" y="800"/>
                    <a:pt x="223" y="800"/>
                  </a:cubicBezTo>
                  <a:cubicBezTo>
                    <a:pt x="215" y="784"/>
                    <a:pt x="215" y="784"/>
                    <a:pt x="215" y="784"/>
                  </a:cubicBezTo>
                  <a:cubicBezTo>
                    <a:pt x="220" y="793"/>
                    <a:pt x="224" y="804"/>
                    <a:pt x="230" y="813"/>
                  </a:cubicBezTo>
                  <a:close/>
                  <a:moveTo>
                    <a:pt x="190" y="672"/>
                  </a:moveTo>
                  <a:cubicBezTo>
                    <a:pt x="187" y="672"/>
                    <a:pt x="187" y="672"/>
                    <a:pt x="187" y="672"/>
                  </a:cubicBezTo>
                  <a:cubicBezTo>
                    <a:pt x="185" y="672"/>
                    <a:pt x="185" y="672"/>
                    <a:pt x="185" y="672"/>
                  </a:cubicBezTo>
                  <a:cubicBezTo>
                    <a:pt x="185" y="672"/>
                    <a:pt x="184" y="672"/>
                    <a:pt x="183" y="672"/>
                  </a:cubicBezTo>
                  <a:cubicBezTo>
                    <a:pt x="180" y="672"/>
                    <a:pt x="177" y="673"/>
                    <a:pt x="175" y="675"/>
                  </a:cubicBezTo>
                  <a:cubicBezTo>
                    <a:pt x="172" y="677"/>
                    <a:pt x="170" y="679"/>
                    <a:pt x="169" y="681"/>
                  </a:cubicBezTo>
                  <a:cubicBezTo>
                    <a:pt x="166" y="686"/>
                    <a:pt x="165" y="691"/>
                    <a:pt x="165" y="696"/>
                  </a:cubicBezTo>
                  <a:cubicBezTo>
                    <a:pt x="165" y="702"/>
                    <a:pt x="167" y="707"/>
                    <a:pt x="171" y="711"/>
                  </a:cubicBezTo>
                  <a:cubicBezTo>
                    <a:pt x="173" y="713"/>
                    <a:pt x="175" y="715"/>
                    <a:pt x="178" y="716"/>
                  </a:cubicBezTo>
                  <a:cubicBezTo>
                    <a:pt x="179" y="716"/>
                    <a:pt x="181" y="717"/>
                    <a:pt x="182" y="717"/>
                  </a:cubicBezTo>
                  <a:cubicBezTo>
                    <a:pt x="183" y="717"/>
                    <a:pt x="184" y="717"/>
                    <a:pt x="184" y="717"/>
                  </a:cubicBezTo>
                  <a:cubicBezTo>
                    <a:pt x="185" y="717"/>
                    <a:pt x="185" y="717"/>
                    <a:pt x="185" y="717"/>
                  </a:cubicBezTo>
                  <a:cubicBezTo>
                    <a:pt x="186" y="717"/>
                    <a:pt x="186" y="717"/>
                    <a:pt x="186" y="717"/>
                  </a:cubicBezTo>
                  <a:cubicBezTo>
                    <a:pt x="199" y="717"/>
                    <a:pt x="199" y="717"/>
                    <a:pt x="199" y="717"/>
                  </a:cubicBezTo>
                  <a:cubicBezTo>
                    <a:pt x="224" y="718"/>
                    <a:pt x="224" y="718"/>
                    <a:pt x="224" y="718"/>
                  </a:cubicBezTo>
                  <a:cubicBezTo>
                    <a:pt x="257" y="718"/>
                    <a:pt x="290" y="718"/>
                    <a:pt x="325" y="718"/>
                  </a:cubicBezTo>
                  <a:cubicBezTo>
                    <a:pt x="325" y="719"/>
                    <a:pt x="325" y="719"/>
                    <a:pt x="325" y="719"/>
                  </a:cubicBezTo>
                  <a:cubicBezTo>
                    <a:pt x="323" y="719"/>
                    <a:pt x="322" y="719"/>
                    <a:pt x="321" y="719"/>
                  </a:cubicBezTo>
                  <a:cubicBezTo>
                    <a:pt x="300" y="719"/>
                    <a:pt x="300" y="719"/>
                    <a:pt x="300" y="719"/>
                  </a:cubicBezTo>
                  <a:cubicBezTo>
                    <a:pt x="297" y="719"/>
                    <a:pt x="297" y="719"/>
                    <a:pt x="297" y="719"/>
                  </a:cubicBezTo>
                  <a:cubicBezTo>
                    <a:pt x="272" y="719"/>
                    <a:pt x="247" y="718"/>
                    <a:pt x="223" y="718"/>
                  </a:cubicBezTo>
                  <a:cubicBezTo>
                    <a:pt x="198" y="718"/>
                    <a:pt x="198" y="718"/>
                    <a:pt x="198" y="718"/>
                  </a:cubicBezTo>
                  <a:cubicBezTo>
                    <a:pt x="186" y="718"/>
                    <a:pt x="186" y="718"/>
                    <a:pt x="186" y="718"/>
                  </a:cubicBezTo>
                  <a:cubicBezTo>
                    <a:pt x="185" y="718"/>
                    <a:pt x="185" y="718"/>
                    <a:pt x="185" y="718"/>
                  </a:cubicBezTo>
                  <a:cubicBezTo>
                    <a:pt x="184" y="718"/>
                    <a:pt x="184" y="718"/>
                    <a:pt x="184" y="718"/>
                  </a:cubicBezTo>
                  <a:cubicBezTo>
                    <a:pt x="183" y="718"/>
                    <a:pt x="182" y="718"/>
                    <a:pt x="181" y="718"/>
                  </a:cubicBezTo>
                  <a:cubicBezTo>
                    <a:pt x="180" y="718"/>
                    <a:pt x="178" y="717"/>
                    <a:pt x="177" y="716"/>
                  </a:cubicBezTo>
                  <a:cubicBezTo>
                    <a:pt x="174" y="715"/>
                    <a:pt x="172" y="713"/>
                    <a:pt x="170" y="711"/>
                  </a:cubicBezTo>
                  <a:cubicBezTo>
                    <a:pt x="166" y="707"/>
                    <a:pt x="164" y="702"/>
                    <a:pt x="164" y="696"/>
                  </a:cubicBezTo>
                  <a:cubicBezTo>
                    <a:pt x="164" y="691"/>
                    <a:pt x="165" y="685"/>
                    <a:pt x="168" y="680"/>
                  </a:cubicBezTo>
                  <a:cubicBezTo>
                    <a:pt x="170" y="678"/>
                    <a:pt x="172" y="676"/>
                    <a:pt x="174" y="674"/>
                  </a:cubicBezTo>
                  <a:cubicBezTo>
                    <a:pt x="177" y="673"/>
                    <a:pt x="180" y="671"/>
                    <a:pt x="183" y="671"/>
                  </a:cubicBezTo>
                  <a:cubicBezTo>
                    <a:pt x="183" y="671"/>
                    <a:pt x="184" y="671"/>
                    <a:pt x="185" y="671"/>
                  </a:cubicBezTo>
                  <a:cubicBezTo>
                    <a:pt x="187" y="671"/>
                    <a:pt x="187" y="671"/>
                    <a:pt x="187" y="671"/>
                  </a:cubicBezTo>
                  <a:cubicBezTo>
                    <a:pt x="190" y="671"/>
                    <a:pt x="190" y="671"/>
                    <a:pt x="190" y="671"/>
                  </a:cubicBezTo>
                  <a:cubicBezTo>
                    <a:pt x="196" y="671"/>
                    <a:pt x="196" y="671"/>
                    <a:pt x="196" y="671"/>
                  </a:cubicBezTo>
                  <a:cubicBezTo>
                    <a:pt x="196" y="671"/>
                    <a:pt x="194" y="671"/>
                    <a:pt x="197" y="671"/>
                  </a:cubicBezTo>
                  <a:lnTo>
                    <a:pt x="190" y="672"/>
                  </a:lnTo>
                  <a:close/>
                  <a:moveTo>
                    <a:pt x="136" y="380"/>
                  </a:moveTo>
                  <a:cubicBezTo>
                    <a:pt x="135" y="376"/>
                    <a:pt x="135" y="371"/>
                    <a:pt x="136" y="368"/>
                  </a:cubicBezTo>
                  <a:cubicBezTo>
                    <a:pt x="137" y="364"/>
                    <a:pt x="139" y="361"/>
                    <a:pt x="143" y="359"/>
                  </a:cubicBezTo>
                  <a:cubicBezTo>
                    <a:pt x="146" y="356"/>
                    <a:pt x="150" y="355"/>
                    <a:pt x="154" y="354"/>
                  </a:cubicBezTo>
                  <a:cubicBezTo>
                    <a:pt x="158" y="354"/>
                    <a:pt x="162" y="355"/>
                    <a:pt x="166" y="357"/>
                  </a:cubicBezTo>
                  <a:cubicBezTo>
                    <a:pt x="170" y="359"/>
                    <a:pt x="174" y="362"/>
                    <a:pt x="177" y="366"/>
                  </a:cubicBezTo>
                  <a:cubicBezTo>
                    <a:pt x="180" y="369"/>
                    <a:pt x="183" y="373"/>
                    <a:pt x="185" y="377"/>
                  </a:cubicBezTo>
                  <a:cubicBezTo>
                    <a:pt x="188" y="384"/>
                    <a:pt x="188" y="384"/>
                    <a:pt x="188" y="384"/>
                  </a:cubicBezTo>
                  <a:cubicBezTo>
                    <a:pt x="194" y="396"/>
                    <a:pt x="194" y="396"/>
                    <a:pt x="194" y="396"/>
                  </a:cubicBezTo>
                  <a:cubicBezTo>
                    <a:pt x="196" y="395"/>
                    <a:pt x="198" y="394"/>
                    <a:pt x="200" y="393"/>
                  </a:cubicBezTo>
                  <a:cubicBezTo>
                    <a:pt x="201" y="393"/>
                    <a:pt x="201" y="392"/>
                    <a:pt x="202" y="392"/>
                  </a:cubicBezTo>
                  <a:cubicBezTo>
                    <a:pt x="203" y="391"/>
                    <a:pt x="204" y="391"/>
                    <a:pt x="205" y="390"/>
                  </a:cubicBezTo>
                  <a:cubicBezTo>
                    <a:pt x="207" y="389"/>
                    <a:pt x="207" y="389"/>
                    <a:pt x="207" y="389"/>
                  </a:cubicBezTo>
                  <a:cubicBezTo>
                    <a:pt x="209" y="388"/>
                    <a:pt x="209" y="388"/>
                    <a:pt x="209" y="388"/>
                  </a:cubicBezTo>
                  <a:cubicBezTo>
                    <a:pt x="210" y="387"/>
                    <a:pt x="211" y="386"/>
                    <a:pt x="213" y="386"/>
                  </a:cubicBezTo>
                  <a:cubicBezTo>
                    <a:pt x="217" y="383"/>
                    <a:pt x="221" y="380"/>
                    <a:pt x="225" y="376"/>
                  </a:cubicBezTo>
                  <a:cubicBezTo>
                    <a:pt x="229" y="373"/>
                    <a:pt x="233" y="369"/>
                    <a:pt x="237" y="366"/>
                  </a:cubicBezTo>
                  <a:cubicBezTo>
                    <a:pt x="239" y="364"/>
                    <a:pt x="240" y="362"/>
                    <a:pt x="242" y="360"/>
                  </a:cubicBezTo>
                  <a:cubicBezTo>
                    <a:pt x="244" y="358"/>
                    <a:pt x="244" y="358"/>
                    <a:pt x="244" y="358"/>
                  </a:cubicBezTo>
                  <a:cubicBezTo>
                    <a:pt x="246" y="356"/>
                    <a:pt x="246" y="356"/>
                    <a:pt x="246" y="356"/>
                  </a:cubicBezTo>
                  <a:cubicBezTo>
                    <a:pt x="247" y="354"/>
                    <a:pt x="249" y="353"/>
                    <a:pt x="250" y="351"/>
                  </a:cubicBezTo>
                  <a:cubicBezTo>
                    <a:pt x="249" y="349"/>
                    <a:pt x="247" y="348"/>
                    <a:pt x="246" y="346"/>
                  </a:cubicBezTo>
                  <a:cubicBezTo>
                    <a:pt x="245" y="345"/>
                    <a:pt x="245" y="345"/>
                    <a:pt x="245" y="345"/>
                  </a:cubicBezTo>
                  <a:cubicBezTo>
                    <a:pt x="245" y="344"/>
                    <a:pt x="245" y="344"/>
                    <a:pt x="245" y="344"/>
                  </a:cubicBezTo>
                  <a:cubicBezTo>
                    <a:pt x="245" y="343"/>
                    <a:pt x="244" y="343"/>
                    <a:pt x="244" y="342"/>
                  </a:cubicBezTo>
                  <a:cubicBezTo>
                    <a:pt x="243" y="340"/>
                    <a:pt x="242" y="338"/>
                    <a:pt x="242" y="336"/>
                  </a:cubicBezTo>
                  <a:cubicBezTo>
                    <a:pt x="242" y="335"/>
                    <a:pt x="241" y="334"/>
                    <a:pt x="241" y="333"/>
                  </a:cubicBezTo>
                  <a:cubicBezTo>
                    <a:pt x="241" y="332"/>
                    <a:pt x="241" y="332"/>
                    <a:pt x="241" y="331"/>
                  </a:cubicBezTo>
                  <a:cubicBezTo>
                    <a:pt x="241" y="331"/>
                    <a:pt x="241" y="330"/>
                    <a:pt x="241" y="330"/>
                  </a:cubicBezTo>
                  <a:cubicBezTo>
                    <a:pt x="241" y="328"/>
                    <a:pt x="241" y="325"/>
                    <a:pt x="241" y="323"/>
                  </a:cubicBezTo>
                  <a:cubicBezTo>
                    <a:pt x="242" y="314"/>
                    <a:pt x="246" y="306"/>
                    <a:pt x="251" y="298"/>
                  </a:cubicBezTo>
                  <a:cubicBezTo>
                    <a:pt x="253" y="295"/>
                    <a:pt x="256" y="291"/>
                    <a:pt x="260" y="289"/>
                  </a:cubicBezTo>
                  <a:cubicBezTo>
                    <a:pt x="263" y="287"/>
                    <a:pt x="267" y="286"/>
                    <a:pt x="271" y="286"/>
                  </a:cubicBezTo>
                  <a:cubicBezTo>
                    <a:pt x="274" y="287"/>
                    <a:pt x="278" y="288"/>
                    <a:pt x="281" y="291"/>
                  </a:cubicBezTo>
                  <a:cubicBezTo>
                    <a:pt x="285" y="293"/>
                    <a:pt x="287" y="297"/>
                    <a:pt x="288" y="300"/>
                  </a:cubicBezTo>
                  <a:cubicBezTo>
                    <a:pt x="291" y="307"/>
                    <a:pt x="288" y="316"/>
                    <a:pt x="284" y="324"/>
                  </a:cubicBezTo>
                  <a:cubicBezTo>
                    <a:pt x="282" y="328"/>
                    <a:pt x="279" y="332"/>
                    <a:pt x="276" y="335"/>
                  </a:cubicBezTo>
                  <a:cubicBezTo>
                    <a:pt x="275" y="337"/>
                    <a:pt x="275" y="337"/>
                    <a:pt x="275" y="337"/>
                  </a:cubicBezTo>
                  <a:cubicBezTo>
                    <a:pt x="273" y="339"/>
                    <a:pt x="273" y="339"/>
                    <a:pt x="273" y="339"/>
                  </a:cubicBezTo>
                  <a:cubicBezTo>
                    <a:pt x="269" y="344"/>
                    <a:pt x="269" y="344"/>
                    <a:pt x="269" y="344"/>
                  </a:cubicBezTo>
                  <a:cubicBezTo>
                    <a:pt x="268" y="346"/>
                    <a:pt x="267" y="347"/>
                    <a:pt x="267" y="349"/>
                  </a:cubicBezTo>
                  <a:cubicBezTo>
                    <a:pt x="267" y="349"/>
                    <a:pt x="267" y="350"/>
                    <a:pt x="267" y="350"/>
                  </a:cubicBezTo>
                  <a:cubicBezTo>
                    <a:pt x="267" y="351"/>
                    <a:pt x="267" y="351"/>
                    <a:pt x="267" y="351"/>
                  </a:cubicBezTo>
                  <a:cubicBezTo>
                    <a:pt x="267" y="351"/>
                    <a:pt x="267" y="351"/>
                    <a:pt x="268" y="351"/>
                  </a:cubicBezTo>
                  <a:cubicBezTo>
                    <a:pt x="268" y="352"/>
                    <a:pt x="268" y="352"/>
                    <a:pt x="268" y="352"/>
                  </a:cubicBezTo>
                  <a:cubicBezTo>
                    <a:pt x="268" y="352"/>
                    <a:pt x="269" y="353"/>
                    <a:pt x="270" y="353"/>
                  </a:cubicBezTo>
                  <a:cubicBezTo>
                    <a:pt x="270" y="354"/>
                    <a:pt x="271" y="354"/>
                    <a:pt x="272" y="354"/>
                  </a:cubicBezTo>
                  <a:cubicBezTo>
                    <a:pt x="274" y="355"/>
                    <a:pt x="276" y="356"/>
                    <a:pt x="277" y="356"/>
                  </a:cubicBezTo>
                  <a:cubicBezTo>
                    <a:pt x="278" y="356"/>
                    <a:pt x="279" y="357"/>
                    <a:pt x="280" y="357"/>
                  </a:cubicBezTo>
                  <a:cubicBezTo>
                    <a:pt x="283" y="357"/>
                    <a:pt x="283" y="357"/>
                    <a:pt x="283" y="357"/>
                  </a:cubicBezTo>
                  <a:cubicBezTo>
                    <a:pt x="285" y="358"/>
                    <a:pt x="286" y="358"/>
                    <a:pt x="287" y="358"/>
                  </a:cubicBezTo>
                  <a:cubicBezTo>
                    <a:pt x="292" y="359"/>
                    <a:pt x="297" y="359"/>
                    <a:pt x="303" y="359"/>
                  </a:cubicBezTo>
                  <a:cubicBezTo>
                    <a:pt x="308" y="359"/>
                    <a:pt x="313" y="359"/>
                    <a:pt x="318" y="358"/>
                  </a:cubicBezTo>
                  <a:cubicBezTo>
                    <a:pt x="321" y="357"/>
                    <a:pt x="323" y="356"/>
                    <a:pt x="326" y="355"/>
                  </a:cubicBezTo>
                  <a:cubicBezTo>
                    <a:pt x="327" y="355"/>
                    <a:pt x="327" y="355"/>
                    <a:pt x="327" y="355"/>
                  </a:cubicBezTo>
                  <a:cubicBezTo>
                    <a:pt x="328" y="355"/>
                    <a:pt x="328" y="355"/>
                    <a:pt x="328" y="355"/>
                  </a:cubicBezTo>
                  <a:cubicBezTo>
                    <a:pt x="331" y="353"/>
                    <a:pt x="331" y="353"/>
                    <a:pt x="331" y="353"/>
                  </a:cubicBezTo>
                  <a:cubicBezTo>
                    <a:pt x="333" y="353"/>
                    <a:pt x="335" y="352"/>
                    <a:pt x="337" y="351"/>
                  </a:cubicBezTo>
                  <a:cubicBezTo>
                    <a:pt x="336" y="348"/>
                    <a:pt x="336" y="345"/>
                    <a:pt x="335" y="342"/>
                  </a:cubicBezTo>
                  <a:cubicBezTo>
                    <a:pt x="335" y="340"/>
                    <a:pt x="335" y="340"/>
                    <a:pt x="335" y="340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4" y="337"/>
                    <a:pt x="334" y="337"/>
                    <a:pt x="334" y="337"/>
                  </a:cubicBezTo>
                  <a:cubicBezTo>
                    <a:pt x="334" y="333"/>
                    <a:pt x="334" y="330"/>
                    <a:pt x="334" y="327"/>
                  </a:cubicBezTo>
                  <a:cubicBezTo>
                    <a:pt x="334" y="320"/>
                    <a:pt x="336" y="314"/>
                    <a:pt x="339" y="309"/>
                  </a:cubicBezTo>
                  <a:cubicBezTo>
                    <a:pt x="340" y="307"/>
                    <a:pt x="342" y="304"/>
                    <a:pt x="345" y="302"/>
                  </a:cubicBezTo>
                  <a:cubicBezTo>
                    <a:pt x="346" y="301"/>
                    <a:pt x="347" y="300"/>
                    <a:pt x="348" y="299"/>
                  </a:cubicBezTo>
                  <a:cubicBezTo>
                    <a:pt x="349" y="298"/>
                    <a:pt x="350" y="297"/>
                    <a:pt x="352" y="297"/>
                  </a:cubicBezTo>
                  <a:cubicBezTo>
                    <a:pt x="357" y="294"/>
                    <a:pt x="363" y="294"/>
                    <a:pt x="367" y="296"/>
                  </a:cubicBezTo>
                  <a:cubicBezTo>
                    <a:pt x="369" y="296"/>
                    <a:pt x="370" y="297"/>
                    <a:pt x="371" y="297"/>
                  </a:cubicBezTo>
                  <a:cubicBezTo>
                    <a:pt x="371" y="298"/>
                    <a:pt x="372" y="298"/>
                    <a:pt x="372" y="299"/>
                  </a:cubicBezTo>
                  <a:cubicBezTo>
                    <a:pt x="373" y="299"/>
                    <a:pt x="373" y="300"/>
                    <a:pt x="374" y="300"/>
                  </a:cubicBezTo>
                  <a:cubicBezTo>
                    <a:pt x="375" y="303"/>
                    <a:pt x="377" y="305"/>
                    <a:pt x="378" y="308"/>
                  </a:cubicBezTo>
                  <a:cubicBezTo>
                    <a:pt x="380" y="313"/>
                    <a:pt x="380" y="319"/>
                    <a:pt x="378" y="325"/>
                  </a:cubicBezTo>
                  <a:cubicBezTo>
                    <a:pt x="376" y="330"/>
                    <a:pt x="372" y="336"/>
                    <a:pt x="367" y="340"/>
                  </a:cubicBezTo>
                  <a:cubicBezTo>
                    <a:pt x="365" y="343"/>
                    <a:pt x="363" y="345"/>
                    <a:pt x="360" y="347"/>
                  </a:cubicBezTo>
                  <a:cubicBezTo>
                    <a:pt x="359" y="347"/>
                    <a:pt x="359" y="348"/>
                    <a:pt x="358" y="348"/>
                  </a:cubicBezTo>
                  <a:cubicBezTo>
                    <a:pt x="357" y="349"/>
                    <a:pt x="357" y="349"/>
                    <a:pt x="357" y="349"/>
                  </a:cubicBezTo>
                  <a:cubicBezTo>
                    <a:pt x="356" y="350"/>
                    <a:pt x="356" y="350"/>
                    <a:pt x="356" y="350"/>
                  </a:cubicBezTo>
                  <a:cubicBezTo>
                    <a:pt x="353" y="352"/>
                    <a:pt x="351" y="353"/>
                    <a:pt x="348" y="355"/>
                  </a:cubicBezTo>
                  <a:cubicBezTo>
                    <a:pt x="349" y="357"/>
                    <a:pt x="349" y="359"/>
                    <a:pt x="350" y="361"/>
                  </a:cubicBezTo>
                  <a:cubicBezTo>
                    <a:pt x="350" y="362"/>
                    <a:pt x="351" y="363"/>
                    <a:pt x="351" y="364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3" y="369"/>
                    <a:pt x="354" y="371"/>
                    <a:pt x="356" y="373"/>
                  </a:cubicBezTo>
                  <a:cubicBezTo>
                    <a:pt x="358" y="378"/>
                    <a:pt x="361" y="382"/>
                    <a:pt x="364" y="387"/>
                  </a:cubicBezTo>
                  <a:cubicBezTo>
                    <a:pt x="367" y="391"/>
                    <a:pt x="371" y="395"/>
                    <a:pt x="375" y="398"/>
                  </a:cubicBezTo>
                  <a:cubicBezTo>
                    <a:pt x="376" y="399"/>
                    <a:pt x="377" y="400"/>
                    <a:pt x="378" y="400"/>
                  </a:cubicBezTo>
                  <a:cubicBezTo>
                    <a:pt x="379" y="401"/>
                    <a:pt x="379" y="401"/>
                    <a:pt x="380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3" y="403"/>
                    <a:pt x="383" y="403"/>
                    <a:pt x="383" y="403"/>
                  </a:cubicBezTo>
                  <a:cubicBezTo>
                    <a:pt x="384" y="404"/>
                    <a:pt x="386" y="405"/>
                    <a:pt x="388" y="406"/>
                  </a:cubicBezTo>
                  <a:cubicBezTo>
                    <a:pt x="391" y="407"/>
                    <a:pt x="391" y="407"/>
                    <a:pt x="391" y="407"/>
                  </a:cubicBezTo>
                  <a:cubicBezTo>
                    <a:pt x="392" y="408"/>
                    <a:pt x="392" y="408"/>
                    <a:pt x="392" y="408"/>
                  </a:cubicBezTo>
                  <a:cubicBezTo>
                    <a:pt x="393" y="408"/>
                    <a:pt x="393" y="408"/>
                    <a:pt x="394" y="408"/>
                  </a:cubicBezTo>
                  <a:cubicBezTo>
                    <a:pt x="401" y="393"/>
                    <a:pt x="401" y="393"/>
                    <a:pt x="401" y="393"/>
                  </a:cubicBezTo>
                  <a:cubicBezTo>
                    <a:pt x="406" y="383"/>
                    <a:pt x="406" y="383"/>
                    <a:pt x="406" y="383"/>
                  </a:cubicBezTo>
                  <a:cubicBezTo>
                    <a:pt x="408" y="379"/>
                    <a:pt x="408" y="379"/>
                    <a:pt x="408" y="379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7"/>
                    <a:pt x="409" y="377"/>
                    <a:pt x="409" y="377"/>
                  </a:cubicBezTo>
                  <a:cubicBezTo>
                    <a:pt x="410" y="376"/>
                    <a:pt x="410" y="375"/>
                    <a:pt x="411" y="375"/>
                  </a:cubicBezTo>
                  <a:cubicBezTo>
                    <a:pt x="413" y="372"/>
                    <a:pt x="415" y="370"/>
                    <a:pt x="417" y="367"/>
                  </a:cubicBezTo>
                  <a:cubicBezTo>
                    <a:pt x="420" y="365"/>
                    <a:pt x="422" y="363"/>
                    <a:pt x="425" y="362"/>
                  </a:cubicBezTo>
                  <a:cubicBezTo>
                    <a:pt x="426" y="361"/>
                    <a:pt x="427" y="361"/>
                    <a:pt x="429" y="361"/>
                  </a:cubicBezTo>
                  <a:cubicBezTo>
                    <a:pt x="430" y="361"/>
                    <a:pt x="431" y="361"/>
                    <a:pt x="432" y="361"/>
                  </a:cubicBezTo>
                  <a:cubicBezTo>
                    <a:pt x="437" y="362"/>
                    <a:pt x="441" y="366"/>
                    <a:pt x="444" y="372"/>
                  </a:cubicBezTo>
                  <a:cubicBezTo>
                    <a:pt x="446" y="377"/>
                    <a:pt x="447" y="384"/>
                    <a:pt x="446" y="390"/>
                  </a:cubicBezTo>
                  <a:cubicBezTo>
                    <a:pt x="445" y="393"/>
                    <a:pt x="445" y="396"/>
                    <a:pt x="443" y="399"/>
                  </a:cubicBezTo>
                  <a:cubicBezTo>
                    <a:pt x="442" y="402"/>
                    <a:pt x="440" y="405"/>
                    <a:pt x="438" y="407"/>
                  </a:cubicBezTo>
                  <a:cubicBezTo>
                    <a:pt x="434" y="411"/>
                    <a:pt x="429" y="415"/>
                    <a:pt x="423" y="417"/>
                  </a:cubicBezTo>
                  <a:cubicBezTo>
                    <a:pt x="420" y="418"/>
                    <a:pt x="416" y="418"/>
                    <a:pt x="413" y="418"/>
                  </a:cubicBezTo>
                  <a:cubicBezTo>
                    <a:pt x="411" y="418"/>
                    <a:pt x="410" y="419"/>
                    <a:pt x="408" y="419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8"/>
                    <a:pt x="404" y="418"/>
                    <a:pt x="404" y="418"/>
                  </a:cubicBezTo>
                  <a:cubicBezTo>
                    <a:pt x="399" y="418"/>
                    <a:pt x="399" y="418"/>
                    <a:pt x="399" y="418"/>
                  </a:cubicBezTo>
                  <a:cubicBezTo>
                    <a:pt x="398" y="419"/>
                    <a:pt x="397" y="421"/>
                    <a:pt x="397" y="423"/>
                  </a:cubicBezTo>
                  <a:cubicBezTo>
                    <a:pt x="395" y="427"/>
                    <a:pt x="395" y="427"/>
                    <a:pt x="395" y="427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3"/>
                    <a:pt x="387" y="443"/>
                    <a:pt x="387" y="443"/>
                  </a:cubicBezTo>
                  <a:cubicBezTo>
                    <a:pt x="384" y="451"/>
                    <a:pt x="381" y="458"/>
                    <a:pt x="378" y="465"/>
                  </a:cubicBezTo>
                  <a:cubicBezTo>
                    <a:pt x="372" y="480"/>
                    <a:pt x="367" y="495"/>
                    <a:pt x="361" y="510"/>
                  </a:cubicBezTo>
                  <a:cubicBezTo>
                    <a:pt x="351" y="539"/>
                    <a:pt x="341" y="570"/>
                    <a:pt x="332" y="600"/>
                  </a:cubicBezTo>
                  <a:cubicBezTo>
                    <a:pt x="327" y="617"/>
                    <a:pt x="327" y="617"/>
                    <a:pt x="327" y="617"/>
                  </a:cubicBezTo>
                  <a:cubicBezTo>
                    <a:pt x="326" y="622"/>
                    <a:pt x="326" y="622"/>
                    <a:pt x="326" y="622"/>
                  </a:cubicBezTo>
                  <a:cubicBezTo>
                    <a:pt x="325" y="622"/>
                    <a:pt x="325" y="622"/>
                    <a:pt x="325" y="622"/>
                  </a:cubicBezTo>
                  <a:cubicBezTo>
                    <a:pt x="330" y="603"/>
                    <a:pt x="330" y="603"/>
                    <a:pt x="330" y="603"/>
                  </a:cubicBezTo>
                  <a:cubicBezTo>
                    <a:pt x="334" y="592"/>
                    <a:pt x="334" y="592"/>
                    <a:pt x="334" y="592"/>
                  </a:cubicBezTo>
                  <a:cubicBezTo>
                    <a:pt x="342" y="563"/>
                    <a:pt x="352" y="534"/>
                    <a:pt x="362" y="506"/>
                  </a:cubicBezTo>
                  <a:cubicBezTo>
                    <a:pt x="367" y="491"/>
                    <a:pt x="373" y="477"/>
                    <a:pt x="378" y="463"/>
                  </a:cubicBezTo>
                  <a:cubicBezTo>
                    <a:pt x="381" y="456"/>
                    <a:pt x="384" y="449"/>
                    <a:pt x="387" y="442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403" y="418"/>
                    <a:pt x="403" y="418"/>
                    <a:pt x="403" y="418"/>
                  </a:cubicBezTo>
                  <a:cubicBezTo>
                    <a:pt x="404" y="418"/>
                    <a:pt x="405" y="418"/>
                    <a:pt x="406" y="418"/>
                  </a:cubicBezTo>
                  <a:cubicBezTo>
                    <a:pt x="406" y="418"/>
                    <a:pt x="407" y="418"/>
                    <a:pt x="407" y="418"/>
                  </a:cubicBezTo>
                  <a:cubicBezTo>
                    <a:pt x="408" y="418"/>
                    <a:pt x="408" y="418"/>
                    <a:pt x="408" y="418"/>
                  </a:cubicBezTo>
                  <a:cubicBezTo>
                    <a:pt x="410" y="418"/>
                    <a:pt x="411" y="418"/>
                    <a:pt x="413" y="418"/>
                  </a:cubicBezTo>
                  <a:cubicBezTo>
                    <a:pt x="416" y="417"/>
                    <a:pt x="419" y="417"/>
                    <a:pt x="422" y="416"/>
                  </a:cubicBezTo>
                  <a:cubicBezTo>
                    <a:pt x="428" y="414"/>
                    <a:pt x="434" y="411"/>
                    <a:pt x="438" y="406"/>
                  </a:cubicBezTo>
                  <a:cubicBezTo>
                    <a:pt x="440" y="404"/>
                    <a:pt x="442" y="402"/>
                    <a:pt x="443" y="399"/>
                  </a:cubicBezTo>
                  <a:cubicBezTo>
                    <a:pt x="444" y="396"/>
                    <a:pt x="445" y="393"/>
                    <a:pt x="445" y="390"/>
                  </a:cubicBezTo>
                  <a:cubicBezTo>
                    <a:pt x="446" y="384"/>
                    <a:pt x="446" y="377"/>
                    <a:pt x="443" y="372"/>
                  </a:cubicBezTo>
                  <a:cubicBezTo>
                    <a:pt x="441" y="367"/>
                    <a:pt x="436" y="362"/>
                    <a:pt x="432" y="362"/>
                  </a:cubicBezTo>
                  <a:cubicBezTo>
                    <a:pt x="431" y="362"/>
                    <a:pt x="431" y="362"/>
                    <a:pt x="430" y="361"/>
                  </a:cubicBezTo>
                  <a:cubicBezTo>
                    <a:pt x="430" y="361"/>
                    <a:pt x="429" y="362"/>
                    <a:pt x="429" y="362"/>
                  </a:cubicBezTo>
                  <a:cubicBezTo>
                    <a:pt x="428" y="362"/>
                    <a:pt x="426" y="362"/>
                    <a:pt x="425" y="363"/>
                  </a:cubicBezTo>
                  <a:cubicBezTo>
                    <a:pt x="423" y="364"/>
                    <a:pt x="420" y="366"/>
                    <a:pt x="418" y="368"/>
                  </a:cubicBezTo>
                  <a:cubicBezTo>
                    <a:pt x="415" y="370"/>
                    <a:pt x="413" y="373"/>
                    <a:pt x="411" y="375"/>
                  </a:cubicBezTo>
                  <a:cubicBezTo>
                    <a:pt x="411" y="376"/>
                    <a:pt x="410" y="377"/>
                    <a:pt x="410" y="377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06" y="384"/>
                    <a:pt x="406" y="384"/>
                    <a:pt x="406" y="384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394" y="409"/>
                    <a:pt x="394" y="409"/>
                    <a:pt x="394" y="409"/>
                  </a:cubicBezTo>
                  <a:cubicBezTo>
                    <a:pt x="394" y="409"/>
                    <a:pt x="393" y="409"/>
                    <a:pt x="393" y="409"/>
                  </a:cubicBezTo>
                  <a:cubicBezTo>
                    <a:pt x="391" y="408"/>
                    <a:pt x="391" y="408"/>
                    <a:pt x="391" y="408"/>
                  </a:cubicBezTo>
                  <a:cubicBezTo>
                    <a:pt x="388" y="407"/>
                    <a:pt x="388" y="407"/>
                    <a:pt x="388" y="407"/>
                  </a:cubicBezTo>
                  <a:cubicBezTo>
                    <a:pt x="386" y="406"/>
                    <a:pt x="384" y="405"/>
                    <a:pt x="382" y="404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0" y="402"/>
                    <a:pt x="380" y="402"/>
                    <a:pt x="380" y="402"/>
                  </a:cubicBezTo>
                  <a:cubicBezTo>
                    <a:pt x="379" y="402"/>
                    <a:pt x="378" y="402"/>
                    <a:pt x="378" y="401"/>
                  </a:cubicBezTo>
                  <a:cubicBezTo>
                    <a:pt x="377" y="400"/>
                    <a:pt x="376" y="400"/>
                    <a:pt x="375" y="399"/>
                  </a:cubicBezTo>
                  <a:cubicBezTo>
                    <a:pt x="370" y="395"/>
                    <a:pt x="367" y="391"/>
                    <a:pt x="363" y="387"/>
                  </a:cubicBezTo>
                  <a:cubicBezTo>
                    <a:pt x="360" y="383"/>
                    <a:pt x="357" y="378"/>
                    <a:pt x="355" y="374"/>
                  </a:cubicBezTo>
                  <a:cubicBezTo>
                    <a:pt x="354" y="371"/>
                    <a:pt x="352" y="369"/>
                    <a:pt x="351" y="367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50" y="363"/>
                    <a:pt x="350" y="362"/>
                    <a:pt x="349" y="361"/>
                  </a:cubicBezTo>
                  <a:cubicBezTo>
                    <a:pt x="348" y="359"/>
                    <a:pt x="348" y="357"/>
                    <a:pt x="347" y="355"/>
                  </a:cubicBezTo>
                  <a:cubicBezTo>
                    <a:pt x="350" y="353"/>
                    <a:pt x="352" y="351"/>
                    <a:pt x="355" y="349"/>
                  </a:cubicBezTo>
                  <a:cubicBezTo>
                    <a:pt x="357" y="348"/>
                    <a:pt x="357" y="348"/>
                    <a:pt x="357" y="348"/>
                  </a:cubicBezTo>
                  <a:cubicBezTo>
                    <a:pt x="358" y="348"/>
                    <a:pt x="358" y="348"/>
                    <a:pt x="358" y="348"/>
                  </a:cubicBezTo>
                  <a:cubicBezTo>
                    <a:pt x="358" y="347"/>
                    <a:pt x="359" y="347"/>
                    <a:pt x="359" y="346"/>
                  </a:cubicBezTo>
                  <a:cubicBezTo>
                    <a:pt x="362" y="344"/>
                    <a:pt x="364" y="342"/>
                    <a:pt x="367" y="340"/>
                  </a:cubicBezTo>
                  <a:cubicBezTo>
                    <a:pt x="371" y="335"/>
                    <a:pt x="375" y="330"/>
                    <a:pt x="377" y="325"/>
                  </a:cubicBezTo>
                  <a:cubicBezTo>
                    <a:pt x="379" y="319"/>
                    <a:pt x="379" y="313"/>
                    <a:pt x="377" y="308"/>
                  </a:cubicBezTo>
                  <a:cubicBezTo>
                    <a:pt x="376" y="306"/>
                    <a:pt x="375" y="303"/>
                    <a:pt x="373" y="301"/>
                  </a:cubicBezTo>
                  <a:cubicBezTo>
                    <a:pt x="372" y="301"/>
                    <a:pt x="372" y="300"/>
                    <a:pt x="371" y="299"/>
                  </a:cubicBezTo>
                  <a:cubicBezTo>
                    <a:pt x="371" y="299"/>
                    <a:pt x="371" y="299"/>
                    <a:pt x="370" y="298"/>
                  </a:cubicBezTo>
                  <a:cubicBezTo>
                    <a:pt x="369" y="297"/>
                    <a:pt x="368" y="297"/>
                    <a:pt x="367" y="296"/>
                  </a:cubicBezTo>
                  <a:cubicBezTo>
                    <a:pt x="363" y="295"/>
                    <a:pt x="357" y="295"/>
                    <a:pt x="352" y="298"/>
                  </a:cubicBezTo>
                  <a:cubicBezTo>
                    <a:pt x="351" y="298"/>
                    <a:pt x="350" y="299"/>
                    <a:pt x="349" y="300"/>
                  </a:cubicBezTo>
                  <a:cubicBezTo>
                    <a:pt x="347" y="301"/>
                    <a:pt x="346" y="302"/>
                    <a:pt x="345" y="303"/>
                  </a:cubicBezTo>
                  <a:cubicBezTo>
                    <a:pt x="343" y="305"/>
                    <a:pt x="341" y="307"/>
                    <a:pt x="340" y="310"/>
                  </a:cubicBezTo>
                  <a:cubicBezTo>
                    <a:pt x="337" y="315"/>
                    <a:pt x="335" y="321"/>
                    <a:pt x="335" y="327"/>
                  </a:cubicBezTo>
                  <a:cubicBezTo>
                    <a:pt x="335" y="330"/>
                    <a:pt x="335" y="333"/>
                    <a:pt x="335" y="337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2"/>
                    <a:pt x="336" y="342"/>
                    <a:pt x="336" y="342"/>
                  </a:cubicBezTo>
                  <a:cubicBezTo>
                    <a:pt x="336" y="343"/>
                    <a:pt x="336" y="343"/>
                    <a:pt x="336" y="343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7"/>
                    <a:pt x="337" y="347"/>
                    <a:pt x="337" y="347"/>
                  </a:cubicBezTo>
                  <a:cubicBezTo>
                    <a:pt x="338" y="351"/>
                    <a:pt x="338" y="351"/>
                    <a:pt x="338" y="351"/>
                  </a:cubicBezTo>
                  <a:cubicBezTo>
                    <a:pt x="336" y="352"/>
                    <a:pt x="334" y="353"/>
                    <a:pt x="332" y="354"/>
                  </a:cubicBezTo>
                  <a:cubicBezTo>
                    <a:pt x="331" y="355"/>
                    <a:pt x="330" y="355"/>
                    <a:pt x="329" y="355"/>
                  </a:cubicBezTo>
                  <a:cubicBezTo>
                    <a:pt x="328" y="356"/>
                    <a:pt x="328" y="356"/>
                    <a:pt x="328" y="356"/>
                  </a:cubicBezTo>
                  <a:cubicBezTo>
                    <a:pt x="326" y="356"/>
                    <a:pt x="326" y="356"/>
                    <a:pt x="326" y="356"/>
                  </a:cubicBezTo>
                  <a:cubicBezTo>
                    <a:pt x="324" y="357"/>
                    <a:pt x="321" y="358"/>
                    <a:pt x="318" y="359"/>
                  </a:cubicBezTo>
                  <a:cubicBezTo>
                    <a:pt x="313" y="360"/>
                    <a:pt x="308" y="360"/>
                    <a:pt x="303" y="360"/>
                  </a:cubicBezTo>
                  <a:cubicBezTo>
                    <a:pt x="297" y="360"/>
                    <a:pt x="292" y="360"/>
                    <a:pt x="287" y="359"/>
                  </a:cubicBezTo>
                  <a:cubicBezTo>
                    <a:pt x="286" y="359"/>
                    <a:pt x="284" y="359"/>
                    <a:pt x="283" y="358"/>
                  </a:cubicBezTo>
                  <a:cubicBezTo>
                    <a:pt x="282" y="358"/>
                    <a:pt x="281" y="358"/>
                    <a:pt x="280" y="358"/>
                  </a:cubicBezTo>
                  <a:cubicBezTo>
                    <a:pt x="279" y="358"/>
                    <a:pt x="278" y="357"/>
                    <a:pt x="277" y="357"/>
                  </a:cubicBezTo>
                  <a:cubicBezTo>
                    <a:pt x="275" y="357"/>
                    <a:pt x="273" y="356"/>
                    <a:pt x="271" y="355"/>
                  </a:cubicBezTo>
                  <a:cubicBezTo>
                    <a:pt x="270" y="355"/>
                    <a:pt x="269" y="354"/>
                    <a:pt x="268" y="354"/>
                  </a:cubicBezTo>
                  <a:cubicBezTo>
                    <a:pt x="268" y="353"/>
                    <a:pt x="267" y="353"/>
                    <a:pt x="267" y="352"/>
                  </a:cubicBezTo>
                  <a:cubicBezTo>
                    <a:pt x="266" y="352"/>
                    <a:pt x="266" y="351"/>
                    <a:pt x="266" y="351"/>
                  </a:cubicBezTo>
                  <a:cubicBezTo>
                    <a:pt x="266" y="350"/>
                    <a:pt x="266" y="350"/>
                    <a:pt x="266" y="350"/>
                  </a:cubicBezTo>
                  <a:cubicBezTo>
                    <a:pt x="266" y="350"/>
                    <a:pt x="266" y="349"/>
                    <a:pt x="265" y="349"/>
                  </a:cubicBezTo>
                  <a:cubicBezTo>
                    <a:pt x="265" y="348"/>
                    <a:pt x="266" y="346"/>
                    <a:pt x="268" y="344"/>
                  </a:cubicBezTo>
                  <a:cubicBezTo>
                    <a:pt x="272" y="339"/>
                    <a:pt x="272" y="339"/>
                    <a:pt x="272" y="339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5" y="335"/>
                    <a:pt x="275" y="335"/>
                    <a:pt x="275" y="335"/>
                  </a:cubicBezTo>
                  <a:cubicBezTo>
                    <a:pt x="278" y="331"/>
                    <a:pt x="281" y="327"/>
                    <a:pt x="283" y="323"/>
                  </a:cubicBezTo>
                  <a:cubicBezTo>
                    <a:pt x="285" y="319"/>
                    <a:pt x="287" y="315"/>
                    <a:pt x="288" y="311"/>
                  </a:cubicBezTo>
                  <a:cubicBezTo>
                    <a:pt x="289" y="307"/>
                    <a:pt x="289" y="304"/>
                    <a:pt x="288" y="300"/>
                  </a:cubicBezTo>
                  <a:cubicBezTo>
                    <a:pt x="286" y="297"/>
                    <a:pt x="284" y="294"/>
                    <a:pt x="281" y="292"/>
                  </a:cubicBezTo>
                  <a:cubicBezTo>
                    <a:pt x="277" y="289"/>
                    <a:pt x="274" y="288"/>
                    <a:pt x="270" y="287"/>
                  </a:cubicBezTo>
                  <a:cubicBezTo>
                    <a:pt x="267" y="287"/>
                    <a:pt x="264" y="288"/>
                    <a:pt x="260" y="290"/>
                  </a:cubicBezTo>
                  <a:cubicBezTo>
                    <a:pt x="257" y="292"/>
                    <a:pt x="254" y="295"/>
                    <a:pt x="252" y="299"/>
                  </a:cubicBezTo>
                  <a:cubicBezTo>
                    <a:pt x="247" y="306"/>
                    <a:pt x="243" y="315"/>
                    <a:pt x="242" y="323"/>
                  </a:cubicBezTo>
                  <a:cubicBezTo>
                    <a:pt x="242" y="326"/>
                    <a:pt x="242" y="328"/>
                    <a:pt x="242" y="330"/>
                  </a:cubicBezTo>
                  <a:cubicBezTo>
                    <a:pt x="242" y="330"/>
                    <a:pt x="242" y="331"/>
                    <a:pt x="242" y="331"/>
                  </a:cubicBezTo>
                  <a:cubicBezTo>
                    <a:pt x="242" y="332"/>
                    <a:pt x="242" y="332"/>
                    <a:pt x="242" y="333"/>
                  </a:cubicBezTo>
                  <a:cubicBezTo>
                    <a:pt x="242" y="334"/>
                    <a:pt x="243" y="335"/>
                    <a:pt x="243" y="336"/>
                  </a:cubicBezTo>
                  <a:cubicBezTo>
                    <a:pt x="243" y="338"/>
                    <a:pt x="244" y="340"/>
                    <a:pt x="245" y="342"/>
                  </a:cubicBezTo>
                  <a:cubicBezTo>
                    <a:pt x="245" y="342"/>
                    <a:pt x="245" y="343"/>
                    <a:pt x="246" y="343"/>
                  </a:cubicBezTo>
                  <a:cubicBezTo>
                    <a:pt x="246" y="343"/>
                    <a:pt x="246" y="343"/>
                    <a:pt x="246" y="344"/>
                  </a:cubicBezTo>
                  <a:cubicBezTo>
                    <a:pt x="247" y="346"/>
                    <a:pt x="247" y="346"/>
                    <a:pt x="247" y="346"/>
                  </a:cubicBezTo>
                  <a:cubicBezTo>
                    <a:pt x="248" y="347"/>
                    <a:pt x="250" y="349"/>
                    <a:pt x="251" y="351"/>
                  </a:cubicBezTo>
                  <a:cubicBezTo>
                    <a:pt x="250" y="353"/>
                    <a:pt x="248" y="355"/>
                    <a:pt x="247" y="356"/>
                  </a:cubicBezTo>
                  <a:cubicBezTo>
                    <a:pt x="246" y="357"/>
                    <a:pt x="245" y="358"/>
                    <a:pt x="244" y="359"/>
                  </a:cubicBezTo>
                  <a:cubicBezTo>
                    <a:pt x="243" y="361"/>
                    <a:pt x="243" y="361"/>
                    <a:pt x="243" y="361"/>
                  </a:cubicBezTo>
                  <a:cubicBezTo>
                    <a:pt x="241" y="363"/>
                    <a:pt x="239" y="365"/>
                    <a:pt x="237" y="366"/>
                  </a:cubicBezTo>
                  <a:cubicBezTo>
                    <a:pt x="234" y="370"/>
                    <a:pt x="230" y="374"/>
                    <a:pt x="226" y="377"/>
                  </a:cubicBezTo>
                  <a:cubicBezTo>
                    <a:pt x="222" y="380"/>
                    <a:pt x="217" y="384"/>
                    <a:pt x="213" y="387"/>
                  </a:cubicBezTo>
                  <a:cubicBezTo>
                    <a:pt x="212" y="387"/>
                    <a:pt x="211" y="388"/>
                    <a:pt x="210" y="389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07" y="390"/>
                    <a:pt x="207" y="390"/>
                    <a:pt x="207" y="390"/>
                  </a:cubicBezTo>
                  <a:cubicBezTo>
                    <a:pt x="206" y="391"/>
                    <a:pt x="206" y="391"/>
                    <a:pt x="206" y="391"/>
                  </a:cubicBezTo>
                  <a:cubicBezTo>
                    <a:pt x="205" y="392"/>
                    <a:pt x="204" y="392"/>
                    <a:pt x="203" y="393"/>
                  </a:cubicBezTo>
                  <a:cubicBezTo>
                    <a:pt x="202" y="393"/>
                    <a:pt x="201" y="394"/>
                    <a:pt x="200" y="394"/>
                  </a:cubicBezTo>
                  <a:cubicBezTo>
                    <a:pt x="198" y="395"/>
                    <a:pt x="196" y="396"/>
                    <a:pt x="194" y="397"/>
                  </a:cubicBezTo>
                  <a:cubicBezTo>
                    <a:pt x="187" y="385"/>
                    <a:pt x="187" y="385"/>
                    <a:pt x="187" y="385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2" y="374"/>
                    <a:pt x="179" y="370"/>
                    <a:pt x="177" y="367"/>
                  </a:cubicBezTo>
                  <a:cubicBezTo>
                    <a:pt x="174" y="363"/>
                    <a:pt x="170" y="360"/>
                    <a:pt x="167" y="358"/>
                  </a:cubicBezTo>
                  <a:cubicBezTo>
                    <a:pt x="163" y="356"/>
                    <a:pt x="159" y="355"/>
                    <a:pt x="155" y="355"/>
                  </a:cubicBezTo>
                  <a:cubicBezTo>
                    <a:pt x="152" y="355"/>
                    <a:pt x="148" y="356"/>
                    <a:pt x="144" y="358"/>
                  </a:cubicBezTo>
                  <a:cubicBezTo>
                    <a:pt x="141" y="361"/>
                    <a:pt x="138" y="363"/>
                    <a:pt x="137" y="367"/>
                  </a:cubicBezTo>
                  <a:cubicBezTo>
                    <a:pt x="136" y="370"/>
                    <a:pt x="135" y="374"/>
                    <a:pt x="136" y="378"/>
                  </a:cubicBezTo>
                  <a:cubicBezTo>
                    <a:pt x="137" y="382"/>
                    <a:pt x="139" y="386"/>
                    <a:pt x="141" y="389"/>
                  </a:cubicBezTo>
                  <a:cubicBezTo>
                    <a:pt x="141" y="388"/>
                    <a:pt x="139" y="386"/>
                    <a:pt x="139" y="386"/>
                  </a:cubicBezTo>
                  <a:cubicBezTo>
                    <a:pt x="139" y="385"/>
                    <a:pt x="139" y="386"/>
                    <a:pt x="139" y="387"/>
                  </a:cubicBezTo>
                  <a:cubicBezTo>
                    <a:pt x="140" y="388"/>
                    <a:pt x="141" y="389"/>
                    <a:pt x="142" y="392"/>
                  </a:cubicBezTo>
                  <a:cubicBezTo>
                    <a:pt x="140" y="388"/>
                    <a:pt x="137" y="384"/>
                    <a:pt x="136" y="380"/>
                  </a:cubicBezTo>
                  <a:close/>
                  <a:moveTo>
                    <a:pt x="183" y="623"/>
                  </a:moveTo>
                  <a:cubicBezTo>
                    <a:pt x="180" y="624"/>
                    <a:pt x="177" y="625"/>
                    <a:pt x="175" y="626"/>
                  </a:cubicBezTo>
                  <a:cubicBezTo>
                    <a:pt x="172" y="628"/>
                    <a:pt x="170" y="630"/>
                    <a:pt x="169" y="632"/>
                  </a:cubicBezTo>
                  <a:cubicBezTo>
                    <a:pt x="166" y="637"/>
                    <a:pt x="165" y="642"/>
                    <a:pt x="165" y="648"/>
                  </a:cubicBezTo>
                  <a:cubicBezTo>
                    <a:pt x="165" y="653"/>
                    <a:pt x="167" y="658"/>
                    <a:pt x="171" y="662"/>
                  </a:cubicBezTo>
                  <a:cubicBezTo>
                    <a:pt x="173" y="664"/>
                    <a:pt x="175" y="666"/>
                    <a:pt x="178" y="667"/>
                  </a:cubicBezTo>
                  <a:cubicBezTo>
                    <a:pt x="179" y="668"/>
                    <a:pt x="181" y="668"/>
                    <a:pt x="182" y="668"/>
                  </a:cubicBezTo>
                  <a:cubicBezTo>
                    <a:pt x="183" y="669"/>
                    <a:pt x="184" y="669"/>
                    <a:pt x="184" y="669"/>
                  </a:cubicBezTo>
                  <a:cubicBezTo>
                    <a:pt x="185" y="669"/>
                    <a:pt x="185" y="669"/>
                    <a:pt x="185" y="669"/>
                  </a:cubicBezTo>
                  <a:cubicBezTo>
                    <a:pt x="186" y="669"/>
                    <a:pt x="186" y="669"/>
                    <a:pt x="186" y="669"/>
                  </a:cubicBezTo>
                  <a:cubicBezTo>
                    <a:pt x="199" y="669"/>
                    <a:pt x="199" y="669"/>
                    <a:pt x="199" y="669"/>
                  </a:cubicBezTo>
                  <a:cubicBezTo>
                    <a:pt x="224" y="669"/>
                    <a:pt x="224" y="669"/>
                    <a:pt x="224" y="669"/>
                  </a:cubicBezTo>
                  <a:cubicBezTo>
                    <a:pt x="257" y="669"/>
                    <a:pt x="290" y="670"/>
                    <a:pt x="325" y="669"/>
                  </a:cubicBezTo>
                  <a:cubicBezTo>
                    <a:pt x="325" y="670"/>
                    <a:pt x="325" y="670"/>
                    <a:pt x="325" y="670"/>
                  </a:cubicBezTo>
                  <a:cubicBezTo>
                    <a:pt x="311" y="670"/>
                    <a:pt x="311" y="670"/>
                    <a:pt x="311" y="670"/>
                  </a:cubicBezTo>
                  <a:cubicBezTo>
                    <a:pt x="298" y="670"/>
                    <a:pt x="298" y="670"/>
                    <a:pt x="298" y="670"/>
                  </a:cubicBezTo>
                  <a:cubicBezTo>
                    <a:pt x="273" y="670"/>
                    <a:pt x="248" y="670"/>
                    <a:pt x="223" y="670"/>
                  </a:cubicBezTo>
                  <a:cubicBezTo>
                    <a:pt x="198" y="670"/>
                    <a:pt x="198" y="670"/>
                    <a:pt x="198" y="670"/>
                  </a:cubicBezTo>
                  <a:cubicBezTo>
                    <a:pt x="186" y="670"/>
                    <a:pt x="186" y="670"/>
                    <a:pt x="186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4" y="670"/>
                    <a:pt x="184" y="670"/>
                  </a:cubicBezTo>
                  <a:cubicBezTo>
                    <a:pt x="183" y="670"/>
                    <a:pt x="182" y="669"/>
                    <a:pt x="181" y="669"/>
                  </a:cubicBezTo>
                  <a:cubicBezTo>
                    <a:pt x="180" y="669"/>
                    <a:pt x="178" y="669"/>
                    <a:pt x="177" y="668"/>
                  </a:cubicBezTo>
                  <a:cubicBezTo>
                    <a:pt x="174" y="667"/>
                    <a:pt x="172" y="665"/>
                    <a:pt x="170" y="663"/>
                  </a:cubicBezTo>
                  <a:cubicBezTo>
                    <a:pt x="166" y="658"/>
                    <a:pt x="164" y="653"/>
                    <a:pt x="164" y="648"/>
                  </a:cubicBezTo>
                  <a:cubicBezTo>
                    <a:pt x="164" y="642"/>
                    <a:pt x="165" y="637"/>
                    <a:pt x="168" y="632"/>
                  </a:cubicBezTo>
                  <a:cubicBezTo>
                    <a:pt x="170" y="630"/>
                    <a:pt x="172" y="627"/>
                    <a:pt x="174" y="626"/>
                  </a:cubicBezTo>
                  <a:cubicBezTo>
                    <a:pt x="176" y="624"/>
                    <a:pt x="179" y="623"/>
                    <a:pt x="182" y="623"/>
                  </a:cubicBezTo>
                  <a:cubicBezTo>
                    <a:pt x="182" y="623"/>
                    <a:pt x="183" y="623"/>
                    <a:pt x="183" y="623"/>
                  </a:cubicBezTo>
                  <a:cubicBezTo>
                    <a:pt x="183" y="623"/>
                    <a:pt x="183" y="623"/>
                    <a:pt x="183" y="623"/>
                  </a:cubicBezTo>
                  <a:close/>
                  <a:moveTo>
                    <a:pt x="248" y="379"/>
                  </a:moveTo>
                  <a:cubicBezTo>
                    <a:pt x="251" y="377"/>
                    <a:pt x="253" y="375"/>
                    <a:pt x="255" y="372"/>
                  </a:cubicBezTo>
                  <a:cubicBezTo>
                    <a:pt x="259" y="368"/>
                    <a:pt x="259" y="368"/>
                    <a:pt x="259" y="368"/>
                  </a:cubicBezTo>
                  <a:cubicBezTo>
                    <a:pt x="260" y="368"/>
                    <a:pt x="261" y="369"/>
                    <a:pt x="262" y="369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4" y="370"/>
                    <a:pt x="264" y="370"/>
                    <a:pt x="264" y="370"/>
                  </a:cubicBezTo>
                  <a:cubicBezTo>
                    <a:pt x="266" y="371"/>
                    <a:pt x="266" y="371"/>
                    <a:pt x="266" y="371"/>
                  </a:cubicBezTo>
                  <a:cubicBezTo>
                    <a:pt x="270" y="372"/>
                    <a:pt x="273" y="373"/>
                    <a:pt x="276" y="374"/>
                  </a:cubicBezTo>
                  <a:cubicBezTo>
                    <a:pt x="283" y="376"/>
                    <a:pt x="290" y="377"/>
                    <a:pt x="297" y="377"/>
                  </a:cubicBezTo>
                  <a:cubicBezTo>
                    <a:pt x="304" y="377"/>
                    <a:pt x="311" y="377"/>
                    <a:pt x="318" y="376"/>
                  </a:cubicBezTo>
                  <a:cubicBezTo>
                    <a:pt x="321" y="375"/>
                    <a:pt x="324" y="375"/>
                    <a:pt x="328" y="374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32" y="372"/>
                    <a:pt x="332" y="372"/>
                    <a:pt x="332" y="372"/>
                  </a:cubicBezTo>
                  <a:cubicBezTo>
                    <a:pt x="333" y="372"/>
                    <a:pt x="334" y="372"/>
                    <a:pt x="334" y="371"/>
                  </a:cubicBezTo>
                  <a:cubicBezTo>
                    <a:pt x="334" y="372"/>
                    <a:pt x="334" y="372"/>
                    <a:pt x="335" y="372"/>
                  </a:cubicBezTo>
                  <a:cubicBezTo>
                    <a:pt x="335" y="373"/>
                    <a:pt x="335" y="373"/>
                    <a:pt x="335" y="374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7" y="377"/>
                    <a:pt x="337" y="378"/>
                  </a:cubicBezTo>
                  <a:cubicBezTo>
                    <a:pt x="338" y="380"/>
                    <a:pt x="340" y="383"/>
                    <a:pt x="341" y="386"/>
                  </a:cubicBezTo>
                  <a:cubicBezTo>
                    <a:pt x="345" y="391"/>
                    <a:pt x="348" y="396"/>
                    <a:pt x="352" y="400"/>
                  </a:cubicBezTo>
                  <a:cubicBezTo>
                    <a:pt x="356" y="405"/>
                    <a:pt x="361" y="409"/>
                    <a:pt x="365" y="413"/>
                  </a:cubicBezTo>
                  <a:cubicBezTo>
                    <a:pt x="368" y="415"/>
                    <a:pt x="370" y="416"/>
                    <a:pt x="373" y="418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6" y="420"/>
                    <a:pt x="376" y="420"/>
                    <a:pt x="376" y="420"/>
                  </a:cubicBezTo>
                  <a:cubicBezTo>
                    <a:pt x="376" y="420"/>
                    <a:pt x="377" y="420"/>
                    <a:pt x="378" y="421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69" y="440"/>
                    <a:pt x="367" y="445"/>
                    <a:pt x="364" y="451"/>
                  </a:cubicBezTo>
                  <a:cubicBezTo>
                    <a:pt x="359" y="462"/>
                    <a:pt x="355" y="473"/>
                    <a:pt x="350" y="484"/>
                  </a:cubicBezTo>
                  <a:cubicBezTo>
                    <a:pt x="355" y="473"/>
                    <a:pt x="359" y="462"/>
                    <a:pt x="364" y="451"/>
                  </a:cubicBezTo>
                  <a:cubicBezTo>
                    <a:pt x="367" y="445"/>
                    <a:pt x="369" y="439"/>
                    <a:pt x="371" y="434"/>
                  </a:cubicBezTo>
                  <a:cubicBezTo>
                    <a:pt x="377" y="421"/>
                    <a:pt x="377" y="421"/>
                    <a:pt x="377" y="421"/>
                  </a:cubicBezTo>
                  <a:cubicBezTo>
                    <a:pt x="377" y="420"/>
                    <a:pt x="376" y="420"/>
                    <a:pt x="376" y="420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3" y="418"/>
                    <a:pt x="373" y="418"/>
                    <a:pt x="373" y="418"/>
                  </a:cubicBezTo>
                  <a:cubicBezTo>
                    <a:pt x="370" y="417"/>
                    <a:pt x="368" y="415"/>
                    <a:pt x="365" y="413"/>
                  </a:cubicBezTo>
                  <a:cubicBezTo>
                    <a:pt x="360" y="409"/>
                    <a:pt x="356" y="405"/>
                    <a:pt x="352" y="400"/>
                  </a:cubicBezTo>
                  <a:cubicBezTo>
                    <a:pt x="348" y="396"/>
                    <a:pt x="344" y="391"/>
                    <a:pt x="341" y="386"/>
                  </a:cubicBezTo>
                  <a:cubicBezTo>
                    <a:pt x="340" y="383"/>
                    <a:pt x="338" y="380"/>
                    <a:pt x="337" y="378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3"/>
                    <a:pt x="335" y="373"/>
                    <a:pt x="335" y="372"/>
                  </a:cubicBezTo>
                  <a:cubicBezTo>
                    <a:pt x="334" y="372"/>
                    <a:pt x="334" y="372"/>
                    <a:pt x="334" y="371"/>
                  </a:cubicBezTo>
                  <a:cubicBezTo>
                    <a:pt x="334" y="372"/>
                    <a:pt x="333" y="372"/>
                    <a:pt x="332" y="372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28" y="374"/>
                    <a:pt x="328" y="374"/>
                    <a:pt x="328" y="374"/>
                  </a:cubicBezTo>
                  <a:cubicBezTo>
                    <a:pt x="324" y="375"/>
                    <a:pt x="321" y="375"/>
                    <a:pt x="318" y="376"/>
                  </a:cubicBezTo>
                  <a:cubicBezTo>
                    <a:pt x="311" y="377"/>
                    <a:pt x="304" y="378"/>
                    <a:pt x="297" y="377"/>
                  </a:cubicBezTo>
                  <a:cubicBezTo>
                    <a:pt x="290" y="377"/>
                    <a:pt x="283" y="376"/>
                    <a:pt x="276" y="374"/>
                  </a:cubicBezTo>
                  <a:cubicBezTo>
                    <a:pt x="273" y="374"/>
                    <a:pt x="270" y="373"/>
                    <a:pt x="266" y="371"/>
                  </a:cubicBezTo>
                  <a:cubicBezTo>
                    <a:pt x="265" y="371"/>
                    <a:pt x="265" y="371"/>
                    <a:pt x="264" y="370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2" y="370"/>
                    <a:pt x="262" y="370"/>
                    <a:pt x="262" y="370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1" y="369"/>
                    <a:pt x="260" y="369"/>
                    <a:pt x="259" y="368"/>
                  </a:cubicBezTo>
                  <a:cubicBezTo>
                    <a:pt x="258" y="369"/>
                    <a:pt x="257" y="370"/>
                    <a:pt x="255" y="373"/>
                  </a:cubicBezTo>
                  <a:cubicBezTo>
                    <a:pt x="253" y="375"/>
                    <a:pt x="250" y="377"/>
                    <a:pt x="248" y="379"/>
                  </a:cubicBezTo>
                  <a:cubicBezTo>
                    <a:pt x="244" y="384"/>
                    <a:pt x="239" y="388"/>
                    <a:pt x="235" y="392"/>
                  </a:cubicBezTo>
                  <a:cubicBezTo>
                    <a:pt x="234" y="393"/>
                    <a:pt x="235" y="393"/>
                    <a:pt x="236" y="393"/>
                  </a:cubicBezTo>
                  <a:cubicBezTo>
                    <a:pt x="236" y="392"/>
                    <a:pt x="238" y="391"/>
                    <a:pt x="242" y="388"/>
                  </a:cubicBezTo>
                  <a:cubicBezTo>
                    <a:pt x="244" y="386"/>
                    <a:pt x="247" y="384"/>
                    <a:pt x="251" y="380"/>
                  </a:cubicBezTo>
                  <a:cubicBezTo>
                    <a:pt x="252" y="378"/>
                    <a:pt x="254" y="377"/>
                    <a:pt x="256" y="374"/>
                  </a:cubicBezTo>
                  <a:cubicBezTo>
                    <a:pt x="259" y="372"/>
                    <a:pt x="259" y="372"/>
                    <a:pt x="259" y="372"/>
                  </a:cubicBezTo>
                  <a:cubicBezTo>
                    <a:pt x="259" y="371"/>
                    <a:pt x="259" y="371"/>
                    <a:pt x="260" y="371"/>
                  </a:cubicBezTo>
                  <a:cubicBezTo>
                    <a:pt x="260" y="371"/>
                    <a:pt x="260" y="371"/>
                    <a:pt x="260" y="371"/>
                  </a:cubicBezTo>
                  <a:cubicBezTo>
                    <a:pt x="261" y="371"/>
                    <a:pt x="261" y="371"/>
                    <a:pt x="261" y="371"/>
                  </a:cubicBezTo>
                  <a:cubicBezTo>
                    <a:pt x="262" y="372"/>
                    <a:pt x="262" y="372"/>
                    <a:pt x="262" y="372"/>
                  </a:cubicBezTo>
                  <a:cubicBezTo>
                    <a:pt x="264" y="373"/>
                    <a:pt x="266" y="374"/>
                    <a:pt x="268" y="374"/>
                  </a:cubicBezTo>
                  <a:cubicBezTo>
                    <a:pt x="273" y="376"/>
                    <a:pt x="277" y="377"/>
                    <a:pt x="282" y="378"/>
                  </a:cubicBezTo>
                  <a:cubicBezTo>
                    <a:pt x="291" y="379"/>
                    <a:pt x="299" y="379"/>
                    <a:pt x="307" y="379"/>
                  </a:cubicBezTo>
                  <a:cubicBezTo>
                    <a:pt x="312" y="379"/>
                    <a:pt x="317" y="378"/>
                    <a:pt x="323" y="377"/>
                  </a:cubicBezTo>
                  <a:cubicBezTo>
                    <a:pt x="325" y="377"/>
                    <a:pt x="328" y="376"/>
                    <a:pt x="331" y="375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3" y="374"/>
                    <a:pt x="333" y="374"/>
                    <a:pt x="333" y="374"/>
                  </a:cubicBezTo>
                  <a:cubicBezTo>
                    <a:pt x="333" y="375"/>
                    <a:pt x="333" y="375"/>
                    <a:pt x="333" y="375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7"/>
                    <a:pt x="334" y="377"/>
                    <a:pt x="334" y="377"/>
                  </a:cubicBezTo>
                  <a:cubicBezTo>
                    <a:pt x="334" y="378"/>
                    <a:pt x="334" y="378"/>
                    <a:pt x="334" y="378"/>
                  </a:cubicBezTo>
                  <a:cubicBezTo>
                    <a:pt x="336" y="380"/>
                    <a:pt x="337" y="383"/>
                    <a:pt x="339" y="386"/>
                  </a:cubicBezTo>
                  <a:cubicBezTo>
                    <a:pt x="342" y="391"/>
                    <a:pt x="345" y="397"/>
                    <a:pt x="350" y="401"/>
                  </a:cubicBezTo>
                  <a:cubicBezTo>
                    <a:pt x="354" y="406"/>
                    <a:pt x="358" y="411"/>
                    <a:pt x="363" y="415"/>
                  </a:cubicBezTo>
                  <a:cubicBezTo>
                    <a:pt x="366" y="417"/>
                    <a:pt x="369" y="418"/>
                    <a:pt x="371" y="420"/>
                  </a:cubicBezTo>
                  <a:cubicBezTo>
                    <a:pt x="374" y="421"/>
                    <a:pt x="374" y="421"/>
                    <a:pt x="374" y="421"/>
                  </a:cubicBezTo>
                  <a:cubicBezTo>
                    <a:pt x="374" y="422"/>
                    <a:pt x="374" y="422"/>
                    <a:pt x="374" y="422"/>
                  </a:cubicBezTo>
                  <a:cubicBezTo>
                    <a:pt x="374" y="422"/>
                    <a:pt x="374" y="422"/>
                    <a:pt x="374" y="423"/>
                  </a:cubicBezTo>
                  <a:cubicBezTo>
                    <a:pt x="372" y="428"/>
                    <a:pt x="372" y="428"/>
                    <a:pt x="372" y="428"/>
                  </a:cubicBezTo>
                  <a:cubicBezTo>
                    <a:pt x="366" y="440"/>
                    <a:pt x="366" y="440"/>
                    <a:pt x="366" y="440"/>
                  </a:cubicBezTo>
                  <a:cubicBezTo>
                    <a:pt x="363" y="448"/>
                    <a:pt x="360" y="456"/>
                    <a:pt x="356" y="464"/>
                  </a:cubicBezTo>
                  <a:cubicBezTo>
                    <a:pt x="350" y="480"/>
                    <a:pt x="344" y="495"/>
                    <a:pt x="338" y="511"/>
                  </a:cubicBezTo>
                  <a:cubicBezTo>
                    <a:pt x="330" y="534"/>
                    <a:pt x="322" y="557"/>
                    <a:pt x="315" y="580"/>
                  </a:cubicBezTo>
                  <a:cubicBezTo>
                    <a:pt x="314" y="585"/>
                    <a:pt x="312" y="591"/>
                    <a:pt x="310" y="597"/>
                  </a:cubicBezTo>
                  <a:cubicBezTo>
                    <a:pt x="308" y="606"/>
                    <a:pt x="308" y="606"/>
                    <a:pt x="308" y="606"/>
                  </a:cubicBezTo>
                  <a:cubicBezTo>
                    <a:pt x="307" y="608"/>
                    <a:pt x="307" y="608"/>
                    <a:pt x="307" y="608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6" y="609"/>
                    <a:pt x="306" y="609"/>
                    <a:pt x="306" y="609"/>
                  </a:cubicBezTo>
                  <a:cubicBezTo>
                    <a:pt x="304" y="609"/>
                    <a:pt x="304" y="609"/>
                    <a:pt x="304" y="609"/>
                  </a:cubicBezTo>
                  <a:cubicBezTo>
                    <a:pt x="295" y="609"/>
                    <a:pt x="295" y="609"/>
                    <a:pt x="295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0" y="587"/>
                    <a:pt x="280" y="587"/>
                    <a:pt x="280" y="587"/>
                  </a:cubicBezTo>
                  <a:cubicBezTo>
                    <a:pt x="277" y="579"/>
                    <a:pt x="275" y="571"/>
                    <a:pt x="272" y="563"/>
                  </a:cubicBezTo>
                  <a:cubicBezTo>
                    <a:pt x="267" y="547"/>
                    <a:pt x="262" y="531"/>
                    <a:pt x="256" y="515"/>
                  </a:cubicBezTo>
                  <a:cubicBezTo>
                    <a:pt x="246" y="484"/>
                    <a:pt x="234" y="454"/>
                    <a:pt x="222" y="429"/>
                  </a:cubicBezTo>
                  <a:cubicBezTo>
                    <a:pt x="217" y="418"/>
                    <a:pt x="214" y="411"/>
                    <a:pt x="211" y="408"/>
                  </a:cubicBezTo>
                  <a:cubicBezTo>
                    <a:pt x="210" y="406"/>
                    <a:pt x="210" y="405"/>
                    <a:pt x="209" y="405"/>
                  </a:cubicBezTo>
                  <a:cubicBezTo>
                    <a:pt x="212" y="404"/>
                    <a:pt x="215" y="402"/>
                    <a:pt x="220" y="400"/>
                  </a:cubicBezTo>
                  <a:cubicBezTo>
                    <a:pt x="223" y="398"/>
                    <a:pt x="226" y="395"/>
                    <a:pt x="229" y="393"/>
                  </a:cubicBezTo>
                  <a:cubicBezTo>
                    <a:pt x="232" y="391"/>
                    <a:pt x="234" y="389"/>
                    <a:pt x="234" y="389"/>
                  </a:cubicBezTo>
                  <a:cubicBezTo>
                    <a:pt x="237" y="388"/>
                    <a:pt x="236" y="389"/>
                    <a:pt x="235" y="391"/>
                  </a:cubicBezTo>
                  <a:cubicBezTo>
                    <a:pt x="240" y="387"/>
                    <a:pt x="244" y="383"/>
                    <a:pt x="248" y="379"/>
                  </a:cubicBezTo>
                  <a:close/>
                  <a:moveTo>
                    <a:pt x="318" y="622"/>
                  </a:moveTo>
                  <a:cubicBezTo>
                    <a:pt x="319" y="621"/>
                    <a:pt x="319" y="621"/>
                    <a:pt x="319" y="621"/>
                  </a:cubicBezTo>
                  <a:cubicBezTo>
                    <a:pt x="323" y="606"/>
                    <a:pt x="323" y="606"/>
                    <a:pt x="323" y="606"/>
                  </a:cubicBezTo>
                  <a:cubicBezTo>
                    <a:pt x="325" y="599"/>
                    <a:pt x="327" y="592"/>
                    <a:pt x="329" y="585"/>
                  </a:cubicBezTo>
                  <a:cubicBezTo>
                    <a:pt x="337" y="557"/>
                    <a:pt x="346" y="530"/>
                    <a:pt x="356" y="502"/>
                  </a:cubicBezTo>
                  <a:cubicBezTo>
                    <a:pt x="361" y="489"/>
                    <a:pt x="366" y="475"/>
                    <a:pt x="372" y="462"/>
                  </a:cubicBezTo>
                  <a:cubicBezTo>
                    <a:pt x="374" y="455"/>
                    <a:pt x="377" y="448"/>
                    <a:pt x="380" y="442"/>
                  </a:cubicBezTo>
                  <a:cubicBezTo>
                    <a:pt x="385" y="432"/>
                    <a:pt x="385" y="432"/>
                    <a:pt x="385" y="432"/>
                  </a:cubicBezTo>
                  <a:cubicBezTo>
                    <a:pt x="392" y="416"/>
                    <a:pt x="392" y="416"/>
                    <a:pt x="392" y="416"/>
                  </a:cubicBezTo>
                  <a:cubicBezTo>
                    <a:pt x="386" y="413"/>
                    <a:pt x="386" y="413"/>
                    <a:pt x="386" y="413"/>
                  </a:cubicBezTo>
                  <a:cubicBezTo>
                    <a:pt x="385" y="412"/>
                    <a:pt x="384" y="412"/>
                    <a:pt x="383" y="411"/>
                  </a:cubicBezTo>
                  <a:cubicBezTo>
                    <a:pt x="381" y="410"/>
                    <a:pt x="381" y="410"/>
                    <a:pt x="381" y="410"/>
                  </a:cubicBezTo>
                  <a:cubicBezTo>
                    <a:pt x="381" y="410"/>
                    <a:pt x="381" y="410"/>
                    <a:pt x="380" y="410"/>
                  </a:cubicBezTo>
                  <a:cubicBezTo>
                    <a:pt x="380" y="410"/>
                    <a:pt x="380" y="410"/>
                    <a:pt x="380" y="410"/>
                  </a:cubicBezTo>
                  <a:cubicBezTo>
                    <a:pt x="378" y="409"/>
                    <a:pt x="376" y="407"/>
                    <a:pt x="374" y="406"/>
                  </a:cubicBezTo>
                  <a:cubicBezTo>
                    <a:pt x="371" y="404"/>
                    <a:pt x="367" y="401"/>
                    <a:pt x="364" y="398"/>
                  </a:cubicBezTo>
                  <a:cubicBezTo>
                    <a:pt x="358" y="392"/>
                    <a:pt x="353" y="385"/>
                    <a:pt x="349" y="377"/>
                  </a:cubicBezTo>
                  <a:cubicBezTo>
                    <a:pt x="353" y="385"/>
                    <a:pt x="358" y="392"/>
                    <a:pt x="364" y="398"/>
                  </a:cubicBezTo>
                  <a:cubicBezTo>
                    <a:pt x="367" y="401"/>
                    <a:pt x="371" y="404"/>
                    <a:pt x="374" y="406"/>
                  </a:cubicBezTo>
                  <a:cubicBezTo>
                    <a:pt x="376" y="407"/>
                    <a:pt x="378" y="409"/>
                    <a:pt x="380" y="410"/>
                  </a:cubicBezTo>
                  <a:cubicBezTo>
                    <a:pt x="383" y="412"/>
                    <a:pt x="388" y="414"/>
                    <a:pt x="391" y="416"/>
                  </a:cubicBezTo>
                  <a:cubicBezTo>
                    <a:pt x="384" y="433"/>
                    <a:pt x="384" y="433"/>
                    <a:pt x="384" y="433"/>
                  </a:cubicBezTo>
                  <a:cubicBezTo>
                    <a:pt x="379" y="445"/>
                    <a:pt x="379" y="445"/>
                    <a:pt x="379" y="445"/>
                  </a:cubicBezTo>
                  <a:cubicBezTo>
                    <a:pt x="375" y="452"/>
                    <a:pt x="372" y="460"/>
                    <a:pt x="369" y="468"/>
                  </a:cubicBezTo>
                  <a:cubicBezTo>
                    <a:pt x="363" y="483"/>
                    <a:pt x="357" y="499"/>
                    <a:pt x="351" y="515"/>
                  </a:cubicBezTo>
                  <a:cubicBezTo>
                    <a:pt x="340" y="546"/>
                    <a:pt x="330" y="578"/>
                    <a:pt x="321" y="612"/>
                  </a:cubicBezTo>
                  <a:cubicBezTo>
                    <a:pt x="321" y="611"/>
                    <a:pt x="321" y="609"/>
                    <a:pt x="320" y="612"/>
                  </a:cubicBezTo>
                  <a:cubicBezTo>
                    <a:pt x="329" y="579"/>
                    <a:pt x="339" y="546"/>
                    <a:pt x="350" y="515"/>
                  </a:cubicBezTo>
                  <a:cubicBezTo>
                    <a:pt x="356" y="499"/>
                    <a:pt x="362" y="483"/>
                    <a:pt x="368" y="468"/>
                  </a:cubicBezTo>
                  <a:cubicBezTo>
                    <a:pt x="371" y="460"/>
                    <a:pt x="375" y="452"/>
                    <a:pt x="378" y="444"/>
                  </a:cubicBezTo>
                  <a:cubicBezTo>
                    <a:pt x="383" y="433"/>
                    <a:pt x="383" y="433"/>
                    <a:pt x="383" y="433"/>
                  </a:cubicBezTo>
                  <a:cubicBezTo>
                    <a:pt x="391" y="416"/>
                    <a:pt x="391" y="416"/>
                    <a:pt x="391" y="416"/>
                  </a:cubicBezTo>
                  <a:cubicBezTo>
                    <a:pt x="384" y="413"/>
                    <a:pt x="384" y="413"/>
                    <a:pt x="384" y="413"/>
                  </a:cubicBezTo>
                  <a:cubicBezTo>
                    <a:pt x="383" y="413"/>
                    <a:pt x="383" y="412"/>
                    <a:pt x="382" y="412"/>
                  </a:cubicBezTo>
                  <a:cubicBezTo>
                    <a:pt x="380" y="411"/>
                    <a:pt x="380" y="411"/>
                    <a:pt x="380" y="411"/>
                  </a:cubicBezTo>
                  <a:cubicBezTo>
                    <a:pt x="379" y="410"/>
                    <a:pt x="379" y="410"/>
                    <a:pt x="379" y="410"/>
                  </a:cubicBezTo>
                  <a:cubicBezTo>
                    <a:pt x="377" y="409"/>
                    <a:pt x="375" y="408"/>
                    <a:pt x="373" y="406"/>
                  </a:cubicBezTo>
                  <a:cubicBezTo>
                    <a:pt x="369" y="404"/>
                    <a:pt x="366" y="401"/>
                    <a:pt x="363" y="397"/>
                  </a:cubicBezTo>
                  <a:cubicBezTo>
                    <a:pt x="356" y="391"/>
                    <a:pt x="350" y="383"/>
                    <a:pt x="346" y="374"/>
                  </a:cubicBezTo>
                  <a:cubicBezTo>
                    <a:pt x="347" y="374"/>
                    <a:pt x="347" y="374"/>
                    <a:pt x="347" y="374"/>
                  </a:cubicBezTo>
                  <a:cubicBezTo>
                    <a:pt x="347" y="373"/>
                    <a:pt x="346" y="372"/>
                    <a:pt x="346" y="372"/>
                  </a:cubicBezTo>
                  <a:cubicBezTo>
                    <a:pt x="346" y="371"/>
                    <a:pt x="346" y="371"/>
                    <a:pt x="346" y="371"/>
                  </a:cubicBezTo>
                  <a:cubicBezTo>
                    <a:pt x="345" y="371"/>
                    <a:pt x="345" y="371"/>
                    <a:pt x="345" y="371"/>
                  </a:cubicBezTo>
                  <a:cubicBezTo>
                    <a:pt x="345" y="370"/>
                    <a:pt x="345" y="370"/>
                    <a:pt x="345" y="370"/>
                  </a:cubicBezTo>
                  <a:cubicBezTo>
                    <a:pt x="344" y="368"/>
                    <a:pt x="344" y="368"/>
                    <a:pt x="344" y="368"/>
                  </a:cubicBezTo>
                  <a:cubicBezTo>
                    <a:pt x="343" y="364"/>
                    <a:pt x="342" y="361"/>
                    <a:pt x="340" y="358"/>
                  </a:cubicBezTo>
                  <a:cubicBezTo>
                    <a:pt x="337" y="359"/>
                    <a:pt x="334" y="360"/>
                    <a:pt x="331" y="361"/>
                  </a:cubicBezTo>
                  <a:cubicBezTo>
                    <a:pt x="330" y="362"/>
                    <a:pt x="330" y="362"/>
                    <a:pt x="329" y="362"/>
                  </a:cubicBezTo>
                  <a:cubicBezTo>
                    <a:pt x="327" y="363"/>
                    <a:pt x="327" y="363"/>
                    <a:pt x="327" y="363"/>
                  </a:cubicBezTo>
                  <a:cubicBezTo>
                    <a:pt x="325" y="363"/>
                    <a:pt x="325" y="363"/>
                    <a:pt x="325" y="363"/>
                  </a:cubicBezTo>
                  <a:cubicBezTo>
                    <a:pt x="322" y="364"/>
                    <a:pt x="319" y="365"/>
                    <a:pt x="316" y="365"/>
                  </a:cubicBezTo>
                  <a:cubicBezTo>
                    <a:pt x="310" y="366"/>
                    <a:pt x="304" y="367"/>
                    <a:pt x="297" y="367"/>
                  </a:cubicBezTo>
                  <a:cubicBezTo>
                    <a:pt x="291" y="366"/>
                    <a:pt x="285" y="365"/>
                    <a:pt x="279" y="364"/>
                  </a:cubicBezTo>
                  <a:cubicBezTo>
                    <a:pt x="276" y="363"/>
                    <a:pt x="273" y="362"/>
                    <a:pt x="270" y="361"/>
                  </a:cubicBezTo>
                  <a:cubicBezTo>
                    <a:pt x="269" y="361"/>
                    <a:pt x="269" y="361"/>
                    <a:pt x="268" y="360"/>
                  </a:cubicBezTo>
                  <a:cubicBezTo>
                    <a:pt x="267" y="360"/>
                    <a:pt x="267" y="360"/>
                    <a:pt x="267" y="360"/>
                  </a:cubicBezTo>
                  <a:cubicBezTo>
                    <a:pt x="266" y="360"/>
                    <a:pt x="266" y="360"/>
                    <a:pt x="266" y="360"/>
                  </a:cubicBezTo>
                  <a:cubicBezTo>
                    <a:pt x="265" y="359"/>
                    <a:pt x="265" y="359"/>
                    <a:pt x="265" y="359"/>
                  </a:cubicBezTo>
                  <a:cubicBezTo>
                    <a:pt x="263" y="358"/>
                    <a:pt x="263" y="358"/>
                    <a:pt x="263" y="358"/>
                  </a:cubicBezTo>
                  <a:cubicBezTo>
                    <a:pt x="261" y="357"/>
                    <a:pt x="261" y="357"/>
                    <a:pt x="261" y="357"/>
                  </a:cubicBezTo>
                  <a:cubicBezTo>
                    <a:pt x="256" y="354"/>
                    <a:pt x="256" y="354"/>
                    <a:pt x="256" y="354"/>
                  </a:cubicBezTo>
                  <a:cubicBezTo>
                    <a:pt x="251" y="361"/>
                    <a:pt x="251" y="361"/>
                    <a:pt x="251" y="361"/>
                  </a:cubicBezTo>
                  <a:cubicBezTo>
                    <a:pt x="248" y="364"/>
                    <a:pt x="248" y="364"/>
                    <a:pt x="248" y="364"/>
                  </a:cubicBezTo>
                  <a:cubicBezTo>
                    <a:pt x="246" y="366"/>
                    <a:pt x="246" y="366"/>
                    <a:pt x="246" y="366"/>
                  </a:cubicBezTo>
                  <a:cubicBezTo>
                    <a:pt x="243" y="369"/>
                    <a:pt x="243" y="369"/>
                    <a:pt x="243" y="369"/>
                  </a:cubicBezTo>
                  <a:cubicBezTo>
                    <a:pt x="241" y="371"/>
                    <a:pt x="239" y="373"/>
                    <a:pt x="237" y="375"/>
                  </a:cubicBezTo>
                  <a:cubicBezTo>
                    <a:pt x="233" y="379"/>
                    <a:pt x="230" y="383"/>
                    <a:pt x="226" y="386"/>
                  </a:cubicBezTo>
                  <a:cubicBezTo>
                    <a:pt x="231" y="383"/>
                    <a:pt x="236" y="378"/>
                    <a:pt x="241" y="374"/>
                  </a:cubicBezTo>
                  <a:cubicBezTo>
                    <a:pt x="243" y="372"/>
                    <a:pt x="245" y="370"/>
                    <a:pt x="247" y="367"/>
                  </a:cubicBezTo>
                  <a:cubicBezTo>
                    <a:pt x="249" y="366"/>
                    <a:pt x="249" y="366"/>
                    <a:pt x="249" y="366"/>
                  </a:cubicBezTo>
                  <a:cubicBezTo>
                    <a:pt x="250" y="365"/>
                    <a:pt x="250" y="365"/>
                    <a:pt x="250" y="365"/>
                  </a:cubicBezTo>
                  <a:cubicBezTo>
                    <a:pt x="251" y="363"/>
                    <a:pt x="251" y="363"/>
                    <a:pt x="251" y="363"/>
                  </a:cubicBezTo>
                  <a:cubicBezTo>
                    <a:pt x="257" y="357"/>
                    <a:pt x="257" y="357"/>
                    <a:pt x="257" y="357"/>
                  </a:cubicBezTo>
                  <a:cubicBezTo>
                    <a:pt x="261" y="359"/>
                    <a:pt x="261" y="359"/>
                    <a:pt x="261" y="359"/>
                  </a:cubicBezTo>
                  <a:cubicBezTo>
                    <a:pt x="263" y="360"/>
                    <a:pt x="263" y="360"/>
                    <a:pt x="263" y="360"/>
                  </a:cubicBezTo>
                  <a:cubicBezTo>
                    <a:pt x="264" y="361"/>
                    <a:pt x="264" y="361"/>
                    <a:pt x="264" y="361"/>
                  </a:cubicBezTo>
                  <a:cubicBezTo>
                    <a:pt x="266" y="362"/>
                    <a:pt x="266" y="362"/>
                    <a:pt x="267" y="362"/>
                  </a:cubicBezTo>
                  <a:cubicBezTo>
                    <a:pt x="269" y="363"/>
                    <a:pt x="269" y="363"/>
                    <a:pt x="269" y="363"/>
                  </a:cubicBezTo>
                  <a:cubicBezTo>
                    <a:pt x="272" y="364"/>
                    <a:pt x="275" y="365"/>
                    <a:pt x="278" y="366"/>
                  </a:cubicBezTo>
                  <a:cubicBezTo>
                    <a:pt x="284" y="367"/>
                    <a:pt x="291" y="368"/>
                    <a:pt x="297" y="369"/>
                  </a:cubicBezTo>
                  <a:cubicBezTo>
                    <a:pt x="303" y="369"/>
                    <a:pt x="310" y="369"/>
                    <a:pt x="316" y="368"/>
                  </a:cubicBezTo>
                  <a:cubicBezTo>
                    <a:pt x="319" y="367"/>
                    <a:pt x="322" y="367"/>
                    <a:pt x="325" y="366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9" y="365"/>
                    <a:pt x="329" y="365"/>
                    <a:pt x="329" y="365"/>
                  </a:cubicBezTo>
                  <a:cubicBezTo>
                    <a:pt x="330" y="364"/>
                    <a:pt x="331" y="364"/>
                    <a:pt x="331" y="364"/>
                  </a:cubicBezTo>
                  <a:cubicBezTo>
                    <a:pt x="334" y="363"/>
                    <a:pt x="336" y="362"/>
                    <a:pt x="339" y="361"/>
                  </a:cubicBezTo>
                  <a:cubicBezTo>
                    <a:pt x="342" y="368"/>
                    <a:pt x="342" y="368"/>
                    <a:pt x="342" y="368"/>
                  </a:cubicBezTo>
                  <a:cubicBezTo>
                    <a:pt x="342" y="369"/>
                    <a:pt x="342" y="370"/>
                    <a:pt x="343" y="371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4" y="373"/>
                    <a:pt x="344" y="373"/>
                    <a:pt x="344" y="373"/>
                  </a:cubicBezTo>
                  <a:cubicBezTo>
                    <a:pt x="345" y="376"/>
                    <a:pt x="346" y="378"/>
                    <a:pt x="348" y="381"/>
                  </a:cubicBezTo>
                  <a:cubicBezTo>
                    <a:pt x="351" y="386"/>
                    <a:pt x="354" y="390"/>
                    <a:pt x="358" y="394"/>
                  </a:cubicBezTo>
                  <a:cubicBezTo>
                    <a:pt x="361" y="399"/>
                    <a:pt x="366" y="403"/>
                    <a:pt x="370" y="406"/>
                  </a:cubicBezTo>
                  <a:cubicBezTo>
                    <a:pt x="372" y="408"/>
                    <a:pt x="375" y="409"/>
                    <a:pt x="377" y="411"/>
                  </a:cubicBezTo>
                  <a:cubicBezTo>
                    <a:pt x="378" y="411"/>
                    <a:pt x="378" y="411"/>
                    <a:pt x="378" y="411"/>
                  </a:cubicBezTo>
                  <a:cubicBezTo>
                    <a:pt x="379" y="412"/>
                    <a:pt x="379" y="412"/>
                    <a:pt x="379" y="412"/>
                  </a:cubicBezTo>
                  <a:cubicBezTo>
                    <a:pt x="380" y="413"/>
                    <a:pt x="381" y="413"/>
                    <a:pt x="382" y="414"/>
                  </a:cubicBezTo>
                  <a:cubicBezTo>
                    <a:pt x="384" y="415"/>
                    <a:pt x="386" y="416"/>
                    <a:pt x="388" y="417"/>
                  </a:cubicBezTo>
                  <a:cubicBezTo>
                    <a:pt x="381" y="433"/>
                    <a:pt x="381" y="433"/>
                    <a:pt x="381" y="433"/>
                  </a:cubicBezTo>
                  <a:cubicBezTo>
                    <a:pt x="376" y="445"/>
                    <a:pt x="376" y="445"/>
                    <a:pt x="376" y="445"/>
                  </a:cubicBezTo>
                  <a:cubicBezTo>
                    <a:pt x="372" y="454"/>
                    <a:pt x="369" y="462"/>
                    <a:pt x="365" y="471"/>
                  </a:cubicBezTo>
                  <a:cubicBezTo>
                    <a:pt x="359" y="488"/>
                    <a:pt x="352" y="504"/>
                    <a:pt x="346" y="521"/>
                  </a:cubicBezTo>
                  <a:cubicBezTo>
                    <a:pt x="352" y="505"/>
                    <a:pt x="358" y="488"/>
                    <a:pt x="365" y="471"/>
                  </a:cubicBezTo>
                  <a:cubicBezTo>
                    <a:pt x="368" y="462"/>
                    <a:pt x="372" y="454"/>
                    <a:pt x="375" y="445"/>
                  </a:cubicBezTo>
                  <a:cubicBezTo>
                    <a:pt x="377" y="441"/>
                    <a:pt x="379" y="437"/>
                    <a:pt x="381" y="433"/>
                  </a:cubicBezTo>
                  <a:cubicBezTo>
                    <a:pt x="388" y="417"/>
                    <a:pt x="388" y="417"/>
                    <a:pt x="388" y="417"/>
                  </a:cubicBezTo>
                  <a:cubicBezTo>
                    <a:pt x="385" y="416"/>
                    <a:pt x="382" y="414"/>
                    <a:pt x="380" y="413"/>
                  </a:cubicBezTo>
                  <a:cubicBezTo>
                    <a:pt x="380" y="413"/>
                    <a:pt x="379" y="413"/>
                    <a:pt x="379" y="412"/>
                  </a:cubicBezTo>
                  <a:cubicBezTo>
                    <a:pt x="378" y="412"/>
                    <a:pt x="378" y="412"/>
                    <a:pt x="378" y="412"/>
                  </a:cubicBezTo>
                  <a:cubicBezTo>
                    <a:pt x="377" y="411"/>
                    <a:pt x="377" y="411"/>
                    <a:pt x="377" y="411"/>
                  </a:cubicBezTo>
                  <a:cubicBezTo>
                    <a:pt x="376" y="411"/>
                    <a:pt x="375" y="410"/>
                    <a:pt x="375" y="410"/>
                  </a:cubicBezTo>
                  <a:cubicBezTo>
                    <a:pt x="372" y="408"/>
                    <a:pt x="369" y="406"/>
                    <a:pt x="366" y="403"/>
                  </a:cubicBezTo>
                  <a:cubicBezTo>
                    <a:pt x="360" y="398"/>
                    <a:pt x="355" y="392"/>
                    <a:pt x="351" y="386"/>
                  </a:cubicBezTo>
                  <a:cubicBezTo>
                    <a:pt x="349" y="382"/>
                    <a:pt x="347" y="379"/>
                    <a:pt x="345" y="376"/>
                  </a:cubicBezTo>
                  <a:cubicBezTo>
                    <a:pt x="345" y="375"/>
                    <a:pt x="344" y="374"/>
                    <a:pt x="344" y="373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2" y="370"/>
                    <a:pt x="342" y="370"/>
                    <a:pt x="342" y="370"/>
                  </a:cubicBezTo>
                  <a:cubicBezTo>
                    <a:pt x="341" y="367"/>
                    <a:pt x="340" y="364"/>
                    <a:pt x="339" y="361"/>
                  </a:cubicBezTo>
                  <a:cubicBezTo>
                    <a:pt x="336" y="362"/>
                    <a:pt x="334" y="363"/>
                    <a:pt x="331" y="364"/>
                  </a:cubicBezTo>
                  <a:cubicBezTo>
                    <a:pt x="330" y="364"/>
                    <a:pt x="330" y="365"/>
                    <a:pt x="329" y="365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5" y="366"/>
                    <a:pt x="325" y="366"/>
                    <a:pt x="325" y="366"/>
                  </a:cubicBezTo>
                  <a:cubicBezTo>
                    <a:pt x="322" y="367"/>
                    <a:pt x="319" y="368"/>
                    <a:pt x="316" y="368"/>
                  </a:cubicBezTo>
                  <a:cubicBezTo>
                    <a:pt x="309" y="369"/>
                    <a:pt x="303" y="369"/>
                    <a:pt x="297" y="369"/>
                  </a:cubicBezTo>
                  <a:cubicBezTo>
                    <a:pt x="290" y="369"/>
                    <a:pt x="284" y="368"/>
                    <a:pt x="278" y="366"/>
                  </a:cubicBezTo>
                  <a:cubicBezTo>
                    <a:pt x="275" y="366"/>
                    <a:pt x="272" y="365"/>
                    <a:pt x="269" y="364"/>
                  </a:cubicBezTo>
                  <a:cubicBezTo>
                    <a:pt x="268" y="363"/>
                    <a:pt x="267" y="363"/>
                    <a:pt x="267" y="363"/>
                  </a:cubicBezTo>
                  <a:cubicBezTo>
                    <a:pt x="266" y="362"/>
                    <a:pt x="266" y="362"/>
                    <a:pt x="264" y="362"/>
                  </a:cubicBezTo>
                  <a:cubicBezTo>
                    <a:pt x="262" y="361"/>
                    <a:pt x="262" y="361"/>
                    <a:pt x="262" y="361"/>
                  </a:cubicBezTo>
                  <a:cubicBezTo>
                    <a:pt x="261" y="360"/>
                    <a:pt x="261" y="360"/>
                    <a:pt x="261" y="360"/>
                  </a:cubicBezTo>
                  <a:cubicBezTo>
                    <a:pt x="257" y="358"/>
                    <a:pt x="257" y="358"/>
                    <a:pt x="257" y="358"/>
                  </a:cubicBezTo>
                  <a:cubicBezTo>
                    <a:pt x="252" y="364"/>
                    <a:pt x="252" y="364"/>
                    <a:pt x="252" y="364"/>
                  </a:cubicBezTo>
                  <a:cubicBezTo>
                    <a:pt x="250" y="366"/>
                    <a:pt x="250" y="366"/>
                    <a:pt x="250" y="366"/>
                  </a:cubicBezTo>
                  <a:cubicBezTo>
                    <a:pt x="248" y="368"/>
                    <a:pt x="248" y="368"/>
                    <a:pt x="248" y="368"/>
                  </a:cubicBezTo>
                  <a:cubicBezTo>
                    <a:pt x="246" y="370"/>
                    <a:pt x="244" y="372"/>
                    <a:pt x="241" y="375"/>
                  </a:cubicBezTo>
                  <a:cubicBezTo>
                    <a:pt x="237" y="379"/>
                    <a:pt x="232" y="383"/>
                    <a:pt x="227" y="387"/>
                  </a:cubicBezTo>
                  <a:cubicBezTo>
                    <a:pt x="225" y="389"/>
                    <a:pt x="222" y="391"/>
                    <a:pt x="220" y="392"/>
                  </a:cubicBezTo>
                  <a:cubicBezTo>
                    <a:pt x="217" y="395"/>
                    <a:pt x="215" y="397"/>
                    <a:pt x="212" y="398"/>
                  </a:cubicBezTo>
                  <a:cubicBezTo>
                    <a:pt x="208" y="402"/>
                    <a:pt x="204" y="405"/>
                    <a:pt x="204" y="406"/>
                  </a:cubicBezTo>
                  <a:cubicBezTo>
                    <a:pt x="205" y="406"/>
                    <a:pt x="206" y="406"/>
                    <a:pt x="208" y="405"/>
                  </a:cubicBezTo>
                  <a:cubicBezTo>
                    <a:pt x="208" y="405"/>
                    <a:pt x="208" y="406"/>
                    <a:pt x="208" y="406"/>
                  </a:cubicBezTo>
                  <a:cubicBezTo>
                    <a:pt x="209" y="411"/>
                    <a:pt x="214" y="426"/>
                    <a:pt x="223" y="449"/>
                  </a:cubicBezTo>
                  <a:cubicBezTo>
                    <a:pt x="222" y="449"/>
                    <a:pt x="222" y="449"/>
                    <a:pt x="222" y="449"/>
                  </a:cubicBezTo>
                  <a:cubicBezTo>
                    <a:pt x="217" y="438"/>
                    <a:pt x="214" y="431"/>
                    <a:pt x="212" y="427"/>
                  </a:cubicBezTo>
                  <a:cubicBezTo>
                    <a:pt x="210" y="423"/>
                    <a:pt x="209" y="422"/>
                    <a:pt x="209" y="422"/>
                  </a:cubicBezTo>
                  <a:cubicBezTo>
                    <a:pt x="207" y="421"/>
                    <a:pt x="208" y="426"/>
                    <a:pt x="206" y="423"/>
                  </a:cubicBezTo>
                  <a:cubicBezTo>
                    <a:pt x="216" y="445"/>
                    <a:pt x="225" y="467"/>
                    <a:pt x="232" y="490"/>
                  </a:cubicBezTo>
                  <a:cubicBezTo>
                    <a:pt x="234" y="496"/>
                    <a:pt x="238" y="507"/>
                    <a:pt x="240" y="513"/>
                  </a:cubicBezTo>
                  <a:cubicBezTo>
                    <a:pt x="251" y="541"/>
                    <a:pt x="260" y="569"/>
                    <a:pt x="268" y="598"/>
                  </a:cubicBezTo>
                  <a:cubicBezTo>
                    <a:pt x="271" y="608"/>
                    <a:pt x="271" y="608"/>
                    <a:pt x="271" y="608"/>
                  </a:cubicBezTo>
                  <a:cubicBezTo>
                    <a:pt x="273" y="614"/>
                    <a:pt x="273" y="614"/>
                    <a:pt x="273" y="614"/>
                  </a:cubicBezTo>
                  <a:cubicBezTo>
                    <a:pt x="274" y="619"/>
                    <a:pt x="274" y="619"/>
                    <a:pt x="274" y="619"/>
                  </a:cubicBezTo>
                  <a:cubicBezTo>
                    <a:pt x="275" y="622"/>
                    <a:pt x="275" y="622"/>
                    <a:pt x="275" y="622"/>
                  </a:cubicBezTo>
                  <a:cubicBezTo>
                    <a:pt x="268" y="622"/>
                    <a:pt x="268" y="622"/>
                    <a:pt x="268" y="622"/>
                  </a:cubicBezTo>
                  <a:cubicBezTo>
                    <a:pt x="268" y="621"/>
                    <a:pt x="268" y="621"/>
                    <a:pt x="268" y="621"/>
                  </a:cubicBezTo>
                  <a:cubicBezTo>
                    <a:pt x="263" y="604"/>
                    <a:pt x="263" y="604"/>
                    <a:pt x="263" y="604"/>
                  </a:cubicBezTo>
                  <a:cubicBezTo>
                    <a:pt x="261" y="595"/>
                    <a:pt x="261" y="595"/>
                    <a:pt x="261" y="595"/>
                  </a:cubicBezTo>
                  <a:cubicBezTo>
                    <a:pt x="257" y="582"/>
                    <a:pt x="253" y="570"/>
                    <a:pt x="249" y="557"/>
                  </a:cubicBezTo>
                  <a:cubicBezTo>
                    <a:pt x="241" y="532"/>
                    <a:pt x="232" y="507"/>
                    <a:pt x="223" y="483"/>
                  </a:cubicBezTo>
                  <a:cubicBezTo>
                    <a:pt x="218" y="471"/>
                    <a:pt x="213" y="459"/>
                    <a:pt x="208" y="447"/>
                  </a:cubicBezTo>
                  <a:cubicBezTo>
                    <a:pt x="206" y="441"/>
                    <a:pt x="203" y="435"/>
                    <a:pt x="201" y="42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0" y="406"/>
                    <a:pt x="190" y="406"/>
                    <a:pt x="190" y="406"/>
                  </a:cubicBezTo>
                  <a:cubicBezTo>
                    <a:pt x="185" y="407"/>
                    <a:pt x="185" y="407"/>
                    <a:pt x="185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1" y="408"/>
                    <a:pt x="181" y="408"/>
                  </a:cubicBezTo>
                  <a:cubicBezTo>
                    <a:pt x="180" y="408"/>
                    <a:pt x="180" y="408"/>
                    <a:pt x="180" y="408"/>
                  </a:cubicBezTo>
                  <a:cubicBezTo>
                    <a:pt x="178" y="408"/>
                    <a:pt x="177" y="408"/>
                    <a:pt x="175" y="408"/>
                  </a:cubicBezTo>
                  <a:cubicBezTo>
                    <a:pt x="172" y="408"/>
                    <a:pt x="169" y="407"/>
                    <a:pt x="166" y="407"/>
                  </a:cubicBezTo>
                  <a:cubicBezTo>
                    <a:pt x="159" y="405"/>
                    <a:pt x="154" y="402"/>
                    <a:pt x="149" y="397"/>
                  </a:cubicBezTo>
                  <a:cubicBezTo>
                    <a:pt x="144" y="393"/>
                    <a:pt x="140" y="388"/>
                    <a:pt x="138" y="382"/>
                  </a:cubicBezTo>
                  <a:cubicBezTo>
                    <a:pt x="136" y="376"/>
                    <a:pt x="136" y="370"/>
                    <a:pt x="138" y="366"/>
                  </a:cubicBezTo>
                  <a:cubicBezTo>
                    <a:pt x="139" y="364"/>
                    <a:pt x="141" y="362"/>
                    <a:pt x="143" y="360"/>
                  </a:cubicBezTo>
                  <a:cubicBezTo>
                    <a:pt x="145" y="358"/>
                    <a:pt x="148" y="357"/>
                    <a:pt x="151" y="356"/>
                  </a:cubicBezTo>
                  <a:cubicBezTo>
                    <a:pt x="156" y="355"/>
                    <a:pt x="162" y="356"/>
                    <a:pt x="167" y="359"/>
                  </a:cubicBezTo>
                  <a:cubicBezTo>
                    <a:pt x="172" y="362"/>
                    <a:pt x="177" y="367"/>
                    <a:pt x="180" y="373"/>
                  </a:cubicBezTo>
                  <a:cubicBezTo>
                    <a:pt x="181" y="374"/>
                    <a:pt x="182" y="375"/>
                    <a:pt x="183" y="377"/>
                  </a:cubicBezTo>
                  <a:cubicBezTo>
                    <a:pt x="185" y="382"/>
                    <a:pt x="185" y="382"/>
                    <a:pt x="185" y="382"/>
                  </a:cubicBezTo>
                  <a:cubicBezTo>
                    <a:pt x="193" y="398"/>
                    <a:pt x="193" y="398"/>
                    <a:pt x="193" y="398"/>
                  </a:cubicBezTo>
                  <a:cubicBezTo>
                    <a:pt x="195" y="397"/>
                    <a:pt x="197" y="396"/>
                    <a:pt x="200" y="395"/>
                  </a:cubicBezTo>
                  <a:cubicBezTo>
                    <a:pt x="201" y="394"/>
                    <a:pt x="202" y="394"/>
                    <a:pt x="203" y="393"/>
                  </a:cubicBezTo>
                  <a:cubicBezTo>
                    <a:pt x="204" y="393"/>
                    <a:pt x="205" y="392"/>
                    <a:pt x="206" y="392"/>
                  </a:cubicBezTo>
                  <a:cubicBezTo>
                    <a:pt x="207" y="391"/>
                    <a:pt x="207" y="391"/>
                    <a:pt x="207" y="391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10" y="389"/>
                    <a:pt x="210" y="389"/>
                    <a:pt x="210" y="389"/>
                  </a:cubicBezTo>
                  <a:cubicBezTo>
                    <a:pt x="211" y="388"/>
                    <a:pt x="212" y="388"/>
                    <a:pt x="213" y="387"/>
                  </a:cubicBezTo>
                  <a:cubicBezTo>
                    <a:pt x="218" y="384"/>
                    <a:pt x="222" y="381"/>
                    <a:pt x="226" y="378"/>
                  </a:cubicBezTo>
                  <a:cubicBezTo>
                    <a:pt x="230" y="374"/>
                    <a:pt x="234" y="371"/>
                    <a:pt x="238" y="367"/>
                  </a:cubicBezTo>
                  <a:cubicBezTo>
                    <a:pt x="240" y="365"/>
                    <a:pt x="242" y="363"/>
                    <a:pt x="243" y="361"/>
                  </a:cubicBezTo>
                  <a:cubicBezTo>
                    <a:pt x="244" y="360"/>
                    <a:pt x="244" y="360"/>
                    <a:pt x="244" y="360"/>
                  </a:cubicBezTo>
                  <a:cubicBezTo>
                    <a:pt x="245" y="359"/>
                    <a:pt x="245" y="359"/>
                    <a:pt x="245" y="359"/>
                  </a:cubicBezTo>
                  <a:cubicBezTo>
                    <a:pt x="246" y="358"/>
                    <a:pt x="246" y="358"/>
                    <a:pt x="247" y="357"/>
                  </a:cubicBezTo>
                  <a:cubicBezTo>
                    <a:pt x="249" y="355"/>
                    <a:pt x="250" y="353"/>
                    <a:pt x="252" y="351"/>
                  </a:cubicBezTo>
                  <a:cubicBezTo>
                    <a:pt x="250" y="349"/>
                    <a:pt x="249" y="347"/>
                    <a:pt x="248" y="345"/>
                  </a:cubicBezTo>
                  <a:cubicBezTo>
                    <a:pt x="247" y="344"/>
                    <a:pt x="247" y="344"/>
                    <a:pt x="247" y="344"/>
                  </a:cubicBezTo>
                  <a:cubicBezTo>
                    <a:pt x="247" y="344"/>
                    <a:pt x="246" y="343"/>
                    <a:pt x="246" y="343"/>
                  </a:cubicBezTo>
                  <a:cubicBezTo>
                    <a:pt x="246" y="343"/>
                    <a:pt x="246" y="343"/>
                    <a:pt x="246" y="343"/>
                  </a:cubicBezTo>
                  <a:cubicBezTo>
                    <a:pt x="246" y="342"/>
                    <a:pt x="246" y="342"/>
                    <a:pt x="245" y="341"/>
                  </a:cubicBezTo>
                  <a:cubicBezTo>
                    <a:pt x="245" y="340"/>
                    <a:pt x="244" y="338"/>
                    <a:pt x="243" y="336"/>
                  </a:cubicBezTo>
                  <a:cubicBezTo>
                    <a:pt x="243" y="335"/>
                    <a:pt x="243" y="334"/>
                    <a:pt x="243" y="333"/>
                  </a:cubicBezTo>
                  <a:cubicBezTo>
                    <a:pt x="243" y="332"/>
                    <a:pt x="243" y="332"/>
                    <a:pt x="242" y="331"/>
                  </a:cubicBezTo>
                  <a:cubicBezTo>
                    <a:pt x="242" y="331"/>
                    <a:pt x="242" y="330"/>
                    <a:pt x="242" y="330"/>
                  </a:cubicBezTo>
                  <a:cubicBezTo>
                    <a:pt x="242" y="328"/>
                    <a:pt x="242" y="326"/>
                    <a:pt x="243" y="324"/>
                  </a:cubicBezTo>
                  <a:cubicBezTo>
                    <a:pt x="244" y="315"/>
                    <a:pt x="247" y="306"/>
                    <a:pt x="252" y="299"/>
                  </a:cubicBezTo>
                  <a:cubicBezTo>
                    <a:pt x="254" y="296"/>
                    <a:pt x="257" y="293"/>
                    <a:pt x="260" y="291"/>
                  </a:cubicBezTo>
                  <a:cubicBezTo>
                    <a:pt x="263" y="289"/>
                    <a:pt x="267" y="288"/>
                    <a:pt x="270" y="288"/>
                  </a:cubicBezTo>
                  <a:cubicBezTo>
                    <a:pt x="274" y="288"/>
                    <a:pt x="277" y="290"/>
                    <a:pt x="280" y="292"/>
                  </a:cubicBezTo>
                  <a:cubicBezTo>
                    <a:pt x="283" y="294"/>
                    <a:pt x="286" y="297"/>
                    <a:pt x="287" y="300"/>
                  </a:cubicBezTo>
                  <a:cubicBezTo>
                    <a:pt x="288" y="304"/>
                    <a:pt x="288" y="307"/>
                    <a:pt x="287" y="311"/>
                  </a:cubicBezTo>
                  <a:cubicBezTo>
                    <a:pt x="287" y="315"/>
                    <a:pt x="285" y="319"/>
                    <a:pt x="283" y="323"/>
                  </a:cubicBezTo>
                  <a:cubicBezTo>
                    <a:pt x="280" y="327"/>
                    <a:pt x="278" y="330"/>
                    <a:pt x="275" y="334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2" y="338"/>
                    <a:pt x="272" y="338"/>
                    <a:pt x="272" y="338"/>
                  </a:cubicBezTo>
                  <a:cubicBezTo>
                    <a:pt x="267" y="344"/>
                    <a:pt x="267" y="344"/>
                    <a:pt x="267" y="344"/>
                  </a:cubicBezTo>
                  <a:cubicBezTo>
                    <a:pt x="266" y="346"/>
                    <a:pt x="265" y="347"/>
                    <a:pt x="265" y="349"/>
                  </a:cubicBezTo>
                  <a:cubicBezTo>
                    <a:pt x="265" y="349"/>
                    <a:pt x="265" y="350"/>
                    <a:pt x="265" y="350"/>
                  </a:cubicBezTo>
                  <a:cubicBezTo>
                    <a:pt x="265" y="351"/>
                    <a:pt x="266" y="351"/>
                    <a:pt x="266" y="351"/>
                  </a:cubicBezTo>
                  <a:cubicBezTo>
                    <a:pt x="266" y="351"/>
                    <a:pt x="266" y="351"/>
                    <a:pt x="266" y="351"/>
                  </a:cubicBezTo>
                  <a:cubicBezTo>
                    <a:pt x="266" y="352"/>
                    <a:pt x="266" y="352"/>
                    <a:pt x="266" y="352"/>
                  </a:cubicBezTo>
                  <a:cubicBezTo>
                    <a:pt x="267" y="354"/>
                    <a:pt x="268" y="354"/>
                    <a:pt x="270" y="355"/>
                  </a:cubicBezTo>
                  <a:cubicBezTo>
                    <a:pt x="272" y="356"/>
                    <a:pt x="274" y="357"/>
                    <a:pt x="276" y="357"/>
                  </a:cubicBezTo>
                  <a:cubicBezTo>
                    <a:pt x="277" y="358"/>
                    <a:pt x="278" y="358"/>
                    <a:pt x="280" y="358"/>
                  </a:cubicBezTo>
                  <a:cubicBezTo>
                    <a:pt x="281" y="358"/>
                    <a:pt x="282" y="359"/>
                    <a:pt x="283" y="359"/>
                  </a:cubicBezTo>
                  <a:cubicBezTo>
                    <a:pt x="285" y="359"/>
                    <a:pt x="285" y="359"/>
                    <a:pt x="285" y="359"/>
                  </a:cubicBezTo>
                  <a:cubicBezTo>
                    <a:pt x="287" y="360"/>
                    <a:pt x="287" y="360"/>
                    <a:pt x="287" y="360"/>
                  </a:cubicBezTo>
                  <a:cubicBezTo>
                    <a:pt x="292" y="360"/>
                    <a:pt x="297" y="361"/>
                    <a:pt x="302" y="361"/>
                  </a:cubicBezTo>
                  <a:cubicBezTo>
                    <a:pt x="308" y="361"/>
                    <a:pt x="313" y="360"/>
                    <a:pt x="318" y="359"/>
                  </a:cubicBezTo>
                  <a:cubicBezTo>
                    <a:pt x="321" y="359"/>
                    <a:pt x="324" y="358"/>
                    <a:pt x="327" y="357"/>
                  </a:cubicBezTo>
                  <a:cubicBezTo>
                    <a:pt x="327" y="357"/>
                    <a:pt x="328" y="356"/>
                    <a:pt x="329" y="356"/>
                  </a:cubicBezTo>
                  <a:cubicBezTo>
                    <a:pt x="330" y="355"/>
                    <a:pt x="331" y="355"/>
                    <a:pt x="332" y="355"/>
                  </a:cubicBezTo>
                  <a:cubicBezTo>
                    <a:pt x="338" y="352"/>
                    <a:pt x="338" y="352"/>
                    <a:pt x="338" y="352"/>
                  </a:cubicBezTo>
                  <a:cubicBezTo>
                    <a:pt x="338" y="347"/>
                    <a:pt x="338" y="347"/>
                    <a:pt x="338" y="347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3"/>
                    <a:pt x="337" y="343"/>
                    <a:pt x="337" y="343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3"/>
                    <a:pt x="335" y="330"/>
                    <a:pt x="335" y="327"/>
                  </a:cubicBezTo>
                  <a:cubicBezTo>
                    <a:pt x="336" y="321"/>
                    <a:pt x="337" y="315"/>
                    <a:pt x="340" y="310"/>
                  </a:cubicBezTo>
                  <a:cubicBezTo>
                    <a:pt x="342" y="307"/>
                    <a:pt x="343" y="305"/>
                    <a:pt x="345" y="303"/>
                  </a:cubicBezTo>
                  <a:cubicBezTo>
                    <a:pt x="347" y="302"/>
                    <a:pt x="348" y="301"/>
                    <a:pt x="349" y="300"/>
                  </a:cubicBezTo>
                  <a:cubicBezTo>
                    <a:pt x="350" y="299"/>
                    <a:pt x="351" y="299"/>
                    <a:pt x="352" y="298"/>
                  </a:cubicBezTo>
                  <a:cubicBezTo>
                    <a:pt x="357" y="296"/>
                    <a:pt x="363" y="295"/>
                    <a:pt x="367" y="297"/>
                  </a:cubicBezTo>
                  <a:cubicBezTo>
                    <a:pt x="368" y="297"/>
                    <a:pt x="369" y="298"/>
                    <a:pt x="370" y="299"/>
                  </a:cubicBezTo>
                  <a:cubicBezTo>
                    <a:pt x="370" y="299"/>
                    <a:pt x="371" y="299"/>
                    <a:pt x="371" y="300"/>
                  </a:cubicBezTo>
                  <a:cubicBezTo>
                    <a:pt x="372" y="300"/>
                    <a:pt x="372" y="301"/>
                    <a:pt x="373" y="301"/>
                  </a:cubicBezTo>
                  <a:cubicBezTo>
                    <a:pt x="374" y="304"/>
                    <a:pt x="376" y="306"/>
                    <a:pt x="377" y="308"/>
                  </a:cubicBezTo>
                  <a:cubicBezTo>
                    <a:pt x="378" y="311"/>
                    <a:pt x="378" y="313"/>
                    <a:pt x="378" y="316"/>
                  </a:cubicBezTo>
                  <a:cubicBezTo>
                    <a:pt x="378" y="319"/>
                    <a:pt x="377" y="322"/>
                    <a:pt x="376" y="324"/>
                  </a:cubicBezTo>
                  <a:cubicBezTo>
                    <a:pt x="374" y="330"/>
                    <a:pt x="371" y="335"/>
                    <a:pt x="366" y="339"/>
                  </a:cubicBezTo>
                  <a:cubicBezTo>
                    <a:pt x="364" y="342"/>
                    <a:pt x="362" y="344"/>
                    <a:pt x="359" y="346"/>
                  </a:cubicBezTo>
                  <a:cubicBezTo>
                    <a:pt x="359" y="346"/>
                    <a:pt x="358" y="347"/>
                    <a:pt x="357" y="347"/>
                  </a:cubicBezTo>
                  <a:cubicBezTo>
                    <a:pt x="356" y="348"/>
                    <a:pt x="356" y="348"/>
                    <a:pt x="356" y="348"/>
                  </a:cubicBezTo>
                  <a:cubicBezTo>
                    <a:pt x="355" y="349"/>
                    <a:pt x="355" y="349"/>
                    <a:pt x="355" y="349"/>
                  </a:cubicBezTo>
                  <a:cubicBezTo>
                    <a:pt x="352" y="351"/>
                    <a:pt x="349" y="353"/>
                    <a:pt x="346" y="355"/>
                  </a:cubicBezTo>
                  <a:cubicBezTo>
                    <a:pt x="347" y="357"/>
                    <a:pt x="348" y="359"/>
                    <a:pt x="349" y="361"/>
                  </a:cubicBezTo>
                  <a:cubicBezTo>
                    <a:pt x="349" y="362"/>
                    <a:pt x="350" y="363"/>
                    <a:pt x="350" y="364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1" y="367"/>
                    <a:pt x="351" y="367"/>
                    <a:pt x="351" y="367"/>
                  </a:cubicBezTo>
                  <a:cubicBezTo>
                    <a:pt x="352" y="369"/>
                    <a:pt x="353" y="372"/>
                    <a:pt x="354" y="374"/>
                  </a:cubicBezTo>
                  <a:cubicBezTo>
                    <a:pt x="357" y="378"/>
                    <a:pt x="360" y="383"/>
                    <a:pt x="363" y="387"/>
                  </a:cubicBezTo>
                  <a:cubicBezTo>
                    <a:pt x="366" y="392"/>
                    <a:pt x="370" y="396"/>
                    <a:pt x="374" y="399"/>
                  </a:cubicBezTo>
                  <a:cubicBezTo>
                    <a:pt x="375" y="400"/>
                    <a:pt x="377" y="401"/>
                    <a:pt x="378" y="401"/>
                  </a:cubicBezTo>
                  <a:cubicBezTo>
                    <a:pt x="378" y="402"/>
                    <a:pt x="379" y="402"/>
                    <a:pt x="379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2" y="404"/>
                    <a:pt x="382" y="404"/>
                    <a:pt x="382" y="404"/>
                  </a:cubicBezTo>
                  <a:cubicBezTo>
                    <a:pt x="384" y="405"/>
                    <a:pt x="386" y="406"/>
                    <a:pt x="388" y="407"/>
                  </a:cubicBezTo>
                  <a:cubicBezTo>
                    <a:pt x="390" y="408"/>
                    <a:pt x="392" y="409"/>
                    <a:pt x="394" y="410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407" y="384"/>
                    <a:pt x="407" y="384"/>
                    <a:pt x="407" y="384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10" y="378"/>
                    <a:pt x="410" y="378"/>
                    <a:pt x="410" y="378"/>
                  </a:cubicBezTo>
                  <a:cubicBezTo>
                    <a:pt x="410" y="377"/>
                    <a:pt x="410" y="377"/>
                    <a:pt x="410" y="377"/>
                  </a:cubicBezTo>
                  <a:cubicBezTo>
                    <a:pt x="411" y="377"/>
                    <a:pt x="411" y="376"/>
                    <a:pt x="412" y="375"/>
                  </a:cubicBezTo>
                  <a:cubicBezTo>
                    <a:pt x="414" y="373"/>
                    <a:pt x="416" y="370"/>
                    <a:pt x="418" y="368"/>
                  </a:cubicBezTo>
                  <a:cubicBezTo>
                    <a:pt x="420" y="366"/>
                    <a:pt x="423" y="364"/>
                    <a:pt x="425" y="363"/>
                  </a:cubicBezTo>
                  <a:cubicBezTo>
                    <a:pt x="426" y="362"/>
                    <a:pt x="428" y="362"/>
                    <a:pt x="429" y="362"/>
                  </a:cubicBezTo>
                  <a:cubicBezTo>
                    <a:pt x="429" y="362"/>
                    <a:pt x="430" y="362"/>
                    <a:pt x="430" y="362"/>
                  </a:cubicBezTo>
                  <a:cubicBezTo>
                    <a:pt x="431" y="362"/>
                    <a:pt x="431" y="362"/>
                    <a:pt x="432" y="362"/>
                  </a:cubicBezTo>
                  <a:cubicBezTo>
                    <a:pt x="436" y="363"/>
                    <a:pt x="441" y="367"/>
                    <a:pt x="443" y="372"/>
                  </a:cubicBezTo>
                  <a:cubicBezTo>
                    <a:pt x="445" y="377"/>
                    <a:pt x="446" y="384"/>
                    <a:pt x="445" y="390"/>
                  </a:cubicBezTo>
                  <a:cubicBezTo>
                    <a:pt x="445" y="393"/>
                    <a:pt x="444" y="396"/>
                    <a:pt x="442" y="399"/>
                  </a:cubicBezTo>
                  <a:cubicBezTo>
                    <a:pt x="441" y="402"/>
                    <a:pt x="440" y="404"/>
                    <a:pt x="438" y="406"/>
                  </a:cubicBezTo>
                  <a:cubicBezTo>
                    <a:pt x="434" y="411"/>
                    <a:pt x="428" y="414"/>
                    <a:pt x="422" y="416"/>
                  </a:cubicBezTo>
                  <a:cubicBezTo>
                    <a:pt x="419" y="417"/>
                    <a:pt x="416" y="417"/>
                    <a:pt x="413" y="417"/>
                  </a:cubicBezTo>
                  <a:cubicBezTo>
                    <a:pt x="411" y="418"/>
                    <a:pt x="410" y="418"/>
                    <a:pt x="408" y="418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7"/>
                    <a:pt x="404" y="417"/>
                    <a:pt x="403" y="417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2"/>
                    <a:pt x="387" y="442"/>
                    <a:pt x="387" y="442"/>
                  </a:cubicBezTo>
                  <a:cubicBezTo>
                    <a:pt x="384" y="449"/>
                    <a:pt x="381" y="456"/>
                    <a:pt x="378" y="463"/>
                  </a:cubicBezTo>
                  <a:cubicBezTo>
                    <a:pt x="372" y="477"/>
                    <a:pt x="367" y="492"/>
                    <a:pt x="362" y="506"/>
                  </a:cubicBezTo>
                  <a:cubicBezTo>
                    <a:pt x="351" y="535"/>
                    <a:pt x="342" y="564"/>
                    <a:pt x="333" y="593"/>
                  </a:cubicBezTo>
                  <a:cubicBezTo>
                    <a:pt x="330" y="604"/>
                    <a:pt x="330" y="604"/>
                    <a:pt x="330" y="604"/>
                  </a:cubicBezTo>
                  <a:cubicBezTo>
                    <a:pt x="327" y="613"/>
                    <a:pt x="327" y="613"/>
                    <a:pt x="327" y="613"/>
                  </a:cubicBezTo>
                  <a:cubicBezTo>
                    <a:pt x="326" y="619"/>
                    <a:pt x="326" y="619"/>
                    <a:pt x="326" y="619"/>
                  </a:cubicBezTo>
                  <a:cubicBezTo>
                    <a:pt x="325" y="621"/>
                    <a:pt x="325" y="621"/>
                    <a:pt x="325" y="621"/>
                  </a:cubicBezTo>
                  <a:cubicBezTo>
                    <a:pt x="325" y="622"/>
                    <a:pt x="325" y="622"/>
                    <a:pt x="325" y="622"/>
                  </a:cubicBezTo>
                  <a:lnTo>
                    <a:pt x="318" y="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3" name="Freeform 34"/>
          <p:cNvSpPr>
            <a:spLocks noEditPoints="1"/>
          </p:cNvSpPr>
          <p:nvPr/>
        </p:nvSpPr>
        <p:spPr bwMode="auto">
          <a:xfrm>
            <a:off x="8230714" y="3429000"/>
            <a:ext cx="695371" cy="330291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94" name="任意多边形 93"/>
          <p:cNvSpPr/>
          <p:nvPr/>
        </p:nvSpPr>
        <p:spPr>
          <a:xfrm>
            <a:off x="2398159" y="3352800"/>
            <a:ext cx="5692905" cy="580305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" fmla="*/ 0 w 6766560"/>
              <a:gd name="connsiteY0" fmla="*/ 75291 h 398381"/>
              <a:gd name="connsiteX1" fmla="*/ 4369154 w 6766560"/>
              <a:gd name="connsiteY1" fmla="*/ 18141 h 398381"/>
              <a:gd name="connsiteX2" fmla="*/ 4023360 w 6766560"/>
              <a:gd name="connsiteY2" fmla="*/ 395331 h 398381"/>
              <a:gd name="connsiteX3" fmla="*/ 6766560 w 6766560"/>
              <a:gd name="connsiteY3" fmla="*/ 166731 h 398381"/>
              <a:gd name="connsiteX0" fmla="*/ 0 w 6766560"/>
              <a:gd name="connsiteY0" fmla="*/ 71354 h 339035"/>
              <a:gd name="connsiteX1" fmla="*/ 4369154 w 6766560"/>
              <a:gd name="connsiteY1" fmla="*/ 14204 h 339035"/>
              <a:gd name="connsiteX2" fmla="*/ 4351696 w 6766560"/>
              <a:gd name="connsiteY2" fmla="*/ 334244 h 339035"/>
              <a:gd name="connsiteX3" fmla="*/ 6766560 w 6766560"/>
              <a:gd name="connsiteY3" fmla="*/ 162794 h 339035"/>
              <a:gd name="connsiteX0" fmla="*/ 0 w 7194823"/>
              <a:gd name="connsiteY0" fmla="*/ 71354 h 334304"/>
              <a:gd name="connsiteX1" fmla="*/ 4369154 w 7194823"/>
              <a:gd name="connsiteY1" fmla="*/ 14204 h 334304"/>
              <a:gd name="connsiteX2" fmla="*/ 4351696 w 7194823"/>
              <a:gd name="connsiteY2" fmla="*/ 334244 h 334304"/>
              <a:gd name="connsiteX3" fmla="*/ 7194823 w 7194823"/>
              <a:gd name="connsiteY3" fmla="*/ 37064 h 334304"/>
              <a:gd name="connsiteX0" fmla="*/ 0 w 7194823"/>
              <a:gd name="connsiteY0" fmla="*/ 72918 h 358721"/>
              <a:gd name="connsiteX1" fmla="*/ 4369154 w 7194823"/>
              <a:gd name="connsiteY1" fmla="*/ 15768 h 358721"/>
              <a:gd name="connsiteX2" fmla="*/ 4051911 w 7194823"/>
              <a:gd name="connsiteY2" fmla="*/ 358668 h 358721"/>
              <a:gd name="connsiteX3" fmla="*/ 7194823 w 7194823"/>
              <a:gd name="connsiteY3" fmla="*/ 38628 h 358721"/>
              <a:gd name="connsiteX0" fmla="*/ 0 w 6454042"/>
              <a:gd name="connsiteY0" fmla="*/ 72918 h 359955"/>
              <a:gd name="connsiteX1" fmla="*/ 4369154 w 6454042"/>
              <a:gd name="connsiteY1" fmla="*/ 15768 h 359955"/>
              <a:gd name="connsiteX2" fmla="*/ 4051911 w 6454042"/>
              <a:gd name="connsiteY2" fmla="*/ 358668 h 359955"/>
              <a:gd name="connsiteX3" fmla="*/ 6454042 w 6454042"/>
              <a:gd name="connsiteY3" fmla="*/ 112769 h 359955"/>
              <a:gd name="connsiteX0" fmla="*/ 0 w 6454042"/>
              <a:gd name="connsiteY0" fmla="*/ 62493 h 349247"/>
              <a:gd name="connsiteX1" fmla="*/ 4122228 w 6454042"/>
              <a:gd name="connsiteY1" fmla="*/ 17700 h 349247"/>
              <a:gd name="connsiteX2" fmla="*/ 4051911 w 6454042"/>
              <a:gd name="connsiteY2" fmla="*/ 348243 h 349247"/>
              <a:gd name="connsiteX3" fmla="*/ 6454042 w 6454042"/>
              <a:gd name="connsiteY3" fmla="*/ 102344 h 349247"/>
              <a:gd name="connsiteX0" fmla="*/ 0 w 4341830"/>
              <a:gd name="connsiteY0" fmla="*/ 62493 h 348243"/>
              <a:gd name="connsiteX1" fmla="*/ 4122228 w 4341830"/>
              <a:gd name="connsiteY1" fmla="*/ 17700 h 348243"/>
              <a:gd name="connsiteX2" fmla="*/ 4051911 w 4341830"/>
              <a:gd name="connsiteY2" fmla="*/ 348243 h 348243"/>
              <a:gd name="connsiteX0" fmla="*/ 0 w 4122228"/>
              <a:gd name="connsiteY0" fmla="*/ 62493 h 62493"/>
              <a:gd name="connsiteX1" fmla="*/ 4122228 w 4122228"/>
              <a:gd name="connsiteY1" fmla="*/ 17700 h 62493"/>
              <a:gd name="connsiteX0" fmla="*/ 0 w 4122228"/>
              <a:gd name="connsiteY0" fmla="*/ 44793 h 66159"/>
              <a:gd name="connsiteX1" fmla="*/ 4122228 w 4122228"/>
              <a:gd name="connsiteY1" fmla="*/ 0 h 66159"/>
              <a:gd name="connsiteX0" fmla="*/ 0 w 4245691"/>
              <a:gd name="connsiteY0" fmla="*/ 156004 h 156004"/>
              <a:gd name="connsiteX1" fmla="*/ 4245691 w 4245691"/>
              <a:gd name="connsiteY1" fmla="*/ 0 h 156004"/>
              <a:gd name="connsiteX0" fmla="*/ 0 w 4245691"/>
              <a:gd name="connsiteY0" fmla="*/ 156004 h 163985"/>
              <a:gd name="connsiteX1" fmla="*/ 4245691 w 4245691"/>
              <a:gd name="connsiteY1" fmla="*/ 0 h 163985"/>
              <a:gd name="connsiteX0" fmla="*/ 0 w 5449458"/>
              <a:gd name="connsiteY0" fmla="*/ 143648 h 143648"/>
              <a:gd name="connsiteX1" fmla="*/ 5449458 w 5449458"/>
              <a:gd name="connsiteY1" fmla="*/ 0 h 143648"/>
              <a:gd name="connsiteX0" fmla="*/ 0 w 5449458"/>
              <a:gd name="connsiteY0" fmla="*/ 143648 h 260913"/>
              <a:gd name="connsiteX1" fmla="*/ 1990356 w 5449458"/>
              <a:gd name="connsiteY1" fmla="*/ 260339 h 260913"/>
              <a:gd name="connsiteX2" fmla="*/ 5449458 w 5449458"/>
              <a:gd name="connsiteY2" fmla="*/ 0 h 260913"/>
              <a:gd name="connsiteX0" fmla="*/ 0 w 4693246"/>
              <a:gd name="connsiteY0" fmla="*/ 169 h 463018"/>
              <a:gd name="connsiteX1" fmla="*/ 1234144 w 4693246"/>
              <a:gd name="connsiteY1" fmla="*/ 462849 h 463018"/>
              <a:gd name="connsiteX2" fmla="*/ 4693246 w 4693246"/>
              <a:gd name="connsiteY2" fmla="*/ 202510 h 463018"/>
              <a:gd name="connsiteX0" fmla="*/ 153395 w 4846641"/>
              <a:gd name="connsiteY0" fmla="*/ 0 h 462988"/>
              <a:gd name="connsiteX1" fmla="*/ 1387539 w 4846641"/>
              <a:gd name="connsiteY1" fmla="*/ 462680 h 462988"/>
              <a:gd name="connsiteX2" fmla="*/ 4846641 w 4846641"/>
              <a:gd name="connsiteY2" fmla="*/ 202341 h 462988"/>
              <a:gd name="connsiteX0" fmla="*/ 212160 w 4457851"/>
              <a:gd name="connsiteY0" fmla="*/ 0 h 462988"/>
              <a:gd name="connsiteX1" fmla="*/ 998749 w 4457851"/>
              <a:gd name="connsiteY1" fmla="*/ 462680 h 462988"/>
              <a:gd name="connsiteX2" fmla="*/ 4457851 w 4457851"/>
              <a:gd name="connsiteY2" fmla="*/ 202341 h 462988"/>
              <a:gd name="connsiteX0" fmla="*/ 238795 w 4484486"/>
              <a:gd name="connsiteY0" fmla="*/ 0 h 462868"/>
              <a:gd name="connsiteX1" fmla="*/ 1025384 w 4484486"/>
              <a:gd name="connsiteY1" fmla="*/ 462680 h 462868"/>
              <a:gd name="connsiteX2" fmla="*/ 4484486 w 4484486"/>
              <a:gd name="connsiteY2" fmla="*/ 202341 h 462868"/>
              <a:gd name="connsiteX0" fmla="*/ 410770 w 4656461"/>
              <a:gd name="connsiteY0" fmla="*/ 0 h 425815"/>
              <a:gd name="connsiteX1" fmla="*/ 595476 w 4656461"/>
              <a:gd name="connsiteY1" fmla="*/ 425610 h 425815"/>
              <a:gd name="connsiteX2" fmla="*/ 4656461 w 4656461"/>
              <a:gd name="connsiteY2" fmla="*/ 202341 h 425815"/>
              <a:gd name="connsiteX0" fmla="*/ 410770 w 4656461"/>
              <a:gd name="connsiteY0" fmla="*/ 0 h 364069"/>
              <a:gd name="connsiteX1" fmla="*/ 595476 w 4656461"/>
              <a:gd name="connsiteY1" fmla="*/ 363827 h 364069"/>
              <a:gd name="connsiteX2" fmla="*/ 4656461 w 4656461"/>
              <a:gd name="connsiteY2" fmla="*/ 202341 h 364069"/>
              <a:gd name="connsiteX0" fmla="*/ 558636 w 4511100"/>
              <a:gd name="connsiteY0" fmla="*/ 0 h 388767"/>
              <a:gd name="connsiteX1" fmla="*/ 450115 w 4511100"/>
              <a:gd name="connsiteY1" fmla="*/ 388541 h 388767"/>
              <a:gd name="connsiteX2" fmla="*/ 4511100 w 4511100"/>
              <a:gd name="connsiteY2" fmla="*/ 227055 h 388767"/>
              <a:gd name="connsiteX0" fmla="*/ 445007 w 4613533"/>
              <a:gd name="connsiteY0" fmla="*/ 0 h 413467"/>
              <a:gd name="connsiteX1" fmla="*/ 552548 w 4613533"/>
              <a:gd name="connsiteY1" fmla="*/ 413255 h 413467"/>
              <a:gd name="connsiteX2" fmla="*/ 4613533 w 4613533"/>
              <a:gd name="connsiteY2" fmla="*/ 251769 h 413467"/>
              <a:gd name="connsiteX0" fmla="*/ 437894 w 4606420"/>
              <a:gd name="connsiteY0" fmla="*/ 0 h 351722"/>
              <a:gd name="connsiteX1" fmla="*/ 560868 w 4606420"/>
              <a:gd name="connsiteY1" fmla="*/ 351471 h 351722"/>
              <a:gd name="connsiteX2" fmla="*/ 4606420 w 4606420"/>
              <a:gd name="connsiteY2" fmla="*/ 251769 h 351722"/>
              <a:gd name="connsiteX0" fmla="*/ 424068 w 4592594"/>
              <a:gd name="connsiteY0" fmla="*/ 0 h 401116"/>
              <a:gd name="connsiteX1" fmla="*/ 577907 w 4592594"/>
              <a:gd name="connsiteY1" fmla="*/ 400898 h 401116"/>
              <a:gd name="connsiteX2" fmla="*/ 4592594 w 4592594"/>
              <a:gd name="connsiteY2" fmla="*/ 251769 h 401116"/>
              <a:gd name="connsiteX0" fmla="*/ 424068 w 4592594"/>
              <a:gd name="connsiteY0" fmla="*/ 0 h 401116"/>
              <a:gd name="connsiteX1" fmla="*/ 577907 w 4592594"/>
              <a:gd name="connsiteY1" fmla="*/ 400898 h 401116"/>
              <a:gd name="connsiteX2" fmla="*/ 4592594 w 4592594"/>
              <a:gd name="connsiteY2" fmla="*/ 338266 h 401116"/>
              <a:gd name="connsiteX0" fmla="*/ 391353 w 4638179"/>
              <a:gd name="connsiteY0" fmla="*/ 0 h 401116"/>
              <a:gd name="connsiteX1" fmla="*/ 623492 w 4638179"/>
              <a:gd name="connsiteY1" fmla="*/ 400898 h 401116"/>
              <a:gd name="connsiteX2" fmla="*/ 4638179 w 4638179"/>
              <a:gd name="connsiteY2" fmla="*/ 338266 h 401116"/>
              <a:gd name="connsiteX0" fmla="*/ 391353 w 4904398"/>
              <a:gd name="connsiteY0" fmla="*/ 0 h 401116"/>
              <a:gd name="connsiteX1" fmla="*/ 623492 w 4904398"/>
              <a:gd name="connsiteY1" fmla="*/ 400898 h 401116"/>
              <a:gd name="connsiteX2" fmla="*/ 4904398 w 4904398"/>
              <a:gd name="connsiteY2" fmla="*/ 322224 h 40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社内規程</a:t>
            </a:r>
            <a:r>
              <a:rPr lang="en-US" altLang="ja-JP" sz="3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AI</a:t>
            </a:r>
            <a:r>
              <a:rPr lang="ja-JP" altLang="en-US" sz="3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エージェント</a:t>
            </a:r>
            <a:endParaRPr lang="zh-CN" altLang="en-US" sz="32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2" name="图片 1" descr="图片">
            <a:extLst>
              <a:ext uri="{FF2B5EF4-FFF2-40B4-BE49-F238E27FC236}">
                <a16:creationId xmlns:a16="http://schemas.microsoft.com/office/drawing/2014/main" id="{0813080D-3F5F-985A-CDA3-C0FB044BC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2842352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50569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文本框 80"/>
          <p:cNvSpPr txBox="1"/>
          <p:nvPr/>
        </p:nvSpPr>
        <p:spPr>
          <a:xfrm>
            <a:off x="6611886" y="1862091"/>
            <a:ext cx="4099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1. </a:t>
            </a:r>
            <a:r>
              <a:rPr lang="ja-JP" altLang="en-US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プロジェクト概要</a:t>
            </a:r>
            <a:endParaRPr lang="zh-CN" altLang="en-US" sz="2800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562348" y="2761085"/>
            <a:ext cx="4111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2. </a:t>
            </a:r>
            <a:r>
              <a:rPr lang="ja-JP" altLang="en-US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主要機能</a:t>
            </a:r>
            <a:endParaRPr lang="zh-CN" altLang="en-US" sz="2800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578472" y="3695078"/>
            <a:ext cx="4099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3. </a:t>
            </a:r>
            <a:r>
              <a:rPr lang="ja-JP" altLang="en-US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システム構成図</a:t>
            </a:r>
            <a:endParaRPr lang="zh-CN" altLang="en-US" sz="2800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6528934" y="4594072"/>
            <a:ext cx="4111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4. </a:t>
            </a:r>
            <a:r>
              <a:rPr lang="ja-JP" altLang="en-US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利用サービス一覧</a:t>
            </a:r>
            <a:endParaRPr lang="zh-CN" altLang="en-US" sz="2800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5" name="Freeform 5"/>
          <p:cNvSpPr>
            <a:spLocks/>
          </p:cNvSpPr>
          <p:nvPr/>
        </p:nvSpPr>
        <p:spPr bwMode="auto">
          <a:xfrm>
            <a:off x="6562348" y="2397784"/>
            <a:ext cx="4237965" cy="106529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6" name="Freeform 5"/>
          <p:cNvSpPr>
            <a:spLocks/>
          </p:cNvSpPr>
          <p:nvPr/>
        </p:nvSpPr>
        <p:spPr bwMode="auto">
          <a:xfrm>
            <a:off x="6542672" y="3345623"/>
            <a:ext cx="4237965" cy="106529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7" name="Freeform 5"/>
          <p:cNvSpPr>
            <a:spLocks/>
          </p:cNvSpPr>
          <p:nvPr/>
        </p:nvSpPr>
        <p:spPr bwMode="auto">
          <a:xfrm>
            <a:off x="6542672" y="4288144"/>
            <a:ext cx="4237965" cy="106529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8" name="Freeform 5"/>
          <p:cNvSpPr>
            <a:spLocks/>
          </p:cNvSpPr>
          <p:nvPr/>
        </p:nvSpPr>
        <p:spPr bwMode="auto">
          <a:xfrm>
            <a:off x="6509259" y="5187138"/>
            <a:ext cx="4237965" cy="106529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4503789" y="2983164"/>
            <a:ext cx="1375396" cy="2272793"/>
            <a:chOff x="3196603" y="3415833"/>
            <a:chExt cx="1311951" cy="1739005"/>
          </a:xfrm>
        </p:grpSpPr>
        <p:sp>
          <p:nvSpPr>
            <p:cNvPr id="89" name="椭圆 31"/>
            <p:cNvSpPr/>
            <p:nvPr/>
          </p:nvSpPr>
          <p:spPr>
            <a:xfrm>
              <a:off x="3196603" y="3415833"/>
              <a:ext cx="1311951" cy="173900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" fmla="*/ 328247 w 656494"/>
                <a:gd name="connsiteY0" fmla="*/ 0 h 633046"/>
                <a:gd name="connsiteX1" fmla="*/ 656494 w 656494"/>
                <a:gd name="connsiteY1" fmla="*/ 316523 h 633046"/>
                <a:gd name="connsiteX2" fmla="*/ 328247 w 656494"/>
                <a:gd name="connsiteY2" fmla="*/ 633046 h 633046"/>
                <a:gd name="connsiteX3" fmla="*/ 0 w 656494"/>
                <a:gd name="connsiteY3" fmla="*/ 316523 h 633046"/>
                <a:gd name="connsiteX4" fmla="*/ 419687 w 656494"/>
                <a:gd name="connsiteY4" fmla="*/ 91440 h 633046"/>
                <a:gd name="connsiteX0" fmla="*/ 402964 w 731211"/>
                <a:gd name="connsiteY0" fmla="*/ 0 h 633046"/>
                <a:gd name="connsiteX1" fmla="*/ 731211 w 731211"/>
                <a:gd name="connsiteY1" fmla="*/ 316523 h 633046"/>
                <a:gd name="connsiteX2" fmla="*/ 402964 w 731211"/>
                <a:gd name="connsiteY2" fmla="*/ 633046 h 633046"/>
                <a:gd name="connsiteX3" fmla="*/ 74717 w 731211"/>
                <a:gd name="connsiteY3" fmla="*/ 316523 h 633046"/>
                <a:gd name="connsiteX4" fmla="*/ 161895 w 731211"/>
                <a:gd name="connsiteY4" fmla="*/ 152400 h 633046"/>
                <a:gd name="connsiteX0" fmla="*/ 353700 w 681947"/>
                <a:gd name="connsiteY0" fmla="*/ 0 h 633046"/>
                <a:gd name="connsiteX1" fmla="*/ 681947 w 681947"/>
                <a:gd name="connsiteY1" fmla="*/ 316523 h 633046"/>
                <a:gd name="connsiteX2" fmla="*/ 353700 w 681947"/>
                <a:gd name="connsiteY2" fmla="*/ 633046 h 633046"/>
                <a:gd name="connsiteX3" fmla="*/ 25453 w 681947"/>
                <a:gd name="connsiteY3" fmla="*/ 316523 h 633046"/>
                <a:gd name="connsiteX4" fmla="*/ 112631 w 681947"/>
                <a:gd name="connsiteY4" fmla="*/ 152400 h 633046"/>
                <a:gd name="connsiteX0" fmla="*/ 341249 w 669496"/>
                <a:gd name="connsiteY0" fmla="*/ 0 h 633046"/>
                <a:gd name="connsiteX1" fmla="*/ 669496 w 669496"/>
                <a:gd name="connsiteY1" fmla="*/ 316523 h 633046"/>
                <a:gd name="connsiteX2" fmla="*/ 341249 w 669496"/>
                <a:gd name="connsiteY2" fmla="*/ 633046 h 633046"/>
                <a:gd name="connsiteX3" fmla="*/ 13002 w 669496"/>
                <a:gd name="connsiteY3" fmla="*/ 316523 h 633046"/>
                <a:gd name="connsiteX4" fmla="*/ 100180 w 669496"/>
                <a:gd name="connsiteY4" fmla="*/ 152400 h 633046"/>
                <a:gd name="connsiteX0" fmla="*/ 347951 w 676198"/>
                <a:gd name="connsiteY0" fmla="*/ 0 h 633046"/>
                <a:gd name="connsiteX1" fmla="*/ 676198 w 676198"/>
                <a:gd name="connsiteY1" fmla="*/ 316523 h 633046"/>
                <a:gd name="connsiteX2" fmla="*/ 347951 w 676198"/>
                <a:gd name="connsiteY2" fmla="*/ 633046 h 633046"/>
                <a:gd name="connsiteX3" fmla="*/ 19704 w 676198"/>
                <a:gd name="connsiteY3" fmla="*/ 316523 h 633046"/>
                <a:gd name="connsiteX4" fmla="*/ 79173 w 676198"/>
                <a:gd name="connsiteY4" fmla="*/ 113607 h 633046"/>
                <a:gd name="connsiteX0" fmla="*/ 333371 w 661618"/>
                <a:gd name="connsiteY0" fmla="*/ 0 h 633046"/>
                <a:gd name="connsiteX1" fmla="*/ 661618 w 661618"/>
                <a:gd name="connsiteY1" fmla="*/ 316523 h 633046"/>
                <a:gd name="connsiteX2" fmla="*/ 333371 w 661618"/>
                <a:gd name="connsiteY2" fmla="*/ 633046 h 633046"/>
                <a:gd name="connsiteX3" fmla="*/ 5124 w 661618"/>
                <a:gd name="connsiteY3" fmla="*/ 316523 h 633046"/>
                <a:gd name="connsiteX4" fmla="*/ 64593 w 661618"/>
                <a:gd name="connsiteY4" fmla="*/ 113607 h 633046"/>
                <a:gd name="connsiteX0" fmla="*/ 178200 w 661618"/>
                <a:gd name="connsiteY0" fmla="*/ 0 h 583170"/>
                <a:gd name="connsiteX1" fmla="*/ 661618 w 661618"/>
                <a:gd name="connsiteY1" fmla="*/ 266647 h 583170"/>
                <a:gd name="connsiteX2" fmla="*/ 333371 w 661618"/>
                <a:gd name="connsiteY2" fmla="*/ 583170 h 583170"/>
                <a:gd name="connsiteX3" fmla="*/ 5124 w 661618"/>
                <a:gd name="connsiteY3" fmla="*/ 266647 h 583170"/>
                <a:gd name="connsiteX4" fmla="*/ 64593 w 661618"/>
                <a:gd name="connsiteY4" fmla="*/ 63731 h 583170"/>
                <a:gd name="connsiteX0" fmla="*/ 178200 w 662133"/>
                <a:gd name="connsiteY0" fmla="*/ 66578 h 649748"/>
                <a:gd name="connsiteX1" fmla="*/ 412660 w 662133"/>
                <a:gd name="connsiteY1" fmla="*/ 10947 h 649748"/>
                <a:gd name="connsiteX2" fmla="*/ 661618 w 662133"/>
                <a:gd name="connsiteY2" fmla="*/ 333225 h 649748"/>
                <a:gd name="connsiteX3" fmla="*/ 333371 w 662133"/>
                <a:gd name="connsiteY3" fmla="*/ 649748 h 649748"/>
                <a:gd name="connsiteX4" fmla="*/ 5124 w 662133"/>
                <a:gd name="connsiteY4" fmla="*/ 333225 h 649748"/>
                <a:gd name="connsiteX5" fmla="*/ 64593 w 662133"/>
                <a:gd name="connsiteY5" fmla="*/ 130309 h 649748"/>
                <a:gd name="connsiteX0" fmla="*/ 178200 w 662148"/>
                <a:gd name="connsiteY0" fmla="*/ 66578 h 649748"/>
                <a:gd name="connsiteX1" fmla="*/ 412660 w 662148"/>
                <a:gd name="connsiteY1" fmla="*/ 10947 h 649748"/>
                <a:gd name="connsiteX2" fmla="*/ 661618 w 662148"/>
                <a:gd name="connsiteY2" fmla="*/ 333225 h 649748"/>
                <a:gd name="connsiteX3" fmla="*/ 333371 w 662148"/>
                <a:gd name="connsiteY3" fmla="*/ 649748 h 649748"/>
                <a:gd name="connsiteX4" fmla="*/ 5124 w 662148"/>
                <a:gd name="connsiteY4" fmla="*/ 333225 h 649748"/>
                <a:gd name="connsiteX5" fmla="*/ 64593 w 662148"/>
                <a:gd name="connsiteY5" fmla="*/ 130309 h 649748"/>
                <a:gd name="connsiteX0" fmla="*/ 178200 w 662148"/>
                <a:gd name="connsiteY0" fmla="*/ 61032 h 644202"/>
                <a:gd name="connsiteX1" fmla="*/ 412660 w 662148"/>
                <a:gd name="connsiteY1" fmla="*/ 5401 h 644202"/>
                <a:gd name="connsiteX2" fmla="*/ 661618 w 662148"/>
                <a:gd name="connsiteY2" fmla="*/ 327679 h 644202"/>
                <a:gd name="connsiteX3" fmla="*/ 333371 w 662148"/>
                <a:gd name="connsiteY3" fmla="*/ 644202 h 644202"/>
                <a:gd name="connsiteX4" fmla="*/ 5124 w 662148"/>
                <a:gd name="connsiteY4" fmla="*/ 327679 h 644202"/>
                <a:gd name="connsiteX5" fmla="*/ 64593 w 662148"/>
                <a:gd name="connsiteY5" fmla="*/ 124763 h 644202"/>
                <a:gd name="connsiteX0" fmla="*/ 178200 w 662148"/>
                <a:gd name="connsiteY0" fmla="*/ 75865 h 659035"/>
                <a:gd name="connsiteX1" fmla="*/ 168819 w 662148"/>
                <a:gd name="connsiteY1" fmla="*/ 31317 h 659035"/>
                <a:gd name="connsiteX2" fmla="*/ 412660 w 662148"/>
                <a:gd name="connsiteY2" fmla="*/ 20234 h 659035"/>
                <a:gd name="connsiteX3" fmla="*/ 661618 w 662148"/>
                <a:gd name="connsiteY3" fmla="*/ 342512 h 659035"/>
                <a:gd name="connsiteX4" fmla="*/ 333371 w 662148"/>
                <a:gd name="connsiteY4" fmla="*/ 659035 h 659035"/>
                <a:gd name="connsiteX5" fmla="*/ 5124 w 662148"/>
                <a:gd name="connsiteY5" fmla="*/ 342512 h 659035"/>
                <a:gd name="connsiteX6" fmla="*/ 64593 w 662148"/>
                <a:gd name="connsiteY6" fmla="*/ 139596 h 659035"/>
                <a:gd name="connsiteX0" fmla="*/ 178200 w 662148"/>
                <a:gd name="connsiteY0" fmla="*/ 68901 h 652071"/>
                <a:gd name="connsiteX1" fmla="*/ 130026 w 662148"/>
                <a:gd name="connsiteY1" fmla="*/ 68688 h 652071"/>
                <a:gd name="connsiteX2" fmla="*/ 412660 w 662148"/>
                <a:gd name="connsiteY2" fmla="*/ 13270 h 652071"/>
                <a:gd name="connsiteX3" fmla="*/ 661618 w 662148"/>
                <a:gd name="connsiteY3" fmla="*/ 335548 h 652071"/>
                <a:gd name="connsiteX4" fmla="*/ 333371 w 662148"/>
                <a:gd name="connsiteY4" fmla="*/ 652071 h 652071"/>
                <a:gd name="connsiteX5" fmla="*/ 5124 w 662148"/>
                <a:gd name="connsiteY5" fmla="*/ 335548 h 652071"/>
                <a:gd name="connsiteX6" fmla="*/ 64593 w 662148"/>
                <a:gd name="connsiteY6" fmla="*/ 132632 h 652071"/>
                <a:gd name="connsiteX0" fmla="*/ 178200 w 662220"/>
                <a:gd name="connsiteY0" fmla="*/ 68901 h 652071"/>
                <a:gd name="connsiteX1" fmla="*/ 130026 w 662220"/>
                <a:gd name="connsiteY1" fmla="*/ 68688 h 652071"/>
                <a:gd name="connsiteX2" fmla="*/ 412660 w 662220"/>
                <a:gd name="connsiteY2" fmla="*/ 13270 h 652071"/>
                <a:gd name="connsiteX3" fmla="*/ 661618 w 662220"/>
                <a:gd name="connsiteY3" fmla="*/ 335548 h 652071"/>
                <a:gd name="connsiteX4" fmla="*/ 333371 w 662220"/>
                <a:gd name="connsiteY4" fmla="*/ 652071 h 652071"/>
                <a:gd name="connsiteX5" fmla="*/ 5124 w 662220"/>
                <a:gd name="connsiteY5" fmla="*/ 335548 h 652071"/>
                <a:gd name="connsiteX6" fmla="*/ 64593 w 662220"/>
                <a:gd name="connsiteY6" fmla="*/ 132632 h 652071"/>
                <a:gd name="connsiteX0" fmla="*/ 178200 w 662220"/>
                <a:gd name="connsiteY0" fmla="*/ 58449 h 641619"/>
                <a:gd name="connsiteX1" fmla="*/ 130026 w 662220"/>
                <a:gd name="connsiteY1" fmla="*/ 58236 h 641619"/>
                <a:gd name="connsiteX2" fmla="*/ 412660 w 662220"/>
                <a:gd name="connsiteY2" fmla="*/ 2818 h 641619"/>
                <a:gd name="connsiteX3" fmla="*/ 661618 w 662220"/>
                <a:gd name="connsiteY3" fmla="*/ 325096 h 641619"/>
                <a:gd name="connsiteX4" fmla="*/ 333371 w 662220"/>
                <a:gd name="connsiteY4" fmla="*/ 641619 h 641619"/>
                <a:gd name="connsiteX5" fmla="*/ 5124 w 662220"/>
                <a:gd name="connsiteY5" fmla="*/ 325096 h 641619"/>
                <a:gd name="connsiteX6" fmla="*/ 64593 w 662220"/>
                <a:gd name="connsiteY6" fmla="*/ 122180 h 641619"/>
                <a:gd name="connsiteX0" fmla="*/ 178200 w 662220"/>
                <a:gd name="connsiteY0" fmla="*/ 58449 h 641619"/>
                <a:gd name="connsiteX1" fmla="*/ 130026 w 662220"/>
                <a:gd name="connsiteY1" fmla="*/ 58236 h 641619"/>
                <a:gd name="connsiteX2" fmla="*/ 412660 w 662220"/>
                <a:gd name="connsiteY2" fmla="*/ 2818 h 641619"/>
                <a:gd name="connsiteX3" fmla="*/ 661618 w 662220"/>
                <a:gd name="connsiteY3" fmla="*/ 325096 h 641619"/>
                <a:gd name="connsiteX4" fmla="*/ 333371 w 662220"/>
                <a:gd name="connsiteY4" fmla="*/ 641619 h 641619"/>
                <a:gd name="connsiteX5" fmla="*/ 5124 w 662220"/>
                <a:gd name="connsiteY5" fmla="*/ 325096 h 641619"/>
                <a:gd name="connsiteX6" fmla="*/ 64593 w 662220"/>
                <a:gd name="connsiteY6" fmla="*/ 122180 h 641619"/>
                <a:gd name="connsiteX0" fmla="*/ 178200 w 662220"/>
                <a:gd name="connsiteY0" fmla="*/ 58449 h 641619"/>
                <a:gd name="connsiteX1" fmla="*/ 130026 w 662220"/>
                <a:gd name="connsiteY1" fmla="*/ 58236 h 641619"/>
                <a:gd name="connsiteX2" fmla="*/ 412660 w 662220"/>
                <a:gd name="connsiteY2" fmla="*/ 2818 h 641619"/>
                <a:gd name="connsiteX3" fmla="*/ 661618 w 662220"/>
                <a:gd name="connsiteY3" fmla="*/ 325096 h 641619"/>
                <a:gd name="connsiteX4" fmla="*/ 333371 w 662220"/>
                <a:gd name="connsiteY4" fmla="*/ 641619 h 641619"/>
                <a:gd name="connsiteX5" fmla="*/ 5124 w 662220"/>
                <a:gd name="connsiteY5" fmla="*/ 325096 h 641619"/>
                <a:gd name="connsiteX6" fmla="*/ 64593 w 662220"/>
                <a:gd name="connsiteY6" fmla="*/ 122180 h 641619"/>
                <a:gd name="connsiteX0" fmla="*/ 178200 w 662220"/>
                <a:gd name="connsiteY0" fmla="*/ 58449 h 641619"/>
                <a:gd name="connsiteX1" fmla="*/ 130026 w 662220"/>
                <a:gd name="connsiteY1" fmla="*/ 58236 h 641619"/>
                <a:gd name="connsiteX2" fmla="*/ 412660 w 662220"/>
                <a:gd name="connsiteY2" fmla="*/ 2818 h 641619"/>
                <a:gd name="connsiteX3" fmla="*/ 661618 w 662220"/>
                <a:gd name="connsiteY3" fmla="*/ 325096 h 641619"/>
                <a:gd name="connsiteX4" fmla="*/ 333371 w 662220"/>
                <a:gd name="connsiteY4" fmla="*/ 641619 h 641619"/>
                <a:gd name="connsiteX5" fmla="*/ 5124 w 662220"/>
                <a:gd name="connsiteY5" fmla="*/ 325096 h 641619"/>
                <a:gd name="connsiteX6" fmla="*/ 64593 w 662220"/>
                <a:gd name="connsiteY6" fmla="*/ 122180 h 641619"/>
                <a:gd name="connsiteX0" fmla="*/ 178200 w 662220"/>
                <a:gd name="connsiteY0" fmla="*/ 58449 h 641619"/>
                <a:gd name="connsiteX1" fmla="*/ 130026 w 662220"/>
                <a:gd name="connsiteY1" fmla="*/ 58236 h 641619"/>
                <a:gd name="connsiteX2" fmla="*/ 412660 w 662220"/>
                <a:gd name="connsiteY2" fmla="*/ 2818 h 641619"/>
                <a:gd name="connsiteX3" fmla="*/ 661618 w 662220"/>
                <a:gd name="connsiteY3" fmla="*/ 325096 h 641619"/>
                <a:gd name="connsiteX4" fmla="*/ 333371 w 662220"/>
                <a:gd name="connsiteY4" fmla="*/ 641619 h 641619"/>
                <a:gd name="connsiteX5" fmla="*/ 5124 w 662220"/>
                <a:gd name="connsiteY5" fmla="*/ 325096 h 641619"/>
                <a:gd name="connsiteX6" fmla="*/ 64593 w 662220"/>
                <a:gd name="connsiteY6" fmla="*/ 122180 h 641619"/>
                <a:gd name="connsiteX0" fmla="*/ 176252 w 660272"/>
                <a:gd name="connsiteY0" fmla="*/ 58449 h 641619"/>
                <a:gd name="connsiteX1" fmla="*/ 128078 w 660272"/>
                <a:gd name="connsiteY1" fmla="*/ 58236 h 641619"/>
                <a:gd name="connsiteX2" fmla="*/ 410712 w 660272"/>
                <a:gd name="connsiteY2" fmla="*/ 2818 h 641619"/>
                <a:gd name="connsiteX3" fmla="*/ 659670 w 660272"/>
                <a:gd name="connsiteY3" fmla="*/ 325096 h 641619"/>
                <a:gd name="connsiteX4" fmla="*/ 331423 w 660272"/>
                <a:gd name="connsiteY4" fmla="*/ 641619 h 641619"/>
                <a:gd name="connsiteX5" fmla="*/ 3176 w 660272"/>
                <a:gd name="connsiteY5" fmla="*/ 325096 h 641619"/>
                <a:gd name="connsiteX6" fmla="*/ 62645 w 660272"/>
                <a:gd name="connsiteY6" fmla="*/ 122180 h 641619"/>
                <a:gd name="connsiteX0" fmla="*/ 253837 w 660272"/>
                <a:gd name="connsiteY0" fmla="*/ 30740 h 641619"/>
                <a:gd name="connsiteX1" fmla="*/ 128078 w 660272"/>
                <a:gd name="connsiteY1" fmla="*/ 58236 h 641619"/>
                <a:gd name="connsiteX2" fmla="*/ 410712 w 660272"/>
                <a:gd name="connsiteY2" fmla="*/ 2818 h 641619"/>
                <a:gd name="connsiteX3" fmla="*/ 659670 w 660272"/>
                <a:gd name="connsiteY3" fmla="*/ 325096 h 641619"/>
                <a:gd name="connsiteX4" fmla="*/ 331423 w 660272"/>
                <a:gd name="connsiteY4" fmla="*/ 641619 h 641619"/>
                <a:gd name="connsiteX5" fmla="*/ 3176 w 660272"/>
                <a:gd name="connsiteY5" fmla="*/ 325096 h 641619"/>
                <a:gd name="connsiteX6" fmla="*/ 62645 w 660272"/>
                <a:gd name="connsiteY6" fmla="*/ 122180 h 641619"/>
                <a:gd name="connsiteX0" fmla="*/ 253837 w 660191"/>
                <a:gd name="connsiteY0" fmla="*/ 41069 h 651948"/>
                <a:gd name="connsiteX1" fmla="*/ 161329 w 660191"/>
                <a:gd name="connsiteY1" fmla="*/ 63023 h 651948"/>
                <a:gd name="connsiteX2" fmla="*/ 410712 w 660191"/>
                <a:gd name="connsiteY2" fmla="*/ 13147 h 651948"/>
                <a:gd name="connsiteX3" fmla="*/ 659670 w 660191"/>
                <a:gd name="connsiteY3" fmla="*/ 335425 h 651948"/>
                <a:gd name="connsiteX4" fmla="*/ 331423 w 660191"/>
                <a:gd name="connsiteY4" fmla="*/ 651948 h 651948"/>
                <a:gd name="connsiteX5" fmla="*/ 3176 w 660191"/>
                <a:gd name="connsiteY5" fmla="*/ 335425 h 651948"/>
                <a:gd name="connsiteX6" fmla="*/ 62645 w 660191"/>
                <a:gd name="connsiteY6" fmla="*/ 132509 h 651948"/>
                <a:gd name="connsiteX0" fmla="*/ 253837 w 660897"/>
                <a:gd name="connsiteY0" fmla="*/ 45475 h 656354"/>
                <a:gd name="connsiteX1" fmla="*/ 161329 w 660897"/>
                <a:gd name="connsiteY1" fmla="*/ 67429 h 656354"/>
                <a:gd name="connsiteX2" fmla="*/ 410712 w 660897"/>
                <a:gd name="connsiteY2" fmla="*/ 17553 h 656354"/>
                <a:gd name="connsiteX3" fmla="*/ 659670 w 660897"/>
                <a:gd name="connsiteY3" fmla="*/ 339831 h 656354"/>
                <a:gd name="connsiteX4" fmla="*/ 331423 w 660897"/>
                <a:gd name="connsiteY4" fmla="*/ 656354 h 656354"/>
                <a:gd name="connsiteX5" fmla="*/ 3176 w 660897"/>
                <a:gd name="connsiteY5" fmla="*/ 339831 h 656354"/>
                <a:gd name="connsiteX6" fmla="*/ 62645 w 660897"/>
                <a:gd name="connsiteY6" fmla="*/ 136915 h 656354"/>
                <a:gd name="connsiteX0" fmla="*/ 253837 w 660406"/>
                <a:gd name="connsiteY0" fmla="*/ 41070 h 651949"/>
                <a:gd name="connsiteX1" fmla="*/ 161329 w 660406"/>
                <a:gd name="connsiteY1" fmla="*/ 63024 h 651949"/>
                <a:gd name="connsiteX2" fmla="*/ 410712 w 660406"/>
                <a:gd name="connsiteY2" fmla="*/ 13148 h 651949"/>
                <a:gd name="connsiteX3" fmla="*/ 659670 w 660406"/>
                <a:gd name="connsiteY3" fmla="*/ 335426 h 651949"/>
                <a:gd name="connsiteX4" fmla="*/ 331423 w 660406"/>
                <a:gd name="connsiteY4" fmla="*/ 651949 h 651949"/>
                <a:gd name="connsiteX5" fmla="*/ 3176 w 660406"/>
                <a:gd name="connsiteY5" fmla="*/ 335426 h 651949"/>
                <a:gd name="connsiteX6" fmla="*/ 62645 w 660406"/>
                <a:gd name="connsiteY6" fmla="*/ 132510 h 651949"/>
                <a:gd name="connsiteX0" fmla="*/ 161329 w 660406"/>
                <a:gd name="connsiteY0" fmla="*/ 63024 h 651949"/>
                <a:gd name="connsiteX1" fmla="*/ 410712 w 660406"/>
                <a:gd name="connsiteY1" fmla="*/ 13148 h 651949"/>
                <a:gd name="connsiteX2" fmla="*/ 659670 w 660406"/>
                <a:gd name="connsiteY2" fmla="*/ 335426 h 651949"/>
                <a:gd name="connsiteX3" fmla="*/ 331423 w 660406"/>
                <a:gd name="connsiteY3" fmla="*/ 651949 h 651949"/>
                <a:gd name="connsiteX4" fmla="*/ 3176 w 660406"/>
                <a:gd name="connsiteY4" fmla="*/ 335426 h 651949"/>
                <a:gd name="connsiteX5" fmla="*/ 62645 w 660406"/>
                <a:gd name="connsiteY5" fmla="*/ 132510 h 651949"/>
                <a:gd name="connsiteX0" fmla="*/ 128078 w 660207"/>
                <a:gd name="connsiteY0" fmla="*/ 63024 h 651949"/>
                <a:gd name="connsiteX1" fmla="*/ 410712 w 660207"/>
                <a:gd name="connsiteY1" fmla="*/ 13148 h 651949"/>
                <a:gd name="connsiteX2" fmla="*/ 659670 w 660207"/>
                <a:gd name="connsiteY2" fmla="*/ 335426 h 651949"/>
                <a:gd name="connsiteX3" fmla="*/ 331423 w 660207"/>
                <a:gd name="connsiteY3" fmla="*/ 651949 h 651949"/>
                <a:gd name="connsiteX4" fmla="*/ 3176 w 660207"/>
                <a:gd name="connsiteY4" fmla="*/ 335426 h 651949"/>
                <a:gd name="connsiteX5" fmla="*/ 62645 w 660207"/>
                <a:gd name="connsiteY5" fmla="*/ 132510 h 651949"/>
                <a:gd name="connsiteX0" fmla="*/ 128078 w 660438"/>
                <a:gd name="connsiteY0" fmla="*/ 60888 h 649813"/>
                <a:gd name="connsiteX1" fmla="*/ 410712 w 660438"/>
                <a:gd name="connsiteY1" fmla="*/ 11012 h 649813"/>
                <a:gd name="connsiteX2" fmla="*/ 659670 w 660438"/>
                <a:gd name="connsiteY2" fmla="*/ 333290 h 649813"/>
                <a:gd name="connsiteX3" fmla="*/ 331423 w 660438"/>
                <a:gd name="connsiteY3" fmla="*/ 649813 h 649813"/>
                <a:gd name="connsiteX4" fmla="*/ 3176 w 660438"/>
                <a:gd name="connsiteY4" fmla="*/ 333290 h 649813"/>
                <a:gd name="connsiteX5" fmla="*/ 62645 w 660438"/>
                <a:gd name="connsiteY5" fmla="*/ 130374 h 649813"/>
                <a:gd name="connsiteX0" fmla="*/ 128078 w 660438"/>
                <a:gd name="connsiteY0" fmla="*/ 64927 h 653852"/>
                <a:gd name="connsiteX1" fmla="*/ 410712 w 660438"/>
                <a:gd name="connsiteY1" fmla="*/ 15051 h 653852"/>
                <a:gd name="connsiteX2" fmla="*/ 659670 w 660438"/>
                <a:gd name="connsiteY2" fmla="*/ 337329 h 653852"/>
                <a:gd name="connsiteX3" fmla="*/ 331423 w 660438"/>
                <a:gd name="connsiteY3" fmla="*/ 653852 h 653852"/>
                <a:gd name="connsiteX4" fmla="*/ 3176 w 660438"/>
                <a:gd name="connsiteY4" fmla="*/ 337329 h 653852"/>
                <a:gd name="connsiteX5" fmla="*/ 62645 w 660438"/>
                <a:gd name="connsiteY5" fmla="*/ 134413 h 653852"/>
                <a:gd name="connsiteX0" fmla="*/ 128078 w 687378"/>
                <a:gd name="connsiteY0" fmla="*/ 58090 h 647015"/>
                <a:gd name="connsiteX1" fmla="*/ 571432 w 687378"/>
                <a:gd name="connsiteY1" fmla="*/ 16673 h 647015"/>
                <a:gd name="connsiteX2" fmla="*/ 659670 w 687378"/>
                <a:gd name="connsiteY2" fmla="*/ 330492 h 647015"/>
                <a:gd name="connsiteX3" fmla="*/ 331423 w 687378"/>
                <a:gd name="connsiteY3" fmla="*/ 647015 h 647015"/>
                <a:gd name="connsiteX4" fmla="*/ 3176 w 687378"/>
                <a:gd name="connsiteY4" fmla="*/ 330492 h 647015"/>
                <a:gd name="connsiteX5" fmla="*/ 62645 w 687378"/>
                <a:gd name="connsiteY5" fmla="*/ 127576 h 647015"/>
                <a:gd name="connsiteX0" fmla="*/ 128078 w 677145"/>
                <a:gd name="connsiteY0" fmla="*/ 58090 h 663933"/>
                <a:gd name="connsiteX1" fmla="*/ 571432 w 677145"/>
                <a:gd name="connsiteY1" fmla="*/ 16673 h 663933"/>
                <a:gd name="connsiteX2" fmla="*/ 659670 w 677145"/>
                <a:gd name="connsiteY2" fmla="*/ 330492 h 663933"/>
                <a:gd name="connsiteX3" fmla="*/ 559815 w 677145"/>
                <a:gd name="connsiteY3" fmla="*/ 663933 h 663933"/>
                <a:gd name="connsiteX4" fmla="*/ 3176 w 677145"/>
                <a:gd name="connsiteY4" fmla="*/ 330492 h 663933"/>
                <a:gd name="connsiteX5" fmla="*/ 62645 w 677145"/>
                <a:gd name="connsiteY5" fmla="*/ 127576 h 663933"/>
                <a:gd name="connsiteX0" fmla="*/ 101940 w 644966"/>
                <a:gd name="connsiteY0" fmla="*/ 58090 h 685888"/>
                <a:gd name="connsiteX1" fmla="*/ 545294 w 644966"/>
                <a:gd name="connsiteY1" fmla="*/ 16673 h 685888"/>
                <a:gd name="connsiteX2" fmla="*/ 633532 w 644966"/>
                <a:gd name="connsiteY2" fmla="*/ 330492 h 685888"/>
                <a:gd name="connsiteX3" fmla="*/ 533677 w 644966"/>
                <a:gd name="connsiteY3" fmla="*/ 663933 h 685888"/>
                <a:gd name="connsiteX4" fmla="*/ 10874 w 644966"/>
                <a:gd name="connsiteY4" fmla="*/ 575801 h 685888"/>
                <a:gd name="connsiteX5" fmla="*/ 36507 w 644966"/>
                <a:gd name="connsiteY5" fmla="*/ 127576 h 685888"/>
                <a:gd name="connsiteX0" fmla="*/ 101940 w 642626"/>
                <a:gd name="connsiteY0" fmla="*/ 58090 h 654766"/>
                <a:gd name="connsiteX1" fmla="*/ 545294 w 642626"/>
                <a:gd name="connsiteY1" fmla="*/ 16673 h 654766"/>
                <a:gd name="connsiteX2" fmla="*/ 633532 w 642626"/>
                <a:gd name="connsiteY2" fmla="*/ 330492 h 654766"/>
                <a:gd name="connsiteX3" fmla="*/ 567513 w 642626"/>
                <a:gd name="connsiteY3" fmla="*/ 613179 h 654766"/>
                <a:gd name="connsiteX4" fmla="*/ 10874 w 642626"/>
                <a:gd name="connsiteY4" fmla="*/ 575801 h 654766"/>
                <a:gd name="connsiteX5" fmla="*/ 36507 w 642626"/>
                <a:gd name="connsiteY5" fmla="*/ 127576 h 654766"/>
                <a:gd name="connsiteX0" fmla="*/ 101940 w 642626"/>
                <a:gd name="connsiteY0" fmla="*/ 30477 h 627153"/>
                <a:gd name="connsiteX1" fmla="*/ 545294 w 642626"/>
                <a:gd name="connsiteY1" fmla="*/ 31354 h 627153"/>
                <a:gd name="connsiteX2" fmla="*/ 633532 w 642626"/>
                <a:gd name="connsiteY2" fmla="*/ 302879 h 627153"/>
                <a:gd name="connsiteX3" fmla="*/ 567513 w 642626"/>
                <a:gd name="connsiteY3" fmla="*/ 585566 h 627153"/>
                <a:gd name="connsiteX4" fmla="*/ 10874 w 642626"/>
                <a:gd name="connsiteY4" fmla="*/ 548188 h 627153"/>
                <a:gd name="connsiteX5" fmla="*/ 36507 w 642626"/>
                <a:gd name="connsiteY5" fmla="*/ 99963 h 627153"/>
                <a:gd name="connsiteX0" fmla="*/ 101940 w 641803"/>
                <a:gd name="connsiteY0" fmla="*/ 32533 h 629209"/>
                <a:gd name="connsiteX1" fmla="*/ 545294 w 641803"/>
                <a:gd name="connsiteY1" fmla="*/ 33410 h 629209"/>
                <a:gd name="connsiteX2" fmla="*/ 633532 w 641803"/>
                <a:gd name="connsiteY2" fmla="*/ 304935 h 629209"/>
                <a:gd name="connsiteX3" fmla="*/ 567513 w 641803"/>
                <a:gd name="connsiteY3" fmla="*/ 587622 h 629209"/>
                <a:gd name="connsiteX4" fmla="*/ 10874 w 641803"/>
                <a:gd name="connsiteY4" fmla="*/ 550244 h 629209"/>
                <a:gd name="connsiteX5" fmla="*/ 36507 w 641803"/>
                <a:gd name="connsiteY5" fmla="*/ 102019 h 629209"/>
                <a:gd name="connsiteX0" fmla="*/ 93785 w 633648"/>
                <a:gd name="connsiteY0" fmla="*/ 32533 h 629209"/>
                <a:gd name="connsiteX1" fmla="*/ 537139 w 633648"/>
                <a:gd name="connsiteY1" fmla="*/ 33410 h 629209"/>
                <a:gd name="connsiteX2" fmla="*/ 625377 w 633648"/>
                <a:gd name="connsiteY2" fmla="*/ 304935 h 629209"/>
                <a:gd name="connsiteX3" fmla="*/ 559358 w 633648"/>
                <a:gd name="connsiteY3" fmla="*/ 587622 h 629209"/>
                <a:gd name="connsiteX4" fmla="*/ 2719 w 633648"/>
                <a:gd name="connsiteY4" fmla="*/ 550244 h 629209"/>
                <a:gd name="connsiteX5" fmla="*/ 28352 w 633648"/>
                <a:gd name="connsiteY5" fmla="*/ 102019 h 629209"/>
                <a:gd name="connsiteX0" fmla="*/ 103603 w 643466"/>
                <a:gd name="connsiteY0" fmla="*/ 32533 h 629209"/>
                <a:gd name="connsiteX1" fmla="*/ 546957 w 643466"/>
                <a:gd name="connsiteY1" fmla="*/ 33410 h 629209"/>
                <a:gd name="connsiteX2" fmla="*/ 635195 w 643466"/>
                <a:gd name="connsiteY2" fmla="*/ 304935 h 629209"/>
                <a:gd name="connsiteX3" fmla="*/ 569176 w 643466"/>
                <a:gd name="connsiteY3" fmla="*/ 587622 h 629209"/>
                <a:gd name="connsiteX4" fmla="*/ 12537 w 643466"/>
                <a:gd name="connsiteY4" fmla="*/ 550244 h 629209"/>
                <a:gd name="connsiteX5" fmla="*/ 4334 w 643466"/>
                <a:gd name="connsiteY5" fmla="*/ 102019 h 629209"/>
                <a:gd name="connsiteX0" fmla="*/ 103603 w 643466"/>
                <a:gd name="connsiteY0" fmla="*/ 32533 h 613248"/>
                <a:gd name="connsiteX1" fmla="*/ 546957 w 643466"/>
                <a:gd name="connsiteY1" fmla="*/ 33410 h 613248"/>
                <a:gd name="connsiteX2" fmla="*/ 635195 w 643466"/>
                <a:gd name="connsiteY2" fmla="*/ 304935 h 613248"/>
                <a:gd name="connsiteX3" fmla="*/ 569176 w 643466"/>
                <a:gd name="connsiteY3" fmla="*/ 587622 h 613248"/>
                <a:gd name="connsiteX4" fmla="*/ 12537 w 643466"/>
                <a:gd name="connsiteY4" fmla="*/ 518643 h 613248"/>
                <a:gd name="connsiteX5" fmla="*/ 4334 w 643466"/>
                <a:gd name="connsiteY5" fmla="*/ 102019 h 613248"/>
                <a:gd name="connsiteX0" fmla="*/ 103603 w 622280"/>
                <a:gd name="connsiteY0" fmla="*/ 51723 h 632438"/>
                <a:gd name="connsiteX1" fmla="*/ 546957 w 622280"/>
                <a:gd name="connsiteY1" fmla="*/ 52600 h 632438"/>
                <a:gd name="connsiteX2" fmla="*/ 569176 w 622280"/>
                <a:gd name="connsiteY2" fmla="*/ 606812 h 632438"/>
                <a:gd name="connsiteX3" fmla="*/ 12537 w 622280"/>
                <a:gd name="connsiteY3" fmla="*/ 537833 h 632438"/>
                <a:gd name="connsiteX4" fmla="*/ 4334 w 622280"/>
                <a:gd name="connsiteY4" fmla="*/ 121209 h 632438"/>
                <a:gd name="connsiteX0" fmla="*/ 103603 w 640916"/>
                <a:gd name="connsiteY0" fmla="*/ 51277 h 628066"/>
                <a:gd name="connsiteX1" fmla="*/ 546957 w 640916"/>
                <a:gd name="connsiteY1" fmla="*/ 52154 h 628066"/>
                <a:gd name="connsiteX2" fmla="*/ 595444 w 640916"/>
                <a:gd name="connsiteY2" fmla="*/ 600046 h 628066"/>
                <a:gd name="connsiteX3" fmla="*/ 12537 w 640916"/>
                <a:gd name="connsiteY3" fmla="*/ 537387 h 628066"/>
                <a:gd name="connsiteX4" fmla="*/ 4334 w 640916"/>
                <a:gd name="connsiteY4" fmla="*/ 120763 h 628066"/>
                <a:gd name="connsiteX0" fmla="*/ 103603 w 629940"/>
                <a:gd name="connsiteY0" fmla="*/ 26437 h 603226"/>
                <a:gd name="connsiteX1" fmla="*/ 546957 w 629940"/>
                <a:gd name="connsiteY1" fmla="*/ 27314 h 603226"/>
                <a:gd name="connsiteX2" fmla="*/ 595444 w 629940"/>
                <a:gd name="connsiteY2" fmla="*/ 575206 h 603226"/>
                <a:gd name="connsiteX3" fmla="*/ 12537 w 629940"/>
                <a:gd name="connsiteY3" fmla="*/ 512547 h 603226"/>
                <a:gd name="connsiteX4" fmla="*/ 4334 w 629940"/>
                <a:gd name="connsiteY4" fmla="*/ 95923 h 603226"/>
                <a:gd name="connsiteX0" fmla="*/ 103603 w 651443"/>
                <a:gd name="connsiteY0" fmla="*/ 20041 h 614843"/>
                <a:gd name="connsiteX1" fmla="*/ 608249 w 651443"/>
                <a:gd name="connsiteY1" fmla="*/ 39879 h 614843"/>
                <a:gd name="connsiteX2" fmla="*/ 595444 w 651443"/>
                <a:gd name="connsiteY2" fmla="*/ 568810 h 614843"/>
                <a:gd name="connsiteX3" fmla="*/ 12537 w 651443"/>
                <a:gd name="connsiteY3" fmla="*/ 506151 h 614843"/>
                <a:gd name="connsiteX4" fmla="*/ 4334 w 651443"/>
                <a:gd name="connsiteY4" fmla="*/ 89527 h 614843"/>
                <a:gd name="connsiteX0" fmla="*/ 103603 w 640788"/>
                <a:gd name="connsiteY0" fmla="*/ 20041 h 614843"/>
                <a:gd name="connsiteX1" fmla="*/ 581981 w 640788"/>
                <a:gd name="connsiteY1" fmla="*/ 39879 h 614843"/>
                <a:gd name="connsiteX2" fmla="*/ 595444 w 640788"/>
                <a:gd name="connsiteY2" fmla="*/ 568810 h 614843"/>
                <a:gd name="connsiteX3" fmla="*/ 12537 w 640788"/>
                <a:gd name="connsiteY3" fmla="*/ 506151 h 614843"/>
                <a:gd name="connsiteX4" fmla="*/ 4334 w 640788"/>
                <a:gd name="connsiteY4" fmla="*/ 89527 h 614843"/>
                <a:gd name="connsiteX0" fmla="*/ 103603 w 673655"/>
                <a:gd name="connsiteY0" fmla="*/ 38763 h 618146"/>
                <a:gd name="connsiteX1" fmla="*/ 581981 w 673655"/>
                <a:gd name="connsiteY1" fmla="*/ 58601 h 618146"/>
                <a:gd name="connsiteX2" fmla="*/ 621713 w 673655"/>
                <a:gd name="connsiteY2" fmla="*/ 562250 h 618146"/>
                <a:gd name="connsiteX3" fmla="*/ 12537 w 673655"/>
                <a:gd name="connsiteY3" fmla="*/ 524873 h 618146"/>
                <a:gd name="connsiteX4" fmla="*/ 4334 w 673655"/>
                <a:gd name="connsiteY4" fmla="*/ 108249 h 618146"/>
                <a:gd name="connsiteX0" fmla="*/ 103603 w 654750"/>
                <a:gd name="connsiteY0" fmla="*/ 38763 h 605787"/>
                <a:gd name="connsiteX1" fmla="*/ 581981 w 654750"/>
                <a:gd name="connsiteY1" fmla="*/ 58601 h 605787"/>
                <a:gd name="connsiteX2" fmla="*/ 621713 w 654750"/>
                <a:gd name="connsiteY2" fmla="*/ 562250 h 605787"/>
                <a:gd name="connsiteX3" fmla="*/ 12537 w 654750"/>
                <a:gd name="connsiteY3" fmla="*/ 524873 h 605787"/>
                <a:gd name="connsiteX4" fmla="*/ 4334 w 654750"/>
                <a:gd name="connsiteY4" fmla="*/ 108249 h 605787"/>
                <a:gd name="connsiteX0" fmla="*/ 103603 w 643734"/>
                <a:gd name="connsiteY0" fmla="*/ 31800 h 598824"/>
                <a:gd name="connsiteX1" fmla="*/ 581981 w 643734"/>
                <a:gd name="connsiteY1" fmla="*/ 51638 h 598824"/>
                <a:gd name="connsiteX2" fmla="*/ 621713 w 643734"/>
                <a:gd name="connsiteY2" fmla="*/ 555287 h 598824"/>
                <a:gd name="connsiteX3" fmla="*/ 12537 w 643734"/>
                <a:gd name="connsiteY3" fmla="*/ 517910 h 598824"/>
                <a:gd name="connsiteX4" fmla="*/ 4334 w 643734"/>
                <a:gd name="connsiteY4" fmla="*/ 101286 h 598824"/>
                <a:gd name="connsiteX0" fmla="*/ 103603 w 643734"/>
                <a:gd name="connsiteY0" fmla="*/ 24551 h 591575"/>
                <a:gd name="connsiteX1" fmla="*/ 581981 w 643734"/>
                <a:gd name="connsiteY1" fmla="*/ 44389 h 591575"/>
                <a:gd name="connsiteX2" fmla="*/ 621713 w 643734"/>
                <a:gd name="connsiteY2" fmla="*/ 548038 h 591575"/>
                <a:gd name="connsiteX3" fmla="*/ 12537 w 643734"/>
                <a:gd name="connsiteY3" fmla="*/ 510661 h 591575"/>
                <a:gd name="connsiteX4" fmla="*/ 4334 w 643734"/>
                <a:gd name="connsiteY4" fmla="*/ 94037 h 591575"/>
                <a:gd name="connsiteX0" fmla="*/ 103603 w 643734"/>
                <a:gd name="connsiteY0" fmla="*/ 20135 h 587159"/>
                <a:gd name="connsiteX1" fmla="*/ 581981 w 643734"/>
                <a:gd name="connsiteY1" fmla="*/ 39973 h 587159"/>
                <a:gd name="connsiteX2" fmla="*/ 621713 w 643734"/>
                <a:gd name="connsiteY2" fmla="*/ 543622 h 587159"/>
                <a:gd name="connsiteX3" fmla="*/ 12537 w 643734"/>
                <a:gd name="connsiteY3" fmla="*/ 506245 h 587159"/>
                <a:gd name="connsiteX4" fmla="*/ 4334 w 643734"/>
                <a:gd name="connsiteY4" fmla="*/ 89621 h 587159"/>
                <a:gd name="connsiteX0" fmla="*/ 51067 w 657504"/>
                <a:gd name="connsiteY0" fmla="*/ 31623 h 592327"/>
                <a:gd name="connsiteX1" fmla="*/ 581981 w 657504"/>
                <a:gd name="connsiteY1" fmla="*/ 45141 h 592327"/>
                <a:gd name="connsiteX2" fmla="*/ 621713 w 657504"/>
                <a:gd name="connsiteY2" fmla="*/ 548790 h 592327"/>
                <a:gd name="connsiteX3" fmla="*/ 12537 w 657504"/>
                <a:gd name="connsiteY3" fmla="*/ 511413 h 592327"/>
                <a:gd name="connsiteX4" fmla="*/ 4334 w 657504"/>
                <a:gd name="connsiteY4" fmla="*/ 94789 h 592327"/>
                <a:gd name="connsiteX0" fmla="*/ 51067 w 676118"/>
                <a:gd name="connsiteY0" fmla="*/ 31623 h 604686"/>
                <a:gd name="connsiteX1" fmla="*/ 581981 w 676118"/>
                <a:gd name="connsiteY1" fmla="*/ 45141 h 604686"/>
                <a:gd name="connsiteX2" fmla="*/ 621713 w 676118"/>
                <a:gd name="connsiteY2" fmla="*/ 548790 h 604686"/>
                <a:gd name="connsiteX3" fmla="*/ 12537 w 676118"/>
                <a:gd name="connsiteY3" fmla="*/ 511413 h 604686"/>
                <a:gd name="connsiteX4" fmla="*/ 4334 w 676118"/>
                <a:gd name="connsiteY4" fmla="*/ 94789 h 604686"/>
                <a:gd name="connsiteX0" fmla="*/ 51067 w 659741"/>
                <a:gd name="connsiteY0" fmla="*/ 18182 h 591245"/>
                <a:gd name="connsiteX1" fmla="*/ 581981 w 659741"/>
                <a:gd name="connsiteY1" fmla="*/ 31700 h 591245"/>
                <a:gd name="connsiteX2" fmla="*/ 621713 w 659741"/>
                <a:gd name="connsiteY2" fmla="*/ 535349 h 591245"/>
                <a:gd name="connsiteX3" fmla="*/ 12537 w 659741"/>
                <a:gd name="connsiteY3" fmla="*/ 497972 h 591245"/>
                <a:gd name="connsiteX4" fmla="*/ 4334 w 659741"/>
                <a:gd name="connsiteY4" fmla="*/ 81348 h 591245"/>
                <a:gd name="connsiteX0" fmla="*/ 51067 w 671131"/>
                <a:gd name="connsiteY0" fmla="*/ 18182 h 591245"/>
                <a:gd name="connsiteX1" fmla="*/ 617005 w 671131"/>
                <a:gd name="connsiteY1" fmla="*/ 31700 h 591245"/>
                <a:gd name="connsiteX2" fmla="*/ 621713 w 671131"/>
                <a:gd name="connsiteY2" fmla="*/ 535349 h 591245"/>
                <a:gd name="connsiteX3" fmla="*/ 12537 w 671131"/>
                <a:gd name="connsiteY3" fmla="*/ 497972 h 591245"/>
                <a:gd name="connsiteX4" fmla="*/ 4334 w 671131"/>
                <a:gd name="connsiteY4" fmla="*/ 81348 h 591245"/>
                <a:gd name="connsiteX0" fmla="*/ 51067 w 648099"/>
                <a:gd name="connsiteY0" fmla="*/ 18182 h 578886"/>
                <a:gd name="connsiteX1" fmla="*/ 617005 w 648099"/>
                <a:gd name="connsiteY1" fmla="*/ 31700 h 578886"/>
                <a:gd name="connsiteX2" fmla="*/ 621713 w 648099"/>
                <a:gd name="connsiteY2" fmla="*/ 535349 h 578886"/>
                <a:gd name="connsiteX3" fmla="*/ 12537 w 648099"/>
                <a:gd name="connsiteY3" fmla="*/ 497972 h 578886"/>
                <a:gd name="connsiteX4" fmla="*/ 4334 w 648099"/>
                <a:gd name="connsiteY4" fmla="*/ 81348 h 578886"/>
                <a:gd name="connsiteX0" fmla="*/ 51067 w 648099"/>
                <a:gd name="connsiteY0" fmla="*/ 18182 h 565791"/>
                <a:gd name="connsiteX1" fmla="*/ 617005 w 648099"/>
                <a:gd name="connsiteY1" fmla="*/ 31700 h 565791"/>
                <a:gd name="connsiteX2" fmla="*/ 621713 w 648099"/>
                <a:gd name="connsiteY2" fmla="*/ 535349 h 565791"/>
                <a:gd name="connsiteX3" fmla="*/ 12537 w 648099"/>
                <a:gd name="connsiteY3" fmla="*/ 497972 h 565791"/>
                <a:gd name="connsiteX4" fmla="*/ 4334 w 648099"/>
                <a:gd name="connsiteY4" fmla="*/ 81348 h 56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274427" y="3489811"/>
              <a:ext cx="1144960" cy="166502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 sz="66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目次</a:t>
              </a:r>
              <a:endParaRPr lang="zh-CN" altLang="en-US" sz="6600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04627" y="-533849"/>
            <a:ext cx="3592268" cy="6589863"/>
            <a:chOff x="4699681" y="-47625"/>
            <a:chExt cx="2694359" cy="5098596"/>
          </a:xfrm>
        </p:grpSpPr>
        <p:sp>
          <p:nvSpPr>
            <p:cNvPr id="30" name="Freeform 24"/>
            <p:cNvSpPr>
              <a:spLocks/>
            </p:cNvSpPr>
            <p:nvPr/>
          </p:nvSpPr>
          <p:spPr bwMode="auto">
            <a:xfrm>
              <a:off x="6946451" y="3647365"/>
              <a:ext cx="447589" cy="131689"/>
            </a:xfrm>
            <a:custGeom>
              <a:avLst/>
              <a:gdLst>
                <a:gd name="T0" fmla="*/ 183 w 188"/>
                <a:gd name="T1" fmla="*/ 35 h 58"/>
                <a:gd name="T2" fmla="*/ 103 w 188"/>
                <a:gd name="T3" fmla="*/ 26 h 58"/>
                <a:gd name="T4" fmla="*/ 15 w 188"/>
                <a:gd name="T5" fmla="*/ 3 h 58"/>
                <a:gd name="T6" fmla="*/ 6 w 188"/>
                <a:gd name="T7" fmla="*/ 14 h 58"/>
                <a:gd name="T8" fmla="*/ 183 w 188"/>
                <a:gd name="T9" fmla="*/ 44 h 58"/>
                <a:gd name="T10" fmla="*/ 183 w 188"/>
                <a:gd name="T11" fmla="*/ 3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8" h="58">
                  <a:moveTo>
                    <a:pt x="183" y="35"/>
                  </a:moveTo>
                  <a:cubicBezTo>
                    <a:pt x="157" y="29"/>
                    <a:pt x="130" y="29"/>
                    <a:pt x="103" y="26"/>
                  </a:cubicBezTo>
                  <a:cubicBezTo>
                    <a:pt x="72" y="23"/>
                    <a:pt x="43" y="16"/>
                    <a:pt x="15" y="3"/>
                  </a:cubicBezTo>
                  <a:cubicBezTo>
                    <a:pt x="8" y="0"/>
                    <a:pt x="0" y="8"/>
                    <a:pt x="6" y="14"/>
                  </a:cubicBezTo>
                  <a:cubicBezTo>
                    <a:pt x="54" y="51"/>
                    <a:pt x="126" y="58"/>
                    <a:pt x="183" y="44"/>
                  </a:cubicBezTo>
                  <a:cubicBezTo>
                    <a:pt x="188" y="43"/>
                    <a:pt x="188" y="36"/>
                    <a:pt x="183" y="35"/>
                  </a:cubicBezTo>
                </a:path>
              </a:pathLst>
            </a:custGeom>
            <a:solidFill>
              <a:srgbClr val="9DC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31" name="Freeform 25"/>
            <p:cNvSpPr>
              <a:spLocks/>
            </p:cNvSpPr>
            <p:nvPr/>
          </p:nvSpPr>
          <p:spPr bwMode="auto">
            <a:xfrm>
              <a:off x="6967431" y="3840242"/>
              <a:ext cx="391641" cy="190217"/>
            </a:xfrm>
            <a:custGeom>
              <a:avLst/>
              <a:gdLst>
                <a:gd name="T0" fmla="*/ 160 w 164"/>
                <a:gd name="T1" fmla="*/ 76 h 84"/>
                <a:gd name="T2" fmla="*/ 77 w 164"/>
                <a:gd name="T3" fmla="*/ 40 h 84"/>
                <a:gd name="T4" fmla="*/ 6 w 164"/>
                <a:gd name="T5" fmla="*/ 1 h 84"/>
                <a:gd name="T6" fmla="*/ 2 w 164"/>
                <a:gd name="T7" fmla="*/ 7 h 84"/>
                <a:gd name="T8" fmla="*/ 72 w 164"/>
                <a:gd name="T9" fmla="*/ 61 h 84"/>
                <a:gd name="T10" fmla="*/ 159 w 164"/>
                <a:gd name="T11" fmla="*/ 84 h 84"/>
                <a:gd name="T12" fmla="*/ 160 w 164"/>
                <a:gd name="T13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4" h="84">
                  <a:moveTo>
                    <a:pt x="160" y="76"/>
                  </a:moveTo>
                  <a:cubicBezTo>
                    <a:pt x="132" y="65"/>
                    <a:pt x="104" y="54"/>
                    <a:pt x="77" y="40"/>
                  </a:cubicBezTo>
                  <a:cubicBezTo>
                    <a:pt x="53" y="28"/>
                    <a:pt x="31" y="11"/>
                    <a:pt x="6" y="1"/>
                  </a:cubicBezTo>
                  <a:cubicBezTo>
                    <a:pt x="3" y="0"/>
                    <a:pt x="0" y="4"/>
                    <a:pt x="2" y="7"/>
                  </a:cubicBezTo>
                  <a:cubicBezTo>
                    <a:pt x="17" y="31"/>
                    <a:pt x="47" y="48"/>
                    <a:pt x="72" y="61"/>
                  </a:cubicBezTo>
                  <a:cubicBezTo>
                    <a:pt x="100" y="75"/>
                    <a:pt x="129" y="83"/>
                    <a:pt x="159" y="84"/>
                  </a:cubicBezTo>
                  <a:cubicBezTo>
                    <a:pt x="164" y="84"/>
                    <a:pt x="164" y="78"/>
                    <a:pt x="160" y="76"/>
                  </a:cubicBezTo>
                </a:path>
              </a:pathLst>
            </a:custGeom>
            <a:solidFill>
              <a:srgbClr val="9DC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4699681" y="-47625"/>
              <a:ext cx="2596018" cy="5098596"/>
              <a:chOff x="2928938" y="-120650"/>
              <a:chExt cx="2946400" cy="6084888"/>
            </a:xfrm>
          </p:grpSpPr>
          <p:sp>
            <p:nvSpPr>
              <p:cNvPr id="33" name="Freeform 5"/>
              <p:cNvSpPr>
                <a:spLocks noEditPoints="1"/>
              </p:cNvSpPr>
              <p:nvPr/>
            </p:nvSpPr>
            <p:spPr bwMode="auto">
              <a:xfrm>
                <a:off x="3370263" y="3111500"/>
                <a:ext cx="1892300" cy="2195513"/>
              </a:xfrm>
              <a:custGeom>
                <a:avLst/>
                <a:gdLst>
                  <a:gd name="T0" fmla="*/ 669 w 698"/>
                  <a:gd name="T1" fmla="*/ 327 h 810"/>
                  <a:gd name="T2" fmla="*/ 662 w 698"/>
                  <a:gd name="T3" fmla="*/ 318 h 810"/>
                  <a:gd name="T4" fmla="*/ 656 w 698"/>
                  <a:gd name="T5" fmla="*/ 291 h 810"/>
                  <a:gd name="T6" fmla="*/ 640 w 698"/>
                  <a:gd name="T7" fmla="*/ 271 h 810"/>
                  <a:gd name="T8" fmla="*/ 566 w 698"/>
                  <a:gd name="T9" fmla="*/ 171 h 810"/>
                  <a:gd name="T10" fmla="*/ 489 w 698"/>
                  <a:gd name="T11" fmla="*/ 106 h 810"/>
                  <a:gd name="T12" fmla="*/ 475 w 698"/>
                  <a:gd name="T13" fmla="*/ 88 h 810"/>
                  <a:gd name="T14" fmla="*/ 458 w 698"/>
                  <a:gd name="T15" fmla="*/ 27 h 810"/>
                  <a:gd name="T16" fmla="*/ 457 w 698"/>
                  <a:gd name="T17" fmla="*/ 27 h 810"/>
                  <a:gd name="T18" fmla="*/ 426 w 698"/>
                  <a:gd name="T19" fmla="*/ 11 h 810"/>
                  <a:gd name="T20" fmla="*/ 376 w 698"/>
                  <a:gd name="T21" fmla="*/ 3 h 810"/>
                  <a:gd name="T22" fmla="*/ 295 w 698"/>
                  <a:gd name="T23" fmla="*/ 6 h 810"/>
                  <a:gd name="T24" fmla="*/ 284 w 698"/>
                  <a:gd name="T25" fmla="*/ 11 h 810"/>
                  <a:gd name="T26" fmla="*/ 276 w 698"/>
                  <a:gd name="T27" fmla="*/ 12 h 810"/>
                  <a:gd name="T28" fmla="*/ 266 w 698"/>
                  <a:gd name="T29" fmla="*/ 29 h 810"/>
                  <a:gd name="T30" fmla="*/ 265 w 698"/>
                  <a:gd name="T31" fmla="*/ 53 h 810"/>
                  <a:gd name="T32" fmla="*/ 258 w 698"/>
                  <a:gd name="T33" fmla="*/ 62 h 810"/>
                  <a:gd name="T34" fmla="*/ 246 w 698"/>
                  <a:gd name="T35" fmla="*/ 83 h 810"/>
                  <a:gd name="T36" fmla="*/ 246 w 698"/>
                  <a:gd name="T37" fmla="*/ 84 h 810"/>
                  <a:gd name="T38" fmla="*/ 175 w 698"/>
                  <a:gd name="T39" fmla="*/ 153 h 810"/>
                  <a:gd name="T40" fmla="*/ 140 w 698"/>
                  <a:gd name="T41" fmla="*/ 189 h 810"/>
                  <a:gd name="T42" fmla="*/ 114 w 698"/>
                  <a:gd name="T43" fmla="*/ 202 h 810"/>
                  <a:gd name="T44" fmla="*/ 61 w 698"/>
                  <a:gd name="T45" fmla="*/ 610 h 810"/>
                  <a:gd name="T46" fmla="*/ 61 w 698"/>
                  <a:gd name="T47" fmla="*/ 611 h 810"/>
                  <a:gd name="T48" fmla="*/ 62 w 698"/>
                  <a:gd name="T49" fmla="*/ 619 h 810"/>
                  <a:gd name="T50" fmla="*/ 144 w 698"/>
                  <a:gd name="T51" fmla="*/ 731 h 810"/>
                  <a:gd name="T52" fmla="*/ 268 w 698"/>
                  <a:gd name="T53" fmla="*/ 797 h 810"/>
                  <a:gd name="T54" fmla="*/ 415 w 698"/>
                  <a:gd name="T55" fmla="*/ 799 h 810"/>
                  <a:gd name="T56" fmla="*/ 462 w 698"/>
                  <a:gd name="T57" fmla="*/ 785 h 810"/>
                  <a:gd name="T58" fmla="*/ 610 w 698"/>
                  <a:gd name="T59" fmla="*/ 710 h 810"/>
                  <a:gd name="T60" fmla="*/ 622 w 698"/>
                  <a:gd name="T61" fmla="*/ 691 h 810"/>
                  <a:gd name="T62" fmla="*/ 662 w 698"/>
                  <a:gd name="T63" fmla="*/ 628 h 810"/>
                  <a:gd name="T64" fmla="*/ 672 w 698"/>
                  <a:gd name="T65" fmla="*/ 574 h 810"/>
                  <a:gd name="T66" fmla="*/ 669 w 698"/>
                  <a:gd name="T67" fmla="*/ 327 h 810"/>
                  <a:gd name="T68" fmla="*/ 534 w 698"/>
                  <a:gd name="T69" fmla="*/ 523 h 810"/>
                  <a:gd name="T70" fmla="*/ 536 w 698"/>
                  <a:gd name="T71" fmla="*/ 520 h 810"/>
                  <a:gd name="T72" fmla="*/ 535 w 698"/>
                  <a:gd name="T73" fmla="*/ 527 h 810"/>
                  <a:gd name="T74" fmla="*/ 535 w 698"/>
                  <a:gd name="T75" fmla="*/ 529 h 810"/>
                  <a:gd name="T76" fmla="*/ 535 w 698"/>
                  <a:gd name="T77" fmla="*/ 530 h 810"/>
                  <a:gd name="T78" fmla="*/ 534 w 698"/>
                  <a:gd name="T79" fmla="*/ 525 h 810"/>
                  <a:gd name="T80" fmla="*/ 534 w 698"/>
                  <a:gd name="T81" fmla="*/ 523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98" h="810">
                    <a:moveTo>
                      <a:pt x="669" y="327"/>
                    </a:moveTo>
                    <a:cubicBezTo>
                      <a:pt x="667" y="323"/>
                      <a:pt x="665" y="320"/>
                      <a:pt x="662" y="318"/>
                    </a:cubicBezTo>
                    <a:cubicBezTo>
                      <a:pt x="660" y="309"/>
                      <a:pt x="658" y="300"/>
                      <a:pt x="656" y="291"/>
                    </a:cubicBezTo>
                    <a:cubicBezTo>
                      <a:pt x="655" y="282"/>
                      <a:pt x="648" y="275"/>
                      <a:pt x="640" y="271"/>
                    </a:cubicBezTo>
                    <a:cubicBezTo>
                      <a:pt x="629" y="231"/>
                      <a:pt x="597" y="196"/>
                      <a:pt x="566" y="171"/>
                    </a:cubicBezTo>
                    <a:cubicBezTo>
                      <a:pt x="542" y="151"/>
                      <a:pt x="511" y="131"/>
                      <a:pt x="489" y="106"/>
                    </a:cubicBezTo>
                    <a:cubicBezTo>
                      <a:pt x="487" y="97"/>
                      <a:pt x="482" y="91"/>
                      <a:pt x="475" y="88"/>
                    </a:cubicBezTo>
                    <a:cubicBezTo>
                      <a:pt x="463" y="70"/>
                      <a:pt x="456" y="50"/>
                      <a:pt x="458" y="27"/>
                    </a:cubicBezTo>
                    <a:cubicBezTo>
                      <a:pt x="458" y="27"/>
                      <a:pt x="458" y="27"/>
                      <a:pt x="457" y="27"/>
                    </a:cubicBezTo>
                    <a:cubicBezTo>
                      <a:pt x="458" y="10"/>
                      <a:pt x="438" y="3"/>
                      <a:pt x="426" y="11"/>
                    </a:cubicBezTo>
                    <a:cubicBezTo>
                      <a:pt x="410" y="6"/>
                      <a:pt x="392" y="5"/>
                      <a:pt x="376" y="3"/>
                    </a:cubicBezTo>
                    <a:cubicBezTo>
                      <a:pt x="349" y="0"/>
                      <a:pt x="322" y="1"/>
                      <a:pt x="295" y="6"/>
                    </a:cubicBezTo>
                    <a:cubicBezTo>
                      <a:pt x="290" y="7"/>
                      <a:pt x="287" y="9"/>
                      <a:pt x="284" y="11"/>
                    </a:cubicBezTo>
                    <a:cubicBezTo>
                      <a:pt x="281" y="11"/>
                      <a:pt x="279" y="11"/>
                      <a:pt x="276" y="12"/>
                    </a:cubicBezTo>
                    <a:cubicBezTo>
                      <a:pt x="267" y="12"/>
                      <a:pt x="263" y="22"/>
                      <a:pt x="266" y="29"/>
                    </a:cubicBezTo>
                    <a:cubicBezTo>
                      <a:pt x="266" y="37"/>
                      <a:pt x="266" y="45"/>
                      <a:pt x="265" y="53"/>
                    </a:cubicBezTo>
                    <a:cubicBezTo>
                      <a:pt x="262" y="55"/>
                      <a:pt x="260" y="58"/>
                      <a:pt x="258" y="62"/>
                    </a:cubicBezTo>
                    <a:cubicBezTo>
                      <a:pt x="254" y="69"/>
                      <a:pt x="250" y="76"/>
                      <a:pt x="246" y="83"/>
                    </a:cubicBezTo>
                    <a:cubicBezTo>
                      <a:pt x="246" y="84"/>
                      <a:pt x="246" y="84"/>
                      <a:pt x="246" y="84"/>
                    </a:cubicBezTo>
                    <a:cubicBezTo>
                      <a:pt x="227" y="111"/>
                      <a:pt x="201" y="131"/>
                      <a:pt x="175" y="153"/>
                    </a:cubicBezTo>
                    <a:cubicBezTo>
                      <a:pt x="163" y="164"/>
                      <a:pt x="151" y="176"/>
                      <a:pt x="140" y="189"/>
                    </a:cubicBezTo>
                    <a:cubicBezTo>
                      <a:pt x="130" y="188"/>
                      <a:pt x="120" y="192"/>
                      <a:pt x="114" y="202"/>
                    </a:cubicBezTo>
                    <a:cubicBezTo>
                      <a:pt x="44" y="325"/>
                      <a:pt x="0" y="474"/>
                      <a:pt x="61" y="610"/>
                    </a:cubicBezTo>
                    <a:cubicBezTo>
                      <a:pt x="61" y="610"/>
                      <a:pt x="61" y="611"/>
                      <a:pt x="61" y="611"/>
                    </a:cubicBezTo>
                    <a:cubicBezTo>
                      <a:pt x="61" y="614"/>
                      <a:pt x="61" y="616"/>
                      <a:pt x="62" y="619"/>
                    </a:cubicBezTo>
                    <a:cubicBezTo>
                      <a:pt x="83" y="661"/>
                      <a:pt x="107" y="700"/>
                      <a:pt x="144" y="731"/>
                    </a:cubicBezTo>
                    <a:cubicBezTo>
                      <a:pt x="179" y="762"/>
                      <a:pt x="222" y="786"/>
                      <a:pt x="268" y="797"/>
                    </a:cubicBezTo>
                    <a:cubicBezTo>
                      <a:pt x="316" y="809"/>
                      <a:pt x="367" y="810"/>
                      <a:pt x="415" y="799"/>
                    </a:cubicBezTo>
                    <a:cubicBezTo>
                      <a:pt x="430" y="796"/>
                      <a:pt x="446" y="791"/>
                      <a:pt x="462" y="785"/>
                    </a:cubicBezTo>
                    <a:cubicBezTo>
                      <a:pt x="522" y="786"/>
                      <a:pt x="574" y="758"/>
                      <a:pt x="610" y="710"/>
                    </a:cubicBezTo>
                    <a:cubicBezTo>
                      <a:pt x="614" y="704"/>
                      <a:pt x="618" y="697"/>
                      <a:pt x="622" y="691"/>
                    </a:cubicBezTo>
                    <a:cubicBezTo>
                      <a:pt x="646" y="682"/>
                      <a:pt x="656" y="649"/>
                      <a:pt x="662" y="628"/>
                    </a:cubicBezTo>
                    <a:cubicBezTo>
                      <a:pt x="667" y="611"/>
                      <a:pt x="672" y="592"/>
                      <a:pt x="672" y="574"/>
                    </a:cubicBezTo>
                    <a:cubicBezTo>
                      <a:pt x="698" y="493"/>
                      <a:pt x="696" y="408"/>
                      <a:pt x="669" y="327"/>
                    </a:cubicBezTo>
                    <a:moveTo>
                      <a:pt x="534" y="523"/>
                    </a:moveTo>
                    <a:cubicBezTo>
                      <a:pt x="535" y="522"/>
                      <a:pt x="535" y="521"/>
                      <a:pt x="536" y="520"/>
                    </a:cubicBezTo>
                    <a:cubicBezTo>
                      <a:pt x="535" y="522"/>
                      <a:pt x="535" y="525"/>
                      <a:pt x="535" y="527"/>
                    </a:cubicBezTo>
                    <a:cubicBezTo>
                      <a:pt x="535" y="528"/>
                      <a:pt x="535" y="529"/>
                      <a:pt x="535" y="529"/>
                    </a:cubicBezTo>
                    <a:cubicBezTo>
                      <a:pt x="535" y="530"/>
                      <a:pt x="535" y="530"/>
                      <a:pt x="535" y="530"/>
                    </a:cubicBezTo>
                    <a:cubicBezTo>
                      <a:pt x="534" y="529"/>
                      <a:pt x="534" y="527"/>
                      <a:pt x="534" y="525"/>
                    </a:cubicBezTo>
                    <a:cubicBezTo>
                      <a:pt x="534" y="525"/>
                      <a:pt x="534" y="524"/>
                      <a:pt x="534" y="523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34" name="Freeform 6"/>
              <p:cNvSpPr>
                <a:spLocks/>
              </p:cNvSpPr>
              <p:nvPr/>
            </p:nvSpPr>
            <p:spPr bwMode="auto">
              <a:xfrm>
                <a:off x="3668713" y="3486150"/>
                <a:ext cx="504825" cy="955675"/>
              </a:xfrm>
              <a:custGeom>
                <a:avLst/>
                <a:gdLst>
                  <a:gd name="T0" fmla="*/ 125 w 186"/>
                  <a:gd name="T1" fmla="*/ 14 h 353"/>
                  <a:gd name="T2" fmla="*/ 110 w 186"/>
                  <a:gd name="T3" fmla="*/ 18 h 353"/>
                  <a:gd name="T4" fmla="*/ 61 w 186"/>
                  <a:gd name="T5" fmla="*/ 63 h 353"/>
                  <a:gd name="T6" fmla="*/ 8 w 186"/>
                  <a:gd name="T7" fmla="*/ 190 h 353"/>
                  <a:gd name="T8" fmla="*/ 4 w 186"/>
                  <a:gd name="T9" fmla="*/ 213 h 353"/>
                  <a:gd name="T10" fmla="*/ 1 w 186"/>
                  <a:gd name="T11" fmla="*/ 282 h 353"/>
                  <a:gd name="T12" fmla="*/ 4 w 186"/>
                  <a:gd name="T13" fmla="*/ 294 h 353"/>
                  <a:gd name="T14" fmla="*/ 36 w 186"/>
                  <a:gd name="T15" fmla="*/ 344 h 353"/>
                  <a:gd name="T16" fmla="*/ 75 w 186"/>
                  <a:gd name="T17" fmla="*/ 299 h 353"/>
                  <a:gd name="T18" fmla="*/ 78 w 186"/>
                  <a:gd name="T19" fmla="*/ 220 h 353"/>
                  <a:gd name="T20" fmla="*/ 95 w 186"/>
                  <a:gd name="T21" fmla="*/ 152 h 353"/>
                  <a:gd name="T22" fmla="*/ 120 w 186"/>
                  <a:gd name="T23" fmla="*/ 108 h 353"/>
                  <a:gd name="T24" fmla="*/ 160 w 186"/>
                  <a:gd name="T25" fmla="*/ 59 h 353"/>
                  <a:gd name="T26" fmla="*/ 125 w 186"/>
                  <a:gd name="T27" fmla="*/ 14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86" h="353">
                    <a:moveTo>
                      <a:pt x="125" y="14"/>
                    </a:moveTo>
                    <a:cubicBezTo>
                      <a:pt x="121" y="13"/>
                      <a:pt x="115" y="14"/>
                      <a:pt x="110" y="18"/>
                    </a:cubicBezTo>
                    <a:cubicBezTo>
                      <a:pt x="91" y="29"/>
                      <a:pt x="74" y="45"/>
                      <a:pt x="61" y="63"/>
                    </a:cubicBezTo>
                    <a:cubicBezTo>
                      <a:pt x="32" y="98"/>
                      <a:pt x="16" y="147"/>
                      <a:pt x="8" y="190"/>
                    </a:cubicBezTo>
                    <a:cubicBezTo>
                      <a:pt x="7" y="198"/>
                      <a:pt x="5" y="206"/>
                      <a:pt x="4" y="213"/>
                    </a:cubicBezTo>
                    <a:cubicBezTo>
                      <a:pt x="1" y="236"/>
                      <a:pt x="0" y="259"/>
                      <a:pt x="1" y="282"/>
                    </a:cubicBezTo>
                    <a:cubicBezTo>
                      <a:pt x="1" y="286"/>
                      <a:pt x="2" y="290"/>
                      <a:pt x="4" y="294"/>
                    </a:cubicBezTo>
                    <a:cubicBezTo>
                      <a:pt x="7" y="315"/>
                      <a:pt x="16" y="338"/>
                      <a:pt x="36" y="344"/>
                    </a:cubicBezTo>
                    <a:cubicBezTo>
                      <a:pt x="65" y="353"/>
                      <a:pt x="74" y="319"/>
                      <a:pt x="75" y="299"/>
                    </a:cubicBezTo>
                    <a:cubicBezTo>
                      <a:pt x="76" y="272"/>
                      <a:pt x="74" y="246"/>
                      <a:pt x="78" y="220"/>
                    </a:cubicBezTo>
                    <a:cubicBezTo>
                      <a:pt x="81" y="197"/>
                      <a:pt x="87" y="174"/>
                      <a:pt x="95" y="152"/>
                    </a:cubicBezTo>
                    <a:cubicBezTo>
                      <a:pt x="102" y="137"/>
                      <a:pt x="111" y="122"/>
                      <a:pt x="120" y="108"/>
                    </a:cubicBezTo>
                    <a:cubicBezTo>
                      <a:pt x="131" y="92"/>
                      <a:pt x="145" y="72"/>
                      <a:pt x="160" y="59"/>
                    </a:cubicBezTo>
                    <a:cubicBezTo>
                      <a:pt x="186" y="36"/>
                      <a:pt x="153" y="0"/>
                      <a:pt x="125" y="1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35" name="Freeform 7"/>
              <p:cNvSpPr>
                <a:spLocks/>
              </p:cNvSpPr>
              <p:nvPr/>
            </p:nvSpPr>
            <p:spPr bwMode="auto">
              <a:xfrm>
                <a:off x="3690938" y="4449763"/>
                <a:ext cx="225425" cy="314325"/>
              </a:xfrm>
              <a:custGeom>
                <a:avLst/>
                <a:gdLst>
                  <a:gd name="T0" fmla="*/ 77 w 83"/>
                  <a:gd name="T1" fmla="*/ 26 h 116"/>
                  <a:gd name="T2" fmla="*/ 43 w 83"/>
                  <a:gd name="T3" fmla="*/ 0 h 116"/>
                  <a:gd name="T4" fmla="*/ 8 w 83"/>
                  <a:gd name="T5" fmla="*/ 26 h 116"/>
                  <a:gd name="T6" fmla="*/ 22 w 83"/>
                  <a:gd name="T7" fmla="*/ 104 h 116"/>
                  <a:gd name="T8" fmla="*/ 67 w 83"/>
                  <a:gd name="T9" fmla="*/ 98 h 116"/>
                  <a:gd name="T10" fmla="*/ 73 w 83"/>
                  <a:gd name="T11" fmla="*/ 84 h 116"/>
                  <a:gd name="T12" fmla="*/ 74 w 83"/>
                  <a:gd name="T13" fmla="*/ 80 h 116"/>
                  <a:gd name="T14" fmla="*/ 78 w 83"/>
                  <a:gd name="T15" fmla="*/ 73 h 116"/>
                  <a:gd name="T16" fmla="*/ 77 w 83"/>
                  <a:gd name="T17" fmla="*/ 2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116">
                    <a:moveTo>
                      <a:pt x="77" y="26"/>
                    </a:moveTo>
                    <a:cubicBezTo>
                      <a:pt x="71" y="11"/>
                      <a:pt x="60" y="0"/>
                      <a:pt x="43" y="0"/>
                    </a:cubicBezTo>
                    <a:cubicBezTo>
                      <a:pt x="26" y="0"/>
                      <a:pt x="14" y="11"/>
                      <a:pt x="8" y="26"/>
                    </a:cubicBezTo>
                    <a:cubicBezTo>
                      <a:pt x="0" y="51"/>
                      <a:pt x="0" y="85"/>
                      <a:pt x="22" y="104"/>
                    </a:cubicBezTo>
                    <a:cubicBezTo>
                      <a:pt x="34" y="115"/>
                      <a:pt x="59" y="116"/>
                      <a:pt x="67" y="98"/>
                    </a:cubicBezTo>
                    <a:cubicBezTo>
                      <a:pt x="69" y="94"/>
                      <a:pt x="72" y="89"/>
                      <a:pt x="73" y="84"/>
                    </a:cubicBezTo>
                    <a:cubicBezTo>
                      <a:pt x="73" y="83"/>
                      <a:pt x="74" y="81"/>
                      <a:pt x="74" y="80"/>
                    </a:cubicBezTo>
                    <a:cubicBezTo>
                      <a:pt x="75" y="78"/>
                      <a:pt x="76" y="75"/>
                      <a:pt x="78" y="73"/>
                    </a:cubicBezTo>
                    <a:cubicBezTo>
                      <a:pt x="83" y="58"/>
                      <a:pt x="83" y="40"/>
                      <a:pt x="77" y="2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36" name="Freeform 8"/>
              <p:cNvSpPr>
                <a:spLocks/>
              </p:cNvSpPr>
              <p:nvPr/>
            </p:nvSpPr>
            <p:spPr bwMode="auto">
              <a:xfrm>
                <a:off x="3897313" y="4745038"/>
                <a:ext cx="200025" cy="195263"/>
              </a:xfrm>
              <a:custGeom>
                <a:avLst/>
                <a:gdLst>
                  <a:gd name="T0" fmla="*/ 72 w 74"/>
                  <a:gd name="T1" fmla="*/ 26 h 72"/>
                  <a:gd name="T2" fmla="*/ 56 w 74"/>
                  <a:gd name="T3" fmla="*/ 5 h 72"/>
                  <a:gd name="T4" fmla="*/ 47 w 74"/>
                  <a:gd name="T5" fmla="*/ 2 h 72"/>
                  <a:gd name="T6" fmla="*/ 31 w 74"/>
                  <a:gd name="T7" fmla="*/ 1 h 72"/>
                  <a:gd name="T8" fmla="*/ 26 w 74"/>
                  <a:gd name="T9" fmla="*/ 2 h 72"/>
                  <a:gd name="T10" fmla="*/ 17 w 74"/>
                  <a:gd name="T11" fmla="*/ 6 h 72"/>
                  <a:gd name="T12" fmla="*/ 3 w 74"/>
                  <a:gd name="T13" fmla="*/ 23 h 72"/>
                  <a:gd name="T14" fmla="*/ 1 w 74"/>
                  <a:gd name="T15" fmla="*/ 27 h 72"/>
                  <a:gd name="T16" fmla="*/ 0 w 74"/>
                  <a:gd name="T17" fmla="*/ 36 h 72"/>
                  <a:gd name="T18" fmla="*/ 1 w 74"/>
                  <a:gd name="T19" fmla="*/ 46 h 72"/>
                  <a:gd name="T20" fmla="*/ 8 w 74"/>
                  <a:gd name="T21" fmla="*/ 58 h 72"/>
                  <a:gd name="T22" fmla="*/ 14 w 74"/>
                  <a:gd name="T23" fmla="*/ 64 h 72"/>
                  <a:gd name="T24" fmla="*/ 22 w 74"/>
                  <a:gd name="T25" fmla="*/ 69 h 72"/>
                  <a:gd name="T26" fmla="*/ 31 w 74"/>
                  <a:gd name="T27" fmla="*/ 71 h 72"/>
                  <a:gd name="T28" fmla="*/ 45 w 74"/>
                  <a:gd name="T29" fmla="*/ 71 h 72"/>
                  <a:gd name="T30" fmla="*/ 47 w 74"/>
                  <a:gd name="T31" fmla="*/ 70 h 72"/>
                  <a:gd name="T32" fmla="*/ 59 w 74"/>
                  <a:gd name="T33" fmla="*/ 64 h 72"/>
                  <a:gd name="T34" fmla="*/ 69 w 74"/>
                  <a:gd name="T35" fmla="*/ 54 h 72"/>
                  <a:gd name="T36" fmla="*/ 73 w 74"/>
                  <a:gd name="T37" fmla="*/ 41 h 72"/>
                  <a:gd name="T38" fmla="*/ 72 w 74"/>
                  <a:gd name="T39" fmla="*/ 2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" h="72">
                    <a:moveTo>
                      <a:pt x="72" y="26"/>
                    </a:moveTo>
                    <a:cubicBezTo>
                      <a:pt x="69" y="18"/>
                      <a:pt x="64" y="10"/>
                      <a:pt x="56" y="5"/>
                    </a:cubicBezTo>
                    <a:cubicBezTo>
                      <a:pt x="53" y="4"/>
                      <a:pt x="50" y="3"/>
                      <a:pt x="47" y="2"/>
                    </a:cubicBezTo>
                    <a:cubicBezTo>
                      <a:pt x="42" y="0"/>
                      <a:pt x="36" y="0"/>
                      <a:pt x="31" y="1"/>
                    </a:cubicBezTo>
                    <a:cubicBezTo>
                      <a:pt x="29" y="2"/>
                      <a:pt x="28" y="2"/>
                      <a:pt x="26" y="2"/>
                    </a:cubicBezTo>
                    <a:cubicBezTo>
                      <a:pt x="23" y="3"/>
                      <a:pt x="20" y="4"/>
                      <a:pt x="17" y="6"/>
                    </a:cubicBezTo>
                    <a:cubicBezTo>
                      <a:pt x="10" y="9"/>
                      <a:pt x="4" y="15"/>
                      <a:pt x="3" y="23"/>
                    </a:cubicBezTo>
                    <a:cubicBezTo>
                      <a:pt x="2" y="25"/>
                      <a:pt x="2" y="26"/>
                      <a:pt x="1" y="27"/>
                    </a:cubicBezTo>
                    <a:cubicBezTo>
                      <a:pt x="1" y="30"/>
                      <a:pt x="0" y="33"/>
                      <a:pt x="0" y="36"/>
                    </a:cubicBezTo>
                    <a:cubicBezTo>
                      <a:pt x="0" y="39"/>
                      <a:pt x="1" y="43"/>
                      <a:pt x="1" y="46"/>
                    </a:cubicBezTo>
                    <a:cubicBezTo>
                      <a:pt x="2" y="50"/>
                      <a:pt x="5" y="54"/>
                      <a:pt x="8" y="58"/>
                    </a:cubicBezTo>
                    <a:cubicBezTo>
                      <a:pt x="9" y="61"/>
                      <a:pt x="11" y="63"/>
                      <a:pt x="14" y="64"/>
                    </a:cubicBezTo>
                    <a:cubicBezTo>
                      <a:pt x="16" y="66"/>
                      <a:pt x="19" y="68"/>
                      <a:pt x="22" y="69"/>
                    </a:cubicBezTo>
                    <a:cubicBezTo>
                      <a:pt x="25" y="70"/>
                      <a:pt x="28" y="71"/>
                      <a:pt x="31" y="71"/>
                    </a:cubicBezTo>
                    <a:cubicBezTo>
                      <a:pt x="36" y="72"/>
                      <a:pt x="40" y="72"/>
                      <a:pt x="45" y="71"/>
                    </a:cubicBezTo>
                    <a:cubicBezTo>
                      <a:pt x="46" y="71"/>
                      <a:pt x="47" y="70"/>
                      <a:pt x="47" y="70"/>
                    </a:cubicBezTo>
                    <a:cubicBezTo>
                      <a:pt x="52" y="69"/>
                      <a:pt x="56" y="67"/>
                      <a:pt x="59" y="64"/>
                    </a:cubicBezTo>
                    <a:cubicBezTo>
                      <a:pt x="63" y="61"/>
                      <a:pt x="66" y="58"/>
                      <a:pt x="69" y="54"/>
                    </a:cubicBezTo>
                    <a:cubicBezTo>
                      <a:pt x="71" y="50"/>
                      <a:pt x="72" y="45"/>
                      <a:pt x="73" y="41"/>
                    </a:cubicBezTo>
                    <a:cubicBezTo>
                      <a:pt x="74" y="36"/>
                      <a:pt x="74" y="31"/>
                      <a:pt x="72" y="2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37" name="Freeform 9"/>
              <p:cNvSpPr>
                <a:spLocks/>
              </p:cNvSpPr>
              <p:nvPr/>
            </p:nvSpPr>
            <p:spPr bwMode="auto">
              <a:xfrm>
                <a:off x="4094163" y="4897438"/>
                <a:ext cx="125413" cy="122238"/>
              </a:xfrm>
              <a:custGeom>
                <a:avLst/>
                <a:gdLst>
                  <a:gd name="T0" fmla="*/ 34 w 46"/>
                  <a:gd name="T1" fmla="*/ 3 h 45"/>
                  <a:gd name="T2" fmla="*/ 20 w 46"/>
                  <a:gd name="T3" fmla="*/ 1 h 45"/>
                  <a:gd name="T4" fmla="*/ 8 w 46"/>
                  <a:gd name="T5" fmla="*/ 7 h 45"/>
                  <a:gd name="T6" fmla="*/ 3 w 46"/>
                  <a:gd name="T7" fmla="*/ 30 h 45"/>
                  <a:gd name="T8" fmla="*/ 29 w 46"/>
                  <a:gd name="T9" fmla="*/ 43 h 45"/>
                  <a:gd name="T10" fmla="*/ 29 w 46"/>
                  <a:gd name="T11" fmla="*/ 43 h 45"/>
                  <a:gd name="T12" fmla="*/ 44 w 46"/>
                  <a:gd name="T13" fmla="*/ 28 h 45"/>
                  <a:gd name="T14" fmla="*/ 44 w 46"/>
                  <a:gd name="T15" fmla="*/ 28 h 45"/>
                  <a:gd name="T16" fmla="*/ 34 w 46"/>
                  <a:gd name="T17" fmla="*/ 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" h="45">
                    <a:moveTo>
                      <a:pt x="34" y="3"/>
                    </a:moveTo>
                    <a:cubicBezTo>
                      <a:pt x="30" y="1"/>
                      <a:pt x="25" y="0"/>
                      <a:pt x="20" y="1"/>
                    </a:cubicBezTo>
                    <a:cubicBezTo>
                      <a:pt x="16" y="1"/>
                      <a:pt x="11" y="3"/>
                      <a:pt x="8" y="7"/>
                    </a:cubicBezTo>
                    <a:cubicBezTo>
                      <a:pt x="2" y="13"/>
                      <a:pt x="0" y="22"/>
                      <a:pt x="3" y="30"/>
                    </a:cubicBezTo>
                    <a:cubicBezTo>
                      <a:pt x="8" y="40"/>
                      <a:pt x="18" y="45"/>
                      <a:pt x="29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36" y="41"/>
                      <a:pt x="42" y="35"/>
                      <a:pt x="44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6" y="18"/>
                      <a:pt x="42" y="8"/>
                      <a:pt x="34" y="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38" name="Freeform 10"/>
              <p:cNvSpPr>
                <a:spLocks/>
              </p:cNvSpPr>
              <p:nvPr/>
            </p:nvSpPr>
            <p:spPr bwMode="auto">
              <a:xfrm>
                <a:off x="4611688" y="3490913"/>
                <a:ext cx="257175" cy="284163"/>
              </a:xfrm>
              <a:custGeom>
                <a:avLst/>
                <a:gdLst>
                  <a:gd name="T0" fmla="*/ 91 w 95"/>
                  <a:gd name="T1" fmla="*/ 65 h 105"/>
                  <a:gd name="T2" fmla="*/ 69 w 95"/>
                  <a:gd name="T3" fmla="*/ 35 h 105"/>
                  <a:gd name="T4" fmla="*/ 60 w 95"/>
                  <a:gd name="T5" fmla="*/ 20 h 105"/>
                  <a:gd name="T6" fmla="*/ 20 w 95"/>
                  <a:gd name="T7" fmla="*/ 9 h 105"/>
                  <a:gd name="T8" fmla="*/ 9 w 95"/>
                  <a:gd name="T9" fmla="*/ 50 h 105"/>
                  <a:gd name="T10" fmla="*/ 18 w 95"/>
                  <a:gd name="T11" fmla="*/ 65 h 105"/>
                  <a:gd name="T12" fmla="*/ 22 w 95"/>
                  <a:gd name="T13" fmla="*/ 72 h 105"/>
                  <a:gd name="T14" fmla="*/ 22 w 95"/>
                  <a:gd name="T15" fmla="*/ 74 h 105"/>
                  <a:gd name="T16" fmla="*/ 23 w 95"/>
                  <a:gd name="T17" fmla="*/ 76 h 105"/>
                  <a:gd name="T18" fmla="*/ 44 w 95"/>
                  <a:gd name="T19" fmla="*/ 97 h 105"/>
                  <a:gd name="T20" fmla="*/ 70 w 95"/>
                  <a:gd name="T21" fmla="*/ 102 h 105"/>
                  <a:gd name="T22" fmla="*/ 91 w 95"/>
                  <a:gd name="T23" fmla="*/ 6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5" h="105">
                    <a:moveTo>
                      <a:pt x="91" y="65"/>
                    </a:moveTo>
                    <a:cubicBezTo>
                      <a:pt x="87" y="53"/>
                      <a:pt x="80" y="42"/>
                      <a:pt x="69" y="35"/>
                    </a:cubicBezTo>
                    <a:cubicBezTo>
                      <a:pt x="67" y="30"/>
                      <a:pt x="64" y="25"/>
                      <a:pt x="60" y="20"/>
                    </a:cubicBezTo>
                    <a:cubicBezTo>
                      <a:pt x="52" y="7"/>
                      <a:pt x="34" y="0"/>
                      <a:pt x="20" y="9"/>
                    </a:cubicBezTo>
                    <a:cubicBezTo>
                      <a:pt x="7" y="18"/>
                      <a:pt x="0" y="36"/>
                      <a:pt x="9" y="50"/>
                    </a:cubicBezTo>
                    <a:cubicBezTo>
                      <a:pt x="12" y="55"/>
                      <a:pt x="15" y="60"/>
                      <a:pt x="18" y="65"/>
                    </a:cubicBezTo>
                    <a:cubicBezTo>
                      <a:pt x="19" y="67"/>
                      <a:pt x="20" y="70"/>
                      <a:pt x="22" y="72"/>
                    </a:cubicBezTo>
                    <a:cubicBezTo>
                      <a:pt x="22" y="73"/>
                      <a:pt x="22" y="73"/>
                      <a:pt x="22" y="74"/>
                    </a:cubicBezTo>
                    <a:cubicBezTo>
                      <a:pt x="23" y="74"/>
                      <a:pt x="23" y="75"/>
                      <a:pt x="23" y="76"/>
                    </a:cubicBezTo>
                    <a:cubicBezTo>
                      <a:pt x="27" y="86"/>
                      <a:pt x="35" y="94"/>
                      <a:pt x="44" y="97"/>
                    </a:cubicBezTo>
                    <a:cubicBezTo>
                      <a:pt x="52" y="102"/>
                      <a:pt x="61" y="105"/>
                      <a:pt x="70" y="102"/>
                    </a:cubicBezTo>
                    <a:cubicBezTo>
                      <a:pt x="85" y="97"/>
                      <a:pt x="95" y="81"/>
                      <a:pt x="91" y="6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39" name="Freeform 11"/>
              <p:cNvSpPr>
                <a:spLocks/>
              </p:cNvSpPr>
              <p:nvPr/>
            </p:nvSpPr>
            <p:spPr bwMode="auto">
              <a:xfrm>
                <a:off x="4895851" y="3846513"/>
                <a:ext cx="236538" cy="500063"/>
              </a:xfrm>
              <a:custGeom>
                <a:avLst/>
                <a:gdLst>
                  <a:gd name="T0" fmla="*/ 72 w 87"/>
                  <a:gd name="T1" fmla="*/ 37 h 185"/>
                  <a:gd name="T2" fmla="*/ 12 w 87"/>
                  <a:gd name="T3" fmla="*/ 53 h 185"/>
                  <a:gd name="T4" fmla="*/ 21 w 87"/>
                  <a:gd name="T5" fmla="*/ 92 h 185"/>
                  <a:gd name="T6" fmla="*/ 23 w 87"/>
                  <a:gd name="T7" fmla="*/ 144 h 185"/>
                  <a:gd name="T8" fmla="*/ 80 w 87"/>
                  <a:gd name="T9" fmla="*/ 152 h 185"/>
                  <a:gd name="T10" fmla="*/ 72 w 87"/>
                  <a:gd name="T11" fmla="*/ 37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7" h="185">
                    <a:moveTo>
                      <a:pt x="72" y="37"/>
                    </a:moveTo>
                    <a:cubicBezTo>
                      <a:pt x="58" y="0"/>
                      <a:pt x="0" y="14"/>
                      <a:pt x="12" y="53"/>
                    </a:cubicBezTo>
                    <a:cubicBezTo>
                      <a:pt x="16" y="66"/>
                      <a:pt x="19" y="79"/>
                      <a:pt x="21" y="92"/>
                    </a:cubicBezTo>
                    <a:cubicBezTo>
                      <a:pt x="22" y="109"/>
                      <a:pt x="23" y="127"/>
                      <a:pt x="23" y="144"/>
                    </a:cubicBezTo>
                    <a:cubicBezTo>
                      <a:pt x="22" y="176"/>
                      <a:pt x="74" y="185"/>
                      <a:pt x="80" y="152"/>
                    </a:cubicBezTo>
                    <a:cubicBezTo>
                      <a:pt x="87" y="112"/>
                      <a:pt x="86" y="74"/>
                      <a:pt x="72" y="3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0" name="Freeform 12"/>
              <p:cNvSpPr>
                <a:spLocks/>
              </p:cNvSpPr>
              <p:nvPr/>
            </p:nvSpPr>
            <p:spPr bwMode="auto">
              <a:xfrm>
                <a:off x="4832351" y="4587875"/>
                <a:ext cx="196850" cy="328613"/>
              </a:xfrm>
              <a:custGeom>
                <a:avLst/>
                <a:gdLst>
                  <a:gd name="T0" fmla="*/ 60 w 73"/>
                  <a:gd name="T1" fmla="*/ 17 h 121"/>
                  <a:gd name="T2" fmla="*/ 35 w 73"/>
                  <a:gd name="T3" fmla="*/ 7 h 121"/>
                  <a:gd name="T4" fmla="*/ 21 w 73"/>
                  <a:gd name="T5" fmla="*/ 21 h 121"/>
                  <a:gd name="T6" fmla="*/ 18 w 73"/>
                  <a:gd name="T7" fmla="*/ 26 h 121"/>
                  <a:gd name="T8" fmla="*/ 5 w 73"/>
                  <a:gd name="T9" fmla="*/ 56 h 121"/>
                  <a:gd name="T10" fmla="*/ 6 w 73"/>
                  <a:gd name="T11" fmla="*/ 56 h 121"/>
                  <a:gd name="T12" fmla="*/ 6 w 73"/>
                  <a:gd name="T13" fmla="*/ 68 h 121"/>
                  <a:gd name="T14" fmla="*/ 3 w 73"/>
                  <a:gd name="T15" fmla="*/ 112 h 121"/>
                  <a:gd name="T16" fmla="*/ 11 w 73"/>
                  <a:gd name="T17" fmla="*/ 118 h 121"/>
                  <a:gd name="T18" fmla="*/ 72 w 73"/>
                  <a:gd name="T19" fmla="*/ 40 h 121"/>
                  <a:gd name="T20" fmla="*/ 60 w 73"/>
                  <a:gd name="T21" fmla="*/ 17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121">
                    <a:moveTo>
                      <a:pt x="60" y="17"/>
                    </a:moveTo>
                    <a:cubicBezTo>
                      <a:pt x="56" y="7"/>
                      <a:pt x="44" y="0"/>
                      <a:pt x="35" y="7"/>
                    </a:cubicBezTo>
                    <a:cubicBezTo>
                      <a:pt x="29" y="11"/>
                      <a:pt x="25" y="16"/>
                      <a:pt x="21" y="21"/>
                    </a:cubicBezTo>
                    <a:cubicBezTo>
                      <a:pt x="20" y="23"/>
                      <a:pt x="19" y="24"/>
                      <a:pt x="18" y="26"/>
                    </a:cubicBezTo>
                    <a:cubicBezTo>
                      <a:pt x="13" y="35"/>
                      <a:pt x="8" y="45"/>
                      <a:pt x="5" y="56"/>
                    </a:cubicBezTo>
                    <a:cubicBezTo>
                      <a:pt x="5" y="56"/>
                      <a:pt x="5" y="56"/>
                      <a:pt x="6" y="56"/>
                    </a:cubicBezTo>
                    <a:cubicBezTo>
                      <a:pt x="5" y="60"/>
                      <a:pt x="5" y="65"/>
                      <a:pt x="6" y="68"/>
                    </a:cubicBezTo>
                    <a:cubicBezTo>
                      <a:pt x="2" y="82"/>
                      <a:pt x="0" y="96"/>
                      <a:pt x="3" y="112"/>
                    </a:cubicBezTo>
                    <a:cubicBezTo>
                      <a:pt x="4" y="116"/>
                      <a:pt x="8" y="118"/>
                      <a:pt x="11" y="118"/>
                    </a:cubicBezTo>
                    <a:cubicBezTo>
                      <a:pt x="54" y="121"/>
                      <a:pt x="68" y="75"/>
                      <a:pt x="72" y="40"/>
                    </a:cubicBezTo>
                    <a:cubicBezTo>
                      <a:pt x="73" y="30"/>
                      <a:pt x="67" y="21"/>
                      <a:pt x="60" y="1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1" name="Freeform 13"/>
              <p:cNvSpPr>
                <a:spLocks/>
              </p:cNvSpPr>
              <p:nvPr/>
            </p:nvSpPr>
            <p:spPr bwMode="auto">
              <a:xfrm>
                <a:off x="4637088" y="4891088"/>
                <a:ext cx="130175" cy="144463"/>
              </a:xfrm>
              <a:custGeom>
                <a:avLst/>
                <a:gdLst>
                  <a:gd name="T0" fmla="*/ 35 w 48"/>
                  <a:gd name="T1" fmla="*/ 5 h 53"/>
                  <a:gd name="T2" fmla="*/ 8 w 48"/>
                  <a:gd name="T3" fmla="*/ 12 h 53"/>
                  <a:gd name="T4" fmla="*/ 1 w 48"/>
                  <a:gd name="T5" fmla="*/ 26 h 53"/>
                  <a:gd name="T6" fmla="*/ 9 w 48"/>
                  <a:gd name="T7" fmla="*/ 49 h 53"/>
                  <a:gd name="T8" fmla="*/ 33 w 48"/>
                  <a:gd name="T9" fmla="*/ 45 h 53"/>
                  <a:gd name="T10" fmla="*/ 42 w 48"/>
                  <a:gd name="T11" fmla="*/ 32 h 53"/>
                  <a:gd name="T12" fmla="*/ 35 w 48"/>
                  <a:gd name="T13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53">
                    <a:moveTo>
                      <a:pt x="35" y="5"/>
                    </a:moveTo>
                    <a:cubicBezTo>
                      <a:pt x="26" y="0"/>
                      <a:pt x="13" y="2"/>
                      <a:pt x="8" y="12"/>
                    </a:cubicBezTo>
                    <a:cubicBezTo>
                      <a:pt x="6" y="17"/>
                      <a:pt x="3" y="21"/>
                      <a:pt x="1" y="26"/>
                    </a:cubicBezTo>
                    <a:cubicBezTo>
                      <a:pt x="0" y="34"/>
                      <a:pt x="2" y="44"/>
                      <a:pt x="9" y="49"/>
                    </a:cubicBezTo>
                    <a:cubicBezTo>
                      <a:pt x="17" y="53"/>
                      <a:pt x="27" y="50"/>
                      <a:pt x="33" y="45"/>
                    </a:cubicBezTo>
                    <a:cubicBezTo>
                      <a:pt x="37" y="41"/>
                      <a:pt x="39" y="36"/>
                      <a:pt x="42" y="32"/>
                    </a:cubicBezTo>
                    <a:cubicBezTo>
                      <a:pt x="48" y="23"/>
                      <a:pt x="44" y="10"/>
                      <a:pt x="35" y="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2" name="Freeform 14"/>
              <p:cNvSpPr>
                <a:spLocks/>
              </p:cNvSpPr>
              <p:nvPr/>
            </p:nvSpPr>
            <p:spPr bwMode="auto">
              <a:xfrm>
                <a:off x="4541838" y="4989513"/>
                <a:ext cx="73025" cy="77788"/>
              </a:xfrm>
              <a:custGeom>
                <a:avLst/>
                <a:gdLst>
                  <a:gd name="T0" fmla="*/ 22 w 27"/>
                  <a:gd name="T1" fmla="*/ 4 h 29"/>
                  <a:gd name="T2" fmla="*/ 10 w 27"/>
                  <a:gd name="T3" fmla="*/ 1 h 29"/>
                  <a:gd name="T4" fmla="*/ 1 w 27"/>
                  <a:gd name="T5" fmla="*/ 10 h 29"/>
                  <a:gd name="T6" fmla="*/ 2 w 27"/>
                  <a:gd name="T7" fmla="*/ 22 h 29"/>
                  <a:gd name="T8" fmla="*/ 10 w 27"/>
                  <a:gd name="T9" fmla="*/ 28 h 29"/>
                  <a:gd name="T10" fmla="*/ 11 w 27"/>
                  <a:gd name="T11" fmla="*/ 28 h 29"/>
                  <a:gd name="T12" fmla="*/ 11 w 27"/>
                  <a:gd name="T13" fmla="*/ 28 h 29"/>
                  <a:gd name="T14" fmla="*/ 21 w 27"/>
                  <a:gd name="T15" fmla="*/ 26 h 29"/>
                  <a:gd name="T16" fmla="*/ 27 w 27"/>
                  <a:gd name="T17" fmla="*/ 14 h 29"/>
                  <a:gd name="T18" fmla="*/ 22 w 27"/>
                  <a:gd name="T19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29">
                    <a:moveTo>
                      <a:pt x="22" y="4"/>
                    </a:moveTo>
                    <a:cubicBezTo>
                      <a:pt x="19" y="1"/>
                      <a:pt x="15" y="0"/>
                      <a:pt x="10" y="1"/>
                    </a:cubicBezTo>
                    <a:cubicBezTo>
                      <a:pt x="6" y="2"/>
                      <a:pt x="2" y="6"/>
                      <a:pt x="1" y="10"/>
                    </a:cubicBezTo>
                    <a:cubicBezTo>
                      <a:pt x="1" y="14"/>
                      <a:pt x="0" y="18"/>
                      <a:pt x="2" y="22"/>
                    </a:cubicBezTo>
                    <a:cubicBezTo>
                      <a:pt x="3" y="25"/>
                      <a:pt x="6" y="28"/>
                      <a:pt x="10" y="28"/>
                    </a:cubicBezTo>
                    <a:cubicBezTo>
                      <a:pt x="10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4" y="29"/>
                      <a:pt x="18" y="27"/>
                      <a:pt x="21" y="26"/>
                    </a:cubicBezTo>
                    <a:cubicBezTo>
                      <a:pt x="25" y="24"/>
                      <a:pt x="27" y="18"/>
                      <a:pt x="27" y="14"/>
                    </a:cubicBezTo>
                    <a:cubicBezTo>
                      <a:pt x="27" y="10"/>
                      <a:pt x="25" y="6"/>
                      <a:pt x="22" y="4"/>
                    </a:cubicBezTo>
                  </a:path>
                </a:pathLst>
              </a:custGeom>
              <a:solidFill>
                <a:srgbClr val="FBCD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3" name="Freeform 15"/>
              <p:cNvSpPr>
                <a:spLocks noEditPoints="1"/>
              </p:cNvSpPr>
              <p:nvPr/>
            </p:nvSpPr>
            <p:spPr bwMode="auto">
              <a:xfrm>
                <a:off x="4043363" y="2387600"/>
                <a:ext cx="644525" cy="742950"/>
              </a:xfrm>
              <a:custGeom>
                <a:avLst/>
                <a:gdLst>
                  <a:gd name="T0" fmla="*/ 226 w 238"/>
                  <a:gd name="T1" fmla="*/ 257 h 274"/>
                  <a:gd name="T2" fmla="*/ 225 w 238"/>
                  <a:gd name="T3" fmla="*/ 252 h 274"/>
                  <a:gd name="T4" fmla="*/ 224 w 238"/>
                  <a:gd name="T5" fmla="*/ 248 h 274"/>
                  <a:gd name="T6" fmla="*/ 223 w 238"/>
                  <a:gd name="T7" fmla="*/ 245 h 274"/>
                  <a:gd name="T8" fmla="*/ 221 w 238"/>
                  <a:gd name="T9" fmla="*/ 242 h 274"/>
                  <a:gd name="T10" fmla="*/ 218 w 238"/>
                  <a:gd name="T11" fmla="*/ 235 h 274"/>
                  <a:gd name="T12" fmla="*/ 215 w 238"/>
                  <a:gd name="T13" fmla="*/ 232 h 274"/>
                  <a:gd name="T14" fmla="*/ 198 w 238"/>
                  <a:gd name="T15" fmla="*/ 210 h 274"/>
                  <a:gd name="T16" fmla="*/ 211 w 238"/>
                  <a:gd name="T17" fmla="*/ 193 h 274"/>
                  <a:gd name="T18" fmla="*/ 221 w 238"/>
                  <a:gd name="T19" fmla="*/ 175 h 274"/>
                  <a:gd name="T20" fmla="*/ 222 w 238"/>
                  <a:gd name="T21" fmla="*/ 170 h 274"/>
                  <a:gd name="T22" fmla="*/ 222 w 238"/>
                  <a:gd name="T23" fmla="*/ 170 h 274"/>
                  <a:gd name="T24" fmla="*/ 209 w 238"/>
                  <a:gd name="T25" fmla="*/ 153 h 274"/>
                  <a:gd name="T26" fmla="*/ 185 w 238"/>
                  <a:gd name="T27" fmla="*/ 138 h 274"/>
                  <a:gd name="T28" fmla="*/ 217 w 238"/>
                  <a:gd name="T29" fmla="*/ 104 h 274"/>
                  <a:gd name="T30" fmla="*/ 189 w 238"/>
                  <a:gd name="T31" fmla="*/ 33 h 274"/>
                  <a:gd name="T32" fmla="*/ 175 w 238"/>
                  <a:gd name="T33" fmla="*/ 28 h 274"/>
                  <a:gd name="T34" fmla="*/ 148 w 238"/>
                  <a:gd name="T35" fmla="*/ 4 h 274"/>
                  <a:gd name="T36" fmla="*/ 115 w 238"/>
                  <a:gd name="T37" fmla="*/ 6 h 274"/>
                  <a:gd name="T38" fmla="*/ 114 w 238"/>
                  <a:gd name="T39" fmla="*/ 6 h 274"/>
                  <a:gd name="T40" fmla="*/ 22 w 238"/>
                  <a:gd name="T41" fmla="*/ 54 h 274"/>
                  <a:gd name="T42" fmla="*/ 12 w 238"/>
                  <a:gd name="T43" fmla="*/ 59 h 274"/>
                  <a:gd name="T44" fmla="*/ 13 w 238"/>
                  <a:gd name="T45" fmla="*/ 100 h 274"/>
                  <a:gd name="T46" fmla="*/ 13 w 238"/>
                  <a:gd name="T47" fmla="*/ 104 h 274"/>
                  <a:gd name="T48" fmla="*/ 24 w 238"/>
                  <a:gd name="T49" fmla="*/ 121 h 274"/>
                  <a:gd name="T50" fmla="*/ 38 w 238"/>
                  <a:gd name="T51" fmla="*/ 124 h 274"/>
                  <a:gd name="T52" fmla="*/ 39 w 238"/>
                  <a:gd name="T53" fmla="*/ 127 h 274"/>
                  <a:gd name="T54" fmla="*/ 33 w 238"/>
                  <a:gd name="T55" fmla="*/ 134 h 274"/>
                  <a:gd name="T56" fmla="*/ 26 w 238"/>
                  <a:gd name="T57" fmla="*/ 139 h 274"/>
                  <a:gd name="T58" fmla="*/ 26 w 238"/>
                  <a:gd name="T59" fmla="*/ 139 h 274"/>
                  <a:gd name="T60" fmla="*/ 2 w 238"/>
                  <a:gd name="T61" fmla="*/ 174 h 274"/>
                  <a:gd name="T62" fmla="*/ 24 w 238"/>
                  <a:gd name="T63" fmla="*/ 213 h 274"/>
                  <a:gd name="T64" fmla="*/ 3 w 238"/>
                  <a:gd name="T65" fmla="*/ 261 h 274"/>
                  <a:gd name="T66" fmla="*/ 24 w 238"/>
                  <a:gd name="T67" fmla="*/ 273 h 274"/>
                  <a:gd name="T68" fmla="*/ 112 w 238"/>
                  <a:gd name="T69" fmla="*/ 264 h 274"/>
                  <a:gd name="T70" fmla="*/ 144 w 238"/>
                  <a:gd name="T71" fmla="*/ 261 h 274"/>
                  <a:gd name="T72" fmla="*/ 149 w 238"/>
                  <a:gd name="T73" fmla="*/ 263 h 274"/>
                  <a:gd name="T74" fmla="*/ 159 w 238"/>
                  <a:gd name="T75" fmla="*/ 266 h 274"/>
                  <a:gd name="T76" fmla="*/ 165 w 238"/>
                  <a:gd name="T77" fmla="*/ 266 h 274"/>
                  <a:gd name="T78" fmla="*/ 172 w 238"/>
                  <a:gd name="T79" fmla="*/ 268 h 274"/>
                  <a:gd name="T80" fmla="*/ 187 w 238"/>
                  <a:gd name="T81" fmla="*/ 270 h 274"/>
                  <a:gd name="T82" fmla="*/ 202 w 238"/>
                  <a:gd name="T83" fmla="*/ 268 h 274"/>
                  <a:gd name="T84" fmla="*/ 207 w 238"/>
                  <a:gd name="T85" fmla="*/ 269 h 274"/>
                  <a:gd name="T86" fmla="*/ 226 w 238"/>
                  <a:gd name="T87" fmla="*/ 257 h 274"/>
                  <a:gd name="T88" fmla="*/ 44 w 238"/>
                  <a:gd name="T89" fmla="*/ 183 h 274"/>
                  <a:gd name="T90" fmla="*/ 44 w 238"/>
                  <a:gd name="T91" fmla="*/ 184 h 274"/>
                  <a:gd name="T92" fmla="*/ 43 w 238"/>
                  <a:gd name="T93" fmla="*/ 184 h 274"/>
                  <a:gd name="T94" fmla="*/ 41 w 238"/>
                  <a:gd name="T95" fmla="*/ 181 h 274"/>
                  <a:gd name="T96" fmla="*/ 41 w 238"/>
                  <a:gd name="T97" fmla="*/ 181 h 274"/>
                  <a:gd name="T98" fmla="*/ 44 w 238"/>
                  <a:gd name="T99" fmla="*/ 175 h 274"/>
                  <a:gd name="T100" fmla="*/ 46 w 238"/>
                  <a:gd name="T101" fmla="*/ 177 h 274"/>
                  <a:gd name="T102" fmla="*/ 44 w 238"/>
                  <a:gd name="T103" fmla="*/ 183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38" h="274">
                    <a:moveTo>
                      <a:pt x="226" y="257"/>
                    </a:moveTo>
                    <a:cubicBezTo>
                      <a:pt x="226" y="255"/>
                      <a:pt x="226" y="254"/>
                      <a:pt x="225" y="252"/>
                    </a:cubicBezTo>
                    <a:cubicBezTo>
                      <a:pt x="225" y="251"/>
                      <a:pt x="225" y="249"/>
                      <a:pt x="224" y="248"/>
                    </a:cubicBezTo>
                    <a:cubicBezTo>
                      <a:pt x="224" y="247"/>
                      <a:pt x="224" y="246"/>
                      <a:pt x="223" y="245"/>
                    </a:cubicBezTo>
                    <a:cubicBezTo>
                      <a:pt x="223" y="244"/>
                      <a:pt x="222" y="243"/>
                      <a:pt x="221" y="242"/>
                    </a:cubicBezTo>
                    <a:cubicBezTo>
                      <a:pt x="221" y="240"/>
                      <a:pt x="219" y="237"/>
                      <a:pt x="218" y="235"/>
                    </a:cubicBezTo>
                    <a:cubicBezTo>
                      <a:pt x="217" y="234"/>
                      <a:pt x="216" y="233"/>
                      <a:pt x="215" y="232"/>
                    </a:cubicBezTo>
                    <a:cubicBezTo>
                      <a:pt x="209" y="225"/>
                      <a:pt x="204" y="217"/>
                      <a:pt x="198" y="210"/>
                    </a:cubicBezTo>
                    <a:cubicBezTo>
                      <a:pt x="204" y="206"/>
                      <a:pt x="208" y="199"/>
                      <a:pt x="211" y="193"/>
                    </a:cubicBezTo>
                    <a:cubicBezTo>
                      <a:pt x="218" y="190"/>
                      <a:pt x="224" y="183"/>
                      <a:pt x="221" y="175"/>
                    </a:cubicBezTo>
                    <a:cubicBezTo>
                      <a:pt x="222" y="174"/>
                      <a:pt x="222" y="172"/>
                      <a:pt x="222" y="170"/>
                    </a:cubicBezTo>
                    <a:cubicBezTo>
                      <a:pt x="222" y="170"/>
                      <a:pt x="222" y="170"/>
                      <a:pt x="222" y="170"/>
                    </a:cubicBezTo>
                    <a:cubicBezTo>
                      <a:pt x="224" y="162"/>
                      <a:pt x="217" y="154"/>
                      <a:pt x="209" y="153"/>
                    </a:cubicBezTo>
                    <a:cubicBezTo>
                      <a:pt x="203" y="146"/>
                      <a:pt x="194" y="141"/>
                      <a:pt x="185" y="138"/>
                    </a:cubicBezTo>
                    <a:cubicBezTo>
                      <a:pt x="196" y="127"/>
                      <a:pt x="208" y="116"/>
                      <a:pt x="217" y="104"/>
                    </a:cubicBezTo>
                    <a:cubicBezTo>
                      <a:pt x="238" y="75"/>
                      <a:pt x="205" y="54"/>
                      <a:pt x="189" y="33"/>
                    </a:cubicBezTo>
                    <a:cubicBezTo>
                      <a:pt x="185" y="29"/>
                      <a:pt x="180" y="27"/>
                      <a:pt x="175" y="28"/>
                    </a:cubicBezTo>
                    <a:cubicBezTo>
                      <a:pt x="167" y="18"/>
                      <a:pt x="159" y="8"/>
                      <a:pt x="148" y="4"/>
                    </a:cubicBezTo>
                    <a:cubicBezTo>
                      <a:pt x="138" y="0"/>
                      <a:pt x="125" y="0"/>
                      <a:pt x="115" y="6"/>
                    </a:cubicBezTo>
                    <a:cubicBezTo>
                      <a:pt x="115" y="6"/>
                      <a:pt x="114" y="6"/>
                      <a:pt x="114" y="6"/>
                    </a:cubicBezTo>
                    <a:cubicBezTo>
                      <a:pt x="78" y="2"/>
                      <a:pt x="44" y="26"/>
                      <a:pt x="22" y="54"/>
                    </a:cubicBezTo>
                    <a:cubicBezTo>
                      <a:pt x="19" y="55"/>
                      <a:pt x="15" y="56"/>
                      <a:pt x="12" y="59"/>
                    </a:cubicBezTo>
                    <a:cubicBezTo>
                      <a:pt x="0" y="71"/>
                      <a:pt x="1" y="90"/>
                      <a:pt x="13" y="100"/>
                    </a:cubicBezTo>
                    <a:cubicBezTo>
                      <a:pt x="13" y="102"/>
                      <a:pt x="13" y="103"/>
                      <a:pt x="13" y="104"/>
                    </a:cubicBezTo>
                    <a:cubicBezTo>
                      <a:pt x="15" y="110"/>
                      <a:pt x="19" y="117"/>
                      <a:pt x="24" y="121"/>
                    </a:cubicBezTo>
                    <a:cubicBezTo>
                      <a:pt x="28" y="124"/>
                      <a:pt x="33" y="126"/>
                      <a:pt x="38" y="124"/>
                    </a:cubicBezTo>
                    <a:cubicBezTo>
                      <a:pt x="38" y="125"/>
                      <a:pt x="39" y="126"/>
                      <a:pt x="39" y="127"/>
                    </a:cubicBezTo>
                    <a:cubicBezTo>
                      <a:pt x="37" y="129"/>
                      <a:pt x="35" y="131"/>
                      <a:pt x="33" y="134"/>
                    </a:cubicBezTo>
                    <a:cubicBezTo>
                      <a:pt x="30" y="135"/>
                      <a:pt x="28" y="137"/>
                      <a:pt x="26" y="139"/>
                    </a:cubicBezTo>
                    <a:cubicBezTo>
                      <a:pt x="26" y="139"/>
                      <a:pt x="26" y="139"/>
                      <a:pt x="26" y="139"/>
                    </a:cubicBezTo>
                    <a:cubicBezTo>
                      <a:pt x="19" y="153"/>
                      <a:pt x="0" y="154"/>
                      <a:pt x="2" y="174"/>
                    </a:cubicBezTo>
                    <a:cubicBezTo>
                      <a:pt x="3" y="188"/>
                      <a:pt x="14" y="201"/>
                      <a:pt x="24" y="213"/>
                    </a:cubicBezTo>
                    <a:cubicBezTo>
                      <a:pt x="9" y="224"/>
                      <a:pt x="0" y="238"/>
                      <a:pt x="3" y="261"/>
                    </a:cubicBezTo>
                    <a:cubicBezTo>
                      <a:pt x="5" y="270"/>
                      <a:pt x="16" y="274"/>
                      <a:pt x="24" y="273"/>
                    </a:cubicBezTo>
                    <a:cubicBezTo>
                      <a:pt x="53" y="268"/>
                      <a:pt x="83" y="266"/>
                      <a:pt x="112" y="264"/>
                    </a:cubicBezTo>
                    <a:cubicBezTo>
                      <a:pt x="119" y="264"/>
                      <a:pt x="133" y="264"/>
                      <a:pt x="144" y="261"/>
                    </a:cubicBezTo>
                    <a:cubicBezTo>
                      <a:pt x="146" y="262"/>
                      <a:pt x="147" y="262"/>
                      <a:pt x="149" y="263"/>
                    </a:cubicBezTo>
                    <a:cubicBezTo>
                      <a:pt x="152" y="264"/>
                      <a:pt x="155" y="265"/>
                      <a:pt x="159" y="266"/>
                    </a:cubicBezTo>
                    <a:cubicBezTo>
                      <a:pt x="161" y="267"/>
                      <a:pt x="163" y="267"/>
                      <a:pt x="165" y="266"/>
                    </a:cubicBezTo>
                    <a:cubicBezTo>
                      <a:pt x="167" y="267"/>
                      <a:pt x="170" y="267"/>
                      <a:pt x="172" y="268"/>
                    </a:cubicBezTo>
                    <a:cubicBezTo>
                      <a:pt x="177" y="269"/>
                      <a:pt x="182" y="269"/>
                      <a:pt x="187" y="270"/>
                    </a:cubicBezTo>
                    <a:cubicBezTo>
                      <a:pt x="190" y="270"/>
                      <a:pt x="197" y="268"/>
                      <a:pt x="202" y="268"/>
                    </a:cubicBezTo>
                    <a:cubicBezTo>
                      <a:pt x="203" y="269"/>
                      <a:pt x="205" y="269"/>
                      <a:pt x="207" y="269"/>
                    </a:cubicBezTo>
                    <a:cubicBezTo>
                      <a:pt x="215" y="272"/>
                      <a:pt x="227" y="267"/>
                      <a:pt x="226" y="257"/>
                    </a:cubicBezTo>
                    <a:moveTo>
                      <a:pt x="44" y="183"/>
                    </a:moveTo>
                    <a:cubicBezTo>
                      <a:pt x="44" y="183"/>
                      <a:pt x="44" y="183"/>
                      <a:pt x="44" y="184"/>
                    </a:cubicBezTo>
                    <a:cubicBezTo>
                      <a:pt x="43" y="184"/>
                      <a:pt x="43" y="184"/>
                      <a:pt x="43" y="184"/>
                    </a:cubicBezTo>
                    <a:cubicBezTo>
                      <a:pt x="43" y="183"/>
                      <a:pt x="42" y="182"/>
                      <a:pt x="41" y="181"/>
                    </a:cubicBezTo>
                    <a:cubicBezTo>
                      <a:pt x="41" y="181"/>
                      <a:pt x="41" y="181"/>
                      <a:pt x="41" y="181"/>
                    </a:cubicBezTo>
                    <a:cubicBezTo>
                      <a:pt x="42" y="179"/>
                      <a:pt x="43" y="177"/>
                      <a:pt x="44" y="175"/>
                    </a:cubicBezTo>
                    <a:cubicBezTo>
                      <a:pt x="44" y="176"/>
                      <a:pt x="45" y="176"/>
                      <a:pt x="46" y="177"/>
                    </a:cubicBezTo>
                    <a:cubicBezTo>
                      <a:pt x="45" y="179"/>
                      <a:pt x="44" y="181"/>
                      <a:pt x="44" y="183"/>
                    </a:cubicBezTo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4" name="Freeform 16"/>
              <p:cNvSpPr>
                <a:spLocks/>
              </p:cNvSpPr>
              <p:nvPr/>
            </p:nvSpPr>
            <p:spPr bwMode="auto">
              <a:xfrm>
                <a:off x="4046538" y="2524125"/>
                <a:ext cx="582613" cy="215900"/>
              </a:xfrm>
              <a:custGeom>
                <a:avLst/>
                <a:gdLst>
                  <a:gd name="T0" fmla="*/ 213 w 215"/>
                  <a:gd name="T1" fmla="*/ 48 h 80"/>
                  <a:gd name="T2" fmla="*/ 214 w 215"/>
                  <a:gd name="T3" fmla="*/ 49 h 80"/>
                  <a:gd name="T4" fmla="*/ 214 w 215"/>
                  <a:gd name="T5" fmla="*/ 46 h 80"/>
                  <a:gd name="T6" fmla="*/ 214 w 215"/>
                  <a:gd name="T7" fmla="*/ 38 h 80"/>
                  <a:gd name="T8" fmla="*/ 189 w 215"/>
                  <a:gd name="T9" fmla="*/ 17 h 80"/>
                  <a:gd name="T10" fmla="*/ 188 w 215"/>
                  <a:gd name="T11" fmla="*/ 16 h 80"/>
                  <a:gd name="T12" fmla="*/ 152 w 215"/>
                  <a:gd name="T13" fmla="*/ 2 h 80"/>
                  <a:gd name="T14" fmla="*/ 143 w 215"/>
                  <a:gd name="T15" fmla="*/ 0 h 80"/>
                  <a:gd name="T16" fmla="*/ 143 w 215"/>
                  <a:gd name="T17" fmla="*/ 0 h 80"/>
                  <a:gd name="T18" fmla="*/ 118 w 215"/>
                  <a:gd name="T19" fmla="*/ 2 h 80"/>
                  <a:gd name="T20" fmla="*/ 109 w 215"/>
                  <a:gd name="T21" fmla="*/ 5 h 80"/>
                  <a:gd name="T22" fmla="*/ 76 w 215"/>
                  <a:gd name="T23" fmla="*/ 5 h 80"/>
                  <a:gd name="T24" fmla="*/ 52 w 215"/>
                  <a:gd name="T25" fmla="*/ 11 h 80"/>
                  <a:gd name="T26" fmla="*/ 51 w 215"/>
                  <a:gd name="T27" fmla="*/ 11 h 80"/>
                  <a:gd name="T28" fmla="*/ 25 w 215"/>
                  <a:gd name="T29" fmla="*/ 16 h 80"/>
                  <a:gd name="T30" fmla="*/ 15 w 215"/>
                  <a:gd name="T31" fmla="*/ 18 h 80"/>
                  <a:gd name="T32" fmla="*/ 9 w 215"/>
                  <a:gd name="T33" fmla="*/ 46 h 80"/>
                  <a:gd name="T34" fmla="*/ 9 w 215"/>
                  <a:gd name="T35" fmla="*/ 46 h 80"/>
                  <a:gd name="T36" fmla="*/ 18 w 215"/>
                  <a:gd name="T37" fmla="*/ 57 h 80"/>
                  <a:gd name="T38" fmla="*/ 18 w 215"/>
                  <a:gd name="T39" fmla="*/ 59 h 80"/>
                  <a:gd name="T40" fmla="*/ 33 w 215"/>
                  <a:gd name="T41" fmla="*/ 76 h 80"/>
                  <a:gd name="T42" fmla="*/ 43 w 215"/>
                  <a:gd name="T43" fmla="*/ 77 h 80"/>
                  <a:gd name="T44" fmla="*/ 51 w 215"/>
                  <a:gd name="T45" fmla="*/ 77 h 80"/>
                  <a:gd name="T46" fmla="*/ 71 w 215"/>
                  <a:gd name="T47" fmla="*/ 72 h 80"/>
                  <a:gd name="T48" fmla="*/ 74 w 215"/>
                  <a:gd name="T49" fmla="*/ 73 h 80"/>
                  <a:gd name="T50" fmla="*/ 154 w 215"/>
                  <a:gd name="T51" fmla="*/ 77 h 80"/>
                  <a:gd name="T52" fmla="*/ 169 w 215"/>
                  <a:gd name="T53" fmla="*/ 75 h 80"/>
                  <a:gd name="T54" fmla="*/ 195 w 215"/>
                  <a:gd name="T55" fmla="*/ 68 h 80"/>
                  <a:gd name="T56" fmla="*/ 198 w 215"/>
                  <a:gd name="T57" fmla="*/ 61 h 80"/>
                  <a:gd name="T58" fmla="*/ 201 w 215"/>
                  <a:gd name="T59" fmla="*/ 59 h 80"/>
                  <a:gd name="T60" fmla="*/ 212 w 215"/>
                  <a:gd name="T61" fmla="*/ 52 h 80"/>
                  <a:gd name="T62" fmla="*/ 214 w 215"/>
                  <a:gd name="T63" fmla="*/ 49 h 80"/>
                  <a:gd name="T64" fmla="*/ 213 w 215"/>
                  <a:gd name="T65" fmla="*/ 48 h 80"/>
                  <a:gd name="T66" fmla="*/ 213 w 215"/>
                  <a:gd name="T67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5" h="80">
                    <a:moveTo>
                      <a:pt x="213" y="48"/>
                    </a:moveTo>
                    <a:cubicBezTo>
                      <a:pt x="214" y="49"/>
                      <a:pt x="214" y="49"/>
                      <a:pt x="214" y="49"/>
                    </a:cubicBezTo>
                    <a:cubicBezTo>
                      <a:pt x="214" y="48"/>
                      <a:pt x="214" y="47"/>
                      <a:pt x="214" y="46"/>
                    </a:cubicBezTo>
                    <a:cubicBezTo>
                      <a:pt x="215" y="44"/>
                      <a:pt x="215" y="41"/>
                      <a:pt x="214" y="38"/>
                    </a:cubicBezTo>
                    <a:cubicBezTo>
                      <a:pt x="213" y="26"/>
                      <a:pt x="201" y="20"/>
                      <a:pt x="189" y="17"/>
                    </a:cubicBezTo>
                    <a:cubicBezTo>
                      <a:pt x="188" y="17"/>
                      <a:pt x="188" y="16"/>
                      <a:pt x="188" y="16"/>
                    </a:cubicBezTo>
                    <a:cubicBezTo>
                      <a:pt x="178" y="7"/>
                      <a:pt x="165" y="3"/>
                      <a:pt x="152" y="2"/>
                    </a:cubicBezTo>
                    <a:cubicBezTo>
                      <a:pt x="149" y="1"/>
                      <a:pt x="147" y="1"/>
                      <a:pt x="143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35" y="1"/>
                      <a:pt x="127" y="1"/>
                      <a:pt x="118" y="2"/>
                    </a:cubicBezTo>
                    <a:cubicBezTo>
                      <a:pt x="114" y="2"/>
                      <a:pt x="112" y="3"/>
                      <a:pt x="109" y="5"/>
                    </a:cubicBezTo>
                    <a:cubicBezTo>
                      <a:pt x="98" y="2"/>
                      <a:pt x="86" y="4"/>
                      <a:pt x="76" y="5"/>
                    </a:cubicBezTo>
                    <a:cubicBezTo>
                      <a:pt x="67" y="7"/>
                      <a:pt x="59" y="8"/>
                      <a:pt x="52" y="11"/>
                    </a:cubicBezTo>
                    <a:cubicBezTo>
                      <a:pt x="52" y="11"/>
                      <a:pt x="51" y="11"/>
                      <a:pt x="51" y="11"/>
                    </a:cubicBezTo>
                    <a:cubicBezTo>
                      <a:pt x="43" y="13"/>
                      <a:pt x="34" y="15"/>
                      <a:pt x="25" y="16"/>
                    </a:cubicBezTo>
                    <a:cubicBezTo>
                      <a:pt x="22" y="17"/>
                      <a:pt x="18" y="17"/>
                      <a:pt x="15" y="18"/>
                    </a:cubicBezTo>
                    <a:cubicBezTo>
                      <a:pt x="0" y="21"/>
                      <a:pt x="0" y="37"/>
                      <a:pt x="9" y="46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0" y="51"/>
                      <a:pt x="13" y="55"/>
                      <a:pt x="18" y="57"/>
                    </a:cubicBezTo>
                    <a:cubicBezTo>
                      <a:pt x="18" y="58"/>
                      <a:pt x="18" y="58"/>
                      <a:pt x="18" y="59"/>
                    </a:cubicBezTo>
                    <a:cubicBezTo>
                      <a:pt x="20" y="67"/>
                      <a:pt x="25" y="73"/>
                      <a:pt x="33" y="76"/>
                    </a:cubicBezTo>
                    <a:cubicBezTo>
                      <a:pt x="37" y="77"/>
                      <a:pt x="40" y="77"/>
                      <a:pt x="43" y="77"/>
                    </a:cubicBezTo>
                    <a:cubicBezTo>
                      <a:pt x="45" y="78"/>
                      <a:pt x="48" y="78"/>
                      <a:pt x="51" y="77"/>
                    </a:cubicBezTo>
                    <a:cubicBezTo>
                      <a:pt x="58" y="76"/>
                      <a:pt x="65" y="75"/>
                      <a:pt x="71" y="72"/>
                    </a:cubicBezTo>
                    <a:cubicBezTo>
                      <a:pt x="72" y="72"/>
                      <a:pt x="73" y="73"/>
                      <a:pt x="74" y="73"/>
                    </a:cubicBezTo>
                    <a:cubicBezTo>
                      <a:pt x="101" y="70"/>
                      <a:pt x="127" y="76"/>
                      <a:pt x="154" y="77"/>
                    </a:cubicBezTo>
                    <a:cubicBezTo>
                      <a:pt x="159" y="78"/>
                      <a:pt x="164" y="77"/>
                      <a:pt x="169" y="75"/>
                    </a:cubicBezTo>
                    <a:cubicBezTo>
                      <a:pt x="177" y="80"/>
                      <a:pt x="188" y="80"/>
                      <a:pt x="195" y="68"/>
                    </a:cubicBezTo>
                    <a:cubicBezTo>
                      <a:pt x="196" y="66"/>
                      <a:pt x="197" y="64"/>
                      <a:pt x="198" y="61"/>
                    </a:cubicBezTo>
                    <a:cubicBezTo>
                      <a:pt x="199" y="61"/>
                      <a:pt x="200" y="60"/>
                      <a:pt x="201" y="59"/>
                    </a:cubicBezTo>
                    <a:cubicBezTo>
                      <a:pt x="206" y="59"/>
                      <a:pt x="210" y="57"/>
                      <a:pt x="212" y="52"/>
                    </a:cubicBezTo>
                    <a:cubicBezTo>
                      <a:pt x="213" y="51"/>
                      <a:pt x="213" y="50"/>
                      <a:pt x="214" y="49"/>
                    </a:cubicBezTo>
                    <a:cubicBezTo>
                      <a:pt x="213" y="49"/>
                      <a:pt x="213" y="49"/>
                      <a:pt x="213" y="48"/>
                    </a:cubicBezTo>
                    <a:cubicBezTo>
                      <a:pt x="213" y="48"/>
                      <a:pt x="213" y="48"/>
                      <a:pt x="213" y="48"/>
                    </a:cubicBezTo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5" name="Freeform 17"/>
              <p:cNvSpPr>
                <a:spLocks/>
              </p:cNvSpPr>
              <p:nvPr/>
            </p:nvSpPr>
            <p:spPr bwMode="auto">
              <a:xfrm>
                <a:off x="4040188" y="2801938"/>
                <a:ext cx="585788" cy="184150"/>
              </a:xfrm>
              <a:custGeom>
                <a:avLst/>
                <a:gdLst>
                  <a:gd name="T0" fmla="*/ 216 w 216"/>
                  <a:gd name="T1" fmla="*/ 27 h 68"/>
                  <a:gd name="T2" fmla="*/ 205 w 216"/>
                  <a:gd name="T3" fmla="*/ 13 h 68"/>
                  <a:gd name="T4" fmla="*/ 118 w 216"/>
                  <a:gd name="T5" fmla="*/ 3 h 68"/>
                  <a:gd name="T6" fmla="*/ 101 w 216"/>
                  <a:gd name="T7" fmla="*/ 5 h 68"/>
                  <a:gd name="T8" fmla="*/ 56 w 216"/>
                  <a:gd name="T9" fmla="*/ 8 h 68"/>
                  <a:gd name="T10" fmla="*/ 48 w 216"/>
                  <a:gd name="T11" fmla="*/ 5 h 68"/>
                  <a:gd name="T12" fmla="*/ 22 w 216"/>
                  <a:gd name="T13" fmla="*/ 10 h 68"/>
                  <a:gd name="T14" fmla="*/ 20 w 216"/>
                  <a:gd name="T15" fmla="*/ 12 h 68"/>
                  <a:gd name="T16" fmla="*/ 10 w 216"/>
                  <a:gd name="T17" fmla="*/ 19 h 68"/>
                  <a:gd name="T18" fmla="*/ 23 w 216"/>
                  <a:gd name="T19" fmla="*/ 42 h 68"/>
                  <a:gd name="T20" fmla="*/ 39 w 216"/>
                  <a:gd name="T21" fmla="*/ 63 h 68"/>
                  <a:gd name="T22" fmla="*/ 116 w 216"/>
                  <a:gd name="T23" fmla="*/ 53 h 68"/>
                  <a:gd name="T24" fmla="*/ 196 w 216"/>
                  <a:gd name="T25" fmla="*/ 59 h 68"/>
                  <a:gd name="T26" fmla="*/ 212 w 216"/>
                  <a:gd name="T27" fmla="*/ 49 h 68"/>
                  <a:gd name="T28" fmla="*/ 216 w 216"/>
                  <a:gd name="T29" fmla="*/ 2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6" h="68">
                    <a:moveTo>
                      <a:pt x="216" y="27"/>
                    </a:moveTo>
                    <a:cubicBezTo>
                      <a:pt x="215" y="20"/>
                      <a:pt x="211" y="15"/>
                      <a:pt x="205" y="13"/>
                    </a:cubicBezTo>
                    <a:cubicBezTo>
                      <a:pt x="176" y="4"/>
                      <a:pt x="147" y="0"/>
                      <a:pt x="118" y="3"/>
                    </a:cubicBezTo>
                    <a:cubicBezTo>
                      <a:pt x="112" y="3"/>
                      <a:pt x="107" y="4"/>
                      <a:pt x="101" y="5"/>
                    </a:cubicBezTo>
                    <a:cubicBezTo>
                      <a:pt x="86" y="5"/>
                      <a:pt x="71" y="6"/>
                      <a:pt x="56" y="8"/>
                    </a:cubicBezTo>
                    <a:cubicBezTo>
                      <a:pt x="54" y="6"/>
                      <a:pt x="51" y="5"/>
                      <a:pt x="48" y="5"/>
                    </a:cubicBezTo>
                    <a:cubicBezTo>
                      <a:pt x="38" y="4"/>
                      <a:pt x="30" y="6"/>
                      <a:pt x="22" y="10"/>
                    </a:cubicBezTo>
                    <a:cubicBezTo>
                      <a:pt x="21" y="11"/>
                      <a:pt x="21" y="11"/>
                      <a:pt x="20" y="12"/>
                    </a:cubicBezTo>
                    <a:cubicBezTo>
                      <a:pt x="17" y="14"/>
                      <a:pt x="13" y="16"/>
                      <a:pt x="10" y="19"/>
                    </a:cubicBezTo>
                    <a:cubicBezTo>
                      <a:pt x="0" y="28"/>
                      <a:pt x="11" y="44"/>
                      <a:pt x="23" y="42"/>
                    </a:cubicBezTo>
                    <a:cubicBezTo>
                      <a:pt x="17" y="52"/>
                      <a:pt x="25" y="68"/>
                      <a:pt x="39" y="63"/>
                    </a:cubicBezTo>
                    <a:cubicBezTo>
                      <a:pt x="64" y="54"/>
                      <a:pt x="89" y="52"/>
                      <a:pt x="116" y="53"/>
                    </a:cubicBezTo>
                    <a:cubicBezTo>
                      <a:pt x="142" y="53"/>
                      <a:pt x="170" y="53"/>
                      <a:pt x="196" y="59"/>
                    </a:cubicBezTo>
                    <a:cubicBezTo>
                      <a:pt x="203" y="60"/>
                      <a:pt x="209" y="56"/>
                      <a:pt x="212" y="49"/>
                    </a:cubicBezTo>
                    <a:cubicBezTo>
                      <a:pt x="215" y="42"/>
                      <a:pt x="216" y="35"/>
                      <a:pt x="216" y="27"/>
                    </a:cubicBezTo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6" name="Freeform 18"/>
              <p:cNvSpPr>
                <a:spLocks/>
              </p:cNvSpPr>
              <p:nvPr/>
            </p:nvSpPr>
            <p:spPr bwMode="auto">
              <a:xfrm>
                <a:off x="4029076" y="3027363"/>
                <a:ext cx="628650" cy="107950"/>
              </a:xfrm>
              <a:custGeom>
                <a:avLst/>
                <a:gdLst>
                  <a:gd name="T0" fmla="*/ 222 w 232"/>
                  <a:gd name="T1" fmla="*/ 12 h 40"/>
                  <a:gd name="T2" fmla="*/ 222 w 232"/>
                  <a:gd name="T3" fmla="*/ 12 h 40"/>
                  <a:gd name="T4" fmla="*/ 200 w 232"/>
                  <a:gd name="T5" fmla="*/ 7 h 40"/>
                  <a:gd name="T6" fmla="*/ 191 w 232"/>
                  <a:gd name="T7" fmla="*/ 5 h 40"/>
                  <a:gd name="T8" fmla="*/ 170 w 232"/>
                  <a:gd name="T9" fmla="*/ 3 h 40"/>
                  <a:gd name="T10" fmla="*/ 121 w 232"/>
                  <a:gd name="T11" fmla="*/ 1 h 40"/>
                  <a:gd name="T12" fmla="*/ 56 w 232"/>
                  <a:gd name="T13" fmla="*/ 7 h 40"/>
                  <a:gd name="T14" fmla="*/ 45 w 232"/>
                  <a:gd name="T15" fmla="*/ 0 h 40"/>
                  <a:gd name="T16" fmla="*/ 10 w 232"/>
                  <a:gd name="T17" fmla="*/ 4 h 40"/>
                  <a:gd name="T18" fmla="*/ 5 w 232"/>
                  <a:gd name="T19" fmla="*/ 25 h 40"/>
                  <a:gd name="T20" fmla="*/ 18 w 232"/>
                  <a:gd name="T21" fmla="*/ 38 h 40"/>
                  <a:gd name="T22" fmla="*/ 72 w 232"/>
                  <a:gd name="T23" fmla="*/ 33 h 40"/>
                  <a:gd name="T24" fmla="*/ 122 w 232"/>
                  <a:gd name="T25" fmla="*/ 31 h 40"/>
                  <a:gd name="T26" fmla="*/ 173 w 232"/>
                  <a:gd name="T27" fmla="*/ 33 h 40"/>
                  <a:gd name="T28" fmla="*/ 222 w 232"/>
                  <a:gd name="T29" fmla="*/ 31 h 40"/>
                  <a:gd name="T30" fmla="*/ 222 w 232"/>
                  <a:gd name="T31" fmla="*/ 1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32" h="40">
                    <a:moveTo>
                      <a:pt x="222" y="12"/>
                    </a:moveTo>
                    <a:cubicBezTo>
                      <a:pt x="222" y="12"/>
                      <a:pt x="222" y="12"/>
                      <a:pt x="222" y="12"/>
                    </a:cubicBezTo>
                    <a:cubicBezTo>
                      <a:pt x="215" y="9"/>
                      <a:pt x="208" y="8"/>
                      <a:pt x="200" y="7"/>
                    </a:cubicBezTo>
                    <a:cubicBezTo>
                      <a:pt x="197" y="6"/>
                      <a:pt x="194" y="5"/>
                      <a:pt x="191" y="5"/>
                    </a:cubicBezTo>
                    <a:cubicBezTo>
                      <a:pt x="184" y="4"/>
                      <a:pt x="177" y="3"/>
                      <a:pt x="170" y="3"/>
                    </a:cubicBezTo>
                    <a:cubicBezTo>
                      <a:pt x="154" y="1"/>
                      <a:pt x="138" y="1"/>
                      <a:pt x="121" y="1"/>
                    </a:cubicBezTo>
                    <a:cubicBezTo>
                      <a:pt x="99" y="1"/>
                      <a:pt x="78" y="3"/>
                      <a:pt x="56" y="7"/>
                    </a:cubicBezTo>
                    <a:cubicBezTo>
                      <a:pt x="54" y="3"/>
                      <a:pt x="51" y="0"/>
                      <a:pt x="45" y="0"/>
                    </a:cubicBezTo>
                    <a:cubicBezTo>
                      <a:pt x="33" y="0"/>
                      <a:pt x="22" y="1"/>
                      <a:pt x="10" y="4"/>
                    </a:cubicBezTo>
                    <a:cubicBezTo>
                      <a:pt x="1" y="6"/>
                      <a:pt x="0" y="19"/>
                      <a:pt x="5" y="25"/>
                    </a:cubicBezTo>
                    <a:cubicBezTo>
                      <a:pt x="5" y="31"/>
                      <a:pt x="10" y="37"/>
                      <a:pt x="18" y="38"/>
                    </a:cubicBezTo>
                    <a:cubicBezTo>
                      <a:pt x="36" y="40"/>
                      <a:pt x="54" y="34"/>
                      <a:pt x="72" y="33"/>
                    </a:cubicBezTo>
                    <a:cubicBezTo>
                      <a:pt x="89" y="32"/>
                      <a:pt x="106" y="31"/>
                      <a:pt x="122" y="31"/>
                    </a:cubicBezTo>
                    <a:cubicBezTo>
                      <a:pt x="139" y="32"/>
                      <a:pt x="156" y="32"/>
                      <a:pt x="173" y="33"/>
                    </a:cubicBezTo>
                    <a:cubicBezTo>
                      <a:pt x="189" y="33"/>
                      <a:pt x="206" y="36"/>
                      <a:pt x="222" y="31"/>
                    </a:cubicBezTo>
                    <a:cubicBezTo>
                      <a:pt x="232" y="28"/>
                      <a:pt x="231" y="14"/>
                      <a:pt x="222" y="12"/>
                    </a:cubicBezTo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7" name="Freeform 19"/>
              <p:cNvSpPr>
                <a:spLocks/>
              </p:cNvSpPr>
              <p:nvPr/>
            </p:nvSpPr>
            <p:spPr bwMode="auto">
              <a:xfrm>
                <a:off x="4267201" y="-120650"/>
                <a:ext cx="176213" cy="2511425"/>
              </a:xfrm>
              <a:custGeom>
                <a:avLst/>
                <a:gdLst>
                  <a:gd name="T0" fmla="*/ 57 w 65"/>
                  <a:gd name="T1" fmla="*/ 814 h 927"/>
                  <a:gd name="T2" fmla="*/ 52 w 65"/>
                  <a:gd name="T3" fmla="*/ 733 h 927"/>
                  <a:gd name="T4" fmla="*/ 49 w 65"/>
                  <a:gd name="T5" fmla="*/ 725 h 927"/>
                  <a:gd name="T6" fmla="*/ 50 w 65"/>
                  <a:gd name="T7" fmla="*/ 712 h 927"/>
                  <a:gd name="T8" fmla="*/ 54 w 65"/>
                  <a:gd name="T9" fmla="*/ 695 h 927"/>
                  <a:gd name="T10" fmla="*/ 56 w 65"/>
                  <a:gd name="T11" fmla="*/ 620 h 927"/>
                  <a:gd name="T12" fmla="*/ 53 w 65"/>
                  <a:gd name="T13" fmla="*/ 558 h 927"/>
                  <a:gd name="T14" fmla="*/ 53 w 65"/>
                  <a:gd name="T15" fmla="*/ 535 h 927"/>
                  <a:gd name="T16" fmla="*/ 55 w 65"/>
                  <a:gd name="T17" fmla="*/ 455 h 927"/>
                  <a:gd name="T18" fmla="*/ 50 w 65"/>
                  <a:gd name="T19" fmla="*/ 398 h 927"/>
                  <a:gd name="T20" fmla="*/ 51 w 65"/>
                  <a:gd name="T21" fmla="*/ 390 h 927"/>
                  <a:gd name="T22" fmla="*/ 50 w 65"/>
                  <a:gd name="T23" fmla="*/ 318 h 927"/>
                  <a:gd name="T24" fmla="*/ 52 w 65"/>
                  <a:gd name="T25" fmla="*/ 270 h 927"/>
                  <a:gd name="T26" fmla="*/ 53 w 65"/>
                  <a:gd name="T27" fmla="*/ 241 h 927"/>
                  <a:gd name="T28" fmla="*/ 53 w 65"/>
                  <a:gd name="T29" fmla="*/ 237 h 927"/>
                  <a:gd name="T30" fmla="*/ 60 w 65"/>
                  <a:gd name="T31" fmla="*/ 156 h 927"/>
                  <a:gd name="T32" fmla="*/ 55 w 65"/>
                  <a:gd name="T33" fmla="*/ 87 h 927"/>
                  <a:gd name="T34" fmla="*/ 57 w 65"/>
                  <a:gd name="T35" fmla="*/ 82 h 927"/>
                  <a:gd name="T36" fmla="*/ 54 w 65"/>
                  <a:gd name="T37" fmla="*/ 21 h 927"/>
                  <a:gd name="T38" fmla="*/ 41 w 65"/>
                  <a:gd name="T39" fmla="*/ 7 h 927"/>
                  <a:gd name="T40" fmla="*/ 18 w 65"/>
                  <a:gd name="T41" fmla="*/ 11 h 927"/>
                  <a:gd name="T42" fmla="*/ 12 w 65"/>
                  <a:gd name="T43" fmla="*/ 11 h 927"/>
                  <a:gd name="T44" fmla="*/ 11 w 65"/>
                  <a:gd name="T45" fmla="*/ 15 h 927"/>
                  <a:gd name="T46" fmla="*/ 7 w 65"/>
                  <a:gd name="T47" fmla="*/ 21 h 927"/>
                  <a:gd name="T48" fmla="*/ 5 w 65"/>
                  <a:gd name="T49" fmla="*/ 42 h 927"/>
                  <a:gd name="T50" fmla="*/ 3 w 65"/>
                  <a:gd name="T51" fmla="*/ 49 h 927"/>
                  <a:gd name="T52" fmla="*/ 4 w 65"/>
                  <a:gd name="T53" fmla="*/ 153 h 927"/>
                  <a:gd name="T54" fmla="*/ 6 w 65"/>
                  <a:gd name="T55" fmla="*/ 162 h 927"/>
                  <a:gd name="T56" fmla="*/ 6 w 65"/>
                  <a:gd name="T57" fmla="*/ 166 h 927"/>
                  <a:gd name="T58" fmla="*/ 4 w 65"/>
                  <a:gd name="T59" fmla="*/ 210 h 927"/>
                  <a:gd name="T60" fmla="*/ 3 w 65"/>
                  <a:gd name="T61" fmla="*/ 265 h 927"/>
                  <a:gd name="T62" fmla="*/ 2 w 65"/>
                  <a:gd name="T63" fmla="*/ 278 h 927"/>
                  <a:gd name="T64" fmla="*/ 5 w 65"/>
                  <a:gd name="T65" fmla="*/ 286 h 927"/>
                  <a:gd name="T66" fmla="*/ 5 w 65"/>
                  <a:gd name="T67" fmla="*/ 323 h 927"/>
                  <a:gd name="T68" fmla="*/ 6 w 65"/>
                  <a:gd name="T69" fmla="*/ 397 h 927"/>
                  <a:gd name="T70" fmla="*/ 9 w 65"/>
                  <a:gd name="T71" fmla="*/ 444 h 927"/>
                  <a:gd name="T72" fmla="*/ 8 w 65"/>
                  <a:gd name="T73" fmla="*/ 461 h 927"/>
                  <a:gd name="T74" fmla="*/ 6 w 65"/>
                  <a:gd name="T75" fmla="*/ 468 h 927"/>
                  <a:gd name="T76" fmla="*/ 5 w 65"/>
                  <a:gd name="T77" fmla="*/ 468 h 927"/>
                  <a:gd name="T78" fmla="*/ 6 w 65"/>
                  <a:gd name="T79" fmla="*/ 525 h 927"/>
                  <a:gd name="T80" fmla="*/ 6 w 65"/>
                  <a:gd name="T81" fmla="*/ 533 h 927"/>
                  <a:gd name="T82" fmla="*/ 6 w 65"/>
                  <a:gd name="T83" fmla="*/ 539 h 927"/>
                  <a:gd name="T84" fmla="*/ 6 w 65"/>
                  <a:gd name="T85" fmla="*/ 598 h 927"/>
                  <a:gd name="T86" fmla="*/ 6 w 65"/>
                  <a:gd name="T87" fmla="*/ 608 h 927"/>
                  <a:gd name="T88" fmla="*/ 8 w 65"/>
                  <a:gd name="T89" fmla="*/ 616 h 927"/>
                  <a:gd name="T90" fmla="*/ 8 w 65"/>
                  <a:gd name="T91" fmla="*/ 652 h 927"/>
                  <a:gd name="T92" fmla="*/ 8 w 65"/>
                  <a:gd name="T93" fmla="*/ 695 h 927"/>
                  <a:gd name="T94" fmla="*/ 1 w 65"/>
                  <a:gd name="T95" fmla="*/ 708 h 927"/>
                  <a:gd name="T96" fmla="*/ 4 w 65"/>
                  <a:gd name="T97" fmla="*/ 794 h 927"/>
                  <a:gd name="T98" fmla="*/ 2 w 65"/>
                  <a:gd name="T99" fmla="*/ 803 h 927"/>
                  <a:gd name="T100" fmla="*/ 6 w 65"/>
                  <a:gd name="T101" fmla="*/ 899 h 927"/>
                  <a:gd name="T102" fmla="*/ 7 w 65"/>
                  <a:gd name="T103" fmla="*/ 901 h 927"/>
                  <a:gd name="T104" fmla="*/ 6 w 65"/>
                  <a:gd name="T105" fmla="*/ 903 h 927"/>
                  <a:gd name="T106" fmla="*/ 23 w 65"/>
                  <a:gd name="T107" fmla="*/ 926 h 927"/>
                  <a:gd name="T108" fmla="*/ 43 w 65"/>
                  <a:gd name="T109" fmla="*/ 923 h 927"/>
                  <a:gd name="T110" fmla="*/ 58 w 65"/>
                  <a:gd name="T111" fmla="*/ 908 h 927"/>
                  <a:gd name="T112" fmla="*/ 57 w 65"/>
                  <a:gd name="T113" fmla="*/ 814 h 9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5" h="927">
                    <a:moveTo>
                      <a:pt x="57" y="814"/>
                    </a:moveTo>
                    <a:cubicBezTo>
                      <a:pt x="55" y="787"/>
                      <a:pt x="54" y="760"/>
                      <a:pt x="52" y="733"/>
                    </a:cubicBezTo>
                    <a:cubicBezTo>
                      <a:pt x="52" y="730"/>
                      <a:pt x="51" y="728"/>
                      <a:pt x="49" y="725"/>
                    </a:cubicBezTo>
                    <a:cubicBezTo>
                      <a:pt x="50" y="721"/>
                      <a:pt x="50" y="717"/>
                      <a:pt x="50" y="712"/>
                    </a:cubicBezTo>
                    <a:cubicBezTo>
                      <a:pt x="52" y="707"/>
                      <a:pt x="53" y="701"/>
                      <a:pt x="54" y="695"/>
                    </a:cubicBezTo>
                    <a:cubicBezTo>
                      <a:pt x="62" y="672"/>
                      <a:pt x="57" y="642"/>
                      <a:pt x="56" y="620"/>
                    </a:cubicBezTo>
                    <a:cubicBezTo>
                      <a:pt x="55" y="600"/>
                      <a:pt x="55" y="579"/>
                      <a:pt x="53" y="558"/>
                    </a:cubicBezTo>
                    <a:cubicBezTo>
                      <a:pt x="53" y="551"/>
                      <a:pt x="53" y="543"/>
                      <a:pt x="53" y="535"/>
                    </a:cubicBezTo>
                    <a:cubicBezTo>
                      <a:pt x="65" y="512"/>
                      <a:pt x="57" y="479"/>
                      <a:pt x="55" y="455"/>
                    </a:cubicBezTo>
                    <a:cubicBezTo>
                      <a:pt x="54" y="437"/>
                      <a:pt x="53" y="417"/>
                      <a:pt x="50" y="398"/>
                    </a:cubicBezTo>
                    <a:cubicBezTo>
                      <a:pt x="51" y="396"/>
                      <a:pt x="52" y="393"/>
                      <a:pt x="51" y="390"/>
                    </a:cubicBezTo>
                    <a:cubicBezTo>
                      <a:pt x="51" y="366"/>
                      <a:pt x="51" y="342"/>
                      <a:pt x="50" y="318"/>
                    </a:cubicBezTo>
                    <a:cubicBezTo>
                      <a:pt x="51" y="302"/>
                      <a:pt x="51" y="286"/>
                      <a:pt x="52" y="270"/>
                    </a:cubicBezTo>
                    <a:cubicBezTo>
                      <a:pt x="52" y="260"/>
                      <a:pt x="53" y="250"/>
                      <a:pt x="53" y="241"/>
                    </a:cubicBezTo>
                    <a:cubicBezTo>
                      <a:pt x="53" y="239"/>
                      <a:pt x="53" y="238"/>
                      <a:pt x="53" y="237"/>
                    </a:cubicBezTo>
                    <a:cubicBezTo>
                      <a:pt x="62" y="211"/>
                      <a:pt x="60" y="182"/>
                      <a:pt x="60" y="156"/>
                    </a:cubicBezTo>
                    <a:cubicBezTo>
                      <a:pt x="59" y="137"/>
                      <a:pt x="60" y="110"/>
                      <a:pt x="55" y="87"/>
                    </a:cubicBezTo>
                    <a:cubicBezTo>
                      <a:pt x="56" y="86"/>
                      <a:pt x="56" y="84"/>
                      <a:pt x="57" y="82"/>
                    </a:cubicBezTo>
                    <a:cubicBezTo>
                      <a:pt x="61" y="64"/>
                      <a:pt x="55" y="41"/>
                      <a:pt x="54" y="21"/>
                    </a:cubicBezTo>
                    <a:cubicBezTo>
                      <a:pt x="54" y="14"/>
                      <a:pt x="47" y="8"/>
                      <a:pt x="41" y="7"/>
                    </a:cubicBezTo>
                    <a:cubicBezTo>
                      <a:pt x="35" y="0"/>
                      <a:pt x="22" y="2"/>
                      <a:pt x="18" y="11"/>
                    </a:cubicBezTo>
                    <a:cubicBezTo>
                      <a:pt x="17" y="8"/>
                      <a:pt x="13" y="8"/>
                      <a:pt x="12" y="11"/>
                    </a:cubicBezTo>
                    <a:cubicBezTo>
                      <a:pt x="12" y="12"/>
                      <a:pt x="11" y="14"/>
                      <a:pt x="11" y="15"/>
                    </a:cubicBezTo>
                    <a:cubicBezTo>
                      <a:pt x="10" y="17"/>
                      <a:pt x="8" y="18"/>
                      <a:pt x="7" y="21"/>
                    </a:cubicBezTo>
                    <a:cubicBezTo>
                      <a:pt x="6" y="28"/>
                      <a:pt x="5" y="35"/>
                      <a:pt x="5" y="42"/>
                    </a:cubicBezTo>
                    <a:cubicBezTo>
                      <a:pt x="4" y="44"/>
                      <a:pt x="3" y="46"/>
                      <a:pt x="3" y="49"/>
                    </a:cubicBezTo>
                    <a:cubicBezTo>
                      <a:pt x="3" y="84"/>
                      <a:pt x="3" y="119"/>
                      <a:pt x="4" y="153"/>
                    </a:cubicBezTo>
                    <a:cubicBezTo>
                      <a:pt x="4" y="157"/>
                      <a:pt x="5" y="160"/>
                      <a:pt x="6" y="162"/>
                    </a:cubicBezTo>
                    <a:cubicBezTo>
                      <a:pt x="6" y="163"/>
                      <a:pt x="6" y="165"/>
                      <a:pt x="6" y="166"/>
                    </a:cubicBezTo>
                    <a:cubicBezTo>
                      <a:pt x="5" y="181"/>
                      <a:pt x="5" y="195"/>
                      <a:pt x="4" y="210"/>
                    </a:cubicBezTo>
                    <a:cubicBezTo>
                      <a:pt x="3" y="228"/>
                      <a:pt x="3" y="247"/>
                      <a:pt x="3" y="265"/>
                    </a:cubicBezTo>
                    <a:cubicBezTo>
                      <a:pt x="3" y="269"/>
                      <a:pt x="2" y="274"/>
                      <a:pt x="2" y="278"/>
                    </a:cubicBezTo>
                    <a:cubicBezTo>
                      <a:pt x="2" y="281"/>
                      <a:pt x="3" y="284"/>
                      <a:pt x="5" y="286"/>
                    </a:cubicBezTo>
                    <a:cubicBezTo>
                      <a:pt x="5" y="298"/>
                      <a:pt x="5" y="311"/>
                      <a:pt x="5" y="323"/>
                    </a:cubicBezTo>
                    <a:cubicBezTo>
                      <a:pt x="5" y="348"/>
                      <a:pt x="5" y="373"/>
                      <a:pt x="6" y="397"/>
                    </a:cubicBezTo>
                    <a:cubicBezTo>
                      <a:pt x="6" y="412"/>
                      <a:pt x="5" y="429"/>
                      <a:pt x="9" y="444"/>
                    </a:cubicBezTo>
                    <a:cubicBezTo>
                      <a:pt x="9" y="450"/>
                      <a:pt x="8" y="456"/>
                      <a:pt x="8" y="461"/>
                    </a:cubicBezTo>
                    <a:cubicBezTo>
                      <a:pt x="7" y="463"/>
                      <a:pt x="6" y="466"/>
                      <a:pt x="6" y="468"/>
                    </a:cubicBezTo>
                    <a:cubicBezTo>
                      <a:pt x="6" y="468"/>
                      <a:pt x="5" y="468"/>
                      <a:pt x="5" y="468"/>
                    </a:cubicBezTo>
                    <a:cubicBezTo>
                      <a:pt x="5" y="487"/>
                      <a:pt x="5" y="506"/>
                      <a:pt x="6" y="525"/>
                    </a:cubicBezTo>
                    <a:cubicBezTo>
                      <a:pt x="6" y="528"/>
                      <a:pt x="6" y="530"/>
                      <a:pt x="6" y="533"/>
                    </a:cubicBezTo>
                    <a:cubicBezTo>
                      <a:pt x="6" y="535"/>
                      <a:pt x="6" y="537"/>
                      <a:pt x="6" y="539"/>
                    </a:cubicBezTo>
                    <a:cubicBezTo>
                      <a:pt x="5" y="559"/>
                      <a:pt x="6" y="579"/>
                      <a:pt x="6" y="598"/>
                    </a:cubicBezTo>
                    <a:cubicBezTo>
                      <a:pt x="6" y="601"/>
                      <a:pt x="6" y="604"/>
                      <a:pt x="6" y="608"/>
                    </a:cubicBezTo>
                    <a:cubicBezTo>
                      <a:pt x="6" y="611"/>
                      <a:pt x="7" y="614"/>
                      <a:pt x="8" y="616"/>
                    </a:cubicBezTo>
                    <a:cubicBezTo>
                      <a:pt x="8" y="628"/>
                      <a:pt x="7" y="640"/>
                      <a:pt x="8" y="652"/>
                    </a:cubicBezTo>
                    <a:cubicBezTo>
                      <a:pt x="8" y="666"/>
                      <a:pt x="8" y="680"/>
                      <a:pt x="8" y="695"/>
                    </a:cubicBezTo>
                    <a:cubicBezTo>
                      <a:pt x="4" y="697"/>
                      <a:pt x="0" y="702"/>
                      <a:pt x="1" y="708"/>
                    </a:cubicBezTo>
                    <a:cubicBezTo>
                      <a:pt x="2" y="737"/>
                      <a:pt x="3" y="765"/>
                      <a:pt x="4" y="794"/>
                    </a:cubicBezTo>
                    <a:cubicBezTo>
                      <a:pt x="2" y="796"/>
                      <a:pt x="1" y="799"/>
                      <a:pt x="2" y="803"/>
                    </a:cubicBezTo>
                    <a:cubicBezTo>
                      <a:pt x="3" y="835"/>
                      <a:pt x="5" y="867"/>
                      <a:pt x="6" y="899"/>
                    </a:cubicBezTo>
                    <a:cubicBezTo>
                      <a:pt x="6" y="900"/>
                      <a:pt x="7" y="900"/>
                      <a:pt x="7" y="901"/>
                    </a:cubicBezTo>
                    <a:cubicBezTo>
                      <a:pt x="6" y="902"/>
                      <a:pt x="6" y="903"/>
                      <a:pt x="6" y="903"/>
                    </a:cubicBezTo>
                    <a:cubicBezTo>
                      <a:pt x="0" y="916"/>
                      <a:pt x="10" y="927"/>
                      <a:pt x="23" y="926"/>
                    </a:cubicBezTo>
                    <a:cubicBezTo>
                      <a:pt x="29" y="925"/>
                      <a:pt x="36" y="924"/>
                      <a:pt x="43" y="923"/>
                    </a:cubicBezTo>
                    <a:cubicBezTo>
                      <a:pt x="52" y="923"/>
                      <a:pt x="57" y="917"/>
                      <a:pt x="58" y="908"/>
                    </a:cubicBezTo>
                    <a:cubicBezTo>
                      <a:pt x="62" y="878"/>
                      <a:pt x="62" y="845"/>
                      <a:pt x="57" y="814"/>
                    </a:cubicBezTo>
                  </a:path>
                </a:pathLst>
              </a:custGeom>
              <a:solidFill>
                <a:srgbClr val="B3B3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8" name="Freeform 20"/>
              <p:cNvSpPr>
                <a:spLocks/>
              </p:cNvSpPr>
              <p:nvPr/>
            </p:nvSpPr>
            <p:spPr bwMode="auto">
              <a:xfrm>
                <a:off x="4899026" y="3208338"/>
                <a:ext cx="417513" cy="222250"/>
              </a:xfrm>
              <a:custGeom>
                <a:avLst/>
                <a:gdLst>
                  <a:gd name="T0" fmla="*/ 147 w 154"/>
                  <a:gd name="T1" fmla="*/ 2 h 82"/>
                  <a:gd name="T2" fmla="*/ 73 w 154"/>
                  <a:gd name="T3" fmla="*/ 29 h 82"/>
                  <a:gd name="T4" fmla="*/ 5 w 154"/>
                  <a:gd name="T5" fmla="*/ 70 h 82"/>
                  <a:gd name="T6" fmla="*/ 11 w 154"/>
                  <a:gd name="T7" fmla="*/ 81 h 82"/>
                  <a:gd name="T8" fmla="*/ 80 w 154"/>
                  <a:gd name="T9" fmla="*/ 50 h 82"/>
                  <a:gd name="T10" fmla="*/ 150 w 154"/>
                  <a:gd name="T11" fmla="*/ 9 h 82"/>
                  <a:gd name="T12" fmla="*/ 147 w 154"/>
                  <a:gd name="T13" fmla="*/ 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4" h="82">
                    <a:moveTo>
                      <a:pt x="147" y="2"/>
                    </a:moveTo>
                    <a:cubicBezTo>
                      <a:pt x="121" y="8"/>
                      <a:pt x="97" y="18"/>
                      <a:pt x="73" y="29"/>
                    </a:cubicBezTo>
                    <a:cubicBezTo>
                      <a:pt x="50" y="40"/>
                      <a:pt x="23" y="51"/>
                      <a:pt x="5" y="70"/>
                    </a:cubicBezTo>
                    <a:cubicBezTo>
                      <a:pt x="0" y="75"/>
                      <a:pt x="5" y="82"/>
                      <a:pt x="11" y="81"/>
                    </a:cubicBezTo>
                    <a:cubicBezTo>
                      <a:pt x="36" y="76"/>
                      <a:pt x="59" y="61"/>
                      <a:pt x="80" y="50"/>
                    </a:cubicBezTo>
                    <a:cubicBezTo>
                      <a:pt x="104" y="38"/>
                      <a:pt x="128" y="25"/>
                      <a:pt x="150" y="9"/>
                    </a:cubicBezTo>
                    <a:cubicBezTo>
                      <a:pt x="154" y="6"/>
                      <a:pt x="152" y="0"/>
                      <a:pt x="147" y="2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9" name="Freeform 21"/>
              <p:cNvSpPr>
                <a:spLocks/>
              </p:cNvSpPr>
              <p:nvPr/>
            </p:nvSpPr>
            <p:spPr bwMode="auto">
              <a:xfrm>
                <a:off x="5067301" y="3506788"/>
                <a:ext cx="420688" cy="114300"/>
              </a:xfrm>
              <a:custGeom>
                <a:avLst/>
                <a:gdLst>
                  <a:gd name="T0" fmla="*/ 148 w 155"/>
                  <a:gd name="T1" fmla="*/ 0 h 42"/>
                  <a:gd name="T2" fmla="*/ 78 w 155"/>
                  <a:gd name="T3" fmla="*/ 8 h 42"/>
                  <a:gd name="T4" fmla="*/ 5 w 155"/>
                  <a:gd name="T5" fmla="*/ 22 h 42"/>
                  <a:gd name="T6" fmla="*/ 5 w 155"/>
                  <a:gd name="T7" fmla="*/ 32 h 42"/>
                  <a:gd name="T8" fmla="*/ 150 w 155"/>
                  <a:gd name="T9" fmla="*/ 9 h 42"/>
                  <a:gd name="T10" fmla="*/ 148 w 155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5" h="42">
                    <a:moveTo>
                      <a:pt x="148" y="0"/>
                    </a:moveTo>
                    <a:cubicBezTo>
                      <a:pt x="125" y="1"/>
                      <a:pt x="101" y="4"/>
                      <a:pt x="78" y="8"/>
                    </a:cubicBezTo>
                    <a:cubicBezTo>
                      <a:pt x="54" y="12"/>
                      <a:pt x="28" y="14"/>
                      <a:pt x="5" y="22"/>
                    </a:cubicBezTo>
                    <a:cubicBezTo>
                      <a:pt x="0" y="24"/>
                      <a:pt x="0" y="31"/>
                      <a:pt x="5" y="32"/>
                    </a:cubicBezTo>
                    <a:cubicBezTo>
                      <a:pt x="51" y="42"/>
                      <a:pt x="108" y="30"/>
                      <a:pt x="150" y="9"/>
                    </a:cubicBezTo>
                    <a:cubicBezTo>
                      <a:pt x="155" y="7"/>
                      <a:pt x="153" y="0"/>
                      <a:pt x="148" y="0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0" name="Freeform 22"/>
              <p:cNvSpPr>
                <a:spLocks/>
              </p:cNvSpPr>
              <p:nvPr/>
            </p:nvSpPr>
            <p:spPr bwMode="auto">
              <a:xfrm>
                <a:off x="5205413" y="3767138"/>
                <a:ext cx="466725" cy="80963"/>
              </a:xfrm>
              <a:custGeom>
                <a:avLst/>
                <a:gdLst>
                  <a:gd name="T0" fmla="*/ 165 w 172"/>
                  <a:gd name="T1" fmla="*/ 8 h 30"/>
                  <a:gd name="T2" fmla="*/ 93 w 172"/>
                  <a:gd name="T3" fmla="*/ 4 h 30"/>
                  <a:gd name="T4" fmla="*/ 15 w 172"/>
                  <a:gd name="T5" fmla="*/ 0 h 30"/>
                  <a:gd name="T6" fmla="*/ 12 w 172"/>
                  <a:gd name="T7" fmla="*/ 22 h 30"/>
                  <a:gd name="T8" fmla="*/ 89 w 172"/>
                  <a:gd name="T9" fmla="*/ 29 h 30"/>
                  <a:gd name="T10" fmla="*/ 165 w 172"/>
                  <a:gd name="T11" fmla="*/ 21 h 30"/>
                  <a:gd name="T12" fmla="*/ 165 w 172"/>
                  <a:gd name="T13" fmla="*/ 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2" h="30">
                    <a:moveTo>
                      <a:pt x="165" y="8"/>
                    </a:moveTo>
                    <a:cubicBezTo>
                      <a:pt x="142" y="2"/>
                      <a:pt x="117" y="4"/>
                      <a:pt x="93" y="4"/>
                    </a:cubicBezTo>
                    <a:cubicBezTo>
                      <a:pt x="67" y="3"/>
                      <a:pt x="41" y="2"/>
                      <a:pt x="15" y="0"/>
                    </a:cubicBezTo>
                    <a:cubicBezTo>
                      <a:pt x="3" y="0"/>
                      <a:pt x="0" y="20"/>
                      <a:pt x="12" y="22"/>
                    </a:cubicBezTo>
                    <a:cubicBezTo>
                      <a:pt x="37" y="26"/>
                      <a:pt x="63" y="29"/>
                      <a:pt x="89" y="29"/>
                    </a:cubicBezTo>
                    <a:cubicBezTo>
                      <a:pt x="114" y="29"/>
                      <a:pt x="141" y="30"/>
                      <a:pt x="165" y="21"/>
                    </a:cubicBezTo>
                    <a:cubicBezTo>
                      <a:pt x="171" y="19"/>
                      <a:pt x="172" y="9"/>
                      <a:pt x="165" y="8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1" name="Freeform 23"/>
              <p:cNvSpPr>
                <a:spLocks/>
              </p:cNvSpPr>
              <p:nvPr/>
            </p:nvSpPr>
            <p:spPr bwMode="auto">
              <a:xfrm>
                <a:off x="5332413" y="3994150"/>
                <a:ext cx="542925" cy="166688"/>
              </a:xfrm>
              <a:custGeom>
                <a:avLst/>
                <a:gdLst>
                  <a:gd name="T0" fmla="*/ 194 w 200"/>
                  <a:gd name="T1" fmla="*/ 32 h 61"/>
                  <a:gd name="T2" fmla="*/ 14 w 200"/>
                  <a:gd name="T3" fmla="*/ 3 h 61"/>
                  <a:gd name="T4" fmla="*/ 8 w 200"/>
                  <a:gd name="T5" fmla="*/ 18 h 61"/>
                  <a:gd name="T6" fmla="*/ 195 w 200"/>
                  <a:gd name="T7" fmla="*/ 41 h 61"/>
                  <a:gd name="T8" fmla="*/ 194 w 200"/>
                  <a:gd name="T9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" h="61">
                    <a:moveTo>
                      <a:pt x="194" y="32"/>
                    </a:moveTo>
                    <a:cubicBezTo>
                      <a:pt x="131" y="35"/>
                      <a:pt x="73" y="23"/>
                      <a:pt x="14" y="3"/>
                    </a:cubicBezTo>
                    <a:cubicBezTo>
                      <a:pt x="5" y="0"/>
                      <a:pt x="0" y="13"/>
                      <a:pt x="8" y="18"/>
                    </a:cubicBezTo>
                    <a:cubicBezTo>
                      <a:pt x="62" y="55"/>
                      <a:pt x="134" y="61"/>
                      <a:pt x="195" y="41"/>
                    </a:cubicBezTo>
                    <a:cubicBezTo>
                      <a:pt x="200" y="39"/>
                      <a:pt x="199" y="32"/>
                      <a:pt x="194" y="32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2" name="Freeform 26"/>
              <p:cNvSpPr>
                <a:spLocks/>
              </p:cNvSpPr>
              <p:nvPr/>
            </p:nvSpPr>
            <p:spPr bwMode="auto">
              <a:xfrm>
                <a:off x="5313363" y="4729163"/>
                <a:ext cx="377825" cy="322263"/>
              </a:xfrm>
              <a:custGeom>
                <a:avLst/>
                <a:gdLst>
                  <a:gd name="T0" fmla="*/ 135 w 139"/>
                  <a:gd name="T1" fmla="*/ 110 h 119"/>
                  <a:gd name="T2" fmla="*/ 20 w 139"/>
                  <a:gd name="T3" fmla="*/ 8 h 119"/>
                  <a:gd name="T4" fmla="*/ 5 w 139"/>
                  <a:gd name="T5" fmla="*/ 17 h 119"/>
                  <a:gd name="T6" fmla="*/ 132 w 139"/>
                  <a:gd name="T7" fmla="*/ 118 h 119"/>
                  <a:gd name="T8" fmla="*/ 135 w 139"/>
                  <a:gd name="T9" fmla="*/ 11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119">
                    <a:moveTo>
                      <a:pt x="135" y="110"/>
                    </a:moveTo>
                    <a:cubicBezTo>
                      <a:pt x="93" y="80"/>
                      <a:pt x="50" y="51"/>
                      <a:pt x="20" y="8"/>
                    </a:cubicBezTo>
                    <a:cubicBezTo>
                      <a:pt x="14" y="0"/>
                      <a:pt x="0" y="7"/>
                      <a:pt x="5" y="17"/>
                    </a:cubicBezTo>
                    <a:cubicBezTo>
                      <a:pt x="34" y="65"/>
                      <a:pt x="75" y="108"/>
                      <a:pt x="132" y="118"/>
                    </a:cubicBezTo>
                    <a:cubicBezTo>
                      <a:pt x="137" y="119"/>
                      <a:pt x="139" y="113"/>
                      <a:pt x="135" y="110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3" name="Freeform 27"/>
              <p:cNvSpPr>
                <a:spLocks/>
              </p:cNvSpPr>
              <p:nvPr/>
            </p:nvSpPr>
            <p:spPr bwMode="auto">
              <a:xfrm>
                <a:off x="5243513" y="4959350"/>
                <a:ext cx="290513" cy="360363"/>
              </a:xfrm>
              <a:custGeom>
                <a:avLst/>
                <a:gdLst>
                  <a:gd name="T0" fmla="*/ 106 w 107"/>
                  <a:gd name="T1" fmla="*/ 123 h 133"/>
                  <a:gd name="T2" fmla="*/ 69 w 107"/>
                  <a:gd name="T3" fmla="*/ 66 h 133"/>
                  <a:gd name="T4" fmla="*/ 17 w 107"/>
                  <a:gd name="T5" fmla="*/ 7 h 133"/>
                  <a:gd name="T6" fmla="*/ 5 w 107"/>
                  <a:gd name="T7" fmla="*/ 16 h 133"/>
                  <a:gd name="T8" fmla="*/ 50 w 107"/>
                  <a:gd name="T9" fmla="*/ 81 h 133"/>
                  <a:gd name="T10" fmla="*/ 96 w 107"/>
                  <a:gd name="T11" fmla="*/ 130 h 133"/>
                  <a:gd name="T12" fmla="*/ 106 w 107"/>
                  <a:gd name="T13" fmla="*/ 123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" h="133">
                    <a:moveTo>
                      <a:pt x="106" y="123"/>
                    </a:moveTo>
                    <a:cubicBezTo>
                      <a:pt x="99" y="101"/>
                      <a:pt x="83" y="84"/>
                      <a:pt x="69" y="66"/>
                    </a:cubicBezTo>
                    <a:cubicBezTo>
                      <a:pt x="52" y="46"/>
                      <a:pt x="34" y="27"/>
                      <a:pt x="17" y="7"/>
                    </a:cubicBezTo>
                    <a:cubicBezTo>
                      <a:pt x="12" y="0"/>
                      <a:pt x="0" y="9"/>
                      <a:pt x="5" y="16"/>
                    </a:cubicBezTo>
                    <a:cubicBezTo>
                      <a:pt x="21" y="38"/>
                      <a:pt x="35" y="60"/>
                      <a:pt x="50" y="81"/>
                    </a:cubicBezTo>
                    <a:cubicBezTo>
                      <a:pt x="64" y="98"/>
                      <a:pt x="77" y="118"/>
                      <a:pt x="96" y="130"/>
                    </a:cubicBezTo>
                    <a:cubicBezTo>
                      <a:pt x="101" y="133"/>
                      <a:pt x="107" y="128"/>
                      <a:pt x="106" y="123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4" name="Freeform 28"/>
              <p:cNvSpPr>
                <a:spLocks/>
              </p:cNvSpPr>
              <p:nvPr/>
            </p:nvSpPr>
            <p:spPr bwMode="auto">
              <a:xfrm>
                <a:off x="5097463" y="5103813"/>
                <a:ext cx="211138" cy="444500"/>
              </a:xfrm>
              <a:custGeom>
                <a:avLst/>
                <a:gdLst>
                  <a:gd name="T0" fmla="*/ 55 w 78"/>
                  <a:gd name="T1" fmla="*/ 80 h 164"/>
                  <a:gd name="T2" fmla="*/ 19 w 78"/>
                  <a:gd name="T3" fmla="*/ 7 h 164"/>
                  <a:gd name="T4" fmla="*/ 3 w 78"/>
                  <a:gd name="T5" fmla="*/ 14 h 164"/>
                  <a:gd name="T6" fmla="*/ 34 w 78"/>
                  <a:gd name="T7" fmla="*/ 89 h 164"/>
                  <a:gd name="T8" fmla="*/ 65 w 78"/>
                  <a:gd name="T9" fmla="*/ 159 h 164"/>
                  <a:gd name="T10" fmla="*/ 78 w 78"/>
                  <a:gd name="T11" fmla="*/ 156 h 164"/>
                  <a:gd name="T12" fmla="*/ 55 w 78"/>
                  <a:gd name="T13" fmla="*/ 8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64">
                    <a:moveTo>
                      <a:pt x="55" y="80"/>
                    </a:moveTo>
                    <a:cubicBezTo>
                      <a:pt x="44" y="55"/>
                      <a:pt x="33" y="30"/>
                      <a:pt x="19" y="7"/>
                    </a:cubicBezTo>
                    <a:cubicBezTo>
                      <a:pt x="14" y="0"/>
                      <a:pt x="0" y="5"/>
                      <a:pt x="3" y="14"/>
                    </a:cubicBezTo>
                    <a:cubicBezTo>
                      <a:pt x="13" y="39"/>
                      <a:pt x="24" y="64"/>
                      <a:pt x="34" y="89"/>
                    </a:cubicBezTo>
                    <a:cubicBezTo>
                      <a:pt x="43" y="113"/>
                      <a:pt x="50" y="139"/>
                      <a:pt x="65" y="159"/>
                    </a:cubicBezTo>
                    <a:cubicBezTo>
                      <a:pt x="69" y="164"/>
                      <a:pt x="78" y="163"/>
                      <a:pt x="78" y="156"/>
                    </a:cubicBezTo>
                    <a:cubicBezTo>
                      <a:pt x="77" y="130"/>
                      <a:pt x="65" y="104"/>
                      <a:pt x="55" y="80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5" name="Freeform 29"/>
              <p:cNvSpPr>
                <a:spLocks/>
              </p:cNvSpPr>
              <p:nvPr/>
            </p:nvSpPr>
            <p:spPr bwMode="auto">
              <a:xfrm>
                <a:off x="4910138" y="5254625"/>
                <a:ext cx="184150" cy="401638"/>
              </a:xfrm>
              <a:custGeom>
                <a:avLst/>
                <a:gdLst>
                  <a:gd name="T0" fmla="*/ 43 w 68"/>
                  <a:gd name="T1" fmla="*/ 65 h 148"/>
                  <a:gd name="T2" fmla="*/ 7 w 68"/>
                  <a:gd name="T3" fmla="*/ 1 h 148"/>
                  <a:gd name="T4" fmla="*/ 5 w 68"/>
                  <a:gd name="T5" fmla="*/ 1 h 148"/>
                  <a:gd name="T6" fmla="*/ 24 w 68"/>
                  <a:gd name="T7" fmla="*/ 73 h 148"/>
                  <a:gd name="T8" fmla="*/ 57 w 68"/>
                  <a:gd name="T9" fmla="*/ 144 h 148"/>
                  <a:gd name="T10" fmla="*/ 68 w 68"/>
                  <a:gd name="T11" fmla="*/ 140 h 148"/>
                  <a:gd name="T12" fmla="*/ 43 w 68"/>
                  <a:gd name="T13" fmla="*/ 65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48">
                    <a:moveTo>
                      <a:pt x="43" y="65"/>
                    </a:moveTo>
                    <a:cubicBezTo>
                      <a:pt x="34" y="45"/>
                      <a:pt x="26" y="14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0" y="24"/>
                      <a:pt x="16" y="53"/>
                      <a:pt x="24" y="73"/>
                    </a:cubicBezTo>
                    <a:cubicBezTo>
                      <a:pt x="32" y="96"/>
                      <a:pt x="40" y="126"/>
                      <a:pt x="57" y="144"/>
                    </a:cubicBezTo>
                    <a:cubicBezTo>
                      <a:pt x="60" y="148"/>
                      <a:pt x="68" y="145"/>
                      <a:pt x="68" y="140"/>
                    </a:cubicBezTo>
                    <a:cubicBezTo>
                      <a:pt x="68" y="115"/>
                      <a:pt x="52" y="88"/>
                      <a:pt x="43" y="65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6" name="Freeform 30"/>
              <p:cNvSpPr>
                <a:spLocks/>
              </p:cNvSpPr>
              <p:nvPr/>
            </p:nvSpPr>
            <p:spPr bwMode="auto">
              <a:xfrm>
                <a:off x="4729163" y="5327650"/>
                <a:ext cx="127000" cy="469900"/>
              </a:xfrm>
              <a:custGeom>
                <a:avLst/>
                <a:gdLst>
                  <a:gd name="T0" fmla="*/ 37 w 47"/>
                  <a:gd name="T1" fmla="*/ 93 h 173"/>
                  <a:gd name="T2" fmla="*/ 18 w 47"/>
                  <a:gd name="T3" fmla="*/ 11 h 173"/>
                  <a:gd name="T4" fmla="*/ 2 w 47"/>
                  <a:gd name="T5" fmla="*/ 15 h 173"/>
                  <a:gd name="T6" fmla="*/ 15 w 47"/>
                  <a:gd name="T7" fmla="*/ 95 h 173"/>
                  <a:gd name="T8" fmla="*/ 31 w 47"/>
                  <a:gd name="T9" fmla="*/ 168 h 173"/>
                  <a:gd name="T10" fmla="*/ 43 w 47"/>
                  <a:gd name="T11" fmla="*/ 167 h 173"/>
                  <a:gd name="T12" fmla="*/ 37 w 47"/>
                  <a:gd name="T13" fmla="*/ 9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173">
                    <a:moveTo>
                      <a:pt x="37" y="93"/>
                    </a:moveTo>
                    <a:cubicBezTo>
                      <a:pt x="32" y="65"/>
                      <a:pt x="25" y="38"/>
                      <a:pt x="18" y="11"/>
                    </a:cubicBezTo>
                    <a:cubicBezTo>
                      <a:pt x="15" y="0"/>
                      <a:pt x="0" y="5"/>
                      <a:pt x="2" y="15"/>
                    </a:cubicBezTo>
                    <a:cubicBezTo>
                      <a:pt x="7" y="42"/>
                      <a:pt x="11" y="69"/>
                      <a:pt x="15" y="95"/>
                    </a:cubicBezTo>
                    <a:cubicBezTo>
                      <a:pt x="19" y="120"/>
                      <a:pt x="20" y="146"/>
                      <a:pt x="31" y="168"/>
                    </a:cubicBezTo>
                    <a:cubicBezTo>
                      <a:pt x="33" y="173"/>
                      <a:pt x="42" y="172"/>
                      <a:pt x="43" y="167"/>
                    </a:cubicBezTo>
                    <a:cubicBezTo>
                      <a:pt x="47" y="143"/>
                      <a:pt x="41" y="117"/>
                      <a:pt x="37" y="93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7" name="Freeform 31"/>
              <p:cNvSpPr>
                <a:spLocks/>
              </p:cNvSpPr>
              <p:nvPr/>
            </p:nvSpPr>
            <p:spPr bwMode="auto">
              <a:xfrm>
                <a:off x="4487863" y="5380038"/>
                <a:ext cx="96838" cy="584200"/>
              </a:xfrm>
              <a:custGeom>
                <a:avLst/>
                <a:gdLst>
                  <a:gd name="T0" fmla="*/ 29 w 36"/>
                  <a:gd name="T1" fmla="*/ 110 h 216"/>
                  <a:gd name="T2" fmla="*/ 15 w 36"/>
                  <a:gd name="T3" fmla="*/ 8 h 216"/>
                  <a:gd name="T4" fmla="*/ 1 w 36"/>
                  <a:gd name="T5" fmla="*/ 10 h 216"/>
                  <a:gd name="T6" fmla="*/ 8 w 36"/>
                  <a:gd name="T7" fmla="*/ 114 h 216"/>
                  <a:gd name="T8" fmla="*/ 17 w 36"/>
                  <a:gd name="T9" fmla="*/ 211 h 216"/>
                  <a:gd name="T10" fmla="*/ 26 w 36"/>
                  <a:gd name="T11" fmla="*/ 211 h 216"/>
                  <a:gd name="T12" fmla="*/ 29 w 36"/>
                  <a:gd name="T13" fmla="*/ 11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16">
                    <a:moveTo>
                      <a:pt x="29" y="110"/>
                    </a:moveTo>
                    <a:cubicBezTo>
                      <a:pt x="26" y="76"/>
                      <a:pt x="22" y="42"/>
                      <a:pt x="15" y="8"/>
                    </a:cubicBezTo>
                    <a:cubicBezTo>
                      <a:pt x="14" y="0"/>
                      <a:pt x="0" y="2"/>
                      <a:pt x="1" y="10"/>
                    </a:cubicBezTo>
                    <a:cubicBezTo>
                      <a:pt x="3" y="44"/>
                      <a:pt x="6" y="79"/>
                      <a:pt x="8" y="114"/>
                    </a:cubicBezTo>
                    <a:cubicBezTo>
                      <a:pt x="9" y="146"/>
                      <a:pt x="8" y="180"/>
                      <a:pt x="17" y="211"/>
                    </a:cubicBezTo>
                    <a:cubicBezTo>
                      <a:pt x="19" y="215"/>
                      <a:pt x="25" y="216"/>
                      <a:pt x="26" y="211"/>
                    </a:cubicBezTo>
                    <a:cubicBezTo>
                      <a:pt x="36" y="178"/>
                      <a:pt x="32" y="143"/>
                      <a:pt x="29" y="110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8" name="Freeform 32"/>
              <p:cNvSpPr>
                <a:spLocks/>
              </p:cNvSpPr>
              <p:nvPr/>
            </p:nvSpPr>
            <p:spPr bwMode="auto">
              <a:xfrm>
                <a:off x="4184651" y="5387975"/>
                <a:ext cx="157163" cy="574675"/>
              </a:xfrm>
              <a:custGeom>
                <a:avLst/>
                <a:gdLst>
                  <a:gd name="T0" fmla="*/ 55 w 58"/>
                  <a:gd name="T1" fmla="*/ 11 h 212"/>
                  <a:gd name="T2" fmla="*/ 39 w 58"/>
                  <a:gd name="T3" fmla="*/ 9 h 212"/>
                  <a:gd name="T4" fmla="*/ 19 w 58"/>
                  <a:gd name="T5" fmla="*/ 109 h 212"/>
                  <a:gd name="T6" fmla="*/ 0 w 58"/>
                  <a:gd name="T7" fmla="*/ 203 h 212"/>
                  <a:gd name="T8" fmla="*/ 12 w 58"/>
                  <a:gd name="T9" fmla="*/ 206 h 212"/>
                  <a:gd name="T10" fmla="*/ 41 w 58"/>
                  <a:gd name="T11" fmla="*/ 111 h 212"/>
                  <a:gd name="T12" fmla="*/ 55 w 58"/>
                  <a:gd name="T13" fmla="*/ 11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212">
                    <a:moveTo>
                      <a:pt x="55" y="11"/>
                    </a:moveTo>
                    <a:cubicBezTo>
                      <a:pt x="54" y="2"/>
                      <a:pt x="43" y="0"/>
                      <a:pt x="39" y="9"/>
                    </a:cubicBezTo>
                    <a:cubicBezTo>
                      <a:pt x="28" y="39"/>
                      <a:pt x="26" y="76"/>
                      <a:pt x="19" y="109"/>
                    </a:cubicBezTo>
                    <a:cubicBezTo>
                      <a:pt x="13" y="140"/>
                      <a:pt x="1" y="171"/>
                      <a:pt x="0" y="203"/>
                    </a:cubicBezTo>
                    <a:cubicBezTo>
                      <a:pt x="0" y="210"/>
                      <a:pt x="9" y="212"/>
                      <a:pt x="12" y="206"/>
                    </a:cubicBezTo>
                    <a:cubicBezTo>
                      <a:pt x="29" y="178"/>
                      <a:pt x="35" y="143"/>
                      <a:pt x="41" y="111"/>
                    </a:cubicBezTo>
                    <a:cubicBezTo>
                      <a:pt x="48" y="80"/>
                      <a:pt x="58" y="43"/>
                      <a:pt x="55" y="11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9" name="Freeform 33"/>
              <p:cNvSpPr>
                <a:spLocks/>
              </p:cNvSpPr>
              <p:nvPr/>
            </p:nvSpPr>
            <p:spPr bwMode="auto">
              <a:xfrm>
                <a:off x="3840163" y="5349875"/>
                <a:ext cx="276225" cy="463550"/>
              </a:xfrm>
              <a:custGeom>
                <a:avLst/>
                <a:gdLst>
                  <a:gd name="T0" fmla="*/ 84 w 102"/>
                  <a:gd name="T1" fmla="*/ 9 h 171"/>
                  <a:gd name="T2" fmla="*/ 38 w 102"/>
                  <a:gd name="T3" fmla="*/ 85 h 171"/>
                  <a:gd name="T4" fmla="*/ 2 w 102"/>
                  <a:gd name="T5" fmla="*/ 160 h 171"/>
                  <a:gd name="T6" fmla="*/ 12 w 102"/>
                  <a:gd name="T7" fmla="*/ 166 h 171"/>
                  <a:gd name="T8" fmla="*/ 56 w 102"/>
                  <a:gd name="T9" fmla="*/ 96 h 171"/>
                  <a:gd name="T10" fmla="*/ 97 w 102"/>
                  <a:gd name="T11" fmla="*/ 17 h 171"/>
                  <a:gd name="T12" fmla="*/ 84 w 102"/>
                  <a:gd name="T13" fmla="*/ 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2" h="171">
                    <a:moveTo>
                      <a:pt x="84" y="9"/>
                    </a:moveTo>
                    <a:cubicBezTo>
                      <a:pt x="68" y="34"/>
                      <a:pt x="53" y="59"/>
                      <a:pt x="38" y="85"/>
                    </a:cubicBezTo>
                    <a:cubicBezTo>
                      <a:pt x="25" y="109"/>
                      <a:pt x="8" y="133"/>
                      <a:pt x="2" y="160"/>
                    </a:cubicBezTo>
                    <a:cubicBezTo>
                      <a:pt x="0" y="166"/>
                      <a:pt x="8" y="171"/>
                      <a:pt x="12" y="166"/>
                    </a:cubicBezTo>
                    <a:cubicBezTo>
                      <a:pt x="31" y="147"/>
                      <a:pt x="43" y="119"/>
                      <a:pt x="56" y="96"/>
                    </a:cubicBezTo>
                    <a:cubicBezTo>
                      <a:pt x="70" y="69"/>
                      <a:pt x="84" y="43"/>
                      <a:pt x="97" y="17"/>
                    </a:cubicBezTo>
                    <a:cubicBezTo>
                      <a:pt x="102" y="8"/>
                      <a:pt x="89" y="0"/>
                      <a:pt x="84" y="9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0" name="Freeform 34"/>
              <p:cNvSpPr>
                <a:spLocks/>
              </p:cNvSpPr>
              <p:nvPr/>
            </p:nvSpPr>
            <p:spPr bwMode="auto">
              <a:xfrm>
                <a:off x="3546476" y="5295900"/>
                <a:ext cx="323850" cy="325438"/>
              </a:xfrm>
              <a:custGeom>
                <a:avLst/>
                <a:gdLst>
                  <a:gd name="T0" fmla="*/ 94 w 119"/>
                  <a:gd name="T1" fmla="*/ 10 h 120"/>
                  <a:gd name="T2" fmla="*/ 3 w 119"/>
                  <a:gd name="T3" fmla="*/ 111 h 120"/>
                  <a:gd name="T4" fmla="*/ 10 w 119"/>
                  <a:gd name="T5" fmla="*/ 118 h 120"/>
                  <a:gd name="T6" fmla="*/ 110 w 119"/>
                  <a:gd name="T7" fmla="*/ 26 h 120"/>
                  <a:gd name="T8" fmla="*/ 94 w 119"/>
                  <a:gd name="T9" fmla="*/ 1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120">
                    <a:moveTo>
                      <a:pt x="94" y="10"/>
                    </a:moveTo>
                    <a:cubicBezTo>
                      <a:pt x="64" y="44"/>
                      <a:pt x="30" y="74"/>
                      <a:pt x="3" y="111"/>
                    </a:cubicBezTo>
                    <a:cubicBezTo>
                      <a:pt x="0" y="115"/>
                      <a:pt x="6" y="120"/>
                      <a:pt x="10" y="118"/>
                    </a:cubicBezTo>
                    <a:cubicBezTo>
                      <a:pt x="49" y="95"/>
                      <a:pt x="80" y="59"/>
                      <a:pt x="110" y="26"/>
                    </a:cubicBezTo>
                    <a:cubicBezTo>
                      <a:pt x="119" y="15"/>
                      <a:pt x="104" y="0"/>
                      <a:pt x="94" y="10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1" name="Freeform 35"/>
              <p:cNvSpPr>
                <a:spLocks/>
              </p:cNvSpPr>
              <p:nvPr/>
            </p:nvSpPr>
            <p:spPr bwMode="auto">
              <a:xfrm>
                <a:off x="3284538" y="5168900"/>
                <a:ext cx="414338" cy="261938"/>
              </a:xfrm>
              <a:custGeom>
                <a:avLst/>
                <a:gdLst>
                  <a:gd name="T0" fmla="*/ 132 w 153"/>
                  <a:gd name="T1" fmla="*/ 6 h 97"/>
                  <a:gd name="T2" fmla="*/ 4 w 153"/>
                  <a:gd name="T3" fmla="*/ 86 h 97"/>
                  <a:gd name="T4" fmla="*/ 9 w 153"/>
                  <a:gd name="T5" fmla="*/ 95 h 97"/>
                  <a:gd name="T6" fmla="*/ 142 w 153"/>
                  <a:gd name="T7" fmla="*/ 23 h 97"/>
                  <a:gd name="T8" fmla="*/ 132 w 153"/>
                  <a:gd name="T9" fmla="*/ 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" h="97">
                    <a:moveTo>
                      <a:pt x="132" y="6"/>
                    </a:moveTo>
                    <a:cubicBezTo>
                      <a:pt x="89" y="29"/>
                      <a:pt x="40" y="52"/>
                      <a:pt x="4" y="86"/>
                    </a:cubicBezTo>
                    <a:cubicBezTo>
                      <a:pt x="0" y="90"/>
                      <a:pt x="4" y="97"/>
                      <a:pt x="9" y="95"/>
                    </a:cubicBezTo>
                    <a:cubicBezTo>
                      <a:pt x="57" y="80"/>
                      <a:pt x="101" y="50"/>
                      <a:pt x="142" y="23"/>
                    </a:cubicBezTo>
                    <a:cubicBezTo>
                      <a:pt x="153" y="16"/>
                      <a:pt x="143" y="0"/>
                      <a:pt x="132" y="6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2" name="Freeform 36"/>
              <p:cNvSpPr>
                <a:spLocks/>
              </p:cNvSpPr>
              <p:nvPr/>
            </p:nvSpPr>
            <p:spPr bwMode="auto">
              <a:xfrm>
                <a:off x="3154363" y="5073650"/>
                <a:ext cx="392113" cy="115888"/>
              </a:xfrm>
              <a:custGeom>
                <a:avLst/>
                <a:gdLst>
                  <a:gd name="T0" fmla="*/ 132 w 145"/>
                  <a:gd name="T1" fmla="*/ 1 h 43"/>
                  <a:gd name="T2" fmla="*/ 5 w 145"/>
                  <a:gd name="T3" fmla="*/ 30 h 43"/>
                  <a:gd name="T4" fmla="*/ 8 w 145"/>
                  <a:gd name="T5" fmla="*/ 42 h 43"/>
                  <a:gd name="T6" fmla="*/ 132 w 145"/>
                  <a:gd name="T7" fmla="*/ 20 h 43"/>
                  <a:gd name="T8" fmla="*/ 132 w 145"/>
                  <a:gd name="T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43">
                    <a:moveTo>
                      <a:pt x="132" y="1"/>
                    </a:moveTo>
                    <a:cubicBezTo>
                      <a:pt x="90" y="3"/>
                      <a:pt x="41" y="8"/>
                      <a:pt x="5" y="30"/>
                    </a:cubicBezTo>
                    <a:cubicBezTo>
                      <a:pt x="0" y="33"/>
                      <a:pt x="2" y="43"/>
                      <a:pt x="8" y="42"/>
                    </a:cubicBezTo>
                    <a:cubicBezTo>
                      <a:pt x="50" y="39"/>
                      <a:pt x="90" y="25"/>
                      <a:pt x="132" y="20"/>
                    </a:cubicBezTo>
                    <a:cubicBezTo>
                      <a:pt x="144" y="18"/>
                      <a:pt x="145" y="0"/>
                      <a:pt x="132" y="1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3" name="Freeform 37"/>
              <p:cNvSpPr>
                <a:spLocks/>
              </p:cNvSpPr>
              <p:nvPr/>
            </p:nvSpPr>
            <p:spPr bwMode="auto">
              <a:xfrm>
                <a:off x="2986088" y="4881563"/>
                <a:ext cx="452438" cy="115888"/>
              </a:xfrm>
              <a:custGeom>
                <a:avLst/>
                <a:gdLst>
                  <a:gd name="T0" fmla="*/ 147 w 167"/>
                  <a:gd name="T1" fmla="*/ 2 h 43"/>
                  <a:gd name="T2" fmla="*/ 5 w 167"/>
                  <a:gd name="T3" fmla="*/ 30 h 43"/>
                  <a:gd name="T4" fmla="*/ 6 w 167"/>
                  <a:gd name="T5" fmla="*/ 40 h 43"/>
                  <a:gd name="T6" fmla="*/ 153 w 167"/>
                  <a:gd name="T7" fmla="*/ 23 h 43"/>
                  <a:gd name="T8" fmla="*/ 147 w 167"/>
                  <a:gd name="T9" fmla="*/ 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43">
                    <a:moveTo>
                      <a:pt x="147" y="2"/>
                    </a:moveTo>
                    <a:cubicBezTo>
                      <a:pt x="99" y="9"/>
                      <a:pt x="50" y="12"/>
                      <a:pt x="5" y="30"/>
                    </a:cubicBezTo>
                    <a:cubicBezTo>
                      <a:pt x="0" y="32"/>
                      <a:pt x="0" y="39"/>
                      <a:pt x="6" y="40"/>
                    </a:cubicBezTo>
                    <a:cubicBezTo>
                      <a:pt x="55" y="43"/>
                      <a:pt x="105" y="31"/>
                      <a:pt x="153" y="23"/>
                    </a:cubicBezTo>
                    <a:cubicBezTo>
                      <a:pt x="167" y="21"/>
                      <a:pt x="161" y="0"/>
                      <a:pt x="147" y="2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4" name="Freeform 38"/>
              <p:cNvSpPr>
                <a:spLocks/>
              </p:cNvSpPr>
              <p:nvPr/>
            </p:nvSpPr>
            <p:spPr bwMode="auto">
              <a:xfrm>
                <a:off x="2973388" y="4651375"/>
                <a:ext cx="368300" cy="101600"/>
              </a:xfrm>
              <a:custGeom>
                <a:avLst/>
                <a:gdLst>
                  <a:gd name="T0" fmla="*/ 122 w 136"/>
                  <a:gd name="T1" fmla="*/ 3 h 38"/>
                  <a:gd name="T2" fmla="*/ 7 w 136"/>
                  <a:gd name="T3" fmla="*/ 1 h 38"/>
                  <a:gd name="T4" fmla="*/ 3 w 136"/>
                  <a:gd name="T5" fmla="*/ 8 h 38"/>
                  <a:gd name="T6" fmla="*/ 127 w 136"/>
                  <a:gd name="T7" fmla="*/ 19 h 38"/>
                  <a:gd name="T8" fmla="*/ 122 w 136"/>
                  <a:gd name="T9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38">
                    <a:moveTo>
                      <a:pt x="122" y="3"/>
                    </a:moveTo>
                    <a:cubicBezTo>
                      <a:pt x="83" y="14"/>
                      <a:pt x="46" y="7"/>
                      <a:pt x="7" y="1"/>
                    </a:cubicBezTo>
                    <a:cubicBezTo>
                      <a:pt x="4" y="1"/>
                      <a:pt x="0" y="5"/>
                      <a:pt x="3" y="8"/>
                    </a:cubicBezTo>
                    <a:cubicBezTo>
                      <a:pt x="37" y="38"/>
                      <a:pt x="86" y="35"/>
                      <a:pt x="127" y="19"/>
                    </a:cubicBezTo>
                    <a:cubicBezTo>
                      <a:pt x="136" y="15"/>
                      <a:pt x="133" y="0"/>
                      <a:pt x="122" y="3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5" name="Freeform 39"/>
              <p:cNvSpPr>
                <a:spLocks/>
              </p:cNvSpPr>
              <p:nvPr/>
            </p:nvSpPr>
            <p:spPr bwMode="auto">
              <a:xfrm>
                <a:off x="2928938" y="4406900"/>
                <a:ext cx="382588" cy="92075"/>
              </a:xfrm>
              <a:custGeom>
                <a:avLst/>
                <a:gdLst>
                  <a:gd name="T0" fmla="*/ 122 w 141"/>
                  <a:gd name="T1" fmla="*/ 4 h 34"/>
                  <a:gd name="T2" fmla="*/ 5 w 141"/>
                  <a:gd name="T3" fmla="*/ 0 h 34"/>
                  <a:gd name="T4" fmla="*/ 3 w 141"/>
                  <a:gd name="T5" fmla="*/ 8 h 34"/>
                  <a:gd name="T6" fmla="*/ 128 w 141"/>
                  <a:gd name="T7" fmla="*/ 24 h 34"/>
                  <a:gd name="T8" fmla="*/ 122 w 141"/>
                  <a:gd name="T9" fmla="*/ 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1" h="34">
                    <a:moveTo>
                      <a:pt x="122" y="4"/>
                    </a:moveTo>
                    <a:cubicBezTo>
                      <a:pt x="82" y="11"/>
                      <a:pt x="44" y="2"/>
                      <a:pt x="5" y="0"/>
                    </a:cubicBezTo>
                    <a:cubicBezTo>
                      <a:pt x="0" y="0"/>
                      <a:pt x="0" y="6"/>
                      <a:pt x="3" y="8"/>
                    </a:cubicBezTo>
                    <a:cubicBezTo>
                      <a:pt x="38" y="34"/>
                      <a:pt x="86" y="32"/>
                      <a:pt x="128" y="24"/>
                    </a:cubicBezTo>
                    <a:cubicBezTo>
                      <a:pt x="141" y="22"/>
                      <a:pt x="135" y="2"/>
                      <a:pt x="122" y="4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6" name="Freeform 40"/>
              <p:cNvSpPr>
                <a:spLocks/>
              </p:cNvSpPr>
              <p:nvPr/>
            </p:nvSpPr>
            <p:spPr bwMode="auto">
              <a:xfrm>
                <a:off x="3028951" y="4089400"/>
                <a:ext cx="290513" cy="111125"/>
              </a:xfrm>
              <a:custGeom>
                <a:avLst/>
                <a:gdLst>
                  <a:gd name="T0" fmla="*/ 94 w 107"/>
                  <a:gd name="T1" fmla="*/ 20 h 41"/>
                  <a:gd name="T2" fmla="*/ 46 w 107"/>
                  <a:gd name="T3" fmla="*/ 10 h 41"/>
                  <a:gd name="T4" fmla="*/ 7 w 107"/>
                  <a:gd name="T5" fmla="*/ 0 h 41"/>
                  <a:gd name="T6" fmla="*/ 2 w 107"/>
                  <a:gd name="T7" fmla="*/ 8 h 41"/>
                  <a:gd name="T8" fmla="*/ 94 w 107"/>
                  <a:gd name="T9" fmla="*/ 41 h 41"/>
                  <a:gd name="T10" fmla="*/ 94 w 107"/>
                  <a:gd name="T11" fmla="*/ 2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7" h="41">
                    <a:moveTo>
                      <a:pt x="94" y="20"/>
                    </a:moveTo>
                    <a:cubicBezTo>
                      <a:pt x="78" y="19"/>
                      <a:pt x="62" y="15"/>
                      <a:pt x="46" y="10"/>
                    </a:cubicBezTo>
                    <a:cubicBezTo>
                      <a:pt x="33" y="6"/>
                      <a:pt x="21" y="0"/>
                      <a:pt x="7" y="0"/>
                    </a:cubicBezTo>
                    <a:cubicBezTo>
                      <a:pt x="3" y="0"/>
                      <a:pt x="0" y="5"/>
                      <a:pt x="2" y="8"/>
                    </a:cubicBezTo>
                    <a:cubicBezTo>
                      <a:pt x="21" y="34"/>
                      <a:pt x="64" y="39"/>
                      <a:pt x="94" y="41"/>
                    </a:cubicBezTo>
                    <a:cubicBezTo>
                      <a:pt x="107" y="41"/>
                      <a:pt x="107" y="21"/>
                      <a:pt x="94" y="20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7" name="Freeform 41"/>
              <p:cNvSpPr>
                <a:spLocks/>
              </p:cNvSpPr>
              <p:nvPr/>
            </p:nvSpPr>
            <p:spPr bwMode="auto">
              <a:xfrm>
                <a:off x="3035301" y="3805238"/>
                <a:ext cx="298450" cy="203200"/>
              </a:xfrm>
              <a:custGeom>
                <a:avLst/>
                <a:gdLst>
                  <a:gd name="T0" fmla="*/ 97 w 110"/>
                  <a:gd name="T1" fmla="*/ 52 h 75"/>
                  <a:gd name="T2" fmla="*/ 49 w 110"/>
                  <a:gd name="T3" fmla="*/ 26 h 75"/>
                  <a:gd name="T4" fmla="*/ 7 w 110"/>
                  <a:gd name="T5" fmla="*/ 1 h 75"/>
                  <a:gd name="T6" fmla="*/ 2 w 110"/>
                  <a:gd name="T7" fmla="*/ 8 h 75"/>
                  <a:gd name="T8" fmla="*/ 87 w 110"/>
                  <a:gd name="T9" fmla="*/ 70 h 75"/>
                  <a:gd name="T10" fmla="*/ 97 w 110"/>
                  <a:gd name="T11" fmla="*/ 5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75">
                    <a:moveTo>
                      <a:pt x="97" y="52"/>
                    </a:moveTo>
                    <a:cubicBezTo>
                      <a:pt x="81" y="45"/>
                      <a:pt x="65" y="36"/>
                      <a:pt x="49" y="26"/>
                    </a:cubicBezTo>
                    <a:cubicBezTo>
                      <a:pt x="35" y="17"/>
                      <a:pt x="22" y="7"/>
                      <a:pt x="7" y="1"/>
                    </a:cubicBezTo>
                    <a:cubicBezTo>
                      <a:pt x="3" y="0"/>
                      <a:pt x="0" y="5"/>
                      <a:pt x="2" y="8"/>
                    </a:cubicBezTo>
                    <a:cubicBezTo>
                      <a:pt x="18" y="39"/>
                      <a:pt x="56" y="57"/>
                      <a:pt x="87" y="70"/>
                    </a:cubicBezTo>
                    <a:cubicBezTo>
                      <a:pt x="99" y="75"/>
                      <a:pt x="110" y="57"/>
                      <a:pt x="97" y="52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8" name="Freeform 42"/>
              <p:cNvSpPr>
                <a:spLocks/>
              </p:cNvSpPr>
              <p:nvPr/>
            </p:nvSpPr>
            <p:spPr bwMode="auto">
              <a:xfrm>
                <a:off x="3197226" y="3559175"/>
                <a:ext cx="290513" cy="234950"/>
              </a:xfrm>
              <a:custGeom>
                <a:avLst/>
                <a:gdLst>
                  <a:gd name="T0" fmla="*/ 103 w 107"/>
                  <a:gd name="T1" fmla="*/ 79 h 87"/>
                  <a:gd name="T2" fmla="*/ 50 w 107"/>
                  <a:gd name="T3" fmla="*/ 39 h 87"/>
                  <a:gd name="T4" fmla="*/ 8 w 107"/>
                  <a:gd name="T5" fmla="*/ 2 h 87"/>
                  <a:gd name="T6" fmla="*/ 1 w 107"/>
                  <a:gd name="T7" fmla="*/ 7 h 87"/>
                  <a:gd name="T8" fmla="*/ 100 w 107"/>
                  <a:gd name="T9" fmla="*/ 86 h 87"/>
                  <a:gd name="T10" fmla="*/ 103 w 107"/>
                  <a:gd name="T11" fmla="*/ 79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7" h="87">
                    <a:moveTo>
                      <a:pt x="103" y="79"/>
                    </a:moveTo>
                    <a:cubicBezTo>
                      <a:pt x="85" y="65"/>
                      <a:pt x="67" y="54"/>
                      <a:pt x="50" y="39"/>
                    </a:cubicBezTo>
                    <a:cubicBezTo>
                      <a:pt x="36" y="27"/>
                      <a:pt x="24" y="12"/>
                      <a:pt x="8" y="2"/>
                    </a:cubicBezTo>
                    <a:cubicBezTo>
                      <a:pt x="4" y="0"/>
                      <a:pt x="0" y="3"/>
                      <a:pt x="1" y="7"/>
                    </a:cubicBezTo>
                    <a:cubicBezTo>
                      <a:pt x="11" y="46"/>
                      <a:pt x="62" y="79"/>
                      <a:pt x="100" y="86"/>
                    </a:cubicBezTo>
                    <a:cubicBezTo>
                      <a:pt x="104" y="87"/>
                      <a:pt x="107" y="81"/>
                      <a:pt x="103" y="79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9" name="Freeform 43"/>
              <p:cNvSpPr>
                <a:spLocks/>
              </p:cNvSpPr>
              <p:nvPr/>
            </p:nvSpPr>
            <p:spPr bwMode="auto">
              <a:xfrm>
                <a:off x="3360738" y="3365500"/>
                <a:ext cx="260350" cy="252413"/>
              </a:xfrm>
              <a:custGeom>
                <a:avLst/>
                <a:gdLst>
                  <a:gd name="T0" fmla="*/ 88 w 96"/>
                  <a:gd name="T1" fmla="*/ 73 h 93"/>
                  <a:gd name="T2" fmla="*/ 7 w 96"/>
                  <a:gd name="T3" fmla="*/ 1 h 93"/>
                  <a:gd name="T4" fmla="*/ 1 w 96"/>
                  <a:gd name="T5" fmla="*/ 7 h 93"/>
                  <a:gd name="T6" fmla="*/ 76 w 96"/>
                  <a:gd name="T7" fmla="*/ 85 h 93"/>
                  <a:gd name="T8" fmla="*/ 88 w 96"/>
                  <a:gd name="T9" fmla="*/ 7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93">
                    <a:moveTo>
                      <a:pt x="88" y="73"/>
                    </a:moveTo>
                    <a:cubicBezTo>
                      <a:pt x="64" y="48"/>
                      <a:pt x="41" y="12"/>
                      <a:pt x="7" y="1"/>
                    </a:cubicBezTo>
                    <a:cubicBezTo>
                      <a:pt x="4" y="0"/>
                      <a:pt x="0" y="3"/>
                      <a:pt x="1" y="7"/>
                    </a:cubicBezTo>
                    <a:cubicBezTo>
                      <a:pt x="15" y="40"/>
                      <a:pt x="51" y="61"/>
                      <a:pt x="76" y="85"/>
                    </a:cubicBezTo>
                    <a:cubicBezTo>
                      <a:pt x="84" y="93"/>
                      <a:pt x="96" y="81"/>
                      <a:pt x="88" y="73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0" name="Freeform 44"/>
              <p:cNvSpPr>
                <a:spLocks/>
              </p:cNvSpPr>
              <p:nvPr/>
            </p:nvSpPr>
            <p:spPr bwMode="auto">
              <a:xfrm>
                <a:off x="3514726" y="3162300"/>
                <a:ext cx="260350" cy="260350"/>
              </a:xfrm>
              <a:custGeom>
                <a:avLst/>
                <a:gdLst>
                  <a:gd name="T0" fmla="*/ 94 w 96"/>
                  <a:gd name="T1" fmla="*/ 87 h 96"/>
                  <a:gd name="T2" fmla="*/ 58 w 96"/>
                  <a:gd name="T3" fmla="*/ 42 h 96"/>
                  <a:gd name="T4" fmla="*/ 9 w 96"/>
                  <a:gd name="T5" fmla="*/ 2 h 96"/>
                  <a:gd name="T6" fmla="*/ 2 w 96"/>
                  <a:gd name="T7" fmla="*/ 9 h 96"/>
                  <a:gd name="T8" fmla="*/ 42 w 96"/>
                  <a:gd name="T9" fmla="*/ 58 h 96"/>
                  <a:gd name="T10" fmla="*/ 87 w 96"/>
                  <a:gd name="T11" fmla="*/ 94 h 96"/>
                  <a:gd name="T12" fmla="*/ 94 w 96"/>
                  <a:gd name="T13" fmla="*/ 87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96">
                    <a:moveTo>
                      <a:pt x="94" y="87"/>
                    </a:moveTo>
                    <a:cubicBezTo>
                      <a:pt x="87" y="69"/>
                      <a:pt x="71" y="55"/>
                      <a:pt x="58" y="42"/>
                    </a:cubicBezTo>
                    <a:cubicBezTo>
                      <a:pt x="43" y="27"/>
                      <a:pt x="28" y="13"/>
                      <a:pt x="9" y="2"/>
                    </a:cubicBezTo>
                    <a:cubicBezTo>
                      <a:pt x="5" y="0"/>
                      <a:pt x="0" y="5"/>
                      <a:pt x="2" y="9"/>
                    </a:cubicBezTo>
                    <a:cubicBezTo>
                      <a:pt x="13" y="28"/>
                      <a:pt x="27" y="43"/>
                      <a:pt x="42" y="58"/>
                    </a:cubicBezTo>
                    <a:cubicBezTo>
                      <a:pt x="55" y="71"/>
                      <a:pt x="69" y="87"/>
                      <a:pt x="87" y="94"/>
                    </a:cubicBezTo>
                    <a:cubicBezTo>
                      <a:pt x="91" y="96"/>
                      <a:pt x="96" y="91"/>
                      <a:pt x="94" y="87"/>
                    </a:cubicBezTo>
                  </a:path>
                </a:pathLst>
              </a:custGeom>
              <a:solidFill>
                <a:srgbClr val="9DC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1" name="Freeform 45"/>
              <p:cNvSpPr>
                <a:spLocks noEditPoints="1"/>
              </p:cNvSpPr>
              <p:nvPr/>
            </p:nvSpPr>
            <p:spPr bwMode="auto">
              <a:xfrm>
                <a:off x="3425826" y="-73025"/>
                <a:ext cx="1844675" cy="5408613"/>
              </a:xfrm>
              <a:custGeom>
                <a:avLst/>
                <a:gdLst>
                  <a:gd name="T0" fmla="*/ 373 w 681"/>
                  <a:gd name="T1" fmla="*/ 256 h 1996"/>
                  <a:gd name="T2" fmla="*/ 372 w 681"/>
                  <a:gd name="T3" fmla="*/ 642 h 1996"/>
                  <a:gd name="T4" fmla="*/ 406 w 681"/>
                  <a:gd name="T5" fmla="*/ 927 h 1996"/>
                  <a:gd name="T6" fmla="*/ 434 w 681"/>
                  <a:gd name="T7" fmla="*/ 1039 h 1996"/>
                  <a:gd name="T8" fmla="*/ 444 w 681"/>
                  <a:gd name="T9" fmla="*/ 1123 h 1996"/>
                  <a:gd name="T10" fmla="*/ 465 w 681"/>
                  <a:gd name="T11" fmla="*/ 1255 h 1996"/>
                  <a:gd name="T12" fmla="*/ 678 w 681"/>
                  <a:gd name="T13" fmla="*/ 1581 h 1996"/>
                  <a:gd name="T14" fmla="*/ 581 w 681"/>
                  <a:gd name="T15" fmla="*/ 1908 h 1996"/>
                  <a:gd name="T16" fmla="*/ 351 w 681"/>
                  <a:gd name="T17" fmla="*/ 1996 h 1996"/>
                  <a:gd name="T18" fmla="*/ 77 w 681"/>
                  <a:gd name="T19" fmla="*/ 1879 h 1996"/>
                  <a:gd name="T20" fmla="*/ 50 w 681"/>
                  <a:gd name="T21" fmla="*/ 1439 h 1996"/>
                  <a:gd name="T22" fmla="*/ 232 w 681"/>
                  <a:gd name="T23" fmla="*/ 1226 h 1996"/>
                  <a:gd name="T24" fmla="*/ 239 w 681"/>
                  <a:gd name="T25" fmla="*/ 1110 h 1996"/>
                  <a:gd name="T26" fmla="*/ 227 w 681"/>
                  <a:gd name="T27" fmla="*/ 1013 h 1996"/>
                  <a:gd name="T28" fmla="*/ 311 w 681"/>
                  <a:gd name="T29" fmla="*/ 904 h 1996"/>
                  <a:gd name="T30" fmla="*/ 310 w 681"/>
                  <a:gd name="T31" fmla="*/ 516 h 1996"/>
                  <a:gd name="T32" fmla="*/ 306 w 681"/>
                  <a:gd name="T33" fmla="*/ 175 h 1996"/>
                  <a:gd name="T34" fmla="*/ 319 w 681"/>
                  <a:gd name="T35" fmla="*/ 58 h 1996"/>
                  <a:gd name="T36" fmla="*/ 318 w 681"/>
                  <a:gd name="T37" fmla="*/ 91 h 1996"/>
                  <a:gd name="T38" fmla="*/ 334 w 681"/>
                  <a:gd name="T39" fmla="*/ 275 h 1996"/>
                  <a:gd name="T40" fmla="*/ 320 w 681"/>
                  <a:gd name="T41" fmla="*/ 676 h 1996"/>
                  <a:gd name="T42" fmla="*/ 360 w 681"/>
                  <a:gd name="T43" fmla="*/ 897 h 1996"/>
                  <a:gd name="T44" fmla="*/ 363 w 681"/>
                  <a:gd name="T45" fmla="*/ 430 h 1996"/>
                  <a:gd name="T46" fmla="*/ 363 w 681"/>
                  <a:gd name="T47" fmla="*/ 58 h 1996"/>
                  <a:gd name="T48" fmla="*/ 246 w 681"/>
                  <a:gd name="T49" fmla="*/ 1227 h 1996"/>
                  <a:gd name="T50" fmla="*/ 45 w 681"/>
                  <a:gd name="T51" fmla="*/ 1481 h 1996"/>
                  <a:gd name="T52" fmla="*/ 38 w 681"/>
                  <a:gd name="T53" fmla="*/ 1778 h 1996"/>
                  <a:gd name="T54" fmla="*/ 340 w 681"/>
                  <a:gd name="T55" fmla="*/ 1982 h 1996"/>
                  <a:gd name="T56" fmla="*/ 562 w 681"/>
                  <a:gd name="T57" fmla="*/ 1904 h 1996"/>
                  <a:gd name="T58" fmla="*/ 664 w 681"/>
                  <a:gd name="T59" fmla="*/ 1578 h 1996"/>
                  <a:gd name="T60" fmla="*/ 444 w 681"/>
                  <a:gd name="T61" fmla="*/ 1245 h 1996"/>
                  <a:gd name="T62" fmla="*/ 423 w 681"/>
                  <a:gd name="T63" fmla="*/ 1321 h 1996"/>
                  <a:gd name="T64" fmla="*/ 509 w 681"/>
                  <a:gd name="T65" fmla="*/ 1617 h 1996"/>
                  <a:gd name="T66" fmla="*/ 430 w 681"/>
                  <a:gd name="T67" fmla="*/ 1594 h 1996"/>
                  <a:gd name="T68" fmla="*/ 337 w 681"/>
                  <a:gd name="T69" fmla="*/ 1597 h 1996"/>
                  <a:gd name="T70" fmla="*/ 232 w 681"/>
                  <a:gd name="T71" fmla="*/ 1587 h 1996"/>
                  <a:gd name="T72" fmla="*/ 170 w 681"/>
                  <a:gd name="T73" fmla="*/ 1617 h 1996"/>
                  <a:gd name="T74" fmla="*/ 231 w 681"/>
                  <a:gd name="T75" fmla="*/ 1461 h 1996"/>
                  <a:gd name="T76" fmla="*/ 192 w 681"/>
                  <a:gd name="T77" fmla="*/ 1588 h 1996"/>
                  <a:gd name="T78" fmla="*/ 280 w 681"/>
                  <a:gd name="T79" fmla="*/ 1602 h 1996"/>
                  <a:gd name="T80" fmla="*/ 359 w 681"/>
                  <a:gd name="T81" fmla="*/ 1582 h 1996"/>
                  <a:gd name="T82" fmla="*/ 446 w 681"/>
                  <a:gd name="T83" fmla="*/ 1561 h 1996"/>
                  <a:gd name="T84" fmla="*/ 441 w 681"/>
                  <a:gd name="T85" fmla="*/ 1439 h 1996"/>
                  <a:gd name="T86" fmla="*/ 327 w 681"/>
                  <a:gd name="T87" fmla="*/ 1179 h 1996"/>
                  <a:gd name="T88" fmla="*/ 192 w 681"/>
                  <a:gd name="T89" fmla="*/ 1588 h 1996"/>
                  <a:gd name="T90" fmla="*/ 318 w 681"/>
                  <a:gd name="T91" fmla="*/ 917 h 1996"/>
                  <a:gd name="T92" fmla="*/ 364 w 681"/>
                  <a:gd name="T93" fmla="*/ 955 h 1996"/>
                  <a:gd name="T94" fmla="*/ 281 w 681"/>
                  <a:gd name="T95" fmla="*/ 966 h 1996"/>
                  <a:gd name="T96" fmla="*/ 304 w 681"/>
                  <a:gd name="T97" fmla="*/ 1029 h 1996"/>
                  <a:gd name="T98" fmla="*/ 291 w 681"/>
                  <a:gd name="T99" fmla="*/ 1039 h 1996"/>
                  <a:gd name="T100" fmla="*/ 264 w 681"/>
                  <a:gd name="T101" fmla="*/ 1113 h 1996"/>
                  <a:gd name="T102" fmla="*/ 294 w 681"/>
                  <a:gd name="T103" fmla="*/ 1116 h 1996"/>
                  <a:gd name="T104" fmla="*/ 267 w 681"/>
                  <a:gd name="T105" fmla="*/ 1175 h 1996"/>
                  <a:gd name="T106" fmla="*/ 436 w 681"/>
                  <a:gd name="T107" fmla="*/ 1176 h 1996"/>
                  <a:gd name="T108" fmla="*/ 389 w 681"/>
                  <a:gd name="T109" fmla="*/ 1113 h 1996"/>
                  <a:gd name="T110" fmla="*/ 444 w 681"/>
                  <a:gd name="T111" fmla="*/ 1092 h 1996"/>
                  <a:gd name="T112" fmla="*/ 416 w 681"/>
                  <a:gd name="T113" fmla="*/ 1038 h 1996"/>
                  <a:gd name="T114" fmla="*/ 397 w 681"/>
                  <a:gd name="T115" fmla="*/ 964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1996">
                    <a:moveTo>
                      <a:pt x="372" y="0"/>
                    </a:moveTo>
                    <a:cubicBezTo>
                      <a:pt x="372" y="31"/>
                      <a:pt x="372" y="62"/>
                      <a:pt x="372" y="93"/>
                    </a:cubicBezTo>
                    <a:cubicBezTo>
                      <a:pt x="373" y="118"/>
                      <a:pt x="374" y="143"/>
                      <a:pt x="376" y="168"/>
                    </a:cubicBezTo>
                    <a:cubicBezTo>
                      <a:pt x="378" y="187"/>
                      <a:pt x="378" y="205"/>
                      <a:pt x="377" y="224"/>
                    </a:cubicBezTo>
                    <a:cubicBezTo>
                      <a:pt x="376" y="235"/>
                      <a:pt x="374" y="245"/>
                      <a:pt x="373" y="256"/>
                    </a:cubicBezTo>
                    <a:cubicBezTo>
                      <a:pt x="372" y="262"/>
                      <a:pt x="372" y="269"/>
                      <a:pt x="372" y="275"/>
                    </a:cubicBezTo>
                    <a:cubicBezTo>
                      <a:pt x="372" y="329"/>
                      <a:pt x="371" y="382"/>
                      <a:pt x="372" y="436"/>
                    </a:cubicBezTo>
                    <a:cubicBezTo>
                      <a:pt x="372" y="455"/>
                      <a:pt x="373" y="473"/>
                      <a:pt x="373" y="492"/>
                    </a:cubicBezTo>
                    <a:cubicBezTo>
                      <a:pt x="373" y="515"/>
                      <a:pt x="372" y="539"/>
                      <a:pt x="372" y="562"/>
                    </a:cubicBezTo>
                    <a:cubicBezTo>
                      <a:pt x="372" y="589"/>
                      <a:pt x="372" y="615"/>
                      <a:pt x="372" y="642"/>
                    </a:cubicBezTo>
                    <a:cubicBezTo>
                      <a:pt x="372" y="685"/>
                      <a:pt x="372" y="728"/>
                      <a:pt x="372" y="770"/>
                    </a:cubicBezTo>
                    <a:cubicBezTo>
                      <a:pt x="372" y="813"/>
                      <a:pt x="372" y="856"/>
                      <a:pt x="372" y="899"/>
                    </a:cubicBezTo>
                    <a:cubicBezTo>
                      <a:pt x="371" y="905"/>
                      <a:pt x="371" y="908"/>
                      <a:pt x="378" y="909"/>
                    </a:cubicBezTo>
                    <a:cubicBezTo>
                      <a:pt x="379" y="909"/>
                      <a:pt x="380" y="909"/>
                      <a:pt x="381" y="910"/>
                    </a:cubicBezTo>
                    <a:cubicBezTo>
                      <a:pt x="389" y="916"/>
                      <a:pt x="398" y="921"/>
                      <a:pt x="406" y="927"/>
                    </a:cubicBezTo>
                    <a:cubicBezTo>
                      <a:pt x="420" y="939"/>
                      <a:pt x="435" y="951"/>
                      <a:pt x="448" y="963"/>
                    </a:cubicBezTo>
                    <a:cubicBezTo>
                      <a:pt x="453" y="967"/>
                      <a:pt x="456" y="972"/>
                      <a:pt x="459" y="977"/>
                    </a:cubicBezTo>
                    <a:cubicBezTo>
                      <a:pt x="468" y="995"/>
                      <a:pt x="465" y="1003"/>
                      <a:pt x="451" y="1018"/>
                    </a:cubicBezTo>
                    <a:cubicBezTo>
                      <a:pt x="447" y="1023"/>
                      <a:pt x="441" y="1026"/>
                      <a:pt x="436" y="1030"/>
                    </a:cubicBezTo>
                    <a:cubicBezTo>
                      <a:pt x="431" y="1032"/>
                      <a:pt x="431" y="1036"/>
                      <a:pt x="434" y="1039"/>
                    </a:cubicBezTo>
                    <a:cubicBezTo>
                      <a:pt x="439" y="1045"/>
                      <a:pt x="445" y="1050"/>
                      <a:pt x="450" y="1056"/>
                    </a:cubicBezTo>
                    <a:cubicBezTo>
                      <a:pt x="454" y="1061"/>
                      <a:pt x="458" y="1066"/>
                      <a:pt x="461" y="1072"/>
                    </a:cubicBezTo>
                    <a:cubicBezTo>
                      <a:pt x="466" y="1082"/>
                      <a:pt x="462" y="1091"/>
                      <a:pt x="456" y="1100"/>
                    </a:cubicBezTo>
                    <a:cubicBezTo>
                      <a:pt x="453" y="1103"/>
                      <a:pt x="449" y="1106"/>
                      <a:pt x="445" y="1109"/>
                    </a:cubicBezTo>
                    <a:cubicBezTo>
                      <a:pt x="439" y="1114"/>
                      <a:pt x="438" y="1118"/>
                      <a:pt x="444" y="1123"/>
                    </a:cubicBezTo>
                    <a:cubicBezTo>
                      <a:pt x="447" y="1126"/>
                      <a:pt x="449" y="1128"/>
                      <a:pt x="452" y="1130"/>
                    </a:cubicBezTo>
                    <a:cubicBezTo>
                      <a:pt x="466" y="1140"/>
                      <a:pt x="468" y="1165"/>
                      <a:pt x="458" y="1178"/>
                    </a:cubicBezTo>
                    <a:cubicBezTo>
                      <a:pt x="457" y="1178"/>
                      <a:pt x="457" y="1179"/>
                      <a:pt x="456" y="1179"/>
                    </a:cubicBezTo>
                    <a:cubicBezTo>
                      <a:pt x="448" y="1184"/>
                      <a:pt x="448" y="1191"/>
                      <a:pt x="447" y="1199"/>
                    </a:cubicBezTo>
                    <a:cubicBezTo>
                      <a:pt x="446" y="1220"/>
                      <a:pt x="455" y="1237"/>
                      <a:pt x="465" y="1255"/>
                    </a:cubicBezTo>
                    <a:cubicBezTo>
                      <a:pt x="478" y="1278"/>
                      <a:pt x="496" y="1296"/>
                      <a:pt x="518" y="1310"/>
                    </a:cubicBezTo>
                    <a:cubicBezTo>
                      <a:pt x="542" y="1325"/>
                      <a:pt x="560" y="1345"/>
                      <a:pt x="579" y="1364"/>
                    </a:cubicBezTo>
                    <a:cubicBezTo>
                      <a:pt x="600" y="1385"/>
                      <a:pt x="616" y="1409"/>
                      <a:pt x="629" y="1434"/>
                    </a:cubicBezTo>
                    <a:cubicBezTo>
                      <a:pt x="642" y="1458"/>
                      <a:pt x="652" y="1484"/>
                      <a:pt x="661" y="1510"/>
                    </a:cubicBezTo>
                    <a:cubicBezTo>
                      <a:pt x="669" y="1533"/>
                      <a:pt x="674" y="1557"/>
                      <a:pt x="678" y="1581"/>
                    </a:cubicBezTo>
                    <a:cubicBezTo>
                      <a:pt x="681" y="1601"/>
                      <a:pt x="680" y="1622"/>
                      <a:pt x="679" y="1643"/>
                    </a:cubicBezTo>
                    <a:cubicBezTo>
                      <a:pt x="678" y="1669"/>
                      <a:pt x="676" y="1694"/>
                      <a:pt x="673" y="1720"/>
                    </a:cubicBezTo>
                    <a:cubicBezTo>
                      <a:pt x="670" y="1743"/>
                      <a:pt x="667" y="1766"/>
                      <a:pt x="657" y="1787"/>
                    </a:cubicBezTo>
                    <a:cubicBezTo>
                      <a:pt x="646" y="1814"/>
                      <a:pt x="633" y="1840"/>
                      <a:pt x="615" y="1865"/>
                    </a:cubicBezTo>
                    <a:cubicBezTo>
                      <a:pt x="604" y="1879"/>
                      <a:pt x="595" y="1895"/>
                      <a:pt x="581" y="1908"/>
                    </a:cubicBezTo>
                    <a:cubicBezTo>
                      <a:pt x="567" y="1921"/>
                      <a:pt x="552" y="1932"/>
                      <a:pt x="536" y="1940"/>
                    </a:cubicBezTo>
                    <a:cubicBezTo>
                      <a:pt x="513" y="1951"/>
                      <a:pt x="491" y="1961"/>
                      <a:pt x="468" y="1969"/>
                    </a:cubicBezTo>
                    <a:cubicBezTo>
                      <a:pt x="446" y="1977"/>
                      <a:pt x="423" y="1982"/>
                      <a:pt x="400" y="1987"/>
                    </a:cubicBezTo>
                    <a:cubicBezTo>
                      <a:pt x="386" y="1990"/>
                      <a:pt x="372" y="1992"/>
                      <a:pt x="358" y="1994"/>
                    </a:cubicBezTo>
                    <a:cubicBezTo>
                      <a:pt x="355" y="1994"/>
                      <a:pt x="354" y="1996"/>
                      <a:pt x="351" y="1996"/>
                    </a:cubicBezTo>
                    <a:cubicBezTo>
                      <a:pt x="331" y="1996"/>
                      <a:pt x="331" y="1996"/>
                      <a:pt x="331" y="1996"/>
                    </a:cubicBezTo>
                    <a:cubicBezTo>
                      <a:pt x="325" y="1995"/>
                      <a:pt x="318" y="1992"/>
                      <a:pt x="312" y="1991"/>
                    </a:cubicBezTo>
                    <a:cubicBezTo>
                      <a:pt x="260" y="1985"/>
                      <a:pt x="210" y="1973"/>
                      <a:pt x="164" y="1948"/>
                    </a:cubicBezTo>
                    <a:cubicBezTo>
                      <a:pt x="149" y="1940"/>
                      <a:pt x="134" y="1932"/>
                      <a:pt x="120" y="1923"/>
                    </a:cubicBezTo>
                    <a:cubicBezTo>
                      <a:pt x="102" y="1912"/>
                      <a:pt x="88" y="1896"/>
                      <a:pt x="77" y="1879"/>
                    </a:cubicBezTo>
                    <a:cubicBezTo>
                      <a:pt x="62" y="1856"/>
                      <a:pt x="46" y="1833"/>
                      <a:pt x="34" y="1808"/>
                    </a:cubicBezTo>
                    <a:cubicBezTo>
                      <a:pt x="23" y="1784"/>
                      <a:pt x="15" y="1758"/>
                      <a:pt x="11" y="1731"/>
                    </a:cubicBezTo>
                    <a:cubicBezTo>
                      <a:pt x="4" y="1686"/>
                      <a:pt x="0" y="1640"/>
                      <a:pt x="3" y="1594"/>
                    </a:cubicBezTo>
                    <a:cubicBezTo>
                      <a:pt x="5" y="1575"/>
                      <a:pt x="10" y="1557"/>
                      <a:pt x="14" y="1538"/>
                    </a:cubicBezTo>
                    <a:cubicBezTo>
                      <a:pt x="21" y="1503"/>
                      <a:pt x="34" y="1470"/>
                      <a:pt x="50" y="1439"/>
                    </a:cubicBezTo>
                    <a:cubicBezTo>
                      <a:pt x="63" y="1414"/>
                      <a:pt x="78" y="1390"/>
                      <a:pt x="99" y="1370"/>
                    </a:cubicBezTo>
                    <a:cubicBezTo>
                      <a:pt x="114" y="1355"/>
                      <a:pt x="128" y="1339"/>
                      <a:pt x="144" y="1325"/>
                    </a:cubicBezTo>
                    <a:cubicBezTo>
                      <a:pt x="153" y="1316"/>
                      <a:pt x="165" y="1310"/>
                      <a:pt x="175" y="1303"/>
                    </a:cubicBezTo>
                    <a:cubicBezTo>
                      <a:pt x="193" y="1289"/>
                      <a:pt x="208" y="1273"/>
                      <a:pt x="218" y="1253"/>
                    </a:cubicBezTo>
                    <a:cubicBezTo>
                      <a:pt x="223" y="1244"/>
                      <a:pt x="228" y="1235"/>
                      <a:pt x="232" y="1226"/>
                    </a:cubicBezTo>
                    <a:cubicBezTo>
                      <a:pt x="237" y="1214"/>
                      <a:pt x="235" y="1201"/>
                      <a:pt x="235" y="1188"/>
                    </a:cubicBezTo>
                    <a:cubicBezTo>
                      <a:pt x="235" y="1186"/>
                      <a:pt x="232" y="1184"/>
                      <a:pt x="230" y="1182"/>
                    </a:cubicBezTo>
                    <a:cubicBezTo>
                      <a:pt x="214" y="1172"/>
                      <a:pt x="215" y="1141"/>
                      <a:pt x="230" y="1130"/>
                    </a:cubicBezTo>
                    <a:cubicBezTo>
                      <a:pt x="234" y="1127"/>
                      <a:pt x="237" y="1124"/>
                      <a:pt x="241" y="1120"/>
                    </a:cubicBezTo>
                    <a:cubicBezTo>
                      <a:pt x="244" y="1116"/>
                      <a:pt x="243" y="1113"/>
                      <a:pt x="239" y="1110"/>
                    </a:cubicBezTo>
                    <a:cubicBezTo>
                      <a:pt x="234" y="1107"/>
                      <a:pt x="230" y="1103"/>
                      <a:pt x="226" y="1099"/>
                    </a:cubicBezTo>
                    <a:cubicBezTo>
                      <a:pt x="216" y="1086"/>
                      <a:pt x="218" y="1070"/>
                      <a:pt x="230" y="1057"/>
                    </a:cubicBezTo>
                    <a:cubicBezTo>
                      <a:pt x="236" y="1052"/>
                      <a:pt x="242" y="1046"/>
                      <a:pt x="248" y="1040"/>
                    </a:cubicBezTo>
                    <a:cubicBezTo>
                      <a:pt x="252" y="1036"/>
                      <a:pt x="251" y="1032"/>
                      <a:pt x="246" y="1029"/>
                    </a:cubicBezTo>
                    <a:cubicBezTo>
                      <a:pt x="239" y="1024"/>
                      <a:pt x="233" y="1019"/>
                      <a:pt x="227" y="1013"/>
                    </a:cubicBezTo>
                    <a:cubicBezTo>
                      <a:pt x="214" y="998"/>
                      <a:pt x="216" y="986"/>
                      <a:pt x="227" y="971"/>
                    </a:cubicBezTo>
                    <a:cubicBezTo>
                      <a:pt x="237" y="959"/>
                      <a:pt x="251" y="949"/>
                      <a:pt x="263" y="938"/>
                    </a:cubicBezTo>
                    <a:cubicBezTo>
                      <a:pt x="275" y="929"/>
                      <a:pt x="287" y="921"/>
                      <a:pt x="299" y="912"/>
                    </a:cubicBezTo>
                    <a:cubicBezTo>
                      <a:pt x="302" y="910"/>
                      <a:pt x="305" y="909"/>
                      <a:pt x="308" y="908"/>
                    </a:cubicBezTo>
                    <a:cubicBezTo>
                      <a:pt x="309" y="907"/>
                      <a:pt x="311" y="905"/>
                      <a:pt x="311" y="904"/>
                    </a:cubicBezTo>
                    <a:cubicBezTo>
                      <a:pt x="311" y="890"/>
                      <a:pt x="311" y="877"/>
                      <a:pt x="311" y="864"/>
                    </a:cubicBezTo>
                    <a:cubicBezTo>
                      <a:pt x="310" y="840"/>
                      <a:pt x="309" y="815"/>
                      <a:pt x="309" y="791"/>
                    </a:cubicBezTo>
                    <a:cubicBezTo>
                      <a:pt x="310" y="747"/>
                      <a:pt x="310" y="702"/>
                      <a:pt x="311" y="658"/>
                    </a:cubicBezTo>
                    <a:cubicBezTo>
                      <a:pt x="311" y="637"/>
                      <a:pt x="311" y="617"/>
                      <a:pt x="311" y="597"/>
                    </a:cubicBezTo>
                    <a:cubicBezTo>
                      <a:pt x="311" y="570"/>
                      <a:pt x="311" y="543"/>
                      <a:pt x="310" y="516"/>
                    </a:cubicBezTo>
                    <a:cubicBezTo>
                      <a:pt x="310" y="503"/>
                      <a:pt x="310" y="489"/>
                      <a:pt x="310" y="476"/>
                    </a:cubicBezTo>
                    <a:cubicBezTo>
                      <a:pt x="310" y="439"/>
                      <a:pt x="311" y="401"/>
                      <a:pt x="311" y="364"/>
                    </a:cubicBezTo>
                    <a:cubicBezTo>
                      <a:pt x="311" y="330"/>
                      <a:pt x="311" y="296"/>
                      <a:pt x="310" y="262"/>
                    </a:cubicBezTo>
                    <a:cubicBezTo>
                      <a:pt x="310" y="252"/>
                      <a:pt x="307" y="243"/>
                      <a:pt x="307" y="233"/>
                    </a:cubicBezTo>
                    <a:cubicBezTo>
                      <a:pt x="306" y="214"/>
                      <a:pt x="305" y="194"/>
                      <a:pt x="306" y="175"/>
                    </a:cubicBezTo>
                    <a:cubicBezTo>
                      <a:pt x="306" y="160"/>
                      <a:pt x="307" y="144"/>
                      <a:pt x="308" y="129"/>
                    </a:cubicBezTo>
                    <a:cubicBezTo>
                      <a:pt x="309" y="95"/>
                      <a:pt x="310" y="62"/>
                      <a:pt x="311" y="28"/>
                    </a:cubicBezTo>
                    <a:cubicBezTo>
                      <a:pt x="311" y="19"/>
                      <a:pt x="311" y="9"/>
                      <a:pt x="310" y="0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18" y="19"/>
                      <a:pt x="319" y="38"/>
                      <a:pt x="319" y="58"/>
                    </a:cubicBezTo>
                    <a:cubicBezTo>
                      <a:pt x="319" y="58"/>
                      <a:pt x="320" y="58"/>
                      <a:pt x="321" y="58"/>
                    </a:cubicBezTo>
                    <a:cubicBezTo>
                      <a:pt x="323" y="55"/>
                      <a:pt x="325" y="51"/>
                      <a:pt x="328" y="49"/>
                    </a:cubicBezTo>
                    <a:cubicBezTo>
                      <a:pt x="331" y="46"/>
                      <a:pt x="332" y="41"/>
                      <a:pt x="339" y="43"/>
                    </a:cubicBezTo>
                    <a:cubicBezTo>
                      <a:pt x="331" y="51"/>
                      <a:pt x="331" y="62"/>
                      <a:pt x="319" y="67"/>
                    </a:cubicBezTo>
                    <a:cubicBezTo>
                      <a:pt x="319" y="74"/>
                      <a:pt x="318" y="83"/>
                      <a:pt x="318" y="91"/>
                    </a:cubicBezTo>
                    <a:cubicBezTo>
                      <a:pt x="318" y="126"/>
                      <a:pt x="318" y="161"/>
                      <a:pt x="318" y="196"/>
                    </a:cubicBezTo>
                    <a:cubicBezTo>
                      <a:pt x="318" y="221"/>
                      <a:pt x="320" y="246"/>
                      <a:pt x="321" y="270"/>
                    </a:cubicBezTo>
                    <a:cubicBezTo>
                      <a:pt x="321" y="274"/>
                      <a:pt x="321" y="278"/>
                      <a:pt x="321" y="282"/>
                    </a:cubicBezTo>
                    <a:cubicBezTo>
                      <a:pt x="325" y="279"/>
                      <a:pt x="329" y="276"/>
                      <a:pt x="332" y="273"/>
                    </a:cubicBezTo>
                    <a:cubicBezTo>
                      <a:pt x="333" y="274"/>
                      <a:pt x="333" y="275"/>
                      <a:pt x="334" y="275"/>
                    </a:cubicBezTo>
                    <a:cubicBezTo>
                      <a:pt x="331" y="280"/>
                      <a:pt x="328" y="285"/>
                      <a:pt x="324" y="290"/>
                    </a:cubicBezTo>
                    <a:cubicBezTo>
                      <a:pt x="324" y="291"/>
                      <a:pt x="323" y="292"/>
                      <a:pt x="323" y="294"/>
                    </a:cubicBezTo>
                    <a:cubicBezTo>
                      <a:pt x="322" y="320"/>
                      <a:pt x="321" y="346"/>
                      <a:pt x="321" y="372"/>
                    </a:cubicBezTo>
                    <a:cubicBezTo>
                      <a:pt x="320" y="414"/>
                      <a:pt x="318" y="455"/>
                      <a:pt x="318" y="497"/>
                    </a:cubicBezTo>
                    <a:cubicBezTo>
                      <a:pt x="318" y="557"/>
                      <a:pt x="319" y="616"/>
                      <a:pt x="320" y="676"/>
                    </a:cubicBezTo>
                    <a:cubicBezTo>
                      <a:pt x="320" y="710"/>
                      <a:pt x="319" y="743"/>
                      <a:pt x="320" y="777"/>
                    </a:cubicBezTo>
                    <a:cubicBezTo>
                      <a:pt x="320" y="807"/>
                      <a:pt x="321" y="838"/>
                      <a:pt x="322" y="869"/>
                    </a:cubicBezTo>
                    <a:cubicBezTo>
                      <a:pt x="322" y="881"/>
                      <a:pt x="322" y="894"/>
                      <a:pt x="322" y="906"/>
                    </a:cubicBezTo>
                    <a:cubicBezTo>
                      <a:pt x="360" y="906"/>
                      <a:pt x="360" y="906"/>
                      <a:pt x="360" y="906"/>
                    </a:cubicBezTo>
                    <a:cubicBezTo>
                      <a:pt x="360" y="903"/>
                      <a:pt x="360" y="900"/>
                      <a:pt x="360" y="897"/>
                    </a:cubicBezTo>
                    <a:cubicBezTo>
                      <a:pt x="361" y="872"/>
                      <a:pt x="363" y="847"/>
                      <a:pt x="363" y="822"/>
                    </a:cubicBezTo>
                    <a:cubicBezTo>
                      <a:pt x="363" y="795"/>
                      <a:pt x="362" y="769"/>
                      <a:pt x="362" y="743"/>
                    </a:cubicBezTo>
                    <a:cubicBezTo>
                      <a:pt x="362" y="714"/>
                      <a:pt x="362" y="686"/>
                      <a:pt x="362" y="657"/>
                    </a:cubicBezTo>
                    <a:cubicBezTo>
                      <a:pt x="363" y="632"/>
                      <a:pt x="364" y="607"/>
                      <a:pt x="364" y="582"/>
                    </a:cubicBezTo>
                    <a:cubicBezTo>
                      <a:pt x="364" y="531"/>
                      <a:pt x="364" y="481"/>
                      <a:pt x="363" y="430"/>
                    </a:cubicBezTo>
                    <a:cubicBezTo>
                      <a:pt x="363" y="404"/>
                      <a:pt x="361" y="378"/>
                      <a:pt x="361" y="351"/>
                    </a:cubicBezTo>
                    <a:cubicBezTo>
                      <a:pt x="360" y="331"/>
                      <a:pt x="360" y="310"/>
                      <a:pt x="361" y="290"/>
                    </a:cubicBezTo>
                    <a:cubicBezTo>
                      <a:pt x="361" y="276"/>
                      <a:pt x="364" y="263"/>
                      <a:pt x="364" y="249"/>
                    </a:cubicBezTo>
                    <a:cubicBezTo>
                      <a:pt x="365" y="193"/>
                      <a:pt x="364" y="137"/>
                      <a:pt x="364" y="80"/>
                    </a:cubicBezTo>
                    <a:cubicBezTo>
                      <a:pt x="364" y="73"/>
                      <a:pt x="363" y="66"/>
                      <a:pt x="363" y="58"/>
                    </a:cubicBezTo>
                    <a:cubicBezTo>
                      <a:pt x="363" y="39"/>
                      <a:pt x="364" y="19"/>
                      <a:pt x="364" y="0"/>
                    </a:cubicBezTo>
                    <a:lnTo>
                      <a:pt x="372" y="0"/>
                    </a:lnTo>
                    <a:close/>
                    <a:moveTo>
                      <a:pt x="246" y="1190"/>
                    </a:moveTo>
                    <a:cubicBezTo>
                      <a:pt x="246" y="1191"/>
                      <a:pt x="247" y="1194"/>
                      <a:pt x="247" y="1196"/>
                    </a:cubicBezTo>
                    <a:cubicBezTo>
                      <a:pt x="248" y="1207"/>
                      <a:pt x="250" y="1217"/>
                      <a:pt x="246" y="1227"/>
                    </a:cubicBezTo>
                    <a:cubicBezTo>
                      <a:pt x="240" y="1239"/>
                      <a:pt x="234" y="1252"/>
                      <a:pt x="228" y="1264"/>
                    </a:cubicBezTo>
                    <a:cubicBezTo>
                      <a:pt x="220" y="1281"/>
                      <a:pt x="207" y="1295"/>
                      <a:pt x="193" y="1306"/>
                    </a:cubicBezTo>
                    <a:cubicBezTo>
                      <a:pt x="177" y="1320"/>
                      <a:pt x="158" y="1331"/>
                      <a:pt x="142" y="1345"/>
                    </a:cubicBezTo>
                    <a:cubicBezTo>
                      <a:pt x="126" y="1358"/>
                      <a:pt x="111" y="1373"/>
                      <a:pt x="98" y="1388"/>
                    </a:cubicBezTo>
                    <a:cubicBezTo>
                      <a:pt x="75" y="1416"/>
                      <a:pt x="58" y="1447"/>
                      <a:pt x="45" y="1481"/>
                    </a:cubicBezTo>
                    <a:cubicBezTo>
                      <a:pt x="32" y="1516"/>
                      <a:pt x="22" y="1551"/>
                      <a:pt x="18" y="1588"/>
                    </a:cubicBezTo>
                    <a:cubicBezTo>
                      <a:pt x="15" y="1615"/>
                      <a:pt x="17" y="1641"/>
                      <a:pt x="17" y="1668"/>
                    </a:cubicBezTo>
                    <a:cubicBezTo>
                      <a:pt x="17" y="1673"/>
                      <a:pt x="18" y="1679"/>
                      <a:pt x="19" y="1684"/>
                    </a:cubicBezTo>
                    <a:cubicBezTo>
                      <a:pt x="21" y="1696"/>
                      <a:pt x="22" y="1709"/>
                      <a:pt x="25" y="1721"/>
                    </a:cubicBezTo>
                    <a:cubicBezTo>
                      <a:pt x="29" y="1740"/>
                      <a:pt x="31" y="1760"/>
                      <a:pt x="38" y="1778"/>
                    </a:cubicBezTo>
                    <a:cubicBezTo>
                      <a:pt x="48" y="1808"/>
                      <a:pt x="65" y="1835"/>
                      <a:pt x="83" y="1861"/>
                    </a:cubicBezTo>
                    <a:cubicBezTo>
                      <a:pt x="97" y="1881"/>
                      <a:pt x="111" y="1900"/>
                      <a:pt x="132" y="1913"/>
                    </a:cubicBezTo>
                    <a:cubicBezTo>
                      <a:pt x="146" y="1922"/>
                      <a:pt x="162" y="1929"/>
                      <a:pt x="178" y="1938"/>
                    </a:cubicBezTo>
                    <a:cubicBezTo>
                      <a:pt x="209" y="1955"/>
                      <a:pt x="243" y="1962"/>
                      <a:pt x="277" y="1969"/>
                    </a:cubicBezTo>
                    <a:cubicBezTo>
                      <a:pt x="298" y="1974"/>
                      <a:pt x="320" y="1974"/>
                      <a:pt x="340" y="1982"/>
                    </a:cubicBezTo>
                    <a:cubicBezTo>
                      <a:pt x="341" y="1982"/>
                      <a:pt x="342" y="1982"/>
                      <a:pt x="342" y="1982"/>
                    </a:cubicBezTo>
                    <a:cubicBezTo>
                      <a:pt x="359" y="1978"/>
                      <a:pt x="377" y="1975"/>
                      <a:pt x="394" y="1971"/>
                    </a:cubicBezTo>
                    <a:cubicBezTo>
                      <a:pt x="417" y="1966"/>
                      <a:pt x="441" y="1962"/>
                      <a:pt x="463" y="1954"/>
                    </a:cubicBezTo>
                    <a:cubicBezTo>
                      <a:pt x="486" y="1947"/>
                      <a:pt x="507" y="1937"/>
                      <a:pt x="528" y="1927"/>
                    </a:cubicBezTo>
                    <a:cubicBezTo>
                      <a:pt x="540" y="1921"/>
                      <a:pt x="551" y="1913"/>
                      <a:pt x="562" y="1904"/>
                    </a:cubicBezTo>
                    <a:cubicBezTo>
                      <a:pt x="577" y="1892"/>
                      <a:pt x="588" y="1877"/>
                      <a:pt x="599" y="1861"/>
                    </a:cubicBezTo>
                    <a:cubicBezTo>
                      <a:pt x="617" y="1836"/>
                      <a:pt x="632" y="1810"/>
                      <a:pt x="643" y="1783"/>
                    </a:cubicBezTo>
                    <a:cubicBezTo>
                      <a:pt x="655" y="1755"/>
                      <a:pt x="657" y="1726"/>
                      <a:pt x="661" y="1697"/>
                    </a:cubicBezTo>
                    <a:cubicBezTo>
                      <a:pt x="664" y="1682"/>
                      <a:pt x="664" y="1668"/>
                      <a:pt x="666" y="1653"/>
                    </a:cubicBezTo>
                    <a:cubicBezTo>
                      <a:pt x="668" y="1628"/>
                      <a:pt x="668" y="1602"/>
                      <a:pt x="664" y="1578"/>
                    </a:cubicBezTo>
                    <a:cubicBezTo>
                      <a:pt x="657" y="1543"/>
                      <a:pt x="648" y="1509"/>
                      <a:pt x="635" y="1475"/>
                    </a:cubicBezTo>
                    <a:cubicBezTo>
                      <a:pt x="621" y="1440"/>
                      <a:pt x="603" y="1408"/>
                      <a:pt x="578" y="1381"/>
                    </a:cubicBezTo>
                    <a:cubicBezTo>
                      <a:pt x="556" y="1357"/>
                      <a:pt x="533" y="1336"/>
                      <a:pt x="505" y="1319"/>
                    </a:cubicBezTo>
                    <a:cubicBezTo>
                      <a:pt x="497" y="1314"/>
                      <a:pt x="490" y="1307"/>
                      <a:pt x="483" y="1301"/>
                    </a:cubicBezTo>
                    <a:cubicBezTo>
                      <a:pt x="466" y="1285"/>
                      <a:pt x="454" y="1266"/>
                      <a:pt x="444" y="1245"/>
                    </a:cubicBezTo>
                    <a:cubicBezTo>
                      <a:pt x="437" y="1232"/>
                      <a:pt x="433" y="1219"/>
                      <a:pt x="435" y="1204"/>
                    </a:cubicBezTo>
                    <a:cubicBezTo>
                      <a:pt x="435" y="1199"/>
                      <a:pt x="436" y="1194"/>
                      <a:pt x="436" y="1189"/>
                    </a:cubicBezTo>
                    <a:cubicBezTo>
                      <a:pt x="417" y="1187"/>
                      <a:pt x="398" y="1184"/>
                      <a:pt x="379" y="1182"/>
                    </a:cubicBezTo>
                    <a:cubicBezTo>
                      <a:pt x="385" y="1201"/>
                      <a:pt x="391" y="1221"/>
                      <a:pt x="397" y="1240"/>
                    </a:cubicBezTo>
                    <a:cubicBezTo>
                      <a:pt x="406" y="1267"/>
                      <a:pt x="416" y="1293"/>
                      <a:pt x="423" y="1321"/>
                    </a:cubicBezTo>
                    <a:cubicBezTo>
                      <a:pt x="434" y="1360"/>
                      <a:pt x="442" y="1399"/>
                      <a:pt x="453" y="1438"/>
                    </a:cubicBezTo>
                    <a:cubicBezTo>
                      <a:pt x="460" y="1463"/>
                      <a:pt x="469" y="1488"/>
                      <a:pt x="477" y="1513"/>
                    </a:cubicBezTo>
                    <a:cubicBezTo>
                      <a:pt x="484" y="1532"/>
                      <a:pt x="491" y="1550"/>
                      <a:pt x="502" y="1567"/>
                    </a:cubicBezTo>
                    <a:cubicBezTo>
                      <a:pt x="509" y="1577"/>
                      <a:pt x="513" y="1590"/>
                      <a:pt x="517" y="1602"/>
                    </a:cubicBezTo>
                    <a:cubicBezTo>
                      <a:pt x="520" y="1608"/>
                      <a:pt x="515" y="1616"/>
                      <a:pt x="509" y="1617"/>
                    </a:cubicBezTo>
                    <a:cubicBezTo>
                      <a:pt x="501" y="1618"/>
                      <a:pt x="494" y="1613"/>
                      <a:pt x="495" y="1604"/>
                    </a:cubicBezTo>
                    <a:cubicBezTo>
                      <a:pt x="496" y="1595"/>
                      <a:pt x="492" y="1589"/>
                      <a:pt x="485" y="1584"/>
                    </a:cubicBezTo>
                    <a:cubicBezTo>
                      <a:pt x="481" y="1580"/>
                      <a:pt x="476" y="1576"/>
                      <a:pt x="472" y="1573"/>
                    </a:cubicBezTo>
                    <a:cubicBezTo>
                      <a:pt x="458" y="1563"/>
                      <a:pt x="443" y="1565"/>
                      <a:pt x="436" y="1581"/>
                    </a:cubicBezTo>
                    <a:cubicBezTo>
                      <a:pt x="435" y="1586"/>
                      <a:pt x="432" y="1590"/>
                      <a:pt x="430" y="1594"/>
                    </a:cubicBezTo>
                    <a:cubicBezTo>
                      <a:pt x="422" y="1607"/>
                      <a:pt x="412" y="1611"/>
                      <a:pt x="398" y="1603"/>
                    </a:cubicBezTo>
                    <a:cubicBezTo>
                      <a:pt x="391" y="1599"/>
                      <a:pt x="383" y="1594"/>
                      <a:pt x="376" y="1589"/>
                    </a:cubicBezTo>
                    <a:cubicBezTo>
                      <a:pt x="371" y="1586"/>
                      <a:pt x="368" y="1585"/>
                      <a:pt x="364" y="1589"/>
                    </a:cubicBezTo>
                    <a:cubicBezTo>
                      <a:pt x="362" y="1592"/>
                      <a:pt x="358" y="1594"/>
                      <a:pt x="354" y="1596"/>
                    </a:cubicBezTo>
                    <a:cubicBezTo>
                      <a:pt x="349" y="1600"/>
                      <a:pt x="343" y="1600"/>
                      <a:pt x="337" y="1597"/>
                    </a:cubicBezTo>
                    <a:cubicBezTo>
                      <a:pt x="332" y="1593"/>
                      <a:pt x="327" y="1590"/>
                      <a:pt x="322" y="1588"/>
                    </a:cubicBezTo>
                    <a:cubicBezTo>
                      <a:pt x="318" y="1586"/>
                      <a:pt x="315" y="1585"/>
                      <a:pt x="312" y="1589"/>
                    </a:cubicBezTo>
                    <a:cubicBezTo>
                      <a:pt x="305" y="1596"/>
                      <a:pt x="298" y="1603"/>
                      <a:pt x="291" y="1610"/>
                    </a:cubicBezTo>
                    <a:cubicBezTo>
                      <a:pt x="279" y="1623"/>
                      <a:pt x="267" y="1624"/>
                      <a:pt x="254" y="1611"/>
                    </a:cubicBezTo>
                    <a:cubicBezTo>
                      <a:pt x="247" y="1603"/>
                      <a:pt x="240" y="1595"/>
                      <a:pt x="232" y="1587"/>
                    </a:cubicBezTo>
                    <a:cubicBezTo>
                      <a:pt x="230" y="1585"/>
                      <a:pt x="228" y="1583"/>
                      <a:pt x="225" y="1583"/>
                    </a:cubicBezTo>
                    <a:cubicBezTo>
                      <a:pt x="218" y="1581"/>
                      <a:pt x="199" y="1592"/>
                      <a:pt x="196" y="1598"/>
                    </a:cubicBezTo>
                    <a:cubicBezTo>
                      <a:pt x="195" y="1599"/>
                      <a:pt x="195" y="1599"/>
                      <a:pt x="195" y="1600"/>
                    </a:cubicBezTo>
                    <a:cubicBezTo>
                      <a:pt x="195" y="1610"/>
                      <a:pt x="188" y="1615"/>
                      <a:pt x="181" y="1618"/>
                    </a:cubicBezTo>
                    <a:cubicBezTo>
                      <a:pt x="178" y="1620"/>
                      <a:pt x="172" y="1619"/>
                      <a:pt x="170" y="1617"/>
                    </a:cubicBezTo>
                    <a:cubicBezTo>
                      <a:pt x="168" y="1616"/>
                      <a:pt x="167" y="1610"/>
                      <a:pt x="168" y="1607"/>
                    </a:cubicBezTo>
                    <a:cubicBezTo>
                      <a:pt x="169" y="1603"/>
                      <a:pt x="170" y="1599"/>
                      <a:pt x="173" y="1596"/>
                    </a:cubicBezTo>
                    <a:cubicBezTo>
                      <a:pt x="175" y="1593"/>
                      <a:pt x="178" y="1591"/>
                      <a:pt x="181" y="1589"/>
                    </a:cubicBezTo>
                    <a:cubicBezTo>
                      <a:pt x="183" y="1587"/>
                      <a:pt x="186" y="1586"/>
                      <a:pt x="186" y="1584"/>
                    </a:cubicBezTo>
                    <a:cubicBezTo>
                      <a:pt x="201" y="1543"/>
                      <a:pt x="217" y="1502"/>
                      <a:pt x="231" y="1461"/>
                    </a:cubicBezTo>
                    <a:cubicBezTo>
                      <a:pt x="244" y="1421"/>
                      <a:pt x="257" y="1382"/>
                      <a:pt x="269" y="1342"/>
                    </a:cubicBezTo>
                    <a:cubicBezTo>
                      <a:pt x="279" y="1306"/>
                      <a:pt x="287" y="1269"/>
                      <a:pt x="296" y="1233"/>
                    </a:cubicBezTo>
                    <a:cubicBezTo>
                      <a:pt x="301" y="1216"/>
                      <a:pt x="307" y="1199"/>
                      <a:pt x="312" y="1180"/>
                    </a:cubicBezTo>
                    <a:cubicBezTo>
                      <a:pt x="290" y="1183"/>
                      <a:pt x="269" y="1186"/>
                      <a:pt x="246" y="1190"/>
                    </a:cubicBezTo>
                    <a:moveTo>
                      <a:pt x="192" y="1588"/>
                    </a:moveTo>
                    <a:cubicBezTo>
                      <a:pt x="192" y="1588"/>
                      <a:pt x="192" y="1588"/>
                      <a:pt x="193" y="1589"/>
                    </a:cubicBezTo>
                    <a:cubicBezTo>
                      <a:pt x="197" y="1586"/>
                      <a:pt x="200" y="1583"/>
                      <a:pt x="205" y="1580"/>
                    </a:cubicBezTo>
                    <a:cubicBezTo>
                      <a:pt x="215" y="1574"/>
                      <a:pt x="227" y="1571"/>
                      <a:pt x="239" y="1581"/>
                    </a:cubicBezTo>
                    <a:cubicBezTo>
                      <a:pt x="247" y="1588"/>
                      <a:pt x="255" y="1595"/>
                      <a:pt x="263" y="1603"/>
                    </a:cubicBezTo>
                    <a:cubicBezTo>
                      <a:pt x="270" y="1609"/>
                      <a:pt x="274" y="1609"/>
                      <a:pt x="280" y="1602"/>
                    </a:cubicBezTo>
                    <a:cubicBezTo>
                      <a:pt x="285" y="1597"/>
                      <a:pt x="290" y="1591"/>
                      <a:pt x="295" y="1586"/>
                    </a:cubicBezTo>
                    <a:cubicBezTo>
                      <a:pt x="306" y="1575"/>
                      <a:pt x="317" y="1574"/>
                      <a:pt x="330" y="1580"/>
                    </a:cubicBezTo>
                    <a:cubicBezTo>
                      <a:pt x="332" y="1581"/>
                      <a:pt x="335" y="1582"/>
                      <a:pt x="337" y="1584"/>
                    </a:cubicBezTo>
                    <a:cubicBezTo>
                      <a:pt x="344" y="1590"/>
                      <a:pt x="351" y="1589"/>
                      <a:pt x="358" y="1583"/>
                    </a:cubicBezTo>
                    <a:cubicBezTo>
                      <a:pt x="358" y="1582"/>
                      <a:pt x="359" y="1582"/>
                      <a:pt x="359" y="1582"/>
                    </a:cubicBezTo>
                    <a:cubicBezTo>
                      <a:pt x="367" y="1577"/>
                      <a:pt x="371" y="1577"/>
                      <a:pt x="379" y="1581"/>
                    </a:cubicBezTo>
                    <a:cubicBezTo>
                      <a:pt x="387" y="1586"/>
                      <a:pt x="394" y="1591"/>
                      <a:pt x="402" y="1595"/>
                    </a:cubicBezTo>
                    <a:cubicBezTo>
                      <a:pt x="410" y="1599"/>
                      <a:pt x="415" y="1597"/>
                      <a:pt x="420" y="1590"/>
                    </a:cubicBezTo>
                    <a:cubicBezTo>
                      <a:pt x="423" y="1585"/>
                      <a:pt x="427" y="1579"/>
                      <a:pt x="430" y="1573"/>
                    </a:cubicBezTo>
                    <a:cubicBezTo>
                      <a:pt x="434" y="1567"/>
                      <a:pt x="439" y="1563"/>
                      <a:pt x="446" y="1561"/>
                    </a:cubicBezTo>
                    <a:cubicBezTo>
                      <a:pt x="457" y="1558"/>
                      <a:pt x="467" y="1560"/>
                      <a:pt x="476" y="1567"/>
                    </a:cubicBezTo>
                    <a:cubicBezTo>
                      <a:pt x="483" y="1572"/>
                      <a:pt x="489" y="1577"/>
                      <a:pt x="496" y="1582"/>
                    </a:cubicBezTo>
                    <a:cubicBezTo>
                      <a:pt x="495" y="1579"/>
                      <a:pt x="494" y="1577"/>
                      <a:pt x="493" y="1574"/>
                    </a:cubicBezTo>
                    <a:cubicBezTo>
                      <a:pt x="483" y="1558"/>
                      <a:pt x="474" y="1542"/>
                      <a:pt x="469" y="1524"/>
                    </a:cubicBezTo>
                    <a:cubicBezTo>
                      <a:pt x="460" y="1496"/>
                      <a:pt x="449" y="1467"/>
                      <a:pt x="441" y="1439"/>
                    </a:cubicBezTo>
                    <a:cubicBezTo>
                      <a:pt x="435" y="1417"/>
                      <a:pt x="432" y="1395"/>
                      <a:pt x="426" y="1374"/>
                    </a:cubicBezTo>
                    <a:cubicBezTo>
                      <a:pt x="416" y="1337"/>
                      <a:pt x="404" y="1300"/>
                      <a:pt x="393" y="1262"/>
                    </a:cubicBezTo>
                    <a:cubicBezTo>
                      <a:pt x="386" y="1237"/>
                      <a:pt x="379" y="1211"/>
                      <a:pt x="372" y="1186"/>
                    </a:cubicBezTo>
                    <a:cubicBezTo>
                      <a:pt x="372" y="1184"/>
                      <a:pt x="370" y="1182"/>
                      <a:pt x="368" y="1182"/>
                    </a:cubicBezTo>
                    <a:cubicBezTo>
                      <a:pt x="355" y="1180"/>
                      <a:pt x="341" y="1180"/>
                      <a:pt x="327" y="1179"/>
                    </a:cubicBezTo>
                    <a:cubicBezTo>
                      <a:pt x="323" y="1179"/>
                      <a:pt x="321" y="1180"/>
                      <a:pt x="320" y="1184"/>
                    </a:cubicBezTo>
                    <a:cubicBezTo>
                      <a:pt x="312" y="1215"/>
                      <a:pt x="304" y="1246"/>
                      <a:pt x="296" y="1277"/>
                    </a:cubicBezTo>
                    <a:cubicBezTo>
                      <a:pt x="288" y="1310"/>
                      <a:pt x="281" y="1343"/>
                      <a:pt x="272" y="1376"/>
                    </a:cubicBezTo>
                    <a:cubicBezTo>
                      <a:pt x="255" y="1439"/>
                      <a:pt x="227" y="1498"/>
                      <a:pt x="204" y="1559"/>
                    </a:cubicBezTo>
                    <a:cubicBezTo>
                      <a:pt x="200" y="1569"/>
                      <a:pt x="196" y="1578"/>
                      <a:pt x="192" y="1588"/>
                    </a:cubicBezTo>
                    <a:moveTo>
                      <a:pt x="442" y="973"/>
                    </a:moveTo>
                    <a:cubicBezTo>
                      <a:pt x="426" y="959"/>
                      <a:pt x="414" y="943"/>
                      <a:pt x="395" y="933"/>
                    </a:cubicBezTo>
                    <a:cubicBezTo>
                      <a:pt x="388" y="929"/>
                      <a:pt x="382" y="923"/>
                      <a:pt x="375" y="919"/>
                    </a:cubicBezTo>
                    <a:cubicBezTo>
                      <a:pt x="372" y="917"/>
                      <a:pt x="368" y="917"/>
                      <a:pt x="365" y="917"/>
                    </a:cubicBezTo>
                    <a:cubicBezTo>
                      <a:pt x="349" y="917"/>
                      <a:pt x="333" y="917"/>
                      <a:pt x="318" y="917"/>
                    </a:cubicBezTo>
                    <a:cubicBezTo>
                      <a:pt x="314" y="917"/>
                      <a:pt x="311" y="917"/>
                      <a:pt x="308" y="918"/>
                    </a:cubicBezTo>
                    <a:cubicBezTo>
                      <a:pt x="296" y="926"/>
                      <a:pt x="283" y="934"/>
                      <a:pt x="272" y="943"/>
                    </a:cubicBezTo>
                    <a:cubicBezTo>
                      <a:pt x="261" y="952"/>
                      <a:pt x="251" y="963"/>
                      <a:pt x="241" y="972"/>
                    </a:cubicBezTo>
                    <a:cubicBezTo>
                      <a:pt x="260" y="968"/>
                      <a:pt x="278" y="963"/>
                      <a:pt x="297" y="959"/>
                    </a:cubicBezTo>
                    <a:cubicBezTo>
                      <a:pt x="319" y="954"/>
                      <a:pt x="341" y="955"/>
                      <a:pt x="364" y="955"/>
                    </a:cubicBezTo>
                    <a:cubicBezTo>
                      <a:pt x="369" y="955"/>
                      <a:pt x="374" y="957"/>
                      <a:pt x="379" y="958"/>
                    </a:cubicBezTo>
                    <a:cubicBezTo>
                      <a:pt x="379" y="959"/>
                      <a:pt x="379" y="960"/>
                      <a:pt x="379" y="960"/>
                    </a:cubicBezTo>
                    <a:cubicBezTo>
                      <a:pt x="377" y="961"/>
                      <a:pt x="375" y="961"/>
                      <a:pt x="373" y="961"/>
                    </a:cubicBezTo>
                    <a:cubicBezTo>
                      <a:pt x="352" y="962"/>
                      <a:pt x="332" y="962"/>
                      <a:pt x="311" y="963"/>
                    </a:cubicBezTo>
                    <a:cubicBezTo>
                      <a:pt x="301" y="963"/>
                      <a:pt x="290" y="964"/>
                      <a:pt x="281" y="966"/>
                    </a:cubicBezTo>
                    <a:cubicBezTo>
                      <a:pt x="267" y="971"/>
                      <a:pt x="254" y="977"/>
                      <a:pt x="241" y="983"/>
                    </a:cubicBezTo>
                    <a:cubicBezTo>
                      <a:pt x="232" y="987"/>
                      <a:pt x="230" y="994"/>
                      <a:pt x="237" y="1002"/>
                    </a:cubicBezTo>
                    <a:cubicBezTo>
                      <a:pt x="242" y="1008"/>
                      <a:pt x="249" y="1013"/>
                      <a:pt x="255" y="1018"/>
                    </a:cubicBezTo>
                    <a:cubicBezTo>
                      <a:pt x="262" y="1023"/>
                      <a:pt x="268" y="1028"/>
                      <a:pt x="267" y="1038"/>
                    </a:cubicBezTo>
                    <a:cubicBezTo>
                      <a:pt x="279" y="1032"/>
                      <a:pt x="291" y="1028"/>
                      <a:pt x="304" y="1029"/>
                    </a:cubicBezTo>
                    <a:cubicBezTo>
                      <a:pt x="311" y="1029"/>
                      <a:pt x="317" y="1028"/>
                      <a:pt x="323" y="1027"/>
                    </a:cubicBezTo>
                    <a:cubicBezTo>
                      <a:pt x="331" y="1027"/>
                      <a:pt x="340" y="1026"/>
                      <a:pt x="348" y="1026"/>
                    </a:cubicBezTo>
                    <a:cubicBezTo>
                      <a:pt x="348" y="1027"/>
                      <a:pt x="348" y="1028"/>
                      <a:pt x="348" y="1029"/>
                    </a:cubicBezTo>
                    <a:cubicBezTo>
                      <a:pt x="341" y="1030"/>
                      <a:pt x="334" y="1030"/>
                      <a:pt x="327" y="1032"/>
                    </a:cubicBezTo>
                    <a:cubicBezTo>
                      <a:pt x="315" y="1034"/>
                      <a:pt x="303" y="1035"/>
                      <a:pt x="291" y="1039"/>
                    </a:cubicBezTo>
                    <a:cubicBezTo>
                      <a:pt x="271" y="1046"/>
                      <a:pt x="253" y="1057"/>
                      <a:pt x="237" y="1072"/>
                    </a:cubicBezTo>
                    <a:cubicBezTo>
                      <a:pt x="232" y="1076"/>
                      <a:pt x="230" y="1081"/>
                      <a:pt x="234" y="1086"/>
                    </a:cubicBezTo>
                    <a:cubicBezTo>
                      <a:pt x="238" y="1091"/>
                      <a:pt x="244" y="1095"/>
                      <a:pt x="248" y="1099"/>
                    </a:cubicBezTo>
                    <a:cubicBezTo>
                      <a:pt x="252" y="1103"/>
                      <a:pt x="256" y="1107"/>
                      <a:pt x="259" y="1111"/>
                    </a:cubicBezTo>
                    <a:cubicBezTo>
                      <a:pt x="261" y="1112"/>
                      <a:pt x="262" y="1114"/>
                      <a:pt x="264" y="1113"/>
                    </a:cubicBezTo>
                    <a:cubicBezTo>
                      <a:pt x="272" y="1113"/>
                      <a:pt x="281" y="1113"/>
                      <a:pt x="290" y="1111"/>
                    </a:cubicBezTo>
                    <a:cubicBezTo>
                      <a:pt x="306" y="1108"/>
                      <a:pt x="323" y="1107"/>
                      <a:pt x="339" y="1107"/>
                    </a:cubicBezTo>
                    <a:cubicBezTo>
                      <a:pt x="344" y="1107"/>
                      <a:pt x="349" y="1109"/>
                      <a:pt x="354" y="1109"/>
                    </a:cubicBezTo>
                    <a:cubicBezTo>
                      <a:pt x="354" y="1110"/>
                      <a:pt x="354" y="1110"/>
                      <a:pt x="354" y="1111"/>
                    </a:cubicBezTo>
                    <a:cubicBezTo>
                      <a:pt x="334" y="1113"/>
                      <a:pt x="314" y="1114"/>
                      <a:pt x="294" y="1116"/>
                    </a:cubicBezTo>
                    <a:cubicBezTo>
                      <a:pt x="282" y="1117"/>
                      <a:pt x="270" y="1117"/>
                      <a:pt x="259" y="1125"/>
                    </a:cubicBezTo>
                    <a:cubicBezTo>
                      <a:pt x="255" y="1129"/>
                      <a:pt x="252" y="1133"/>
                      <a:pt x="248" y="1136"/>
                    </a:cubicBezTo>
                    <a:cubicBezTo>
                      <a:pt x="234" y="1145"/>
                      <a:pt x="230" y="1159"/>
                      <a:pt x="237" y="1174"/>
                    </a:cubicBezTo>
                    <a:cubicBezTo>
                      <a:pt x="237" y="1175"/>
                      <a:pt x="240" y="1176"/>
                      <a:pt x="241" y="1176"/>
                    </a:cubicBezTo>
                    <a:cubicBezTo>
                      <a:pt x="250" y="1176"/>
                      <a:pt x="258" y="1176"/>
                      <a:pt x="267" y="1175"/>
                    </a:cubicBezTo>
                    <a:cubicBezTo>
                      <a:pt x="277" y="1173"/>
                      <a:pt x="287" y="1171"/>
                      <a:pt x="297" y="1170"/>
                    </a:cubicBezTo>
                    <a:cubicBezTo>
                      <a:pt x="321" y="1169"/>
                      <a:pt x="346" y="1169"/>
                      <a:pt x="371" y="1169"/>
                    </a:cubicBezTo>
                    <a:cubicBezTo>
                      <a:pt x="373" y="1169"/>
                      <a:pt x="375" y="1169"/>
                      <a:pt x="376" y="1169"/>
                    </a:cubicBezTo>
                    <a:cubicBezTo>
                      <a:pt x="387" y="1171"/>
                      <a:pt x="398" y="1173"/>
                      <a:pt x="410" y="1174"/>
                    </a:cubicBezTo>
                    <a:cubicBezTo>
                      <a:pt x="418" y="1175"/>
                      <a:pt x="427" y="1175"/>
                      <a:pt x="436" y="1176"/>
                    </a:cubicBezTo>
                    <a:cubicBezTo>
                      <a:pt x="444" y="1177"/>
                      <a:pt x="445" y="1177"/>
                      <a:pt x="447" y="1169"/>
                    </a:cubicBezTo>
                    <a:cubicBezTo>
                      <a:pt x="451" y="1152"/>
                      <a:pt x="448" y="1145"/>
                      <a:pt x="434" y="1135"/>
                    </a:cubicBezTo>
                    <a:cubicBezTo>
                      <a:pt x="432" y="1134"/>
                      <a:pt x="430" y="1133"/>
                      <a:pt x="429" y="1132"/>
                    </a:cubicBezTo>
                    <a:cubicBezTo>
                      <a:pt x="423" y="1123"/>
                      <a:pt x="413" y="1120"/>
                      <a:pt x="403" y="1117"/>
                    </a:cubicBezTo>
                    <a:cubicBezTo>
                      <a:pt x="398" y="1116"/>
                      <a:pt x="394" y="1114"/>
                      <a:pt x="389" y="1113"/>
                    </a:cubicBezTo>
                    <a:cubicBezTo>
                      <a:pt x="389" y="1112"/>
                      <a:pt x="389" y="1111"/>
                      <a:pt x="389" y="1111"/>
                    </a:cubicBezTo>
                    <a:cubicBezTo>
                      <a:pt x="398" y="1111"/>
                      <a:pt x="407" y="1112"/>
                      <a:pt x="416" y="1113"/>
                    </a:cubicBezTo>
                    <a:cubicBezTo>
                      <a:pt x="419" y="1114"/>
                      <a:pt x="421" y="1114"/>
                      <a:pt x="423" y="1110"/>
                    </a:cubicBezTo>
                    <a:cubicBezTo>
                      <a:pt x="426" y="1106"/>
                      <a:pt x="430" y="1103"/>
                      <a:pt x="433" y="1100"/>
                    </a:cubicBezTo>
                    <a:cubicBezTo>
                      <a:pt x="437" y="1097"/>
                      <a:pt x="441" y="1095"/>
                      <a:pt x="444" y="1092"/>
                    </a:cubicBezTo>
                    <a:cubicBezTo>
                      <a:pt x="453" y="1084"/>
                      <a:pt x="452" y="1078"/>
                      <a:pt x="443" y="1069"/>
                    </a:cubicBezTo>
                    <a:cubicBezTo>
                      <a:pt x="423" y="1053"/>
                      <a:pt x="402" y="1041"/>
                      <a:pt x="377" y="1035"/>
                    </a:cubicBezTo>
                    <a:cubicBezTo>
                      <a:pt x="374" y="1034"/>
                      <a:pt x="370" y="1033"/>
                      <a:pt x="366" y="1032"/>
                    </a:cubicBezTo>
                    <a:cubicBezTo>
                      <a:pt x="366" y="1031"/>
                      <a:pt x="366" y="1030"/>
                      <a:pt x="366" y="1030"/>
                    </a:cubicBezTo>
                    <a:cubicBezTo>
                      <a:pt x="383" y="1027"/>
                      <a:pt x="400" y="1028"/>
                      <a:pt x="416" y="1038"/>
                    </a:cubicBezTo>
                    <a:cubicBezTo>
                      <a:pt x="415" y="1029"/>
                      <a:pt x="420" y="1023"/>
                      <a:pt x="427" y="1018"/>
                    </a:cubicBezTo>
                    <a:cubicBezTo>
                      <a:pt x="434" y="1013"/>
                      <a:pt x="440" y="1008"/>
                      <a:pt x="446" y="1001"/>
                    </a:cubicBezTo>
                    <a:cubicBezTo>
                      <a:pt x="452" y="995"/>
                      <a:pt x="450" y="987"/>
                      <a:pt x="442" y="983"/>
                    </a:cubicBezTo>
                    <a:cubicBezTo>
                      <a:pt x="430" y="978"/>
                      <a:pt x="417" y="973"/>
                      <a:pt x="405" y="967"/>
                    </a:cubicBezTo>
                    <a:cubicBezTo>
                      <a:pt x="403" y="966"/>
                      <a:pt x="400" y="965"/>
                      <a:pt x="397" y="964"/>
                    </a:cubicBezTo>
                    <a:cubicBezTo>
                      <a:pt x="398" y="963"/>
                      <a:pt x="398" y="962"/>
                      <a:pt x="398" y="961"/>
                    </a:cubicBezTo>
                    <a:cubicBezTo>
                      <a:pt x="413" y="965"/>
                      <a:pt x="427" y="969"/>
                      <a:pt x="442" y="97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2" name="Freeform 94"/>
              <p:cNvSpPr>
                <a:spLocks/>
              </p:cNvSpPr>
              <p:nvPr/>
            </p:nvSpPr>
            <p:spPr bwMode="auto">
              <a:xfrm>
                <a:off x="4297363" y="101600"/>
                <a:ext cx="38100" cy="46038"/>
              </a:xfrm>
              <a:custGeom>
                <a:avLst/>
                <a:gdLst>
                  <a:gd name="T0" fmla="*/ 14 w 14"/>
                  <a:gd name="T1" fmla="*/ 3 h 17"/>
                  <a:gd name="T2" fmla="*/ 8 w 14"/>
                  <a:gd name="T3" fmla="*/ 14 h 17"/>
                  <a:gd name="T4" fmla="*/ 4 w 14"/>
                  <a:gd name="T5" fmla="*/ 16 h 17"/>
                  <a:gd name="T6" fmla="*/ 0 w 14"/>
                  <a:gd name="T7" fmla="*/ 11 h 17"/>
                  <a:gd name="T8" fmla="*/ 8 w 14"/>
                  <a:gd name="T9" fmla="*/ 0 h 17"/>
                  <a:gd name="T10" fmla="*/ 14 w 14"/>
                  <a:gd name="T11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17">
                    <a:moveTo>
                      <a:pt x="14" y="3"/>
                    </a:moveTo>
                    <a:cubicBezTo>
                      <a:pt x="12" y="8"/>
                      <a:pt x="10" y="11"/>
                      <a:pt x="8" y="14"/>
                    </a:cubicBezTo>
                    <a:cubicBezTo>
                      <a:pt x="7" y="16"/>
                      <a:pt x="5" y="17"/>
                      <a:pt x="4" y="16"/>
                    </a:cubicBezTo>
                    <a:cubicBezTo>
                      <a:pt x="2" y="15"/>
                      <a:pt x="0" y="12"/>
                      <a:pt x="0" y="11"/>
                    </a:cubicBezTo>
                    <a:cubicBezTo>
                      <a:pt x="3" y="7"/>
                      <a:pt x="5" y="4"/>
                      <a:pt x="8" y="0"/>
                    </a:cubicBezTo>
                    <a:cubicBezTo>
                      <a:pt x="9" y="0"/>
                      <a:pt x="12" y="2"/>
                      <a:pt x="14" y="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3" name="Freeform 95"/>
              <p:cNvSpPr>
                <a:spLocks/>
              </p:cNvSpPr>
              <p:nvPr/>
            </p:nvSpPr>
            <p:spPr bwMode="auto">
              <a:xfrm>
                <a:off x="4300538" y="1431925"/>
                <a:ext cx="41275" cy="42863"/>
              </a:xfrm>
              <a:custGeom>
                <a:avLst/>
                <a:gdLst>
                  <a:gd name="T0" fmla="*/ 15 w 15"/>
                  <a:gd name="T1" fmla="*/ 0 h 16"/>
                  <a:gd name="T2" fmla="*/ 4 w 15"/>
                  <a:gd name="T3" fmla="*/ 16 h 16"/>
                  <a:gd name="T4" fmla="*/ 15 w 15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16">
                    <a:moveTo>
                      <a:pt x="15" y="0"/>
                    </a:moveTo>
                    <a:cubicBezTo>
                      <a:pt x="15" y="7"/>
                      <a:pt x="11" y="14"/>
                      <a:pt x="4" y="16"/>
                    </a:cubicBezTo>
                    <a:cubicBezTo>
                      <a:pt x="0" y="11"/>
                      <a:pt x="6" y="1"/>
                      <a:pt x="15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4" name="Freeform 96"/>
              <p:cNvSpPr>
                <a:spLocks/>
              </p:cNvSpPr>
              <p:nvPr/>
            </p:nvSpPr>
            <p:spPr bwMode="auto">
              <a:xfrm>
                <a:off x="4305301" y="3175"/>
                <a:ext cx="30163" cy="42863"/>
              </a:xfrm>
              <a:custGeom>
                <a:avLst/>
                <a:gdLst>
                  <a:gd name="T0" fmla="*/ 11 w 11"/>
                  <a:gd name="T1" fmla="*/ 2 h 16"/>
                  <a:gd name="T2" fmla="*/ 6 w 11"/>
                  <a:gd name="T3" fmla="*/ 13 h 16"/>
                  <a:gd name="T4" fmla="*/ 2 w 11"/>
                  <a:gd name="T5" fmla="*/ 16 h 16"/>
                  <a:gd name="T6" fmla="*/ 1 w 11"/>
                  <a:gd name="T7" fmla="*/ 11 h 16"/>
                  <a:gd name="T8" fmla="*/ 8 w 11"/>
                  <a:gd name="T9" fmla="*/ 0 h 16"/>
                  <a:gd name="T10" fmla="*/ 11 w 11"/>
                  <a:gd name="T11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16">
                    <a:moveTo>
                      <a:pt x="11" y="2"/>
                    </a:moveTo>
                    <a:cubicBezTo>
                      <a:pt x="9" y="6"/>
                      <a:pt x="8" y="10"/>
                      <a:pt x="6" y="13"/>
                    </a:cubicBezTo>
                    <a:cubicBezTo>
                      <a:pt x="5" y="15"/>
                      <a:pt x="3" y="15"/>
                      <a:pt x="2" y="16"/>
                    </a:cubicBezTo>
                    <a:cubicBezTo>
                      <a:pt x="1" y="14"/>
                      <a:pt x="0" y="12"/>
                      <a:pt x="1" y="11"/>
                    </a:cubicBezTo>
                    <a:cubicBezTo>
                      <a:pt x="3" y="7"/>
                      <a:pt x="5" y="4"/>
                      <a:pt x="8" y="0"/>
                    </a:cubicBezTo>
                    <a:cubicBezTo>
                      <a:pt x="9" y="1"/>
                      <a:pt x="10" y="2"/>
                      <a:pt x="11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5" name="Freeform 97"/>
              <p:cNvSpPr>
                <a:spLocks/>
              </p:cNvSpPr>
              <p:nvPr/>
            </p:nvSpPr>
            <p:spPr bwMode="auto">
              <a:xfrm>
                <a:off x="4303713" y="1393825"/>
                <a:ext cx="26988" cy="39688"/>
              </a:xfrm>
              <a:custGeom>
                <a:avLst/>
                <a:gdLst>
                  <a:gd name="T0" fmla="*/ 10 w 10"/>
                  <a:gd name="T1" fmla="*/ 2 h 15"/>
                  <a:gd name="T2" fmla="*/ 5 w 10"/>
                  <a:gd name="T3" fmla="*/ 14 h 15"/>
                  <a:gd name="T4" fmla="*/ 2 w 10"/>
                  <a:gd name="T5" fmla="*/ 15 h 15"/>
                  <a:gd name="T6" fmla="*/ 0 w 10"/>
                  <a:gd name="T7" fmla="*/ 12 h 15"/>
                  <a:gd name="T8" fmla="*/ 7 w 10"/>
                  <a:gd name="T9" fmla="*/ 0 h 15"/>
                  <a:gd name="T10" fmla="*/ 10 w 10"/>
                  <a:gd name="T11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15">
                    <a:moveTo>
                      <a:pt x="10" y="2"/>
                    </a:moveTo>
                    <a:cubicBezTo>
                      <a:pt x="8" y="6"/>
                      <a:pt x="7" y="10"/>
                      <a:pt x="5" y="14"/>
                    </a:cubicBezTo>
                    <a:cubicBezTo>
                      <a:pt x="4" y="14"/>
                      <a:pt x="2" y="15"/>
                      <a:pt x="2" y="15"/>
                    </a:cubicBezTo>
                    <a:cubicBezTo>
                      <a:pt x="1" y="14"/>
                      <a:pt x="0" y="12"/>
                      <a:pt x="0" y="12"/>
                    </a:cubicBezTo>
                    <a:cubicBezTo>
                      <a:pt x="2" y="8"/>
                      <a:pt x="4" y="4"/>
                      <a:pt x="7" y="0"/>
                    </a:cubicBezTo>
                    <a:cubicBezTo>
                      <a:pt x="8" y="1"/>
                      <a:pt x="9" y="1"/>
                      <a:pt x="10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6" name="Freeform 98"/>
              <p:cNvSpPr>
                <a:spLocks/>
              </p:cNvSpPr>
              <p:nvPr/>
            </p:nvSpPr>
            <p:spPr bwMode="auto">
              <a:xfrm>
                <a:off x="4300538" y="631825"/>
                <a:ext cx="19050" cy="33338"/>
              </a:xfrm>
              <a:custGeom>
                <a:avLst/>
                <a:gdLst>
                  <a:gd name="T0" fmla="*/ 7 w 7"/>
                  <a:gd name="T1" fmla="*/ 2 h 12"/>
                  <a:gd name="T2" fmla="*/ 3 w 7"/>
                  <a:gd name="T3" fmla="*/ 12 h 12"/>
                  <a:gd name="T4" fmla="*/ 0 w 7"/>
                  <a:gd name="T5" fmla="*/ 10 h 12"/>
                  <a:gd name="T6" fmla="*/ 5 w 7"/>
                  <a:gd name="T7" fmla="*/ 0 h 12"/>
                  <a:gd name="T8" fmla="*/ 7 w 7"/>
                  <a:gd name="T9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2">
                    <a:moveTo>
                      <a:pt x="7" y="2"/>
                    </a:moveTo>
                    <a:cubicBezTo>
                      <a:pt x="6" y="5"/>
                      <a:pt x="4" y="8"/>
                      <a:pt x="3" y="12"/>
                    </a:cubicBezTo>
                    <a:cubicBezTo>
                      <a:pt x="2" y="11"/>
                      <a:pt x="0" y="10"/>
                      <a:pt x="0" y="10"/>
                    </a:cubicBezTo>
                    <a:cubicBezTo>
                      <a:pt x="2" y="7"/>
                      <a:pt x="3" y="3"/>
                      <a:pt x="5" y="0"/>
                    </a:cubicBezTo>
                    <a:cubicBezTo>
                      <a:pt x="6" y="1"/>
                      <a:pt x="7" y="1"/>
                      <a:pt x="7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7" name="Freeform 107"/>
              <p:cNvSpPr>
                <a:spLocks/>
              </p:cNvSpPr>
              <p:nvPr/>
            </p:nvSpPr>
            <p:spPr bwMode="auto">
              <a:xfrm>
                <a:off x="4875213" y="3832225"/>
                <a:ext cx="246063" cy="514350"/>
              </a:xfrm>
              <a:custGeom>
                <a:avLst/>
                <a:gdLst>
                  <a:gd name="T0" fmla="*/ 50 w 91"/>
                  <a:gd name="T1" fmla="*/ 28 h 190"/>
                  <a:gd name="T2" fmla="*/ 48 w 91"/>
                  <a:gd name="T3" fmla="*/ 25 h 190"/>
                  <a:gd name="T4" fmla="*/ 15 w 91"/>
                  <a:gd name="T5" fmla="*/ 10 h 190"/>
                  <a:gd name="T6" fmla="*/ 7 w 91"/>
                  <a:gd name="T7" fmla="*/ 31 h 190"/>
                  <a:gd name="T8" fmla="*/ 21 w 91"/>
                  <a:gd name="T9" fmla="*/ 54 h 190"/>
                  <a:gd name="T10" fmla="*/ 41 w 91"/>
                  <a:gd name="T11" fmla="*/ 108 h 190"/>
                  <a:gd name="T12" fmla="*/ 39 w 91"/>
                  <a:gd name="T13" fmla="*/ 152 h 190"/>
                  <a:gd name="T14" fmla="*/ 39 w 91"/>
                  <a:gd name="T15" fmla="*/ 165 h 190"/>
                  <a:gd name="T16" fmla="*/ 57 w 91"/>
                  <a:gd name="T17" fmla="*/ 174 h 190"/>
                  <a:gd name="T18" fmla="*/ 79 w 91"/>
                  <a:gd name="T19" fmla="*/ 141 h 190"/>
                  <a:gd name="T20" fmla="*/ 73 w 91"/>
                  <a:gd name="T21" fmla="*/ 71 h 190"/>
                  <a:gd name="T22" fmla="*/ 62 w 91"/>
                  <a:gd name="T23" fmla="*/ 32 h 190"/>
                  <a:gd name="T24" fmla="*/ 61 w 91"/>
                  <a:gd name="T25" fmla="*/ 26 h 190"/>
                  <a:gd name="T26" fmla="*/ 64 w 91"/>
                  <a:gd name="T27" fmla="*/ 26 h 190"/>
                  <a:gd name="T28" fmla="*/ 70 w 91"/>
                  <a:gd name="T29" fmla="*/ 38 h 190"/>
                  <a:gd name="T30" fmla="*/ 87 w 91"/>
                  <a:gd name="T31" fmla="*/ 107 h 190"/>
                  <a:gd name="T32" fmla="*/ 77 w 91"/>
                  <a:gd name="T33" fmla="*/ 164 h 190"/>
                  <a:gd name="T34" fmla="*/ 61 w 91"/>
                  <a:gd name="T35" fmla="*/ 180 h 190"/>
                  <a:gd name="T36" fmla="*/ 29 w 91"/>
                  <a:gd name="T37" fmla="*/ 162 h 190"/>
                  <a:gd name="T38" fmla="*/ 31 w 91"/>
                  <a:gd name="T39" fmla="*/ 128 h 190"/>
                  <a:gd name="T40" fmla="*/ 26 w 91"/>
                  <a:gd name="T41" fmla="*/ 81 h 190"/>
                  <a:gd name="T42" fmla="*/ 12 w 91"/>
                  <a:gd name="T43" fmla="*/ 55 h 190"/>
                  <a:gd name="T44" fmla="*/ 0 w 91"/>
                  <a:gd name="T45" fmla="*/ 23 h 190"/>
                  <a:gd name="T46" fmla="*/ 8 w 91"/>
                  <a:gd name="T47" fmla="*/ 8 h 190"/>
                  <a:gd name="T48" fmla="*/ 46 w 91"/>
                  <a:gd name="T49" fmla="*/ 12 h 190"/>
                  <a:gd name="T50" fmla="*/ 50 w 91"/>
                  <a:gd name="T51" fmla="*/ 28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1" h="190">
                    <a:moveTo>
                      <a:pt x="50" y="28"/>
                    </a:moveTo>
                    <a:cubicBezTo>
                      <a:pt x="49" y="27"/>
                      <a:pt x="49" y="26"/>
                      <a:pt x="48" y="25"/>
                    </a:cubicBezTo>
                    <a:cubicBezTo>
                      <a:pt x="43" y="11"/>
                      <a:pt x="29" y="5"/>
                      <a:pt x="15" y="10"/>
                    </a:cubicBezTo>
                    <a:cubicBezTo>
                      <a:pt x="7" y="14"/>
                      <a:pt x="3" y="21"/>
                      <a:pt x="7" y="31"/>
                    </a:cubicBezTo>
                    <a:cubicBezTo>
                      <a:pt x="11" y="40"/>
                      <a:pt x="15" y="48"/>
                      <a:pt x="21" y="54"/>
                    </a:cubicBezTo>
                    <a:cubicBezTo>
                      <a:pt x="35" y="70"/>
                      <a:pt x="40" y="89"/>
                      <a:pt x="41" y="108"/>
                    </a:cubicBezTo>
                    <a:cubicBezTo>
                      <a:pt x="41" y="123"/>
                      <a:pt x="40" y="137"/>
                      <a:pt x="39" y="152"/>
                    </a:cubicBezTo>
                    <a:cubicBezTo>
                      <a:pt x="39" y="156"/>
                      <a:pt x="39" y="161"/>
                      <a:pt x="39" y="165"/>
                    </a:cubicBezTo>
                    <a:cubicBezTo>
                      <a:pt x="41" y="174"/>
                      <a:pt x="48" y="179"/>
                      <a:pt x="57" y="174"/>
                    </a:cubicBezTo>
                    <a:cubicBezTo>
                      <a:pt x="70" y="167"/>
                      <a:pt x="76" y="155"/>
                      <a:pt x="79" y="141"/>
                    </a:cubicBezTo>
                    <a:cubicBezTo>
                      <a:pt x="85" y="117"/>
                      <a:pt x="79" y="94"/>
                      <a:pt x="73" y="71"/>
                    </a:cubicBezTo>
                    <a:cubicBezTo>
                      <a:pt x="69" y="58"/>
                      <a:pt x="66" y="45"/>
                      <a:pt x="62" y="32"/>
                    </a:cubicBezTo>
                    <a:cubicBezTo>
                      <a:pt x="61" y="30"/>
                      <a:pt x="62" y="28"/>
                      <a:pt x="61" y="26"/>
                    </a:cubicBezTo>
                    <a:cubicBezTo>
                      <a:pt x="62" y="26"/>
                      <a:pt x="63" y="26"/>
                      <a:pt x="64" y="26"/>
                    </a:cubicBezTo>
                    <a:cubicBezTo>
                      <a:pt x="66" y="30"/>
                      <a:pt x="69" y="34"/>
                      <a:pt x="70" y="38"/>
                    </a:cubicBezTo>
                    <a:cubicBezTo>
                      <a:pt x="76" y="61"/>
                      <a:pt x="83" y="84"/>
                      <a:pt x="87" y="107"/>
                    </a:cubicBezTo>
                    <a:cubicBezTo>
                      <a:pt x="91" y="127"/>
                      <a:pt x="89" y="147"/>
                      <a:pt x="77" y="164"/>
                    </a:cubicBezTo>
                    <a:cubicBezTo>
                      <a:pt x="73" y="170"/>
                      <a:pt x="67" y="176"/>
                      <a:pt x="61" y="180"/>
                    </a:cubicBezTo>
                    <a:cubicBezTo>
                      <a:pt x="45" y="190"/>
                      <a:pt x="30" y="179"/>
                      <a:pt x="29" y="162"/>
                    </a:cubicBezTo>
                    <a:cubicBezTo>
                      <a:pt x="29" y="151"/>
                      <a:pt x="30" y="139"/>
                      <a:pt x="31" y="128"/>
                    </a:cubicBezTo>
                    <a:cubicBezTo>
                      <a:pt x="32" y="112"/>
                      <a:pt x="31" y="96"/>
                      <a:pt x="26" y="81"/>
                    </a:cubicBezTo>
                    <a:cubicBezTo>
                      <a:pt x="23" y="72"/>
                      <a:pt x="17" y="63"/>
                      <a:pt x="12" y="55"/>
                    </a:cubicBezTo>
                    <a:cubicBezTo>
                      <a:pt x="6" y="45"/>
                      <a:pt x="0" y="35"/>
                      <a:pt x="0" y="23"/>
                    </a:cubicBezTo>
                    <a:cubicBezTo>
                      <a:pt x="0" y="16"/>
                      <a:pt x="2" y="11"/>
                      <a:pt x="8" y="8"/>
                    </a:cubicBezTo>
                    <a:cubicBezTo>
                      <a:pt x="17" y="2"/>
                      <a:pt x="36" y="0"/>
                      <a:pt x="46" y="12"/>
                    </a:cubicBezTo>
                    <a:cubicBezTo>
                      <a:pt x="50" y="16"/>
                      <a:pt x="51" y="21"/>
                      <a:pt x="50" y="28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8" name="Freeform 108"/>
              <p:cNvSpPr>
                <a:spLocks noEditPoints="1"/>
              </p:cNvSpPr>
              <p:nvPr/>
            </p:nvSpPr>
            <p:spPr bwMode="auto">
              <a:xfrm>
                <a:off x="4791076" y="4602163"/>
                <a:ext cx="249238" cy="314325"/>
              </a:xfrm>
              <a:custGeom>
                <a:avLst/>
                <a:gdLst>
                  <a:gd name="T0" fmla="*/ 61 w 92"/>
                  <a:gd name="T1" fmla="*/ 0 h 116"/>
                  <a:gd name="T2" fmla="*/ 71 w 92"/>
                  <a:gd name="T3" fmla="*/ 5 h 116"/>
                  <a:gd name="T4" fmla="*/ 78 w 92"/>
                  <a:gd name="T5" fmla="*/ 80 h 116"/>
                  <a:gd name="T6" fmla="*/ 55 w 92"/>
                  <a:gd name="T7" fmla="*/ 107 h 116"/>
                  <a:gd name="T8" fmla="*/ 18 w 92"/>
                  <a:gd name="T9" fmla="*/ 114 h 116"/>
                  <a:gd name="T10" fmla="*/ 6 w 92"/>
                  <a:gd name="T11" fmla="*/ 88 h 116"/>
                  <a:gd name="T12" fmla="*/ 19 w 92"/>
                  <a:gd name="T13" fmla="*/ 68 h 116"/>
                  <a:gd name="T14" fmla="*/ 43 w 92"/>
                  <a:gd name="T15" fmla="*/ 18 h 116"/>
                  <a:gd name="T16" fmla="*/ 61 w 92"/>
                  <a:gd name="T17" fmla="*/ 0 h 116"/>
                  <a:gd name="T18" fmla="*/ 81 w 92"/>
                  <a:gd name="T19" fmla="*/ 47 h 116"/>
                  <a:gd name="T20" fmla="*/ 74 w 92"/>
                  <a:gd name="T21" fmla="*/ 18 h 116"/>
                  <a:gd name="T22" fmla="*/ 62 w 92"/>
                  <a:gd name="T23" fmla="*/ 3 h 116"/>
                  <a:gd name="T24" fmla="*/ 49 w 92"/>
                  <a:gd name="T25" fmla="*/ 17 h 116"/>
                  <a:gd name="T26" fmla="*/ 48 w 92"/>
                  <a:gd name="T27" fmla="*/ 19 h 116"/>
                  <a:gd name="T28" fmla="*/ 21 w 92"/>
                  <a:gd name="T29" fmla="*/ 74 h 116"/>
                  <a:gd name="T30" fmla="*/ 11 w 92"/>
                  <a:gd name="T31" fmla="*/ 89 h 116"/>
                  <a:gd name="T32" fmla="*/ 21 w 92"/>
                  <a:gd name="T33" fmla="*/ 110 h 116"/>
                  <a:gd name="T34" fmla="*/ 59 w 92"/>
                  <a:gd name="T35" fmla="*/ 97 h 116"/>
                  <a:gd name="T36" fmla="*/ 81 w 92"/>
                  <a:gd name="T37" fmla="*/ 47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2" h="116">
                    <a:moveTo>
                      <a:pt x="61" y="0"/>
                    </a:moveTo>
                    <a:cubicBezTo>
                      <a:pt x="64" y="2"/>
                      <a:pt x="68" y="3"/>
                      <a:pt x="71" y="5"/>
                    </a:cubicBezTo>
                    <a:cubicBezTo>
                      <a:pt x="89" y="28"/>
                      <a:pt x="92" y="54"/>
                      <a:pt x="78" y="80"/>
                    </a:cubicBezTo>
                    <a:cubicBezTo>
                      <a:pt x="72" y="91"/>
                      <a:pt x="66" y="101"/>
                      <a:pt x="55" y="107"/>
                    </a:cubicBezTo>
                    <a:cubicBezTo>
                      <a:pt x="44" y="114"/>
                      <a:pt x="31" y="116"/>
                      <a:pt x="18" y="114"/>
                    </a:cubicBezTo>
                    <a:cubicBezTo>
                      <a:pt x="5" y="111"/>
                      <a:pt x="0" y="100"/>
                      <a:pt x="6" y="88"/>
                    </a:cubicBezTo>
                    <a:cubicBezTo>
                      <a:pt x="9" y="81"/>
                      <a:pt x="15" y="75"/>
                      <a:pt x="19" y="68"/>
                    </a:cubicBezTo>
                    <a:cubicBezTo>
                      <a:pt x="31" y="54"/>
                      <a:pt x="38" y="37"/>
                      <a:pt x="43" y="18"/>
                    </a:cubicBezTo>
                    <a:cubicBezTo>
                      <a:pt x="45" y="6"/>
                      <a:pt x="51" y="1"/>
                      <a:pt x="61" y="0"/>
                    </a:cubicBezTo>
                    <a:moveTo>
                      <a:pt x="81" y="47"/>
                    </a:moveTo>
                    <a:cubicBezTo>
                      <a:pt x="79" y="38"/>
                      <a:pt x="76" y="28"/>
                      <a:pt x="74" y="18"/>
                    </a:cubicBezTo>
                    <a:cubicBezTo>
                      <a:pt x="73" y="10"/>
                      <a:pt x="67" y="4"/>
                      <a:pt x="62" y="3"/>
                    </a:cubicBezTo>
                    <a:cubicBezTo>
                      <a:pt x="56" y="3"/>
                      <a:pt x="51" y="8"/>
                      <a:pt x="49" y="17"/>
                    </a:cubicBezTo>
                    <a:cubicBezTo>
                      <a:pt x="48" y="18"/>
                      <a:pt x="48" y="19"/>
                      <a:pt x="48" y="19"/>
                    </a:cubicBezTo>
                    <a:cubicBezTo>
                      <a:pt x="44" y="40"/>
                      <a:pt x="35" y="58"/>
                      <a:pt x="21" y="74"/>
                    </a:cubicBezTo>
                    <a:cubicBezTo>
                      <a:pt x="18" y="79"/>
                      <a:pt x="14" y="83"/>
                      <a:pt x="11" y="89"/>
                    </a:cubicBezTo>
                    <a:cubicBezTo>
                      <a:pt x="5" y="99"/>
                      <a:pt x="9" y="108"/>
                      <a:pt x="21" y="110"/>
                    </a:cubicBezTo>
                    <a:cubicBezTo>
                      <a:pt x="35" y="111"/>
                      <a:pt x="49" y="108"/>
                      <a:pt x="59" y="97"/>
                    </a:cubicBezTo>
                    <a:cubicBezTo>
                      <a:pt x="72" y="84"/>
                      <a:pt x="80" y="67"/>
                      <a:pt x="81" y="47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9" name="Freeform 109"/>
              <p:cNvSpPr>
                <a:spLocks/>
              </p:cNvSpPr>
              <p:nvPr/>
            </p:nvSpPr>
            <p:spPr bwMode="auto">
              <a:xfrm>
                <a:off x="4641851" y="3517900"/>
                <a:ext cx="195263" cy="230188"/>
              </a:xfrm>
              <a:custGeom>
                <a:avLst/>
                <a:gdLst>
                  <a:gd name="T0" fmla="*/ 58 w 72"/>
                  <a:gd name="T1" fmla="*/ 39 h 85"/>
                  <a:gd name="T2" fmla="*/ 46 w 72"/>
                  <a:gd name="T3" fmla="*/ 24 h 85"/>
                  <a:gd name="T4" fmla="*/ 15 w 72"/>
                  <a:gd name="T5" fmla="*/ 8 h 85"/>
                  <a:gd name="T6" fmla="*/ 8 w 72"/>
                  <a:gd name="T7" fmla="*/ 16 h 85"/>
                  <a:gd name="T8" fmla="*/ 43 w 72"/>
                  <a:gd name="T9" fmla="*/ 72 h 85"/>
                  <a:gd name="T10" fmla="*/ 52 w 72"/>
                  <a:gd name="T11" fmla="*/ 76 h 85"/>
                  <a:gd name="T12" fmla="*/ 66 w 72"/>
                  <a:gd name="T13" fmla="*/ 65 h 85"/>
                  <a:gd name="T14" fmla="*/ 65 w 72"/>
                  <a:gd name="T15" fmla="*/ 56 h 85"/>
                  <a:gd name="T16" fmla="*/ 67 w 72"/>
                  <a:gd name="T17" fmla="*/ 47 h 85"/>
                  <a:gd name="T18" fmla="*/ 70 w 72"/>
                  <a:gd name="T19" fmla="*/ 53 h 85"/>
                  <a:gd name="T20" fmla="*/ 71 w 72"/>
                  <a:gd name="T21" fmla="*/ 71 h 85"/>
                  <a:gd name="T22" fmla="*/ 51 w 72"/>
                  <a:gd name="T23" fmla="*/ 81 h 85"/>
                  <a:gd name="T24" fmla="*/ 5 w 72"/>
                  <a:gd name="T25" fmla="*/ 31 h 85"/>
                  <a:gd name="T26" fmla="*/ 2 w 72"/>
                  <a:gd name="T27" fmla="*/ 16 h 85"/>
                  <a:gd name="T28" fmla="*/ 10 w 72"/>
                  <a:gd name="T29" fmla="*/ 3 h 85"/>
                  <a:gd name="T30" fmla="*/ 58 w 72"/>
                  <a:gd name="T31" fmla="*/ 3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2" h="85">
                    <a:moveTo>
                      <a:pt x="58" y="39"/>
                    </a:moveTo>
                    <a:cubicBezTo>
                      <a:pt x="54" y="34"/>
                      <a:pt x="50" y="29"/>
                      <a:pt x="46" y="24"/>
                    </a:cubicBezTo>
                    <a:cubicBezTo>
                      <a:pt x="38" y="15"/>
                      <a:pt x="29" y="8"/>
                      <a:pt x="15" y="8"/>
                    </a:cubicBezTo>
                    <a:cubicBezTo>
                      <a:pt x="9" y="8"/>
                      <a:pt x="7" y="10"/>
                      <a:pt x="8" y="16"/>
                    </a:cubicBezTo>
                    <a:cubicBezTo>
                      <a:pt x="12" y="40"/>
                      <a:pt x="21" y="60"/>
                      <a:pt x="43" y="72"/>
                    </a:cubicBezTo>
                    <a:cubicBezTo>
                      <a:pt x="46" y="73"/>
                      <a:pt x="49" y="75"/>
                      <a:pt x="52" y="76"/>
                    </a:cubicBezTo>
                    <a:cubicBezTo>
                      <a:pt x="62" y="78"/>
                      <a:pt x="66" y="75"/>
                      <a:pt x="66" y="65"/>
                    </a:cubicBezTo>
                    <a:cubicBezTo>
                      <a:pt x="67" y="62"/>
                      <a:pt x="66" y="59"/>
                      <a:pt x="65" y="56"/>
                    </a:cubicBezTo>
                    <a:cubicBezTo>
                      <a:pt x="65" y="53"/>
                      <a:pt x="65" y="50"/>
                      <a:pt x="67" y="47"/>
                    </a:cubicBezTo>
                    <a:cubicBezTo>
                      <a:pt x="68" y="49"/>
                      <a:pt x="70" y="51"/>
                      <a:pt x="70" y="53"/>
                    </a:cubicBezTo>
                    <a:cubicBezTo>
                      <a:pt x="71" y="59"/>
                      <a:pt x="72" y="66"/>
                      <a:pt x="71" y="71"/>
                    </a:cubicBezTo>
                    <a:cubicBezTo>
                      <a:pt x="70" y="81"/>
                      <a:pt x="62" y="85"/>
                      <a:pt x="51" y="81"/>
                    </a:cubicBezTo>
                    <a:cubicBezTo>
                      <a:pt x="26" y="73"/>
                      <a:pt x="12" y="56"/>
                      <a:pt x="5" y="31"/>
                    </a:cubicBezTo>
                    <a:cubicBezTo>
                      <a:pt x="4" y="26"/>
                      <a:pt x="3" y="21"/>
                      <a:pt x="2" y="16"/>
                    </a:cubicBezTo>
                    <a:cubicBezTo>
                      <a:pt x="0" y="10"/>
                      <a:pt x="4" y="4"/>
                      <a:pt x="10" y="3"/>
                    </a:cubicBezTo>
                    <a:cubicBezTo>
                      <a:pt x="31" y="0"/>
                      <a:pt x="57" y="20"/>
                      <a:pt x="58" y="39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0" name="Freeform 110"/>
              <p:cNvSpPr>
                <a:spLocks/>
              </p:cNvSpPr>
              <p:nvPr/>
            </p:nvSpPr>
            <p:spPr bwMode="auto">
              <a:xfrm>
                <a:off x="4603751" y="4962525"/>
                <a:ext cx="125413" cy="115888"/>
              </a:xfrm>
              <a:custGeom>
                <a:avLst/>
                <a:gdLst>
                  <a:gd name="T0" fmla="*/ 5 w 46"/>
                  <a:gd name="T1" fmla="*/ 14 h 43"/>
                  <a:gd name="T2" fmla="*/ 22 w 46"/>
                  <a:gd name="T3" fmla="*/ 36 h 43"/>
                  <a:gd name="T4" fmla="*/ 37 w 46"/>
                  <a:gd name="T5" fmla="*/ 17 h 43"/>
                  <a:gd name="T6" fmla="*/ 14 w 46"/>
                  <a:gd name="T7" fmla="*/ 6 h 43"/>
                  <a:gd name="T8" fmla="*/ 36 w 46"/>
                  <a:gd name="T9" fmla="*/ 4 h 43"/>
                  <a:gd name="T10" fmla="*/ 39 w 46"/>
                  <a:gd name="T11" fmla="*/ 31 h 43"/>
                  <a:gd name="T12" fmla="*/ 13 w 46"/>
                  <a:gd name="T13" fmla="*/ 38 h 43"/>
                  <a:gd name="T14" fmla="*/ 5 w 46"/>
                  <a:gd name="T15" fmla="*/ 1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43">
                    <a:moveTo>
                      <a:pt x="5" y="14"/>
                    </a:moveTo>
                    <a:cubicBezTo>
                      <a:pt x="5" y="27"/>
                      <a:pt x="13" y="36"/>
                      <a:pt x="22" y="36"/>
                    </a:cubicBezTo>
                    <a:cubicBezTo>
                      <a:pt x="29" y="36"/>
                      <a:pt x="37" y="26"/>
                      <a:pt x="37" y="17"/>
                    </a:cubicBezTo>
                    <a:cubicBezTo>
                      <a:pt x="37" y="9"/>
                      <a:pt x="32" y="7"/>
                      <a:pt x="14" y="6"/>
                    </a:cubicBezTo>
                    <a:cubicBezTo>
                      <a:pt x="18" y="0"/>
                      <a:pt x="29" y="0"/>
                      <a:pt x="36" y="4"/>
                    </a:cubicBezTo>
                    <a:cubicBezTo>
                      <a:pt x="44" y="9"/>
                      <a:pt x="46" y="20"/>
                      <a:pt x="39" y="31"/>
                    </a:cubicBezTo>
                    <a:cubicBezTo>
                      <a:pt x="34" y="41"/>
                      <a:pt x="24" y="43"/>
                      <a:pt x="13" y="38"/>
                    </a:cubicBezTo>
                    <a:cubicBezTo>
                      <a:pt x="3" y="33"/>
                      <a:pt x="0" y="25"/>
                      <a:pt x="5" y="1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2" name="Freeform 111"/>
              <p:cNvSpPr>
                <a:spLocks/>
              </p:cNvSpPr>
              <p:nvPr/>
            </p:nvSpPr>
            <p:spPr bwMode="auto">
              <a:xfrm>
                <a:off x="3560763" y="4430713"/>
                <a:ext cx="53975" cy="106363"/>
              </a:xfrm>
              <a:custGeom>
                <a:avLst/>
                <a:gdLst>
                  <a:gd name="T0" fmla="*/ 0 w 20"/>
                  <a:gd name="T1" fmla="*/ 30 h 39"/>
                  <a:gd name="T2" fmla="*/ 12 w 20"/>
                  <a:gd name="T3" fmla="*/ 3 h 39"/>
                  <a:gd name="T4" fmla="*/ 17 w 20"/>
                  <a:gd name="T5" fmla="*/ 0 h 39"/>
                  <a:gd name="T6" fmla="*/ 20 w 20"/>
                  <a:gd name="T7" fmla="*/ 6 h 39"/>
                  <a:gd name="T8" fmla="*/ 10 w 20"/>
                  <a:gd name="T9" fmla="*/ 34 h 39"/>
                  <a:gd name="T10" fmla="*/ 4 w 20"/>
                  <a:gd name="T11" fmla="*/ 39 h 39"/>
                  <a:gd name="T12" fmla="*/ 0 w 20"/>
                  <a:gd name="T13" fmla="*/ 3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39">
                    <a:moveTo>
                      <a:pt x="0" y="30"/>
                    </a:moveTo>
                    <a:cubicBezTo>
                      <a:pt x="4" y="21"/>
                      <a:pt x="7" y="12"/>
                      <a:pt x="12" y="3"/>
                    </a:cubicBezTo>
                    <a:cubicBezTo>
                      <a:pt x="12" y="2"/>
                      <a:pt x="15" y="1"/>
                      <a:pt x="17" y="0"/>
                    </a:cubicBezTo>
                    <a:cubicBezTo>
                      <a:pt x="18" y="2"/>
                      <a:pt x="20" y="5"/>
                      <a:pt x="20" y="6"/>
                    </a:cubicBezTo>
                    <a:cubicBezTo>
                      <a:pt x="17" y="16"/>
                      <a:pt x="14" y="25"/>
                      <a:pt x="10" y="34"/>
                    </a:cubicBezTo>
                    <a:cubicBezTo>
                      <a:pt x="9" y="36"/>
                      <a:pt x="6" y="37"/>
                      <a:pt x="4" y="39"/>
                    </a:cubicBezTo>
                    <a:cubicBezTo>
                      <a:pt x="3" y="36"/>
                      <a:pt x="2" y="34"/>
                      <a:pt x="0" y="3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3" name="Freeform 112"/>
              <p:cNvSpPr>
                <a:spLocks/>
              </p:cNvSpPr>
              <p:nvPr/>
            </p:nvSpPr>
            <p:spPr bwMode="auto">
              <a:xfrm>
                <a:off x="3576638" y="4502150"/>
                <a:ext cx="60325" cy="93663"/>
              </a:xfrm>
              <a:custGeom>
                <a:avLst/>
                <a:gdLst>
                  <a:gd name="T0" fmla="*/ 22 w 22"/>
                  <a:gd name="T1" fmla="*/ 0 h 35"/>
                  <a:gd name="T2" fmla="*/ 19 w 22"/>
                  <a:gd name="T3" fmla="*/ 16 h 35"/>
                  <a:gd name="T4" fmla="*/ 12 w 22"/>
                  <a:gd name="T5" fmla="*/ 32 h 35"/>
                  <a:gd name="T6" fmla="*/ 6 w 22"/>
                  <a:gd name="T7" fmla="*/ 35 h 35"/>
                  <a:gd name="T8" fmla="*/ 2 w 22"/>
                  <a:gd name="T9" fmla="*/ 31 h 35"/>
                  <a:gd name="T10" fmla="*/ 22 w 22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35">
                    <a:moveTo>
                      <a:pt x="22" y="0"/>
                    </a:moveTo>
                    <a:cubicBezTo>
                      <a:pt x="21" y="6"/>
                      <a:pt x="20" y="11"/>
                      <a:pt x="19" y="16"/>
                    </a:cubicBezTo>
                    <a:cubicBezTo>
                      <a:pt x="17" y="21"/>
                      <a:pt x="15" y="27"/>
                      <a:pt x="12" y="32"/>
                    </a:cubicBezTo>
                    <a:cubicBezTo>
                      <a:pt x="11" y="34"/>
                      <a:pt x="8" y="35"/>
                      <a:pt x="6" y="35"/>
                    </a:cubicBezTo>
                    <a:cubicBezTo>
                      <a:pt x="5" y="35"/>
                      <a:pt x="2" y="32"/>
                      <a:pt x="2" y="31"/>
                    </a:cubicBezTo>
                    <a:cubicBezTo>
                      <a:pt x="0" y="22"/>
                      <a:pt x="11" y="4"/>
                      <a:pt x="22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4" name="Freeform 113"/>
              <p:cNvSpPr>
                <a:spLocks/>
              </p:cNvSpPr>
              <p:nvPr/>
            </p:nvSpPr>
            <p:spPr bwMode="auto">
              <a:xfrm>
                <a:off x="3814763" y="4886325"/>
                <a:ext cx="26988" cy="100013"/>
              </a:xfrm>
              <a:custGeom>
                <a:avLst/>
                <a:gdLst>
                  <a:gd name="T0" fmla="*/ 10 w 10"/>
                  <a:gd name="T1" fmla="*/ 10 h 37"/>
                  <a:gd name="T2" fmla="*/ 7 w 10"/>
                  <a:gd name="T3" fmla="*/ 32 h 37"/>
                  <a:gd name="T4" fmla="*/ 4 w 10"/>
                  <a:gd name="T5" fmla="*/ 37 h 37"/>
                  <a:gd name="T6" fmla="*/ 0 w 10"/>
                  <a:gd name="T7" fmla="*/ 33 h 37"/>
                  <a:gd name="T8" fmla="*/ 0 w 10"/>
                  <a:gd name="T9" fmla="*/ 20 h 37"/>
                  <a:gd name="T10" fmla="*/ 4 w 10"/>
                  <a:gd name="T11" fmla="*/ 5 h 37"/>
                  <a:gd name="T12" fmla="*/ 7 w 10"/>
                  <a:gd name="T13" fmla="*/ 0 h 37"/>
                  <a:gd name="T14" fmla="*/ 10 w 10"/>
                  <a:gd name="T15" fmla="*/ 6 h 37"/>
                  <a:gd name="T16" fmla="*/ 10 w 10"/>
                  <a:gd name="T17" fmla="*/ 1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37">
                    <a:moveTo>
                      <a:pt x="10" y="10"/>
                    </a:moveTo>
                    <a:cubicBezTo>
                      <a:pt x="9" y="17"/>
                      <a:pt x="9" y="25"/>
                      <a:pt x="7" y="32"/>
                    </a:cubicBezTo>
                    <a:cubicBezTo>
                      <a:pt x="7" y="34"/>
                      <a:pt x="5" y="35"/>
                      <a:pt x="4" y="37"/>
                    </a:cubicBezTo>
                    <a:cubicBezTo>
                      <a:pt x="3" y="36"/>
                      <a:pt x="0" y="34"/>
                      <a:pt x="0" y="33"/>
                    </a:cubicBezTo>
                    <a:cubicBezTo>
                      <a:pt x="0" y="29"/>
                      <a:pt x="0" y="24"/>
                      <a:pt x="0" y="20"/>
                    </a:cubicBezTo>
                    <a:cubicBezTo>
                      <a:pt x="1" y="15"/>
                      <a:pt x="2" y="10"/>
                      <a:pt x="4" y="5"/>
                    </a:cubicBezTo>
                    <a:cubicBezTo>
                      <a:pt x="4" y="3"/>
                      <a:pt x="6" y="2"/>
                      <a:pt x="7" y="0"/>
                    </a:cubicBezTo>
                    <a:cubicBezTo>
                      <a:pt x="8" y="2"/>
                      <a:pt x="9" y="4"/>
                      <a:pt x="10" y="6"/>
                    </a:cubicBezTo>
                    <a:cubicBezTo>
                      <a:pt x="10" y="7"/>
                      <a:pt x="10" y="8"/>
                      <a:pt x="10" y="1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5" name="Freeform 114"/>
              <p:cNvSpPr>
                <a:spLocks/>
              </p:cNvSpPr>
              <p:nvPr/>
            </p:nvSpPr>
            <p:spPr bwMode="auto">
              <a:xfrm>
                <a:off x="3595688" y="4572000"/>
                <a:ext cx="57150" cy="92075"/>
              </a:xfrm>
              <a:custGeom>
                <a:avLst/>
                <a:gdLst>
                  <a:gd name="T0" fmla="*/ 6 w 21"/>
                  <a:gd name="T1" fmla="*/ 34 h 34"/>
                  <a:gd name="T2" fmla="*/ 18 w 21"/>
                  <a:gd name="T3" fmla="*/ 0 h 34"/>
                  <a:gd name="T4" fmla="*/ 6 w 21"/>
                  <a:gd name="T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34">
                    <a:moveTo>
                      <a:pt x="6" y="34"/>
                    </a:moveTo>
                    <a:cubicBezTo>
                      <a:pt x="0" y="26"/>
                      <a:pt x="7" y="7"/>
                      <a:pt x="18" y="0"/>
                    </a:cubicBezTo>
                    <a:cubicBezTo>
                      <a:pt x="21" y="7"/>
                      <a:pt x="14" y="28"/>
                      <a:pt x="6" y="34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6" name="Freeform 115"/>
              <p:cNvSpPr>
                <a:spLocks/>
              </p:cNvSpPr>
              <p:nvPr/>
            </p:nvSpPr>
            <p:spPr bwMode="auto">
              <a:xfrm>
                <a:off x="3848101" y="4908550"/>
                <a:ext cx="31750" cy="96838"/>
              </a:xfrm>
              <a:custGeom>
                <a:avLst/>
                <a:gdLst>
                  <a:gd name="T0" fmla="*/ 3 w 12"/>
                  <a:gd name="T1" fmla="*/ 36 h 36"/>
                  <a:gd name="T2" fmla="*/ 0 w 12"/>
                  <a:gd name="T3" fmla="*/ 25 h 36"/>
                  <a:gd name="T4" fmla="*/ 6 w 12"/>
                  <a:gd name="T5" fmla="*/ 3 h 36"/>
                  <a:gd name="T6" fmla="*/ 10 w 12"/>
                  <a:gd name="T7" fmla="*/ 0 h 36"/>
                  <a:gd name="T8" fmla="*/ 12 w 12"/>
                  <a:gd name="T9" fmla="*/ 4 h 36"/>
                  <a:gd name="T10" fmla="*/ 6 w 12"/>
                  <a:gd name="T11" fmla="*/ 35 h 36"/>
                  <a:gd name="T12" fmla="*/ 3 w 1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6">
                    <a:moveTo>
                      <a:pt x="3" y="36"/>
                    </a:moveTo>
                    <a:cubicBezTo>
                      <a:pt x="2" y="32"/>
                      <a:pt x="0" y="28"/>
                      <a:pt x="0" y="25"/>
                    </a:cubicBezTo>
                    <a:cubicBezTo>
                      <a:pt x="1" y="18"/>
                      <a:pt x="4" y="10"/>
                      <a:pt x="6" y="3"/>
                    </a:cubicBezTo>
                    <a:cubicBezTo>
                      <a:pt x="6" y="2"/>
                      <a:pt x="9" y="1"/>
                      <a:pt x="10" y="0"/>
                    </a:cubicBezTo>
                    <a:cubicBezTo>
                      <a:pt x="11" y="1"/>
                      <a:pt x="12" y="3"/>
                      <a:pt x="12" y="4"/>
                    </a:cubicBezTo>
                    <a:cubicBezTo>
                      <a:pt x="12" y="15"/>
                      <a:pt x="10" y="25"/>
                      <a:pt x="6" y="35"/>
                    </a:cubicBezTo>
                    <a:cubicBezTo>
                      <a:pt x="5" y="35"/>
                      <a:pt x="4" y="36"/>
                      <a:pt x="3" y="36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7" name="Freeform 116"/>
              <p:cNvSpPr>
                <a:spLocks/>
              </p:cNvSpPr>
              <p:nvPr/>
            </p:nvSpPr>
            <p:spPr bwMode="auto">
              <a:xfrm>
                <a:off x="4424363" y="5065713"/>
                <a:ext cx="68263" cy="69850"/>
              </a:xfrm>
              <a:custGeom>
                <a:avLst/>
                <a:gdLst>
                  <a:gd name="T0" fmla="*/ 0 w 25"/>
                  <a:gd name="T1" fmla="*/ 19 h 26"/>
                  <a:gd name="T2" fmla="*/ 14 w 25"/>
                  <a:gd name="T3" fmla="*/ 18 h 26"/>
                  <a:gd name="T4" fmla="*/ 20 w 25"/>
                  <a:gd name="T5" fmla="*/ 13 h 26"/>
                  <a:gd name="T6" fmla="*/ 12 w 25"/>
                  <a:gd name="T7" fmla="*/ 7 h 26"/>
                  <a:gd name="T8" fmla="*/ 5 w 25"/>
                  <a:gd name="T9" fmla="*/ 7 h 26"/>
                  <a:gd name="T10" fmla="*/ 15 w 25"/>
                  <a:gd name="T11" fmla="*/ 2 h 26"/>
                  <a:gd name="T12" fmla="*/ 25 w 25"/>
                  <a:gd name="T13" fmla="*/ 16 h 26"/>
                  <a:gd name="T14" fmla="*/ 11 w 25"/>
                  <a:gd name="T15" fmla="*/ 26 h 26"/>
                  <a:gd name="T16" fmla="*/ 0 w 25"/>
                  <a:gd name="T17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26">
                    <a:moveTo>
                      <a:pt x="0" y="19"/>
                    </a:moveTo>
                    <a:cubicBezTo>
                      <a:pt x="5" y="19"/>
                      <a:pt x="10" y="19"/>
                      <a:pt x="14" y="18"/>
                    </a:cubicBezTo>
                    <a:cubicBezTo>
                      <a:pt x="16" y="18"/>
                      <a:pt x="18" y="15"/>
                      <a:pt x="20" y="13"/>
                    </a:cubicBezTo>
                    <a:cubicBezTo>
                      <a:pt x="17" y="11"/>
                      <a:pt x="15" y="9"/>
                      <a:pt x="12" y="7"/>
                    </a:cubicBezTo>
                    <a:cubicBezTo>
                      <a:pt x="11" y="6"/>
                      <a:pt x="8" y="7"/>
                      <a:pt x="5" y="7"/>
                    </a:cubicBezTo>
                    <a:cubicBezTo>
                      <a:pt x="8" y="2"/>
                      <a:pt x="11" y="0"/>
                      <a:pt x="15" y="2"/>
                    </a:cubicBezTo>
                    <a:cubicBezTo>
                      <a:pt x="21" y="3"/>
                      <a:pt x="25" y="10"/>
                      <a:pt x="25" y="16"/>
                    </a:cubicBezTo>
                    <a:cubicBezTo>
                      <a:pt x="24" y="21"/>
                      <a:pt x="18" y="25"/>
                      <a:pt x="11" y="26"/>
                    </a:cubicBezTo>
                    <a:cubicBezTo>
                      <a:pt x="6" y="26"/>
                      <a:pt x="1" y="25"/>
                      <a:pt x="0" y="19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8" name="Freeform 117"/>
              <p:cNvSpPr>
                <a:spLocks/>
              </p:cNvSpPr>
              <p:nvPr/>
            </p:nvSpPr>
            <p:spPr bwMode="auto">
              <a:xfrm>
                <a:off x="3897313" y="4959350"/>
                <a:ext cx="28575" cy="53975"/>
              </a:xfrm>
              <a:custGeom>
                <a:avLst/>
                <a:gdLst>
                  <a:gd name="T0" fmla="*/ 7 w 11"/>
                  <a:gd name="T1" fmla="*/ 0 h 20"/>
                  <a:gd name="T2" fmla="*/ 5 w 11"/>
                  <a:gd name="T3" fmla="*/ 20 h 20"/>
                  <a:gd name="T4" fmla="*/ 7 w 11"/>
                  <a:gd name="T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20">
                    <a:moveTo>
                      <a:pt x="7" y="0"/>
                    </a:moveTo>
                    <a:cubicBezTo>
                      <a:pt x="11" y="6"/>
                      <a:pt x="10" y="15"/>
                      <a:pt x="5" y="20"/>
                    </a:cubicBezTo>
                    <a:cubicBezTo>
                      <a:pt x="0" y="15"/>
                      <a:pt x="1" y="6"/>
                      <a:pt x="7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9" name="Freeform 118"/>
              <p:cNvSpPr>
                <a:spLocks/>
              </p:cNvSpPr>
              <p:nvPr/>
            </p:nvSpPr>
            <p:spPr bwMode="auto">
              <a:xfrm>
                <a:off x="3951288" y="5030788"/>
                <a:ext cx="23813" cy="23813"/>
              </a:xfrm>
              <a:custGeom>
                <a:avLst/>
                <a:gdLst>
                  <a:gd name="T0" fmla="*/ 0 w 9"/>
                  <a:gd name="T1" fmla="*/ 0 h 9"/>
                  <a:gd name="T2" fmla="*/ 8 w 9"/>
                  <a:gd name="T3" fmla="*/ 9 h 9"/>
                  <a:gd name="T4" fmla="*/ 0 w 9"/>
                  <a:gd name="T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cubicBezTo>
                      <a:pt x="7" y="0"/>
                      <a:pt x="9" y="2"/>
                      <a:pt x="8" y="9"/>
                    </a:cubicBezTo>
                    <a:cubicBezTo>
                      <a:pt x="3" y="9"/>
                      <a:pt x="3" y="8"/>
                      <a:pt x="0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0" name="Freeform 119"/>
              <p:cNvSpPr>
                <a:spLocks/>
              </p:cNvSpPr>
              <p:nvPr/>
            </p:nvSpPr>
            <p:spPr bwMode="auto">
              <a:xfrm>
                <a:off x="4376738" y="3640138"/>
                <a:ext cx="69850" cy="80963"/>
              </a:xfrm>
              <a:custGeom>
                <a:avLst/>
                <a:gdLst>
                  <a:gd name="T0" fmla="*/ 0 w 26"/>
                  <a:gd name="T1" fmla="*/ 13 h 30"/>
                  <a:gd name="T2" fmla="*/ 11 w 26"/>
                  <a:gd name="T3" fmla="*/ 24 h 30"/>
                  <a:gd name="T4" fmla="*/ 18 w 26"/>
                  <a:gd name="T5" fmla="*/ 18 h 30"/>
                  <a:gd name="T6" fmla="*/ 8 w 26"/>
                  <a:gd name="T7" fmla="*/ 3 h 30"/>
                  <a:gd name="T8" fmla="*/ 22 w 26"/>
                  <a:gd name="T9" fmla="*/ 5 h 30"/>
                  <a:gd name="T10" fmla="*/ 22 w 26"/>
                  <a:gd name="T11" fmla="*/ 22 h 30"/>
                  <a:gd name="T12" fmla="*/ 7 w 26"/>
                  <a:gd name="T13" fmla="*/ 28 h 30"/>
                  <a:gd name="T14" fmla="*/ 0 w 26"/>
                  <a:gd name="T15" fmla="*/ 1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0">
                    <a:moveTo>
                      <a:pt x="0" y="13"/>
                    </a:moveTo>
                    <a:cubicBezTo>
                      <a:pt x="3" y="20"/>
                      <a:pt x="5" y="26"/>
                      <a:pt x="11" y="24"/>
                    </a:cubicBezTo>
                    <a:cubicBezTo>
                      <a:pt x="14" y="23"/>
                      <a:pt x="17" y="20"/>
                      <a:pt x="18" y="18"/>
                    </a:cubicBezTo>
                    <a:cubicBezTo>
                      <a:pt x="20" y="12"/>
                      <a:pt x="18" y="10"/>
                      <a:pt x="8" y="3"/>
                    </a:cubicBezTo>
                    <a:cubicBezTo>
                      <a:pt x="13" y="0"/>
                      <a:pt x="18" y="1"/>
                      <a:pt x="22" y="5"/>
                    </a:cubicBezTo>
                    <a:cubicBezTo>
                      <a:pt x="26" y="9"/>
                      <a:pt x="26" y="16"/>
                      <a:pt x="22" y="22"/>
                    </a:cubicBezTo>
                    <a:cubicBezTo>
                      <a:pt x="19" y="27"/>
                      <a:pt x="13" y="30"/>
                      <a:pt x="7" y="28"/>
                    </a:cubicBezTo>
                    <a:cubicBezTo>
                      <a:pt x="1" y="26"/>
                      <a:pt x="0" y="21"/>
                      <a:pt x="0" y="1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1" name="Freeform 120"/>
              <p:cNvSpPr>
                <a:spLocks/>
              </p:cNvSpPr>
              <p:nvPr/>
            </p:nvSpPr>
            <p:spPr bwMode="auto">
              <a:xfrm>
                <a:off x="4387851" y="3490913"/>
                <a:ext cx="39688" cy="41275"/>
              </a:xfrm>
              <a:custGeom>
                <a:avLst/>
                <a:gdLst>
                  <a:gd name="T0" fmla="*/ 12 w 15"/>
                  <a:gd name="T1" fmla="*/ 0 h 15"/>
                  <a:gd name="T2" fmla="*/ 14 w 15"/>
                  <a:gd name="T3" fmla="*/ 4 h 15"/>
                  <a:gd name="T4" fmla="*/ 7 w 15"/>
                  <a:gd name="T5" fmla="*/ 13 h 15"/>
                  <a:gd name="T6" fmla="*/ 0 w 15"/>
                  <a:gd name="T7" fmla="*/ 14 h 15"/>
                  <a:gd name="T8" fmla="*/ 12 w 15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5">
                    <a:moveTo>
                      <a:pt x="12" y="0"/>
                    </a:moveTo>
                    <a:cubicBezTo>
                      <a:pt x="12" y="1"/>
                      <a:pt x="15" y="3"/>
                      <a:pt x="14" y="4"/>
                    </a:cubicBezTo>
                    <a:cubicBezTo>
                      <a:pt x="12" y="8"/>
                      <a:pt x="10" y="11"/>
                      <a:pt x="7" y="13"/>
                    </a:cubicBezTo>
                    <a:cubicBezTo>
                      <a:pt x="6" y="15"/>
                      <a:pt x="3" y="14"/>
                      <a:pt x="0" y="14"/>
                    </a:cubicBezTo>
                    <a:cubicBezTo>
                      <a:pt x="5" y="9"/>
                      <a:pt x="8" y="5"/>
                      <a:pt x="12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2" name="Freeform 121"/>
              <p:cNvSpPr>
                <a:spLocks/>
              </p:cNvSpPr>
              <p:nvPr/>
            </p:nvSpPr>
            <p:spPr bwMode="auto">
              <a:xfrm>
                <a:off x="4121151" y="2838450"/>
                <a:ext cx="26988" cy="55563"/>
              </a:xfrm>
              <a:custGeom>
                <a:avLst/>
                <a:gdLst>
                  <a:gd name="T0" fmla="*/ 8 w 10"/>
                  <a:gd name="T1" fmla="*/ 21 h 21"/>
                  <a:gd name="T2" fmla="*/ 2 w 10"/>
                  <a:gd name="T3" fmla="*/ 15 h 21"/>
                  <a:gd name="T4" fmla="*/ 1 w 10"/>
                  <a:gd name="T5" fmla="*/ 3 h 21"/>
                  <a:gd name="T6" fmla="*/ 7 w 10"/>
                  <a:gd name="T7" fmla="*/ 5 h 21"/>
                  <a:gd name="T8" fmla="*/ 10 w 10"/>
                  <a:gd name="T9" fmla="*/ 20 h 21"/>
                  <a:gd name="T10" fmla="*/ 8 w 10"/>
                  <a:gd name="T1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21">
                    <a:moveTo>
                      <a:pt x="8" y="21"/>
                    </a:moveTo>
                    <a:cubicBezTo>
                      <a:pt x="6" y="19"/>
                      <a:pt x="3" y="18"/>
                      <a:pt x="2" y="15"/>
                    </a:cubicBezTo>
                    <a:cubicBezTo>
                      <a:pt x="1" y="12"/>
                      <a:pt x="0" y="7"/>
                      <a:pt x="1" y="3"/>
                    </a:cubicBezTo>
                    <a:cubicBezTo>
                      <a:pt x="2" y="0"/>
                      <a:pt x="6" y="2"/>
                      <a:pt x="7" y="5"/>
                    </a:cubicBezTo>
                    <a:cubicBezTo>
                      <a:pt x="9" y="9"/>
                      <a:pt x="9" y="15"/>
                      <a:pt x="10" y="20"/>
                    </a:cubicBezTo>
                    <a:cubicBezTo>
                      <a:pt x="10" y="20"/>
                      <a:pt x="9" y="21"/>
                      <a:pt x="8" y="2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3" name="Freeform 122"/>
              <p:cNvSpPr>
                <a:spLocks/>
              </p:cNvSpPr>
              <p:nvPr/>
            </p:nvSpPr>
            <p:spPr bwMode="auto">
              <a:xfrm>
                <a:off x="4148138" y="2846388"/>
                <a:ext cx="30163" cy="39688"/>
              </a:xfrm>
              <a:custGeom>
                <a:avLst/>
                <a:gdLst>
                  <a:gd name="T0" fmla="*/ 9 w 11"/>
                  <a:gd name="T1" fmla="*/ 15 h 15"/>
                  <a:gd name="T2" fmla="*/ 3 w 11"/>
                  <a:gd name="T3" fmla="*/ 0 h 15"/>
                  <a:gd name="T4" fmla="*/ 9 w 11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15">
                    <a:moveTo>
                      <a:pt x="9" y="15"/>
                    </a:moveTo>
                    <a:cubicBezTo>
                      <a:pt x="2" y="15"/>
                      <a:pt x="0" y="10"/>
                      <a:pt x="3" y="0"/>
                    </a:cubicBezTo>
                    <a:cubicBezTo>
                      <a:pt x="9" y="1"/>
                      <a:pt x="11" y="5"/>
                      <a:pt x="9" y="1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4" name="Freeform 123"/>
              <p:cNvSpPr>
                <a:spLocks/>
              </p:cNvSpPr>
              <p:nvPr/>
            </p:nvSpPr>
            <p:spPr bwMode="auto">
              <a:xfrm>
                <a:off x="4102101" y="3027363"/>
                <a:ext cx="33338" cy="49213"/>
              </a:xfrm>
              <a:custGeom>
                <a:avLst/>
                <a:gdLst>
                  <a:gd name="T0" fmla="*/ 5 w 12"/>
                  <a:gd name="T1" fmla="*/ 0 h 18"/>
                  <a:gd name="T2" fmla="*/ 12 w 12"/>
                  <a:gd name="T3" fmla="*/ 18 h 18"/>
                  <a:gd name="T4" fmla="*/ 5 w 12"/>
                  <a:gd name="T5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18">
                    <a:moveTo>
                      <a:pt x="5" y="0"/>
                    </a:moveTo>
                    <a:cubicBezTo>
                      <a:pt x="7" y="7"/>
                      <a:pt x="9" y="12"/>
                      <a:pt x="12" y="18"/>
                    </a:cubicBezTo>
                    <a:cubicBezTo>
                      <a:pt x="4" y="17"/>
                      <a:pt x="0" y="8"/>
                      <a:pt x="5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5" name="Freeform 124"/>
              <p:cNvSpPr>
                <a:spLocks/>
              </p:cNvSpPr>
              <p:nvPr/>
            </p:nvSpPr>
            <p:spPr bwMode="auto">
              <a:xfrm>
                <a:off x="4132263" y="2608263"/>
                <a:ext cx="22225" cy="50800"/>
              </a:xfrm>
              <a:custGeom>
                <a:avLst/>
                <a:gdLst>
                  <a:gd name="T0" fmla="*/ 3 w 8"/>
                  <a:gd name="T1" fmla="*/ 0 h 19"/>
                  <a:gd name="T2" fmla="*/ 8 w 8"/>
                  <a:gd name="T3" fmla="*/ 16 h 19"/>
                  <a:gd name="T4" fmla="*/ 7 w 8"/>
                  <a:gd name="T5" fmla="*/ 19 h 19"/>
                  <a:gd name="T6" fmla="*/ 4 w 8"/>
                  <a:gd name="T7" fmla="*/ 17 h 19"/>
                  <a:gd name="T8" fmla="*/ 0 w 8"/>
                  <a:gd name="T9" fmla="*/ 1 h 19"/>
                  <a:gd name="T10" fmla="*/ 3 w 8"/>
                  <a:gd name="T1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9">
                    <a:moveTo>
                      <a:pt x="3" y="0"/>
                    </a:moveTo>
                    <a:cubicBezTo>
                      <a:pt x="5" y="6"/>
                      <a:pt x="7" y="11"/>
                      <a:pt x="8" y="16"/>
                    </a:cubicBezTo>
                    <a:cubicBezTo>
                      <a:pt x="8" y="16"/>
                      <a:pt x="7" y="18"/>
                      <a:pt x="7" y="19"/>
                    </a:cubicBezTo>
                    <a:cubicBezTo>
                      <a:pt x="6" y="18"/>
                      <a:pt x="4" y="18"/>
                      <a:pt x="4" y="17"/>
                    </a:cubicBezTo>
                    <a:cubicBezTo>
                      <a:pt x="2" y="12"/>
                      <a:pt x="1" y="6"/>
                      <a:pt x="0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6" name="Freeform 125"/>
              <p:cNvSpPr>
                <a:spLocks/>
              </p:cNvSpPr>
              <p:nvPr/>
            </p:nvSpPr>
            <p:spPr bwMode="auto">
              <a:xfrm>
                <a:off x="4546601" y="2608263"/>
                <a:ext cx="19050" cy="50800"/>
              </a:xfrm>
              <a:custGeom>
                <a:avLst/>
                <a:gdLst>
                  <a:gd name="T0" fmla="*/ 7 w 7"/>
                  <a:gd name="T1" fmla="*/ 1 h 19"/>
                  <a:gd name="T2" fmla="*/ 4 w 7"/>
                  <a:gd name="T3" fmla="*/ 16 h 19"/>
                  <a:gd name="T4" fmla="*/ 1 w 7"/>
                  <a:gd name="T5" fmla="*/ 19 h 19"/>
                  <a:gd name="T6" fmla="*/ 0 w 7"/>
                  <a:gd name="T7" fmla="*/ 15 h 19"/>
                  <a:gd name="T8" fmla="*/ 5 w 7"/>
                  <a:gd name="T9" fmla="*/ 0 h 19"/>
                  <a:gd name="T10" fmla="*/ 7 w 7"/>
                  <a:gd name="T1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9">
                    <a:moveTo>
                      <a:pt x="7" y="1"/>
                    </a:moveTo>
                    <a:cubicBezTo>
                      <a:pt x="6" y="6"/>
                      <a:pt x="5" y="11"/>
                      <a:pt x="4" y="16"/>
                    </a:cubicBezTo>
                    <a:cubicBezTo>
                      <a:pt x="4" y="17"/>
                      <a:pt x="2" y="18"/>
                      <a:pt x="1" y="19"/>
                    </a:cubicBezTo>
                    <a:cubicBezTo>
                      <a:pt x="0" y="17"/>
                      <a:pt x="0" y="16"/>
                      <a:pt x="0" y="15"/>
                    </a:cubicBezTo>
                    <a:cubicBezTo>
                      <a:pt x="1" y="10"/>
                      <a:pt x="3" y="5"/>
                      <a:pt x="5" y="0"/>
                    </a:cubicBezTo>
                    <a:lnTo>
                      <a:pt x="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7" name="Freeform 126"/>
              <p:cNvSpPr>
                <a:spLocks/>
              </p:cNvSpPr>
              <p:nvPr/>
            </p:nvSpPr>
            <p:spPr bwMode="auto">
              <a:xfrm>
                <a:off x="4181476" y="2851150"/>
                <a:ext cx="19050" cy="34925"/>
              </a:xfrm>
              <a:custGeom>
                <a:avLst/>
                <a:gdLst>
                  <a:gd name="T0" fmla="*/ 7 w 7"/>
                  <a:gd name="T1" fmla="*/ 13 h 13"/>
                  <a:gd name="T2" fmla="*/ 0 w 7"/>
                  <a:gd name="T3" fmla="*/ 3 h 13"/>
                  <a:gd name="T4" fmla="*/ 2 w 7"/>
                  <a:gd name="T5" fmla="*/ 0 h 13"/>
                  <a:gd name="T6" fmla="*/ 6 w 7"/>
                  <a:gd name="T7" fmla="*/ 3 h 13"/>
                  <a:gd name="T8" fmla="*/ 7 w 7"/>
                  <a:gd name="T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3">
                    <a:moveTo>
                      <a:pt x="7" y="13"/>
                    </a:moveTo>
                    <a:cubicBezTo>
                      <a:pt x="1" y="12"/>
                      <a:pt x="0" y="8"/>
                      <a:pt x="0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3" y="0"/>
                      <a:pt x="6" y="2"/>
                      <a:pt x="6" y="3"/>
                    </a:cubicBezTo>
                    <a:cubicBezTo>
                      <a:pt x="7" y="6"/>
                      <a:pt x="7" y="9"/>
                      <a:pt x="7" y="1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8" name="Freeform 127"/>
              <p:cNvSpPr>
                <a:spLocks/>
              </p:cNvSpPr>
              <p:nvPr/>
            </p:nvSpPr>
            <p:spPr bwMode="auto">
              <a:xfrm>
                <a:off x="4465638" y="2590800"/>
                <a:ext cx="23813" cy="38100"/>
              </a:xfrm>
              <a:custGeom>
                <a:avLst/>
                <a:gdLst>
                  <a:gd name="T0" fmla="*/ 6 w 9"/>
                  <a:gd name="T1" fmla="*/ 1 h 14"/>
                  <a:gd name="T2" fmla="*/ 0 w 9"/>
                  <a:gd name="T3" fmla="*/ 14 h 14"/>
                  <a:gd name="T4" fmla="*/ 4 w 9"/>
                  <a:gd name="T5" fmla="*/ 0 h 14"/>
                  <a:gd name="T6" fmla="*/ 6 w 9"/>
                  <a:gd name="T7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14">
                    <a:moveTo>
                      <a:pt x="6" y="1"/>
                    </a:moveTo>
                    <a:cubicBezTo>
                      <a:pt x="9" y="8"/>
                      <a:pt x="7" y="12"/>
                      <a:pt x="0" y="14"/>
                    </a:cubicBezTo>
                    <a:cubicBezTo>
                      <a:pt x="2" y="9"/>
                      <a:pt x="3" y="5"/>
                      <a:pt x="4" y="0"/>
                    </a:cubicBezTo>
                    <a:cubicBezTo>
                      <a:pt x="4" y="1"/>
                      <a:pt x="5" y="1"/>
                      <a:pt x="6" y="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9" name="Freeform 128"/>
              <p:cNvSpPr>
                <a:spLocks/>
              </p:cNvSpPr>
              <p:nvPr/>
            </p:nvSpPr>
            <p:spPr bwMode="auto">
              <a:xfrm>
                <a:off x="4211638" y="2590800"/>
                <a:ext cx="20638" cy="38100"/>
              </a:xfrm>
              <a:custGeom>
                <a:avLst/>
                <a:gdLst>
                  <a:gd name="T0" fmla="*/ 8 w 8"/>
                  <a:gd name="T1" fmla="*/ 14 h 14"/>
                  <a:gd name="T2" fmla="*/ 5 w 8"/>
                  <a:gd name="T3" fmla="*/ 0 h 14"/>
                  <a:gd name="T4" fmla="*/ 8 w 8"/>
                  <a:gd name="T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14">
                    <a:moveTo>
                      <a:pt x="8" y="14"/>
                    </a:moveTo>
                    <a:cubicBezTo>
                      <a:pt x="1" y="12"/>
                      <a:pt x="0" y="7"/>
                      <a:pt x="5" y="0"/>
                    </a:cubicBezTo>
                    <a:cubicBezTo>
                      <a:pt x="6" y="5"/>
                      <a:pt x="7" y="9"/>
                      <a:pt x="8" y="14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0" name="Freeform 129"/>
              <p:cNvSpPr>
                <a:spLocks/>
              </p:cNvSpPr>
              <p:nvPr/>
            </p:nvSpPr>
            <p:spPr bwMode="auto">
              <a:xfrm>
                <a:off x="4138613" y="3027363"/>
                <a:ext cx="15875" cy="30163"/>
              </a:xfrm>
              <a:custGeom>
                <a:avLst/>
                <a:gdLst>
                  <a:gd name="T0" fmla="*/ 2 w 6"/>
                  <a:gd name="T1" fmla="*/ 11 h 11"/>
                  <a:gd name="T2" fmla="*/ 0 w 6"/>
                  <a:gd name="T3" fmla="*/ 1 h 11"/>
                  <a:gd name="T4" fmla="*/ 4 w 6"/>
                  <a:gd name="T5" fmla="*/ 0 h 11"/>
                  <a:gd name="T6" fmla="*/ 6 w 6"/>
                  <a:gd name="T7" fmla="*/ 10 h 11"/>
                  <a:gd name="T8" fmla="*/ 2 w 6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2" y="1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3" y="1"/>
                      <a:pt x="4" y="0"/>
                    </a:cubicBezTo>
                    <a:cubicBezTo>
                      <a:pt x="5" y="4"/>
                      <a:pt x="5" y="7"/>
                      <a:pt x="6" y="10"/>
                    </a:cubicBezTo>
                    <a:cubicBezTo>
                      <a:pt x="5" y="11"/>
                      <a:pt x="3" y="11"/>
                      <a:pt x="2" y="1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1" name="Freeform 130"/>
              <p:cNvSpPr>
                <a:spLocks/>
              </p:cNvSpPr>
              <p:nvPr/>
            </p:nvSpPr>
            <p:spPr bwMode="auto">
              <a:xfrm>
                <a:off x="4511676" y="2605088"/>
                <a:ext cx="19050" cy="34925"/>
              </a:xfrm>
              <a:custGeom>
                <a:avLst/>
                <a:gdLst>
                  <a:gd name="T0" fmla="*/ 0 w 7"/>
                  <a:gd name="T1" fmla="*/ 12 h 13"/>
                  <a:gd name="T2" fmla="*/ 5 w 7"/>
                  <a:gd name="T3" fmla="*/ 0 h 13"/>
                  <a:gd name="T4" fmla="*/ 7 w 7"/>
                  <a:gd name="T5" fmla="*/ 1 h 13"/>
                  <a:gd name="T6" fmla="*/ 3 w 7"/>
                  <a:gd name="T7" fmla="*/ 13 h 13"/>
                  <a:gd name="T8" fmla="*/ 0 w 7"/>
                  <a:gd name="T9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3">
                    <a:moveTo>
                      <a:pt x="0" y="12"/>
                    </a:moveTo>
                    <a:cubicBezTo>
                      <a:pt x="1" y="8"/>
                      <a:pt x="3" y="4"/>
                      <a:pt x="5" y="0"/>
                    </a:cubicBezTo>
                    <a:cubicBezTo>
                      <a:pt x="6" y="1"/>
                      <a:pt x="6" y="1"/>
                      <a:pt x="7" y="1"/>
                    </a:cubicBezTo>
                    <a:cubicBezTo>
                      <a:pt x="6" y="5"/>
                      <a:pt x="4" y="9"/>
                      <a:pt x="3" y="13"/>
                    </a:cubicBezTo>
                    <a:cubicBezTo>
                      <a:pt x="2" y="13"/>
                      <a:pt x="1" y="12"/>
                      <a:pt x="0" y="1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2" name="Freeform 131"/>
              <p:cNvSpPr>
                <a:spLocks/>
              </p:cNvSpPr>
              <p:nvPr/>
            </p:nvSpPr>
            <p:spPr bwMode="auto">
              <a:xfrm>
                <a:off x="4167188" y="2605088"/>
                <a:ext cx="22225" cy="34925"/>
              </a:xfrm>
              <a:custGeom>
                <a:avLst/>
                <a:gdLst>
                  <a:gd name="T0" fmla="*/ 5 w 8"/>
                  <a:gd name="T1" fmla="*/ 13 h 13"/>
                  <a:gd name="T2" fmla="*/ 0 w 8"/>
                  <a:gd name="T3" fmla="*/ 1 h 13"/>
                  <a:gd name="T4" fmla="*/ 2 w 8"/>
                  <a:gd name="T5" fmla="*/ 0 h 13"/>
                  <a:gd name="T6" fmla="*/ 8 w 8"/>
                  <a:gd name="T7" fmla="*/ 12 h 13"/>
                  <a:gd name="T8" fmla="*/ 5 w 8"/>
                  <a:gd name="T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3">
                    <a:moveTo>
                      <a:pt x="5" y="13"/>
                    </a:moveTo>
                    <a:cubicBezTo>
                      <a:pt x="3" y="9"/>
                      <a:pt x="1" y="5"/>
                      <a:pt x="0" y="1"/>
                    </a:cubicBezTo>
                    <a:cubicBezTo>
                      <a:pt x="1" y="1"/>
                      <a:pt x="1" y="1"/>
                      <a:pt x="2" y="0"/>
                    </a:cubicBezTo>
                    <a:cubicBezTo>
                      <a:pt x="4" y="4"/>
                      <a:pt x="6" y="8"/>
                      <a:pt x="8" y="12"/>
                    </a:cubicBezTo>
                    <a:cubicBezTo>
                      <a:pt x="7" y="12"/>
                      <a:pt x="6" y="13"/>
                      <a:pt x="5" y="1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3" name="Freeform 132"/>
              <p:cNvSpPr>
                <a:spLocks/>
              </p:cNvSpPr>
              <p:nvPr/>
            </p:nvSpPr>
            <p:spPr bwMode="auto">
              <a:xfrm>
                <a:off x="4175126" y="3038475"/>
                <a:ext cx="14288" cy="26988"/>
              </a:xfrm>
              <a:custGeom>
                <a:avLst/>
                <a:gdLst>
                  <a:gd name="T0" fmla="*/ 2 w 5"/>
                  <a:gd name="T1" fmla="*/ 10 h 10"/>
                  <a:gd name="T2" fmla="*/ 0 w 5"/>
                  <a:gd name="T3" fmla="*/ 1 h 10"/>
                  <a:gd name="T4" fmla="*/ 1 w 5"/>
                  <a:gd name="T5" fmla="*/ 0 h 10"/>
                  <a:gd name="T6" fmla="*/ 5 w 5"/>
                  <a:gd name="T7" fmla="*/ 2 h 10"/>
                  <a:gd name="T8" fmla="*/ 5 w 5"/>
                  <a:gd name="T9" fmla="*/ 10 h 10"/>
                  <a:gd name="T10" fmla="*/ 2 w 5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0">
                    <a:moveTo>
                      <a:pt x="2" y="10"/>
                    </a:moveTo>
                    <a:cubicBezTo>
                      <a:pt x="1" y="7"/>
                      <a:pt x="0" y="4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3" y="1"/>
                      <a:pt x="5" y="1"/>
                      <a:pt x="5" y="2"/>
                    </a:cubicBezTo>
                    <a:cubicBezTo>
                      <a:pt x="5" y="5"/>
                      <a:pt x="5" y="7"/>
                      <a:pt x="5" y="10"/>
                    </a:cubicBezTo>
                    <a:cubicBezTo>
                      <a:pt x="4" y="10"/>
                      <a:pt x="3" y="10"/>
                      <a:pt x="2" y="1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4" name="Freeform 133"/>
              <p:cNvSpPr>
                <a:spLocks/>
              </p:cNvSpPr>
              <p:nvPr/>
            </p:nvSpPr>
            <p:spPr bwMode="auto">
              <a:xfrm>
                <a:off x="4573588" y="2628900"/>
                <a:ext cx="22225" cy="34925"/>
              </a:xfrm>
              <a:custGeom>
                <a:avLst/>
                <a:gdLst>
                  <a:gd name="T0" fmla="*/ 0 w 8"/>
                  <a:gd name="T1" fmla="*/ 12 h 13"/>
                  <a:gd name="T2" fmla="*/ 6 w 8"/>
                  <a:gd name="T3" fmla="*/ 0 h 13"/>
                  <a:gd name="T4" fmla="*/ 8 w 8"/>
                  <a:gd name="T5" fmla="*/ 1 h 13"/>
                  <a:gd name="T6" fmla="*/ 3 w 8"/>
                  <a:gd name="T7" fmla="*/ 13 h 13"/>
                  <a:gd name="T8" fmla="*/ 0 w 8"/>
                  <a:gd name="T9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3">
                    <a:moveTo>
                      <a:pt x="0" y="12"/>
                    </a:moveTo>
                    <a:cubicBezTo>
                      <a:pt x="2" y="8"/>
                      <a:pt x="4" y="4"/>
                      <a:pt x="6" y="0"/>
                    </a:cubicBezTo>
                    <a:cubicBezTo>
                      <a:pt x="7" y="1"/>
                      <a:pt x="8" y="1"/>
                      <a:pt x="8" y="1"/>
                    </a:cubicBezTo>
                    <a:cubicBezTo>
                      <a:pt x="6" y="5"/>
                      <a:pt x="5" y="9"/>
                      <a:pt x="3" y="13"/>
                    </a:cubicBezTo>
                    <a:cubicBezTo>
                      <a:pt x="2" y="13"/>
                      <a:pt x="1" y="12"/>
                      <a:pt x="0" y="1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5" name="Freeform 134"/>
              <p:cNvSpPr>
                <a:spLocks/>
              </p:cNvSpPr>
              <p:nvPr/>
            </p:nvSpPr>
            <p:spPr bwMode="auto">
              <a:xfrm>
                <a:off x="4108451" y="2628900"/>
                <a:ext cx="19050" cy="33338"/>
              </a:xfrm>
              <a:custGeom>
                <a:avLst/>
                <a:gdLst>
                  <a:gd name="T0" fmla="*/ 0 w 7"/>
                  <a:gd name="T1" fmla="*/ 0 h 12"/>
                  <a:gd name="T2" fmla="*/ 7 w 7"/>
                  <a:gd name="T3" fmla="*/ 12 h 12"/>
                  <a:gd name="T4" fmla="*/ 0 w 7"/>
                  <a:gd name="T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12">
                    <a:moveTo>
                      <a:pt x="0" y="0"/>
                    </a:moveTo>
                    <a:cubicBezTo>
                      <a:pt x="2" y="4"/>
                      <a:pt x="4" y="8"/>
                      <a:pt x="7" y="12"/>
                    </a:cubicBezTo>
                    <a:cubicBezTo>
                      <a:pt x="1" y="11"/>
                      <a:pt x="1" y="10"/>
                      <a:pt x="0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655077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F44AA9A-9CB0-BF35-A021-303FC9E61156}"/>
              </a:ext>
            </a:extLst>
          </p:cNvPr>
          <p:cNvGrpSpPr/>
          <p:nvPr/>
        </p:nvGrpSpPr>
        <p:grpSpPr>
          <a:xfrm>
            <a:off x="719362" y="4237217"/>
            <a:ext cx="2324321" cy="2399943"/>
            <a:chOff x="4427538" y="954088"/>
            <a:chExt cx="3333750" cy="3729038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36F538CF-F157-1929-09D4-732F995B4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6026" y="1547813"/>
              <a:ext cx="2144713" cy="2363788"/>
            </a:xfrm>
            <a:custGeom>
              <a:avLst/>
              <a:gdLst>
                <a:gd name="T0" fmla="*/ 518 w 570"/>
                <a:gd name="T1" fmla="*/ 231 h 629"/>
                <a:gd name="T2" fmla="*/ 454 w 570"/>
                <a:gd name="T3" fmla="*/ 271 h 629"/>
                <a:gd name="T4" fmla="*/ 496 w 570"/>
                <a:gd name="T5" fmla="*/ 135 h 629"/>
                <a:gd name="T6" fmla="*/ 393 w 570"/>
                <a:gd name="T7" fmla="*/ 205 h 629"/>
                <a:gd name="T8" fmla="*/ 326 w 570"/>
                <a:gd name="T9" fmla="*/ 264 h 629"/>
                <a:gd name="T10" fmla="*/ 474 w 570"/>
                <a:gd name="T11" fmla="*/ 89 h 629"/>
                <a:gd name="T12" fmla="*/ 385 w 570"/>
                <a:gd name="T13" fmla="*/ 100 h 629"/>
                <a:gd name="T14" fmla="*/ 322 w 570"/>
                <a:gd name="T15" fmla="*/ 156 h 629"/>
                <a:gd name="T16" fmla="*/ 401 w 570"/>
                <a:gd name="T17" fmla="*/ 66 h 629"/>
                <a:gd name="T18" fmla="*/ 279 w 570"/>
                <a:gd name="T19" fmla="*/ 80 h 629"/>
                <a:gd name="T20" fmla="*/ 223 w 570"/>
                <a:gd name="T21" fmla="*/ 103 h 629"/>
                <a:gd name="T22" fmla="*/ 280 w 570"/>
                <a:gd name="T23" fmla="*/ 61 h 629"/>
                <a:gd name="T24" fmla="*/ 212 w 570"/>
                <a:gd name="T25" fmla="*/ 33 h 629"/>
                <a:gd name="T26" fmla="*/ 78 w 570"/>
                <a:gd name="T27" fmla="*/ 109 h 629"/>
                <a:gd name="T28" fmla="*/ 29 w 570"/>
                <a:gd name="T29" fmla="*/ 198 h 629"/>
                <a:gd name="T30" fmla="*/ 35 w 570"/>
                <a:gd name="T31" fmla="*/ 232 h 629"/>
                <a:gd name="T32" fmla="*/ 42 w 570"/>
                <a:gd name="T33" fmla="*/ 311 h 629"/>
                <a:gd name="T34" fmla="*/ 20 w 570"/>
                <a:gd name="T35" fmla="*/ 366 h 629"/>
                <a:gd name="T36" fmla="*/ 73 w 570"/>
                <a:gd name="T37" fmla="*/ 388 h 629"/>
                <a:gd name="T38" fmla="*/ 178 w 570"/>
                <a:gd name="T39" fmla="*/ 311 h 629"/>
                <a:gd name="T40" fmla="*/ 102 w 570"/>
                <a:gd name="T41" fmla="*/ 390 h 629"/>
                <a:gd name="T42" fmla="*/ 92 w 570"/>
                <a:gd name="T43" fmla="*/ 469 h 629"/>
                <a:gd name="T44" fmla="*/ 196 w 570"/>
                <a:gd name="T45" fmla="*/ 407 h 629"/>
                <a:gd name="T46" fmla="*/ 265 w 570"/>
                <a:gd name="T47" fmla="*/ 373 h 629"/>
                <a:gd name="T48" fmla="*/ 196 w 570"/>
                <a:gd name="T49" fmla="*/ 450 h 629"/>
                <a:gd name="T50" fmla="*/ 179 w 570"/>
                <a:gd name="T51" fmla="*/ 542 h 629"/>
                <a:gd name="T52" fmla="*/ 261 w 570"/>
                <a:gd name="T53" fmla="*/ 489 h 629"/>
                <a:gd name="T54" fmla="*/ 270 w 570"/>
                <a:gd name="T55" fmla="*/ 506 h 629"/>
                <a:gd name="T56" fmla="*/ 208 w 570"/>
                <a:gd name="T57" fmla="*/ 588 h 629"/>
                <a:gd name="T58" fmla="*/ 303 w 570"/>
                <a:gd name="T59" fmla="*/ 597 h 629"/>
                <a:gd name="T60" fmla="*/ 332 w 570"/>
                <a:gd name="T61" fmla="*/ 603 h 629"/>
                <a:gd name="T62" fmla="*/ 406 w 570"/>
                <a:gd name="T63" fmla="*/ 554 h 629"/>
                <a:gd name="T64" fmla="*/ 430 w 570"/>
                <a:gd name="T65" fmla="*/ 535 h 629"/>
                <a:gd name="T66" fmla="*/ 504 w 570"/>
                <a:gd name="T67" fmla="*/ 444 h 629"/>
                <a:gd name="T68" fmla="*/ 549 w 570"/>
                <a:gd name="T69" fmla="*/ 342 h 629"/>
                <a:gd name="T70" fmla="*/ 563 w 570"/>
                <a:gd name="T71" fmla="*/ 266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70" h="629">
                  <a:moveTo>
                    <a:pt x="558" y="231"/>
                  </a:moveTo>
                  <a:cubicBezTo>
                    <a:pt x="547" y="219"/>
                    <a:pt x="530" y="221"/>
                    <a:pt x="518" y="231"/>
                  </a:cubicBezTo>
                  <a:cubicBezTo>
                    <a:pt x="477" y="265"/>
                    <a:pt x="437" y="300"/>
                    <a:pt x="395" y="332"/>
                  </a:cubicBezTo>
                  <a:cubicBezTo>
                    <a:pt x="415" y="313"/>
                    <a:pt x="434" y="292"/>
                    <a:pt x="454" y="271"/>
                  </a:cubicBezTo>
                  <a:cubicBezTo>
                    <a:pt x="482" y="243"/>
                    <a:pt x="510" y="213"/>
                    <a:pt x="528" y="177"/>
                  </a:cubicBezTo>
                  <a:cubicBezTo>
                    <a:pt x="539" y="156"/>
                    <a:pt x="521" y="127"/>
                    <a:pt x="496" y="135"/>
                  </a:cubicBezTo>
                  <a:cubicBezTo>
                    <a:pt x="475" y="142"/>
                    <a:pt x="458" y="154"/>
                    <a:pt x="441" y="168"/>
                  </a:cubicBezTo>
                  <a:cubicBezTo>
                    <a:pt x="425" y="180"/>
                    <a:pt x="408" y="191"/>
                    <a:pt x="393" y="205"/>
                  </a:cubicBezTo>
                  <a:cubicBezTo>
                    <a:pt x="377" y="218"/>
                    <a:pt x="364" y="234"/>
                    <a:pt x="349" y="247"/>
                  </a:cubicBezTo>
                  <a:cubicBezTo>
                    <a:pt x="342" y="253"/>
                    <a:pt x="334" y="259"/>
                    <a:pt x="326" y="264"/>
                  </a:cubicBezTo>
                  <a:cubicBezTo>
                    <a:pt x="353" y="239"/>
                    <a:pt x="378" y="210"/>
                    <a:pt x="407" y="186"/>
                  </a:cubicBezTo>
                  <a:cubicBezTo>
                    <a:pt x="437" y="160"/>
                    <a:pt x="471" y="131"/>
                    <a:pt x="474" y="89"/>
                  </a:cubicBezTo>
                  <a:cubicBezTo>
                    <a:pt x="475" y="66"/>
                    <a:pt x="448" y="54"/>
                    <a:pt x="430" y="64"/>
                  </a:cubicBezTo>
                  <a:cubicBezTo>
                    <a:pt x="413" y="73"/>
                    <a:pt x="399" y="87"/>
                    <a:pt x="385" y="100"/>
                  </a:cubicBezTo>
                  <a:cubicBezTo>
                    <a:pt x="369" y="115"/>
                    <a:pt x="353" y="130"/>
                    <a:pt x="336" y="144"/>
                  </a:cubicBezTo>
                  <a:cubicBezTo>
                    <a:pt x="331" y="148"/>
                    <a:pt x="326" y="152"/>
                    <a:pt x="322" y="156"/>
                  </a:cubicBezTo>
                  <a:cubicBezTo>
                    <a:pt x="323" y="155"/>
                    <a:pt x="323" y="154"/>
                    <a:pt x="324" y="153"/>
                  </a:cubicBezTo>
                  <a:cubicBezTo>
                    <a:pt x="351" y="125"/>
                    <a:pt x="374" y="93"/>
                    <a:pt x="401" y="66"/>
                  </a:cubicBezTo>
                  <a:cubicBezTo>
                    <a:pt x="423" y="43"/>
                    <a:pt x="393" y="1"/>
                    <a:pt x="366" y="21"/>
                  </a:cubicBezTo>
                  <a:cubicBezTo>
                    <a:pt x="337" y="41"/>
                    <a:pt x="309" y="62"/>
                    <a:pt x="279" y="80"/>
                  </a:cubicBezTo>
                  <a:cubicBezTo>
                    <a:pt x="256" y="95"/>
                    <a:pt x="232" y="107"/>
                    <a:pt x="208" y="119"/>
                  </a:cubicBezTo>
                  <a:cubicBezTo>
                    <a:pt x="213" y="113"/>
                    <a:pt x="218" y="108"/>
                    <a:pt x="223" y="103"/>
                  </a:cubicBezTo>
                  <a:cubicBezTo>
                    <a:pt x="229" y="96"/>
                    <a:pt x="236" y="88"/>
                    <a:pt x="244" y="81"/>
                  </a:cubicBezTo>
                  <a:cubicBezTo>
                    <a:pt x="256" y="75"/>
                    <a:pt x="268" y="69"/>
                    <a:pt x="280" y="61"/>
                  </a:cubicBezTo>
                  <a:cubicBezTo>
                    <a:pt x="306" y="42"/>
                    <a:pt x="291" y="0"/>
                    <a:pt x="257" y="8"/>
                  </a:cubicBezTo>
                  <a:cubicBezTo>
                    <a:pt x="240" y="12"/>
                    <a:pt x="225" y="22"/>
                    <a:pt x="212" y="33"/>
                  </a:cubicBezTo>
                  <a:cubicBezTo>
                    <a:pt x="187" y="45"/>
                    <a:pt x="161" y="54"/>
                    <a:pt x="138" y="68"/>
                  </a:cubicBezTo>
                  <a:cubicBezTo>
                    <a:pt x="116" y="79"/>
                    <a:pt x="97" y="94"/>
                    <a:pt x="78" y="109"/>
                  </a:cubicBezTo>
                  <a:cubicBezTo>
                    <a:pt x="59" y="123"/>
                    <a:pt x="47" y="142"/>
                    <a:pt x="29" y="157"/>
                  </a:cubicBezTo>
                  <a:cubicBezTo>
                    <a:pt x="17" y="167"/>
                    <a:pt x="19" y="187"/>
                    <a:pt x="29" y="198"/>
                  </a:cubicBezTo>
                  <a:cubicBezTo>
                    <a:pt x="36" y="205"/>
                    <a:pt x="45" y="207"/>
                    <a:pt x="54" y="205"/>
                  </a:cubicBezTo>
                  <a:cubicBezTo>
                    <a:pt x="48" y="215"/>
                    <a:pt x="42" y="224"/>
                    <a:pt x="35" y="232"/>
                  </a:cubicBezTo>
                  <a:cubicBezTo>
                    <a:pt x="23" y="245"/>
                    <a:pt x="11" y="258"/>
                    <a:pt x="7" y="275"/>
                  </a:cubicBezTo>
                  <a:cubicBezTo>
                    <a:pt x="0" y="298"/>
                    <a:pt x="21" y="314"/>
                    <a:pt x="42" y="311"/>
                  </a:cubicBezTo>
                  <a:cubicBezTo>
                    <a:pt x="46" y="310"/>
                    <a:pt x="49" y="309"/>
                    <a:pt x="52" y="308"/>
                  </a:cubicBezTo>
                  <a:cubicBezTo>
                    <a:pt x="39" y="326"/>
                    <a:pt x="28" y="345"/>
                    <a:pt x="20" y="366"/>
                  </a:cubicBezTo>
                  <a:cubicBezTo>
                    <a:pt x="15" y="378"/>
                    <a:pt x="23" y="392"/>
                    <a:pt x="33" y="398"/>
                  </a:cubicBezTo>
                  <a:cubicBezTo>
                    <a:pt x="47" y="407"/>
                    <a:pt x="64" y="401"/>
                    <a:pt x="73" y="388"/>
                  </a:cubicBezTo>
                  <a:cubicBezTo>
                    <a:pt x="93" y="358"/>
                    <a:pt x="122" y="337"/>
                    <a:pt x="155" y="321"/>
                  </a:cubicBezTo>
                  <a:cubicBezTo>
                    <a:pt x="162" y="317"/>
                    <a:pt x="170" y="314"/>
                    <a:pt x="178" y="311"/>
                  </a:cubicBezTo>
                  <a:cubicBezTo>
                    <a:pt x="167" y="323"/>
                    <a:pt x="157" y="337"/>
                    <a:pt x="146" y="349"/>
                  </a:cubicBezTo>
                  <a:cubicBezTo>
                    <a:pt x="134" y="364"/>
                    <a:pt x="118" y="379"/>
                    <a:pt x="102" y="390"/>
                  </a:cubicBezTo>
                  <a:cubicBezTo>
                    <a:pt x="87" y="400"/>
                    <a:pt x="68" y="410"/>
                    <a:pt x="59" y="427"/>
                  </a:cubicBezTo>
                  <a:cubicBezTo>
                    <a:pt x="48" y="450"/>
                    <a:pt x="67" y="476"/>
                    <a:pt x="92" y="469"/>
                  </a:cubicBezTo>
                  <a:cubicBezTo>
                    <a:pt x="112" y="465"/>
                    <a:pt x="127" y="451"/>
                    <a:pt x="142" y="438"/>
                  </a:cubicBezTo>
                  <a:cubicBezTo>
                    <a:pt x="158" y="426"/>
                    <a:pt x="178" y="417"/>
                    <a:pt x="196" y="407"/>
                  </a:cubicBezTo>
                  <a:cubicBezTo>
                    <a:pt x="216" y="397"/>
                    <a:pt x="237" y="388"/>
                    <a:pt x="258" y="377"/>
                  </a:cubicBezTo>
                  <a:cubicBezTo>
                    <a:pt x="260" y="376"/>
                    <a:pt x="263" y="375"/>
                    <a:pt x="265" y="373"/>
                  </a:cubicBezTo>
                  <a:cubicBezTo>
                    <a:pt x="255" y="384"/>
                    <a:pt x="245" y="394"/>
                    <a:pt x="236" y="405"/>
                  </a:cubicBezTo>
                  <a:cubicBezTo>
                    <a:pt x="223" y="421"/>
                    <a:pt x="210" y="436"/>
                    <a:pt x="196" y="450"/>
                  </a:cubicBezTo>
                  <a:cubicBezTo>
                    <a:pt x="180" y="465"/>
                    <a:pt x="164" y="477"/>
                    <a:pt x="150" y="493"/>
                  </a:cubicBezTo>
                  <a:cubicBezTo>
                    <a:pt x="131" y="516"/>
                    <a:pt x="150" y="546"/>
                    <a:pt x="179" y="542"/>
                  </a:cubicBezTo>
                  <a:cubicBezTo>
                    <a:pt x="193" y="539"/>
                    <a:pt x="204" y="525"/>
                    <a:pt x="211" y="519"/>
                  </a:cubicBezTo>
                  <a:cubicBezTo>
                    <a:pt x="227" y="508"/>
                    <a:pt x="244" y="498"/>
                    <a:pt x="261" y="489"/>
                  </a:cubicBezTo>
                  <a:cubicBezTo>
                    <a:pt x="279" y="479"/>
                    <a:pt x="298" y="468"/>
                    <a:pt x="316" y="457"/>
                  </a:cubicBezTo>
                  <a:cubicBezTo>
                    <a:pt x="300" y="473"/>
                    <a:pt x="286" y="490"/>
                    <a:pt x="270" y="506"/>
                  </a:cubicBezTo>
                  <a:cubicBezTo>
                    <a:pt x="258" y="517"/>
                    <a:pt x="247" y="531"/>
                    <a:pt x="236" y="543"/>
                  </a:cubicBezTo>
                  <a:cubicBezTo>
                    <a:pt x="225" y="557"/>
                    <a:pt x="214" y="571"/>
                    <a:pt x="208" y="588"/>
                  </a:cubicBezTo>
                  <a:cubicBezTo>
                    <a:pt x="204" y="602"/>
                    <a:pt x="214" y="620"/>
                    <a:pt x="229" y="623"/>
                  </a:cubicBezTo>
                  <a:cubicBezTo>
                    <a:pt x="256" y="629"/>
                    <a:pt x="281" y="611"/>
                    <a:pt x="303" y="597"/>
                  </a:cubicBezTo>
                  <a:cubicBezTo>
                    <a:pt x="310" y="592"/>
                    <a:pt x="317" y="588"/>
                    <a:pt x="324" y="583"/>
                  </a:cubicBezTo>
                  <a:cubicBezTo>
                    <a:pt x="324" y="590"/>
                    <a:pt x="326" y="597"/>
                    <a:pt x="332" y="603"/>
                  </a:cubicBezTo>
                  <a:cubicBezTo>
                    <a:pt x="343" y="614"/>
                    <a:pt x="363" y="615"/>
                    <a:pt x="373" y="603"/>
                  </a:cubicBezTo>
                  <a:cubicBezTo>
                    <a:pt x="386" y="588"/>
                    <a:pt x="401" y="574"/>
                    <a:pt x="406" y="554"/>
                  </a:cubicBezTo>
                  <a:cubicBezTo>
                    <a:pt x="407" y="550"/>
                    <a:pt x="407" y="547"/>
                    <a:pt x="407" y="543"/>
                  </a:cubicBezTo>
                  <a:cubicBezTo>
                    <a:pt x="415" y="544"/>
                    <a:pt x="423" y="541"/>
                    <a:pt x="430" y="535"/>
                  </a:cubicBezTo>
                  <a:cubicBezTo>
                    <a:pt x="444" y="523"/>
                    <a:pt x="457" y="511"/>
                    <a:pt x="469" y="497"/>
                  </a:cubicBezTo>
                  <a:cubicBezTo>
                    <a:pt x="483" y="481"/>
                    <a:pt x="494" y="462"/>
                    <a:pt x="504" y="444"/>
                  </a:cubicBezTo>
                  <a:cubicBezTo>
                    <a:pt x="514" y="427"/>
                    <a:pt x="523" y="413"/>
                    <a:pt x="536" y="400"/>
                  </a:cubicBezTo>
                  <a:cubicBezTo>
                    <a:pt x="553" y="383"/>
                    <a:pt x="558" y="364"/>
                    <a:pt x="549" y="342"/>
                  </a:cubicBezTo>
                  <a:cubicBezTo>
                    <a:pt x="544" y="332"/>
                    <a:pt x="527" y="325"/>
                    <a:pt x="516" y="329"/>
                  </a:cubicBezTo>
                  <a:cubicBezTo>
                    <a:pt x="533" y="309"/>
                    <a:pt x="549" y="288"/>
                    <a:pt x="563" y="266"/>
                  </a:cubicBezTo>
                  <a:cubicBezTo>
                    <a:pt x="570" y="255"/>
                    <a:pt x="567" y="240"/>
                    <a:pt x="558" y="23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8FB263CE-876D-E019-E214-C0CE5C22C2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2588" y="2581276"/>
              <a:ext cx="1274763" cy="1308100"/>
            </a:xfrm>
            <a:custGeom>
              <a:avLst/>
              <a:gdLst>
                <a:gd name="T0" fmla="*/ 275 w 339"/>
                <a:gd name="T1" fmla="*/ 103 h 348"/>
                <a:gd name="T2" fmla="*/ 261 w 339"/>
                <a:gd name="T3" fmla="*/ 119 h 348"/>
                <a:gd name="T4" fmla="*/ 256 w 339"/>
                <a:gd name="T5" fmla="*/ 55 h 348"/>
                <a:gd name="T6" fmla="*/ 214 w 339"/>
                <a:gd name="T7" fmla="*/ 32 h 348"/>
                <a:gd name="T8" fmla="*/ 151 w 339"/>
                <a:gd name="T9" fmla="*/ 73 h 348"/>
                <a:gd name="T10" fmla="*/ 161 w 339"/>
                <a:gd name="T11" fmla="*/ 56 h 348"/>
                <a:gd name="T12" fmla="*/ 111 w 339"/>
                <a:gd name="T13" fmla="*/ 46 h 348"/>
                <a:gd name="T14" fmla="*/ 86 w 339"/>
                <a:gd name="T15" fmla="*/ 100 h 348"/>
                <a:gd name="T16" fmla="*/ 74 w 339"/>
                <a:gd name="T17" fmla="*/ 103 h 348"/>
                <a:gd name="T18" fmla="*/ 49 w 339"/>
                <a:gd name="T19" fmla="*/ 132 h 348"/>
                <a:gd name="T20" fmla="*/ 67 w 339"/>
                <a:gd name="T21" fmla="*/ 154 h 348"/>
                <a:gd name="T22" fmla="*/ 102 w 339"/>
                <a:gd name="T23" fmla="*/ 239 h 348"/>
                <a:gd name="T24" fmla="*/ 131 w 339"/>
                <a:gd name="T25" fmla="*/ 333 h 348"/>
                <a:gd name="T26" fmla="*/ 117 w 339"/>
                <a:gd name="T27" fmla="*/ 205 h 348"/>
                <a:gd name="T28" fmla="*/ 83 w 339"/>
                <a:gd name="T29" fmla="*/ 129 h 348"/>
                <a:gd name="T30" fmla="*/ 132 w 339"/>
                <a:gd name="T31" fmla="*/ 89 h 348"/>
                <a:gd name="T32" fmla="*/ 217 w 339"/>
                <a:gd name="T33" fmla="*/ 87 h 348"/>
                <a:gd name="T34" fmla="*/ 257 w 339"/>
                <a:gd name="T35" fmla="*/ 143 h 348"/>
                <a:gd name="T36" fmla="*/ 208 w 339"/>
                <a:gd name="T37" fmla="*/ 272 h 348"/>
                <a:gd name="T38" fmla="*/ 186 w 339"/>
                <a:gd name="T39" fmla="*/ 333 h 348"/>
                <a:gd name="T40" fmla="*/ 228 w 339"/>
                <a:gd name="T41" fmla="*/ 283 h 348"/>
                <a:gd name="T42" fmla="*/ 280 w 339"/>
                <a:gd name="T43" fmla="*/ 147 h 348"/>
                <a:gd name="T44" fmla="*/ 323 w 339"/>
                <a:gd name="T45" fmla="*/ 92 h 348"/>
                <a:gd name="T46" fmla="*/ 40 w 339"/>
                <a:gd name="T47" fmla="*/ 99 h 348"/>
                <a:gd name="T48" fmla="*/ 43 w 339"/>
                <a:gd name="T49" fmla="*/ 103 h 348"/>
                <a:gd name="T50" fmla="*/ 142 w 339"/>
                <a:gd name="T51" fmla="*/ 37 h 348"/>
                <a:gd name="T52" fmla="*/ 141 w 339"/>
                <a:gd name="T53" fmla="*/ 44 h 348"/>
                <a:gd name="T54" fmla="*/ 142 w 339"/>
                <a:gd name="T55" fmla="*/ 37 h 348"/>
                <a:gd name="T56" fmla="*/ 235 w 339"/>
                <a:gd name="T57" fmla="*/ 43 h 348"/>
                <a:gd name="T58" fmla="*/ 234 w 339"/>
                <a:gd name="T59" fmla="*/ 46 h 348"/>
                <a:gd name="T60" fmla="*/ 300 w 339"/>
                <a:gd name="T61" fmla="*/ 115 h 348"/>
                <a:gd name="T62" fmla="*/ 296 w 339"/>
                <a:gd name="T63" fmla="*/ 112 h 348"/>
                <a:gd name="T64" fmla="*/ 304 w 339"/>
                <a:gd name="T65" fmla="*/ 10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9" h="348">
                  <a:moveTo>
                    <a:pt x="323" y="92"/>
                  </a:moveTo>
                  <a:cubicBezTo>
                    <a:pt x="308" y="65"/>
                    <a:pt x="286" y="83"/>
                    <a:pt x="275" y="103"/>
                  </a:cubicBezTo>
                  <a:cubicBezTo>
                    <a:pt x="272" y="109"/>
                    <a:pt x="269" y="115"/>
                    <a:pt x="266" y="121"/>
                  </a:cubicBezTo>
                  <a:cubicBezTo>
                    <a:pt x="264" y="121"/>
                    <a:pt x="263" y="120"/>
                    <a:pt x="261" y="119"/>
                  </a:cubicBezTo>
                  <a:cubicBezTo>
                    <a:pt x="249" y="111"/>
                    <a:pt x="242" y="94"/>
                    <a:pt x="238" y="76"/>
                  </a:cubicBezTo>
                  <a:cubicBezTo>
                    <a:pt x="246" y="71"/>
                    <a:pt x="253" y="65"/>
                    <a:pt x="256" y="55"/>
                  </a:cubicBezTo>
                  <a:cubicBezTo>
                    <a:pt x="259" y="45"/>
                    <a:pt x="260" y="25"/>
                    <a:pt x="248" y="20"/>
                  </a:cubicBezTo>
                  <a:cubicBezTo>
                    <a:pt x="236" y="15"/>
                    <a:pt x="220" y="19"/>
                    <a:pt x="214" y="32"/>
                  </a:cubicBezTo>
                  <a:cubicBezTo>
                    <a:pt x="210" y="41"/>
                    <a:pt x="210" y="52"/>
                    <a:pt x="211" y="64"/>
                  </a:cubicBezTo>
                  <a:cubicBezTo>
                    <a:pt x="193" y="73"/>
                    <a:pt x="171" y="78"/>
                    <a:pt x="151" y="73"/>
                  </a:cubicBezTo>
                  <a:cubicBezTo>
                    <a:pt x="151" y="73"/>
                    <a:pt x="150" y="73"/>
                    <a:pt x="149" y="72"/>
                  </a:cubicBezTo>
                  <a:cubicBezTo>
                    <a:pt x="154" y="67"/>
                    <a:pt x="158" y="62"/>
                    <a:pt x="161" y="56"/>
                  </a:cubicBezTo>
                  <a:cubicBezTo>
                    <a:pt x="167" y="46"/>
                    <a:pt x="169" y="27"/>
                    <a:pt x="160" y="18"/>
                  </a:cubicBezTo>
                  <a:cubicBezTo>
                    <a:pt x="141" y="0"/>
                    <a:pt x="114" y="25"/>
                    <a:pt x="111" y="46"/>
                  </a:cubicBezTo>
                  <a:cubicBezTo>
                    <a:pt x="110" y="55"/>
                    <a:pt x="113" y="64"/>
                    <a:pt x="117" y="72"/>
                  </a:cubicBezTo>
                  <a:cubicBezTo>
                    <a:pt x="107" y="82"/>
                    <a:pt x="97" y="92"/>
                    <a:pt x="86" y="100"/>
                  </a:cubicBezTo>
                  <a:cubicBezTo>
                    <a:pt x="82" y="103"/>
                    <a:pt x="79" y="105"/>
                    <a:pt x="75" y="106"/>
                  </a:cubicBezTo>
                  <a:cubicBezTo>
                    <a:pt x="75" y="105"/>
                    <a:pt x="75" y="104"/>
                    <a:pt x="74" y="103"/>
                  </a:cubicBezTo>
                  <a:cubicBezTo>
                    <a:pt x="64" y="84"/>
                    <a:pt x="32" y="62"/>
                    <a:pt x="14" y="86"/>
                  </a:cubicBezTo>
                  <a:cubicBezTo>
                    <a:pt x="0" y="105"/>
                    <a:pt x="36" y="127"/>
                    <a:pt x="49" y="132"/>
                  </a:cubicBezTo>
                  <a:cubicBezTo>
                    <a:pt x="53" y="133"/>
                    <a:pt x="57" y="134"/>
                    <a:pt x="61" y="134"/>
                  </a:cubicBezTo>
                  <a:cubicBezTo>
                    <a:pt x="63" y="141"/>
                    <a:pt x="65" y="148"/>
                    <a:pt x="67" y="154"/>
                  </a:cubicBezTo>
                  <a:cubicBezTo>
                    <a:pt x="71" y="168"/>
                    <a:pt x="79" y="180"/>
                    <a:pt x="86" y="193"/>
                  </a:cubicBezTo>
                  <a:cubicBezTo>
                    <a:pt x="94" y="207"/>
                    <a:pt x="98" y="223"/>
                    <a:pt x="102" y="239"/>
                  </a:cubicBezTo>
                  <a:cubicBezTo>
                    <a:pt x="106" y="253"/>
                    <a:pt x="112" y="267"/>
                    <a:pt x="117" y="281"/>
                  </a:cubicBezTo>
                  <a:cubicBezTo>
                    <a:pt x="123" y="298"/>
                    <a:pt x="126" y="316"/>
                    <a:pt x="131" y="333"/>
                  </a:cubicBezTo>
                  <a:cubicBezTo>
                    <a:pt x="135" y="347"/>
                    <a:pt x="157" y="341"/>
                    <a:pt x="153" y="326"/>
                  </a:cubicBezTo>
                  <a:cubicBezTo>
                    <a:pt x="141" y="286"/>
                    <a:pt x="129" y="246"/>
                    <a:pt x="117" y="205"/>
                  </a:cubicBezTo>
                  <a:cubicBezTo>
                    <a:pt x="110" y="186"/>
                    <a:pt x="98" y="171"/>
                    <a:pt x="91" y="153"/>
                  </a:cubicBezTo>
                  <a:cubicBezTo>
                    <a:pt x="88" y="145"/>
                    <a:pt x="86" y="137"/>
                    <a:pt x="83" y="129"/>
                  </a:cubicBezTo>
                  <a:cubicBezTo>
                    <a:pt x="101" y="120"/>
                    <a:pt x="118" y="103"/>
                    <a:pt x="130" y="91"/>
                  </a:cubicBezTo>
                  <a:cubicBezTo>
                    <a:pt x="131" y="90"/>
                    <a:pt x="132" y="90"/>
                    <a:pt x="132" y="89"/>
                  </a:cubicBezTo>
                  <a:cubicBezTo>
                    <a:pt x="145" y="97"/>
                    <a:pt x="160" y="98"/>
                    <a:pt x="175" y="97"/>
                  </a:cubicBezTo>
                  <a:cubicBezTo>
                    <a:pt x="190" y="97"/>
                    <a:pt x="204" y="92"/>
                    <a:pt x="217" y="87"/>
                  </a:cubicBezTo>
                  <a:cubicBezTo>
                    <a:pt x="220" y="95"/>
                    <a:pt x="223" y="102"/>
                    <a:pt x="225" y="108"/>
                  </a:cubicBezTo>
                  <a:cubicBezTo>
                    <a:pt x="232" y="123"/>
                    <a:pt x="243" y="136"/>
                    <a:pt x="257" y="143"/>
                  </a:cubicBezTo>
                  <a:cubicBezTo>
                    <a:pt x="248" y="165"/>
                    <a:pt x="241" y="187"/>
                    <a:pt x="232" y="209"/>
                  </a:cubicBezTo>
                  <a:cubicBezTo>
                    <a:pt x="225" y="230"/>
                    <a:pt x="216" y="251"/>
                    <a:pt x="208" y="272"/>
                  </a:cubicBezTo>
                  <a:cubicBezTo>
                    <a:pt x="200" y="289"/>
                    <a:pt x="191" y="305"/>
                    <a:pt x="187" y="323"/>
                  </a:cubicBezTo>
                  <a:cubicBezTo>
                    <a:pt x="186" y="326"/>
                    <a:pt x="186" y="330"/>
                    <a:pt x="186" y="333"/>
                  </a:cubicBezTo>
                  <a:cubicBezTo>
                    <a:pt x="185" y="348"/>
                    <a:pt x="208" y="348"/>
                    <a:pt x="209" y="333"/>
                  </a:cubicBezTo>
                  <a:cubicBezTo>
                    <a:pt x="210" y="316"/>
                    <a:pt x="220" y="299"/>
                    <a:pt x="228" y="283"/>
                  </a:cubicBezTo>
                  <a:cubicBezTo>
                    <a:pt x="237" y="263"/>
                    <a:pt x="245" y="242"/>
                    <a:pt x="253" y="221"/>
                  </a:cubicBezTo>
                  <a:cubicBezTo>
                    <a:pt x="262" y="196"/>
                    <a:pt x="270" y="171"/>
                    <a:pt x="280" y="147"/>
                  </a:cubicBezTo>
                  <a:cubicBezTo>
                    <a:pt x="282" y="147"/>
                    <a:pt x="283" y="146"/>
                    <a:pt x="285" y="146"/>
                  </a:cubicBezTo>
                  <a:cubicBezTo>
                    <a:pt x="309" y="141"/>
                    <a:pt x="339" y="120"/>
                    <a:pt x="323" y="92"/>
                  </a:cubicBezTo>
                  <a:close/>
                  <a:moveTo>
                    <a:pt x="39" y="99"/>
                  </a:moveTo>
                  <a:cubicBezTo>
                    <a:pt x="39" y="99"/>
                    <a:pt x="39" y="99"/>
                    <a:pt x="40" y="99"/>
                  </a:cubicBezTo>
                  <a:cubicBezTo>
                    <a:pt x="43" y="100"/>
                    <a:pt x="46" y="103"/>
                    <a:pt x="48" y="106"/>
                  </a:cubicBezTo>
                  <a:cubicBezTo>
                    <a:pt x="46" y="105"/>
                    <a:pt x="45" y="104"/>
                    <a:pt x="43" y="103"/>
                  </a:cubicBezTo>
                  <a:cubicBezTo>
                    <a:pt x="42" y="102"/>
                    <a:pt x="40" y="101"/>
                    <a:pt x="39" y="99"/>
                  </a:cubicBezTo>
                  <a:close/>
                  <a:moveTo>
                    <a:pt x="142" y="37"/>
                  </a:moveTo>
                  <a:cubicBezTo>
                    <a:pt x="142" y="36"/>
                    <a:pt x="143" y="36"/>
                    <a:pt x="143" y="36"/>
                  </a:cubicBezTo>
                  <a:cubicBezTo>
                    <a:pt x="143" y="39"/>
                    <a:pt x="142" y="42"/>
                    <a:pt x="141" y="44"/>
                  </a:cubicBezTo>
                  <a:cubicBezTo>
                    <a:pt x="139" y="48"/>
                    <a:pt x="137" y="51"/>
                    <a:pt x="135" y="54"/>
                  </a:cubicBezTo>
                  <a:cubicBezTo>
                    <a:pt x="134" y="48"/>
                    <a:pt x="136" y="41"/>
                    <a:pt x="142" y="37"/>
                  </a:cubicBezTo>
                  <a:close/>
                  <a:moveTo>
                    <a:pt x="234" y="43"/>
                  </a:moveTo>
                  <a:cubicBezTo>
                    <a:pt x="235" y="43"/>
                    <a:pt x="235" y="43"/>
                    <a:pt x="235" y="43"/>
                  </a:cubicBezTo>
                  <a:cubicBezTo>
                    <a:pt x="235" y="45"/>
                    <a:pt x="234" y="46"/>
                    <a:pt x="234" y="48"/>
                  </a:cubicBezTo>
                  <a:cubicBezTo>
                    <a:pt x="234" y="47"/>
                    <a:pt x="234" y="47"/>
                    <a:pt x="234" y="46"/>
                  </a:cubicBezTo>
                  <a:cubicBezTo>
                    <a:pt x="234" y="45"/>
                    <a:pt x="234" y="44"/>
                    <a:pt x="234" y="43"/>
                  </a:cubicBezTo>
                  <a:close/>
                  <a:moveTo>
                    <a:pt x="300" y="115"/>
                  </a:moveTo>
                  <a:cubicBezTo>
                    <a:pt x="298" y="117"/>
                    <a:pt x="295" y="119"/>
                    <a:pt x="292" y="120"/>
                  </a:cubicBezTo>
                  <a:cubicBezTo>
                    <a:pt x="294" y="118"/>
                    <a:pt x="295" y="115"/>
                    <a:pt x="296" y="112"/>
                  </a:cubicBezTo>
                  <a:cubicBezTo>
                    <a:pt x="298" y="109"/>
                    <a:pt x="300" y="105"/>
                    <a:pt x="303" y="103"/>
                  </a:cubicBezTo>
                  <a:cubicBezTo>
                    <a:pt x="304" y="104"/>
                    <a:pt x="304" y="106"/>
                    <a:pt x="304" y="108"/>
                  </a:cubicBezTo>
                  <a:cubicBezTo>
                    <a:pt x="305" y="111"/>
                    <a:pt x="302" y="114"/>
                    <a:pt x="300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25A02575-2573-B1C4-10E0-71EF2D3D3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325563"/>
              <a:ext cx="285750" cy="315913"/>
            </a:xfrm>
            <a:custGeom>
              <a:avLst/>
              <a:gdLst>
                <a:gd name="T0" fmla="*/ 72 w 76"/>
                <a:gd name="T1" fmla="*/ 66 h 84"/>
                <a:gd name="T2" fmla="*/ 54 w 76"/>
                <a:gd name="T3" fmla="*/ 15 h 84"/>
                <a:gd name="T4" fmla="*/ 32 w 76"/>
                <a:gd name="T5" fmla="*/ 21 h 84"/>
                <a:gd name="T6" fmla="*/ 34 w 76"/>
                <a:gd name="T7" fmla="*/ 27 h 84"/>
                <a:gd name="T8" fmla="*/ 27 w 76"/>
                <a:gd name="T9" fmla="*/ 14 h 84"/>
                <a:gd name="T10" fmla="*/ 5 w 76"/>
                <a:gd name="T11" fmla="*/ 20 h 84"/>
                <a:gd name="T12" fmla="*/ 63 w 76"/>
                <a:gd name="T13" fmla="*/ 83 h 84"/>
                <a:gd name="T14" fmla="*/ 72 w 76"/>
                <a:gd name="T15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84">
                  <a:moveTo>
                    <a:pt x="72" y="66"/>
                  </a:moveTo>
                  <a:cubicBezTo>
                    <a:pt x="65" y="50"/>
                    <a:pt x="59" y="33"/>
                    <a:pt x="54" y="15"/>
                  </a:cubicBezTo>
                  <a:cubicBezTo>
                    <a:pt x="51" y="1"/>
                    <a:pt x="28" y="7"/>
                    <a:pt x="32" y="21"/>
                  </a:cubicBezTo>
                  <a:cubicBezTo>
                    <a:pt x="33" y="23"/>
                    <a:pt x="33" y="25"/>
                    <a:pt x="34" y="27"/>
                  </a:cubicBezTo>
                  <a:cubicBezTo>
                    <a:pt x="31" y="23"/>
                    <a:pt x="29" y="18"/>
                    <a:pt x="27" y="14"/>
                  </a:cubicBezTo>
                  <a:cubicBezTo>
                    <a:pt x="22" y="0"/>
                    <a:pt x="0" y="6"/>
                    <a:pt x="5" y="20"/>
                  </a:cubicBezTo>
                  <a:cubicBezTo>
                    <a:pt x="15" y="44"/>
                    <a:pt x="33" y="82"/>
                    <a:pt x="63" y="83"/>
                  </a:cubicBezTo>
                  <a:cubicBezTo>
                    <a:pt x="72" y="84"/>
                    <a:pt x="76" y="73"/>
                    <a:pt x="72" y="6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5687BE11-8876-A280-B893-1FD40F7F6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8051" y="987426"/>
              <a:ext cx="188913" cy="354013"/>
            </a:xfrm>
            <a:custGeom>
              <a:avLst/>
              <a:gdLst>
                <a:gd name="T0" fmla="*/ 49 w 50"/>
                <a:gd name="T1" fmla="*/ 26 h 94"/>
                <a:gd name="T2" fmla="*/ 47 w 50"/>
                <a:gd name="T3" fmla="*/ 19 h 94"/>
                <a:gd name="T4" fmla="*/ 46 w 50"/>
                <a:gd name="T5" fmla="*/ 10 h 94"/>
                <a:gd name="T6" fmla="*/ 32 w 50"/>
                <a:gd name="T7" fmla="*/ 2 h 94"/>
                <a:gd name="T8" fmla="*/ 15 w 50"/>
                <a:gd name="T9" fmla="*/ 5 h 94"/>
                <a:gd name="T10" fmla="*/ 15 w 50"/>
                <a:gd name="T11" fmla="*/ 28 h 94"/>
                <a:gd name="T12" fmla="*/ 22 w 50"/>
                <a:gd name="T13" fmla="*/ 28 h 94"/>
                <a:gd name="T14" fmla="*/ 15 w 50"/>
                <a:gd name="T15" fmla="*/ 46 h 94"/>
                <a:gd name="T16" fmla="*/ 13 w 50"/>
                <a:gd name="T17" fmla="*/ 82 h 94"/>
                <a:gd name="T18" fmla="*/ 33 w 50"/>
                <a:gd name="T19" fmla="*/ 87 h 94"/>
                <a:gd name="T20" fmla="*/ 49 w 50"/>
                <a:gd name="T21" fmla="*/ 2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94">
                  <a:moveTo>
                    <a:pt x="49" y="26"/>
                  </a:moveTo>
                  <a:cubicBezTo>
                    <a:pt x="49" y="23"/>
                    <a:pt x="48" y="21"/>
                    <a:pt x="47" y="19"/>
                  </a:cubicBezTo>
                  <a:cubicBezTo>
                    <a:pt x="47" y="16"/>
                    <a:pt x="47" y="13"/>
                    <a:pt x="46" y="10"/>
                  </a:cubicBezTo>
                  <a:cubicBezTo>
                    <a:pt x="45" y="4"/>
                    <a:pt x="38" y="0"/>
                    <a:pt x="32" y="2"/>
                  </a:cubicBezTo>
                  <a:cubicBezTo>
                    <a:pt x="26" y="3"/>
                    <a:pt x="21" y="5"/>
                    <a:pt x="15" y="5"/>
                  </a:cubicBezTo>
                  <a:cubicBezTo>
                    <a:pt x="0" y="6"/>
                    <a:pt x="0" y="29"/>
                    <a:pt x="15" y="28"/>
                  </a:cubicBezTo>
                  <a:cubicBezTo>
                    <a:pt x="17" y="28"/>
                    <a:pt x="20" y="28"/>
                    <a:pt x="22" y="28"/>
                  </a:cubicBezTo>
                  <a:cubicBezTo>
                    <a:pt x="19" y="34"/>
                    <a:pt x="16" y="41"/>
                    <a:pt x="15" y="46"/>
                  </a:cubicBezTo>
                  <a:cubicBezTo>
                    <a:pt x="12" y="58"/>
                    <a:pt x="10" y="70"/>
                    <a:pt x="13" y="82"/>
                  </a:cubicBezTo>
                  <a:cubicBezTo>
                    <a:pt x="15" y="90"/>
                    <a:pt x="27" y="94"/>
                    <a:pt x="33" y="87"/>
                  </a:cubicBezTo>
                  <a:cubicBezTo>
                    <a:pt x="45" y="71"/>
                    <a:pt x="50" y="46"/>
                    <a:pt x="49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C518D1C-33B6-C7B8-C2B2-7C4818D82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113" y="1319213"/>
              <a:ext cx="320675" cy="352425"/>
            </a:xfrm>
            <a:custGeom>
              <a:avLst/>
              <a:gdLst>
                <a:gd name="T0" fmla="*/ 61 w 85"/>
                <a:gd name="T1" fmla="*/ 15 h 94"/>
                <a:gd name="T2" fmla="*/ 60 w 85"/>
                <a:gd name="T3" fmla="*/ 10 h 94"/>
                <a:gd name="T4" fmla="*/ 46 w 85"/>
                <a:gd name="T5" fmla="*/ 2 h 94"/>
                <a:gd name="T6" fmla="*/ 20 w 85"/>
                <a:gd name="T7" fmla="*/ 27 h 94"/>
                <a:gd name="T8" fmla="*/ 8 w 85"/>
                <a:gd name="T9" fmla="*/ 59 h 94"/>
                <a:gd name="T10" fmla="*/ 15 w 85"/>
                <a:gd name="T11" fmla="*/ 78 h 94"/>
                <a:gd name="T12" fmla="*/ 15 w 85"/>
                <a:gd name="T13" fmla="*/ 79 h 94"/>
                <a:gd name="T14" fmla="*/ 29 w 85"/>
                <a:gd name="T15" fmla="*/ 93 h 94"/>
                <a:gd name="T16" fmla="*/ 60 w 85"/>
                <a:gd name="T17" fmla="*/ 66 h 94"/>
                <a:gd name="T18" fmla="*/ 80 w 85"/>
                <a:gd name="T19" fmla="*/ 26 h 94"/>
                <a:gd name="T20" fmla="*/ 61 w 85"/>
                <a:gd name="T21" fmla="*/ 1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94">
                  <a:moveTo>
                    <a:pt x="61" y="15"/>
                  </a:moveTo>
                  <a:cubicBezTo>
                    <a:pt x="61" y="14"/>
                    <a:pt x="61" y="12"/>
                    <a:pt x="60" y="10"/>
                  </a:cubicBezTo>
                  <a:cubicBezTo>
                    <a:pt x="58" y="5"/>
                    <a:pt x="52" y="0"/>
                    <a:pt x="46" y="2"/>
                  </a:cubicBezTo>
                  <a:cubicBezTo>
                    <a:pt x="33" y="7"/>
                    <a:pt x="26" y="15"/>
                    <a:pt x="20" y="27"/>
                  </a:cubicBezTo>
                  <a:cubicBezTo>
                    <a:pt x="16" y="38"/>
                    <a:pt x="17" y="51"/>
                    <a:pt x="8" y="59"/>
                  </a:cubicBezTo>
                  <a:cubicBezTo>
                    <a:pt x="0" y="66"/>
                    <a:pt x="6" y="77"/>
                    <a:pt x="15" y="78"/>
                  </a:cubicBezTo>
                  <a:cubicBezTo>
                    <a:pt x="15" y="78"/>
                    <a:pt x="15" y="78"/>
                    <a:pt x="15" y="79"/>
                  </a:cubicBezTo>
                  <a:cubicBezTo>
                    <a:pt x="13" y="88"/>
                    <a:pt x="20" y="94"/>
                    <a:pt x="29" y="93"/>
                  </a:cubicBezTo>
                  <a:cubicBezTo>
                    <a:pt x="43" y="91"/>
                    <a:pt x="52" y="77"/>
                    <a:pt x="60" y="66"/>
                  </a:cubicBezTo>
                  <a:cubicBezTo>
                    <a:pt x="68" y="54"/>
                    <a:pt x="75" y="40"/>
                    <a:pt x="80" y="26"/>
                  </a:cubicBezTo>
                  <a:cubicBezTo>
                    <a:pt x="85" y="14"/>
                    <a:pt x="69" y="8"/>
                    <a:pt x="61" y="1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4046CF0B-583F-34E2-5B3F-5BD314352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713" y="2228851"/>
              <a:ext cx="349250" cy="179388"/>
            </a:xfrm>
            <a:custGeom>
              <a:avLst/>
              <a:gdLst>
                <a:gd name="T0" fmla="*/ 90 w 93"/>
                <a:gd name="T1" fmla="*/ 33 h 48"/>
                <a:gd name="T2" fmla="*/ 84 w 93"/>
                <a:gd name="T3" fmla="*/ 11 h 48"/>
                <a:gd name="T4" fmla="*/ 70 w 93"/>
                <a:gd name="T5" fmla="*/ 2 h 48"/>
                <a:gd name="T6" fmla="*/ 31 w 93"/>
                <a:gd name="T7" fmla="*/ 19 h 48"/>
                <a:gd name="T8" fmla="*/ 30 w 93"/>
                <a:gd name="T9" fmla="*/ 19 h 48"/>
                <a:gd name="T10" fmla="*/ 29 w 93"/>
                <a:gd name="T11" fmla="*/ 18 h 48"/>
                <a:gd name="T12" fmla="*/ 8 w 93"/>
                <a:gd name="T13" fmla="*/ 23 h 48"/>
                <a:gd name="T14" fmla="*/ 14 w 93"/>
                <a:gd name="T15" fmla="*/ 44 h 48"/>
                <a:gd name="T16" fmla="*/ 28 w 93"/>
                <a:gd name="T17" fmla="*/ 43 h 48"/>
                <a:gd name="T18" fmla="*/ 76 w 93"/>
                <a:gd name="T19" fmla="*/ 47 h 48"/>
                <a:gd name="T20" fmla="*/ 90 w 93"/>
                <a:gd name="T21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90" y="33"/>
                  </a:moveTo>
                  <a:cubicBezTo>
                    <a:pt x="87" y="25"/>
                    <a:pt x="86" y="18"/>
                    <a:pt x="84" y="11"/>
                  </a:cubicBezTo>
                  <a:cubicBezTo>
                    <a:pt x="83" y="5"/>
                    <a:pt x="76" y="0"/>
                    <a:pt x="70" y="2"/>
                  </a:cubicBezTo>
                  <a:cubicBezTo>
                    <a:pt x="57" y="8"/>
                    <a:pt x="44" y="15"/>
                    <a:pt x="31" y="19"/>
                  </a:cubicBezTo>
                  <a:cubicBezTo>
                    <a:pt x="31" y="19"/>
                    <a:pt x="31" y="19"/>
                    <a:pt x="30" y="19"/>
                  </a:cubicBezTo>
                  <a:cubicBezTo>
                    <a:pt x="30" y="18"/>
                    <a:pt x="29" y="18"/>
                    <a:pt x="29" y="18"/>
                  </a:cubicBezTo>
                  <a:cubicBezTo>
                    <a:pt x="24" y="9"/>
                    <a:pt x="8" y="13"/>
                    <a:pt x="8" y="23"/>
                  </a:cubicBezTo>
                  <a:cubicBezTo>
                    <a:pt x="0" y="29"/>
                    <a:pt x="2" y="44"/>
                    <a:pt x="14" y="44"/>
                  </a:cubicBezTo>
                  <a:cubicBezTo>
                    <a:pt x="19" y="44"/>
                    <a:pt x="24" y="44"/>
                    <a:pt x="28" y="43"/>
                  </a:cubicBezTo>
                  <a:cubicBezTo>
                    <a:pt x="44" y="47"/>
                    <a:pt x="65" y="45"/>
                    <a:pt x="76" y="47"/>
                  </a:cubicBezTo>
                  <a:cubicBezTo>
                    <a:pt x="83" y="48"/>
                    <a:pt x="93" y="42"/>
                    <a:pt x="90" y="3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4EEC229-CB4B-29D4-2285-40DD4419C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238" y="3190876"/>
              <a:ext cx="368300" cy="247650"/>
            </a:xfrm>
            <a:custGeom>
              <a:avLst/>
              <a:gdLst>
                <a:gd name="T0" fmla="*/ 97 w 98"/>
                <a:gd name="T1" fmla="*/ 50 h 66"/>
                <a:gd name="T2" fmla="*/ 80 w 98"/>
                <a:gd name="T3" fmla="*/ 27 h 66"/>
                <a:gd name="T4" fmla="*/ 68 w 98"/>
                <a:gd name="T5" fmla="*/ 28 h 66"/>
                <a:gd name="T6" fmla="*/ 45 w 98"/>
                <a:gd name="T7" fmla="*/ 3 h 66"/>
                <a:gd name="T8" fmla="*/ 32 w 98"/>
                <a:gd name="T9" fmla="*/ 4 h 66"/>
                <a:gd name="T10" fmla="*/ 15 w 98"/>
                <a:gd name="T11" fmla="*/ 6 h 66"/>
                <a:gd name="T12" fmla="*/ 15 w 98"/>
                <a:gd name="T13" fmla="*/ 29 h 66"/>
                <a:gd name="T14" fmla="*/ 28 w 98"/>
                <a:gd name="T15" fmla="*/ 28 h 66"/>
                <a:gd name="T16" fmla="*/ 30 w 98"/>
                <a:gd name="T17" fmla="*/ 28 h 66"/>
                <a:gd name="T18" fmla="*/ 29 w 98"/>
                <a:gd name="T19" fmla="*/ 36 h 66"/>
                <a:gd name="T20" fmla="*/ 42 w 98"/>
                <a:gd name="T21" fmla="*/ 57 h 66"/>
                <a:gd name="T22" fmla="*/ 64 w 98"/>
                <a:gd name="T23" fmla="*/ 55 h 66"/>
                <a:gd name="T24" fmla="*/ 65 w 98"/>
                <a:gd name="T25" fmla="*/ 55 h 66"/>
                <a:gd name="T26" fmla="*/ 83 w 98"/>
                <a:gd name="T27" fmla="*/ 64 h 66"/>
                <a:gd name="T28" fmla="*/ 97 w 98"/>
                <a:gd name="T2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8" h="66">
                  <a:moveTo>
                    <a:pt x="97" y="50"/>
                  </a:moveTo>
                  <a:cubicBezTo>
                    <a:pt x="95" y="39"/>
                    <a:pt x="91" y="29"/>
                    <a:pt x="80" y="27"/>
                  </a:cubicBezTo>
                  <a:cubicBezTo>
                    <a:pt x="76" y="26"/>
                    <a:pt x="72" y="26"/>
                    <a:pt x="68" y="28"/>
                  </a:cubicBezTo>
                  <a:cubicBezTo>
                    <a:pt x="61" y="19"/>
                    <a:pt x="54" y="9"/>
                    <a:pt x="45" y="3"/>
                  </a:cubicBezTo>
                  <a:cubicBezTo>
                    <a:pt x="40" y="0"/>
                    <a:pt x="35" y="1"/>
                    <a:pt x="32" y="4"/>
                  </a:cubicBezTo>
                  <a:cubicBezTo>
                    <a:pt x="26" y="4"/>
                    <a:pt x="20" y="5"/>
                    <a:pt x="15" y="6"/>
                  </a:cubicBezTo>
                  <a:cubicBezTo>
                    <a:pt x="0" y="6"/>
                    <a:pt x="0" y="29"/>
                    <a:pt x="15" y="29"/>
                  </a:cubicBezTo>
                  <a:cubicBezTo>
                    <a:pt x="19" y="28"/>
                    <a:pt x="24" y="28"/>
                    <a:pt x="28" y="28"/>
                  </a:cubicBezTo>
                  <a:cubicBezTo>
                    <a:pt x="29" y="28"/>
                    <a:pt x="30" y="28"/>
                    <a:pt x="30" y="28"/>
                  </a:cubicBezTo>
                  <a:cubicBezTo>
                    <a:pt x="30" y="31"/>
                    <a:pt x="29" y="33"/>
                    <a:pt x="29" y="36"/>
                  </a:cubicBezTo>
                  <a:cubicBezTo>
                    <a:pt x="28" y="45"/>
                    <a:pt x="34" y="54"/>
                    <a:pt x="42" y="57"/>
                  </a:cubicBezTo>
                  <a:cubicBezTo>
                    <a:pt x="50" y="60"/>
                    <a:pt x="57" y="58"/>
                    <a:pt x="64" y="55"/>
                  </a:cubicBezTo>
                  <a:cubicBezTo>
                    <a:pt x="64" y="55"/>
                    <a:pt x="64" y="55"/>
                    <a:pt x="65" y="55"/>
                  </a:cubicBezTo>
                  <a:cubicBezTo>
                    <a:pt x="70" y="59"/>
                    <a:pt x="75" y="62"/>
                    <a:pt x="83" y="64"/>
                  </a:cubicBezTo>
                  <a:cubicBezTo>
                    <a:pt x="92" y="66"/>
                    <a:pt x="98" y="58"/>
                    <a:pt x="97" y="5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81E0F69-1CE6-356E-715B-54BA78228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0576" y="3221038"/>
              <a:ext cx="349250" cy="209550"/>
            </a:xfrm>
            <a:custGeom>
              <a:avLst/>
              <a:gdLst>
                <a:gd name="T0" fmla="*/ 87 w 93"/>
                <a:gd name="T1" fmla="*/ 6 h 56"/>
                <a:gd name="T2" fmla="*/ 67 w 93"/>
                <a:gd name="T3" fmla="*/ 2 h 56"/>
                <a:gd name="T4" fmla="*/ 51 w 93"/>
                <a:gd name="T5" fmla="*/ 8 h 56"/>
                <a:gd name="T6" fmla="*/ 46 w 93"/>
                <a:gd name="T7" fmla="*/ 5 h 56"/>
                <a:gd name="T8" fmla="*/ 34 w 93"/>
                <a:gd name="T9" fmla="*/ 5 h 56"/>
                <a:gd name="T10" fmla="*/ 24 w 93"/>
                <a:gd name="T11" fmla="*/ 4 h 56"/>
                <a:gd name="T12" fmla="*/ 2 w 93"/>
                <a:gd name="T13" fmla="*/ 41 h 56"/>
                <a:gd name="T14" fmla="*/ 25 w 93"/>
                <a:gd name="T15" fmla="*/ 41 h 56"/>
                <a:gd name="T16" fmla="*/ 25 w 93"/>
                <a:gd name="T17" fmla="*/ 39 h 56"/>
                <a:gd name="T18" fmla="*/ 42 w 93"/>
                <a:gd name="T19" fmla="*/ 47 h 56"/>
                <a:gd name="T20" fmla="*/ 50 w 93"/>
                <a:gd name="T21" fmla="*/ 33 h 56"/>
                <a:gd name="T22" fmla="*/ 52 w 93"/>
                <a:gd name="T23" fmla="*/ 33 h 56"/>
                <a:gd name="T24" fmla="*/ 85 w 93"/>
                <a:gd name="T25" fmla="*/ 27 h 56"/>
                <a:gd name="T26" fmla="*/ 87 w 93"/>
                <a:gd name="T27" fmla="*/ 6 h 56"/>
                <a:gd name="T28" fmla="*/ 25 w 93"/>
                <a:gd name="T29" fmla="*/ 36 h 56"/>
                <a:gd name="T30" fmla="*/ 25 w 93"/>
                <a:gd name="T31" fmla="*/ 30 h 56"/>
                <a:gd name="T32" fmla="*/ 25 w 93"/>
                <a:gd name="T33" fmla="*/ 28 h 56"/>
                <a:gd name="T34" fmla="*/ 25 w 93"/>
                <a:gd name="T35" fmla="*/ 27 h 56"/>
                <a:gd name="T36" fmla="*/ 27 w 93"/>
                <a:gd name="T37" fmla="*/ 27 h 56"/>
                <a:gd name="T38" fmla="*/ 30 w 93"/>
                <a:gd name="T39" fmla="*/ 27 h 56"/>
                <a:gd name="T40" fmla="*/ 30 w 93"/>
                <a:gd name="T41" fmla="*/ 27 h 56"/>
                <a:gd name="T42" fmla="*/ 25 w 93"/>
                <a:gd name="T43" fmla="*/ 3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3" h="56">
                  <a:moveTo>
                    <a:pt x="87" y="6"/>
                  </a:moveTo>
                  <a:cubicBezTo>
                    <a:pt x="81" y="0"/>
                    <a:pt x="74" y="1"/>
                    <a:pt x="67" y="2"/>
                  </a:cubicBezTo>
                  <a:cubicBezTo>
                    <a:pt x="62" y="3"/>
                    <a:pt x="56" y="5"/>
                    <a:pt x="51" y="8"/>
                  </a:cubicBezTo>
                  <a:cubicBezTo>
                    <a:pt x="49" y="7"/>
                    <a:pt x="47" y="6"/>
                    <a:pt x="46" y="5"/>
                  </a:cubicBezTo>
                  <a:cubicBezTo>
                    <a:pt x="41" y="2"/>
                    <a:pt x="37" y="3"/>
                    <a:pt x="34" y="5"/>
                  </a:cubicBezTo>
                  <a:cubicBezTo>
                    <a:pt x="31" y="4"/>
                    <a:pt x="28" y="4"/>
                    <a:pt x="24" y="4"/>
                  </a:cubicBezTo>
                  <a:cubicBezTo>
                    <a:pt x="4" y="6"/>
                    <a:pt x="0" y="24"/>
                    <a:pt x="2" y="41"/>
                  </a:cubicBezTo>
                  <a:cubicBezTo>
                    <a:pt x="4" y="55"/>
                    <a:pt x="27" y="56"/>
                    <a:pt x="25" y="41"/>
                  </a:cubicBezTo>
                  <a:cubicBezTo>
                    <a:pt x="25" y="40"/>
                    <a:pt x="25" y="40"/>
                    <a:pt x="25" y="39"/>
                  </a:cubicBezTo>
                  <a:cubicBezTo>
                    <a:pt x="27" y="47"/>
                    <a:pt x="34" y="52"/>
                    <a:pt x="42" y="47"/>
                  </a:cubicBezTo>
                  <a:cubicBezTo>
                    <a:pt x="47" y="43"/>
                    <a:pt x="49" y="39"/>
                    <a:pt x="50" y="33"/>
                  </a:cubicBezTo>
                  <a:cubicBezTo>
                    <a:pt x="50" y="33"/>
                    <a:pt x="51" y="33"/>
                    <a:pt x="52" y="33"/>
                  </a:cubicBezTo>
                  <a:cubicBezTo>
                    <a:pt x="63" y="36"/>
                    <a:pt x="76" y="36"/>
                    <a:pt x="85" y="27"/>
                  </a:cubicBezTo>
                  <a:cubicBezTo>
                    <a:pt x="90" y="21"/>
                    <a:pt x="93" y="12"/>
                    <a:pt x="87" y="6"/>
                  </a:cubicBezTo>
                  <a:close/>
                  <a:moveTo>
                    <a:pt x="25" y="36"/>
                  </a:moveTo>
                  <a:cubicBezTo>
                    <a:pt x="25" y="34"/>
                    <a:pt x="25" y="32"/>
                    <a:pt x="25" y="30"/>
                  </a:cubicBezTo>
                  <a:cubicBezTo>
                    <a:pt x="25" y="29"/>
                    <a:pt x="25" y="28"/>
                    <a:pt x="25" y="2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6" y="27"/>
                    <a:pt x="26" y="27"/>
                    <a:pt x="27" y="27"/>
                  </a:cubicBezTo>
                  <a:cubicBezTo>
                    <a:pt x="27" y="29"/>
                    <a:pt x="27" y="29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6" y="30"/>
                    <a:pt x="25" y="33"/>
                    <a:pt x="25" y="3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051E0140-E471-6EC8-1C75-B8EB2FC7D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826" y="2228851"/>
              <a:ext cx="381000" cy="195263"/>
            </a:xfrm>
            <a:custGeom>
              <a:avLst/>
              <a:gdLst>
                <a:gd name="T0" fmla="*/ 77 w 101"/>
                <a:gd name="T1" fmla="*/ 14 h 52"/>
                <a:gd name="T2" fmla="*/ 31 w 101"/>
                <a:gd name="T3" fmla="*/ 0 h 52"/>
                <a:gd name="T4" fmla="*/ 20 w 101"/>
                <a:gd name="T5" fmla="*/ 14 h 52"/>
                <a:gd name="T6" fmla="*/ 15 w 101"/>
                <a:gd name="T7" fmla="*/ 14 h 52"/>
                <a:gd name="T8" fmla="*/ 15 w 101"/>
                <a:gd name="T9" fmla="*/ 37 h 52"/>
                <a:gd name="T10" fmla="*/ 67 w 101"/>
                <a:gd name="T11" fmla="*/ 48 h 52"/>
                <a:gd name="T12" fmla="*/ 98 w 101"/>
                <a:gd name="T13" fmla="*/ 38 h 52"/>
                <a:gd name="T14" fmla="*/ 77 w 101"/>
                <a:gd name="T15" fmla="*/ 1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52">
                  <a:moveTo>
                    <a:pt x="77" y="14"/>
                  </a:moveTo>
                  <a:cubicBezTo>
                    <a:pt x="62" y="7"/>
                    <a:pt x="48" y="0"/>
                    <a:pt x="31" y="0"/>
                  </a:cubicBezTo>
                  <a:cubicBezTo>
                    <a:pt x="23" y="0"/>
                    <a:pt x="19" y="7"/>
                    <a:pt x="20" y="14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0" y="13"/>
                    <a:pt x="0" y="36"/>
                    <a:pt x="15" y="37"/>
                  </a:cubicBezTo>
                  <a:cubicBezTo>
                    <a:pt x="34" y="37"/>
                    <a:pt x="50" y="40"/>
                    <a:pt x="67" y="48"/>
                  </a:cubicBezTo>
                  <a:cubicBezTo>
                    <a:pt x="77" y="52"/>
                    <a:pt x="94" y="51"/>
                    <a:pt x="98" y="38"/>
                  </a:cubicBezTo>
                  <a:cubicBezTo>
                    <a:pt x="101" y="26"/>
                    <a:pt x="86" y="18"/>
                    <a:pt x="77" y="1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ED281EDD-A980-D9A9-5FF3-771E9780F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51" y="3903663"/>
              <a:ext cx="971550" cy="142875"/>
            </a:xfrm>
            <a:custGeom>
              <a:avLst/>
              <a:gdLst>
                <a:gd name="T0" fmla="*/ 243 w 258"/>
                <a:gd name="T1" fmla="*/ 1 h 38"/>
                <a:gd name="T2" fmla="*/ 129 w 258"/>
                <a:gd name="T3" fmla="*/ 1 h 38"/>
                <a:gd name="T4" fmla="*/ 15 w 258"/>
                <a:gd name="T5" fmla="*/ 9 h 38"/>
                <a:gd name="T6" fmla="*/ 15 w 258"/>
                <a:gd name="T7" fmla="*/ 32 h 38"/>
                <a:gd name="T8" fmla="*/ 93 w 258"/>
                <a:gd name="T9" fmla="*/ 26 h 38"/>
                <a:gd name="T10" fmla="*/ 107 w 258"/>
                <a:gd name="T11" fmla="*/ 35 h 38"/>
                <a:gd name="T12" fmla="*/ 169 w 258"/>
                <a:gd name="T13" fmla="*/ 32 h 38"/>
                <a:gd name="T14" fmla="*/ 204 w 258"/>
                <a:gd name="T15" fmla="*/ 32 h 38"/>
                <a:gd name="T16" fmla="*/ 243 w 258"/>
                <a:gd name="T17" fmla="*/ 24 h 38"/>
                <a:gd name="T18" fmla="*/ 243 w 258"/>
                <a:gd name="T19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8" h="38">
                  <a:moveTo>
                    <a:pt x="243" y="1"/>
                  </a:moveTo>
                  <a:cubicBezTo>
                    <a:pt x="205" y="1"/>
                    <a:pt x="167" y="0"/>
                    <a:pt x="129" y="1"/>
                  </a:cubicBezTo>
                  <a:cubicBezTo>
                    <a:pt x="90" y="2"/>
                    <a:pt x="53" y="6"/>
                    <a:pt x="15" y="9"/>
                  </a:cubicBezTo>
                  <a:cubicBezTo>
                    <a:pt x="0" y="10"/>
                    <a:pt x="0" y="34"/>
                    <a:pt x="15" y="32"/>
                  </a:cubicBezTo>
                  <a:cubicBezTo>
                    <a:pt x="41" y="30"/>
                    <a:pt x="67" y="28"/>
                    <a:pt x="93" y="26"/>
                  </a:cubicBezTo>
                  <a:cubicBezTo>
                    <a:pt x="94" y="32"/>
                    <a:pt x="99" y="38"/>
                    <a:pt x="107" y="35"/>
                  </a:cubicBezTo>
                  <a:cubicBezTo>
                    <a:pt x="126" y="27"/>
                    <a:pt x="149" y="32"/>
                    <a:pt x="169" y="32"/>
                  </a:cubicBezTo>
                  <a:cubicBezTo>
                    <a:pt x="181" y="32"/>
                    <a:pt x="192" y="33"/>
                    <a:pt x="204" y="32"/>
                  </a:cubicBezTo>
                  <a:cubicBezTo>
                    <a:pt x="217" y="30"/>
                    <a:pt x="230" y="25"/>
                    <a:pt x="243" y="24"/>
                  </a:cubicBezTo>
                  <a:cubicBezTo>
                    <a:pt x="258" y="22"/>
                    <a:pt x="258" y="1"/>
                    <a:pt x="243" y="1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98A85C14-02F2-9E76-0558-944503617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3" y="4081463"/>
              <a:ext cx="974725" cy="153988"/>
            </a:xfrm>
            <a:custGeom>
              <a:avLst/>
              <a:gdLst>
                <a:gd name="T0" fmla="*/ 248 w 259"/>
                <a:gd name="T1" fmla="*/ 5 h 41"/>
                <a:gd name="T2" fmla="*/ 186 w 259"/>
                <a:gd name="T3" fmla="*/ 2 h 41"/>
                <a:gd name="T4" fmla="*/ 117 w 259"/>
                <a:gd name="T5" fmla="*/ 3 h 41"/>
                <a:gd name="T6" fmla="*/ 60 w 259"/>
                <a:gd name="T7" fmla="*/ 1 h 41"/>
                <a:gd name="T8" fmla="*/ 12 w 259"/>
                <a:gd name="T9" fmla="*/ 11 h 41"/>
                <a:gd name="T10" fmla="*/ 24 w 259"/>
                <a:gd name="T11" fmla="*/ 31 h 41"/>
                <a:gd name="T12" fmla="*/ 64 w 259"/>
                <a:gd name="T13" fmla="*/ 25 h 41"/>
                <a:gd name="T14" fmla="*/ 100 w 259"/>
                <a:gd name="T15" fmla="*/ 26 h 41"/>
                <a:gd name="T16" fmla="*/ 110 w 259"/>
                <a:gd name="T17" fmla="*/ 40 h 41"/>
                <a:gd name="T18" fmla="*/ 191 w 259"/>
                <a:gd name="T19" fmla="*/ 40 h 41"/>
                <a:gd name="T20" fmla="*/ 250 w 259"/>
                <a:gd name="T21" fmla="*/ 26 h 41"/>
                <a:gd name="T22" fmla="*/ 248 w 259"/>
                <a:gd name="T23" fmla="*/ 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9" h="41">
                  <a:moveTo>
                    <a:pt x="248" y="5"/>
                  </a:moveTo>
                  <a:cubicBezTo>
                    <a:pt x="227" y="1"/>
                    <a:pt x="206" y="2"/>
                    <a:pt x="186" y="2"/>
                  </a:cubicBezTo>
                  <a:cubicBezTo>
                    <a:pt x="163" y="3"/>
                    <a:pt x="140" y="3"/>
                    <a:pt x="117" y="3"/>
                  </a:cubicBezTo>
                  <a:cubicBezTo>
                    <a:pt x="98" y="3"/>
                    <a:pt x="79" y="2"/>
                    <a:pt x="60" y="1"/>
                  </a:cubicBezTo>
                  <a:cubicBezTo>
                    <a:pt x="44" y="0"/>
                    <a:pt x="26" y="1"/>
                    <a:pt x="12" y="11"/>
                  </a:cubicBezTo>
                  <a:cubicBezTo>
                    <a:pt x="0" y="19"/>
                    <a:pt x="12" y="39"/>
                    <a:pt x="24" y="31"/>
                  </a:cubicBezTo>
                  <a:cubicBezTo>
                    <a:pt x="35" y="22"/>
                    <a:pt x="50" y="24"/>
                    <a:pt x="64" y="25"/>
                  </a:cubicBezTo>
                  <a:cubicBezTo>
                    <a:pt x="76" y="25"/>
                    <a:pt x="88" y="26"/>
                    <a:pt x="100" y="26"/>
                  </a:cubicBezTo>
                  <a:cubicBezTo>
                    <a:pt x="98" y="32"/>
                    <a:pt x="102" y="40"/>
                    <a:pt x="110" y="40"/>
                  </a:cubicBezTo>
                  <a:cubicBezTo>
                    <a:pt x="137" y="40"/>
                    <a:pt x="164" y="41"/>
                    <a:pt x="191" y="40"/>
                  </a:cubicBezTo>
                  <a:cubicBezTo>
                    <a:pt x="210" y="40"/>
                    <a:pt x="235" y="38"/>
                    <a:pt x="250" y="26"/>
                  </a:cubicBezTo>
                  <a:cubicBezTo>
                    <a:pt x="257" y="21"/>
                    <a:pt x="259" y="7"/>
                    <a:pt x="248" y="5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1CFFB1B2-6D65-A017-8D73-6B46DFE19A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751" y="4230688"/>
              <a:ext cx="925513" cy="403225"/>
            </a:xfrm>
            <a:custGeom>
              <a:avLst/>
              <a:gdLst>
                <a:gd name="T0" fmla="*/ 239 w 246"/>
                <a:gd name="T1" fmla="*/ 18 h 107"/>
                <a:gd name="T2" fmla="*/ 159 w 246"/>
                <a:gd name="T3" fmla="*/ 9 h 107"/>
                <a:gd name="T4" fmla="*/ 15 w 246"/>
                <a:gd name="T5" fmla="*/ 23 h 107"/>
                <a:gd name="T6" fmla="*/ 21 w 246"/>
                <a:gd name="T7" fmla="*/ 45 h 107"/>
                <a:gd name="T8" fmla="*/ 45 w 246"/>
                <a:gd name="T9" fmla="*/ 40 h 107"/>
                <a:gd name="T10" fmla="*/ 46 w 246"/>
                <a:gd name="T11" fmla="*/ 54 h 107"/>
                <a:gd name="T12" fmla="*/ 64 w 246"/>
                <a:gd name="T13" fmla="*/ 63 h 107"/>
                <a:gd name="T14" fmla="*/ 61 w 246"/>
                <a:gd name="T15" fmla="*/ 73 h 107"/>
                <a:gd name="T16" fmla="*/ 63 w 246"/>
                <a:gd name="T17" fmla="*/ 78 h 107"/>
                <a:gd name="T18" fmla="*/ 63 w 246"/>
                <a:gd name="T19" fmla="*/ 95 h 107"/>
                <a:gd name="T20" fmla="*/ 80 w 246"/>
                <a:gd name="T21" fmla="*/ 102 h 107"/>
                <a:gd name="T22" fmla="*/ 84 w 246"/>
                <a:gd name="T23" fmla="*/ 100 h 107"/>
                <a:gd name="T24" fmla="*/ 112 w 246"/>
                <a:gd name="T25" fmla="*/ 106 h 107"/>
                <a:gd name="T26" fmla="*/ 150 w 246"/>
                <a:gd name="T27" fmla="*/ 106 h 107"/>
                <a:gd name="T28" fmla="*/ 189 w 246"/>
                <a:gd name="T29" fmla="*/ 78 h 107"/>
                <a:gd name="T30" fmla="*/ 193 w 246"/>
                <a:gd name="T31" fmla="*/ 70 h 107"/>
                <a:gd name="T32" fmla="*/ 200 w 246"/>
                <a:gd name="T33" fmla="*/ 56 h 107"/>
                <a:gd name="T34" fmla="*/ 197 w 246"/>
                <a:gd name="T35" fmla="*/ 45 h 107"/>
                <a:gd name="T36" fmla="*/ 234 w 246"/>
                <a:gd name="T37" fmla="*/ 37 h 107"/>
                <a:gd name="T38" fmla="*/ 239 w 246"/>
                <a:gd name="T39" fmla="*/ 18 h 107"/>
                <a:gd name="T40" fmla="*/ 97 w 246"/>
                <a:gd name="T41" fmla="*/ 62 h 107"/>
                <a:gd name="T42" fmla="*/ 104 w 246"/>
                <a:gd name="T43" fmla="*/ 62 h 107"/>
                <a:gd name="T44" fmla="*/ 166 w 246"/>
                <a:gd name="T45" fmla="*/ 62 h 107"/>
                <a:gd name="T46" fmla="*/ 97 w 246"/>
                <a:gd name="T47" fmla="*/ 6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107">
                  <a:moveTo>
                    <a:pt x="239" y="18"/>
                  </a:moveTo>
                  <a:cubicBezTo>
                    <a:pt x="221" y="0"/>
                    <a:pt x="182" y="9"/>
                    <a:pt x="159" y="9"/>
                  </a:cubicBezTo>
                  <a:cubicBezTo>
                    <a:pt x="110" y="9"/>
                    <a:pt x="62" y="10"/>
                    <a:pt x="15" y="23"/>
                  </a:cubicBezTo>
                  <a:cubicBezTo>
                    <a:pt x="0" y="27"/>
                    <a:pt x="6" y="49"/>
                    <a:pt x="21" y="45"/>
                  </a:cubicBezTo>
                  <a:cubicBezTo>
                    <a:pt x="29" y="43"/>
                    <a:pt x="37" y="41"/>
                    <a:pt x="45" y="40"/>
                  </a:cubicBezTo>
                  <a:cubicBezTo>
                    <a:pt x="42" y="44"/>
                    <a:pt x="43" y="51"/>
                    <a:pt x="46" y="54"/>
                  </a:cubicBezTo>
                  <a:cubicBezTo>
                    <a:pt x="51" y="59"/>
                    <a:pt x="57" y="62"/>
                    <a:pt x="64" y="63"/>
                  </a:cubicBezTo>
                  <a:cubicBezTo>
                    <a:pt x="62" y="65"/>
                    <a:pt x="60" y="69"/>
                    <a:pt x="61" y="73"/>
                  </a:cubicBezTo>
                  <a:cubicBezTo>
                    <a:pt x="62" y="75"/>
                    <a:pt x="62" y="76"/>
                    <a:pt x="63" y="78"/>
                  </a:cubicBezTo>
                  <a:cubicBezTo>
                    <a:pt x="61" y="83"/>
                    <a:pt x="61" y="88"/>
                    <a:pt x="63" y="95"/>
                  </a:cubicBezTo>
                  <a:cubicBezTo>
                    <a:pt x="66" y="102"/>
                    <a:pt x="73" y="105"/>
                    <a:pt x="80" y="102"/>
                  </a:cubicBezTo>
                  <a:cubicBezTo>
                    <a:pt x="82" y="101"/>
                    <a:pt x="83" y="101"/>
                    <a:pt x="84" y="100"/>
                  </a:cubicBezTo>
                  <a:cubicBezTo>
                    <a:pt x="92" y="104"/>
                    <a:pt x="102" y="105"/>
                    <a:pt x="112" y="106"/>
                  </a:cubicBezTo>
                  <a:cubicBezTo>
                    <a:pt x="124" y="107"/>
                    <a:pt x="138" y="107"/>
                    <a:pt x="150" y="106"/>
                  </a:cubicBezTo>
                  <a:cubicBezTo>
                    <a:pt x="169" y="104"/>
                    <a:pt x="178" y="91"/>
                    <a:pt x="189" y="78"/>
                  </a:cubicBezTo>
                  <a:cubicBezTo>
                    <a:pt x="192" y="76"/>
                    <a:pt x="193" y="73"/>
                    <a:pt x="193" y="70"/>
                  </a:cubicBezTo>
                  <a:cubicBezTo>
                    <a:pt x="196" y="66"/>
                    <a:pt x="199" y="62"/>
                    <a:pt x="200" y="56"/>
                  </a:cubicBezTo>
                  <a:cubicBezTo>
                    <a:pt x="201" y="52"/>
                    <a:pt x="200" y="47"/>
                    <a:pt x="197" y="45"/>
                  </a:cubicBezTo>
                  <a:cubicBezTo>
                    <a:pt x="210" y="43"/>
                    <a:pt x="223" y="41"/>
                    <a:pt x="234" y="37"/>
                  </a:cubicBezTo>
                  <a:cubicBezTo>
                    <a:pt x="242" y="34"/>
                    <a:pt x="246" y="24"/>
                    <a:pt x="239" y="18"/>
                  </a:cubicBezTo>
                  <a:close/>
                  <a:moveTo>
                    <a:pt x="97" y="62"/>
                  </a:moveTo>
                  <a:cubicBezTo>
                    <a:pt x="100" y="62"/>
                    <a:pt x="102" y="62"/>
                    <a:pt x="104" y="62"/>
                  </a:cubicBezTo>
                  <a:cubicBezTo>
                    <a:pt x="124" y="62"/>
                    <a:pt x="145" y="60"/>
                    <a:pt x="166" y="62"/>
                  </a:cubicBezTo>
                  <a:cubicBezTo>
                    <a:pt x="143" y="65"/>
                    <a:pt x="120" y="63"/>
                    <a:pt x="97" y="62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E4D6AC6C-E9A9-E42B-705C-3B04EEFC2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11113" cy="7938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1 w 3"/>
                <a:gd name="T5" fmla="*/ 1 h 2"/>
                <a:gd name="T6" fmla="*/ 3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1"/>
                    <a:pt x="3" y="1"/>
                    <a:pt x="3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E8C95908-D792-F550-AE41-36695BD3C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9826" y="3460751"/>
              <a:ext cx="11113" cy="3175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7B8D34A-FE03-C84B-A312-FB01D6D23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51" y="3460751"/>
              <a:ext cx="3175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A2539EB-2D2E-7D86-56C0-ABC7A965C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59CB957D-7316-5D91-2E62-9C998C655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2013" y="3141663"/>
              <a:ext cx="420688" cy="322263"/>
            </a:xfrm>
            <a:custGeom>
              <a:avLst/>
              <a:gdLst>
                <a:gd name="T0" fmla="*/ 107 w 112"/>
                <a:gd name="T1" fmla="*/ 42 h 86"/>
                <a:gd name="T2" fmla="*/ 110 w 112"/>
                <a:gd name="T3" fmla="*/ 58 h 86"/>
                <a:gd name="T4" fmla="*/ 106 w 112"/>
                <a:gd name="T5" fmla="*/ 70 h 86"/>
                <a:gd name="T6" fmla="*/ 105 w 112"/>
                <a:gd name="T7" fmla="*/ 72 h 86"/>
                <a:gd name="T8" fmla="*/ 72 w 112"/>
                <a:gd name="T9" fmla="*/ 81 h 86"/>
                <a:gd name="T10" fmla="*/ 65 w 112"/>
                <a:gd name="T11" fmla="*/ 78 h 86"/>
                <a:gd name="T12" fmla="*/ 73 w 112"/>
                <a:gd name="T13" fmla="*/ 82 h 86"/>
                <a:gd name="T14" fmla="*/ 103 w 112"/>
                <a:gd name="T15" fmla="*/ 73 h 86"/>
                <a:gd name="T16" fmla="*/ 109 w 112"/>
                <a:gd name="T17" fmla="*/ 60 h 86"/>
                <a:gd name="T18" fmla="*/ 106 w 112"/>
                <a:gd name="T19" fmla="*/ 42 h 86"/>
                <a:gd name="T20" fmla="*/ 94 w 112"/>
                <a:gd name="T21" fmla="*/ 35 h 86"/>
                <a:gd name="T22" fmla="*/ 100 w 112"/>
                <a:gd name="T23" fmla="*/ 44 h 86"/>
                <a:gd name="T24" fmla="*/ 101 w 112"/>
                <a:gd name="T25" fmla="*/ 52 h 86"/>
                <a:gd name="T26" fmla="*/ 99 w 112"/>
                <a:gd name="T27" fmla="*/ 66 h 86"/>
                <a:gd name="T28" fmla="*/ 92 w 112"/>
                <a:gd name="T29" fmla="*/ 73 h 86"/>
                <a:gd name="T30" fmla="*/ 75 w 112"/>
                <a:gd name="T31" fmla="*/ 74 h 86"/>
                <a:gd name="T32" fmla="*/ 60 w 112"/>
                <a:gd name="T33" fmla="*/ 66 h 86"/>
                <a:gd name="T34" fmla="*/ 72 w 112"/>
                <a:gd name="T35" fmla="*/ 73 h 86"/>
                <a:gd name="T36" fmla="*/ 75 w 112"/>
                <a:gd name="T37" fmla="*/ 74 h 86"/>
                <a:gd name="T38" fmla="*/ 92 w 112"/>
                <a:gd name="T39" fmla="*/ 73 h 86"/>
                <a:gd name="T40" fmla="*/ 98 w 112"/>
                <a:gd name="T41" fmla="*/ 67 h 86"/>
                <a:gd name="T42" fmla="*/ 101 w 112"/>
                <a:gd name="T43" fmla="*/ 54 h 86"/>
                <a:gd name="T44" fmla="*/ 98 w 112"/>
                <a:gd name="T45" fmla="*/ 50 h 86"/>
                <a:gd name="T46" fmla="*/ 97 w 112"/>
                <a:gd name="T47" fmla="*/ 63 h 86"/>
                <a:gd name="T48" fmla="*/ 96 w 112"/>
                <a:gd name="T49" fmla="*/ 66 h 86"/>
                <a:gd name="T50" fmla="*/ 78 w 112"/>
                <a:gd name="T51" fmla="*/ 72 h 86"/>
                <a:gd name="T52" fmla="*/ 73 w 112"/>
                <a:gd name="T53" fmla="*/ 70 h 86"/>
                <a:gd name="T54" fmla="*/ 28 w 112"/>
                <a:gd name="T55" fmla="*/ 46 h 86"/>
                <a:gd name="T56" fmla="*/ 20 w 112"/>
                <a:gd name="T57" fmla="*/ 42 h 86"/>
                <a:gd name="T58" fmla="*/ 14 w 112"/>
                <a:gd name="T59" fmla="*/ 33 h 86"/>
                <a:gd name="T60" fmla="*/ 21 w 112"/>
                <a:gd name="T61" fmla="*/ 17 h 86"/>
                <a:gd name="T62" fmla="*/ 36 w 112"/>
                <a:gd name="T63" fmla="*/ 17 h 86"/>
                <a:gd name="T64" fmla="*/ 50 w 112"/>
                <a:gd name="T65" fmla="*/ 23 h 86"/>
                <a:gd name="T66" fmla="*/ 79 w 112"/>
                <a:gd name="T67" fmla="*/ 28 h 86"/>
                <a:gd name="T68" fmla="*/ 59 w 112"/>
                <a:gd name="T69" fmla="*/ 12 h 86"/>
                <a:gd name="T70" fmla="*/ 43 w 112"/>
                <a:gd name="T71" fmla="*/ 4 h 86"/>
                <a:gd name="T72" fmla="*/ 6 w 112"/>
                <a:gd name="T73" fmla="*/ 12 h 86"/>
                <a:gd name="T74" fmla="*/ 5 w 112"/>
                <a:gd name="T75" fmla="*/ 47 h 86"/>
                <a:gd name="T76" fmla="*/ 23 w 112"/>
                <a:gd name="T77" fmla="*/ 60 h 86"/>
                <a:gd name="T78" fmla="*/ 66 w 112"/>
                <a:gd name="T79" fmla="*/ 81 h 86"/>
                <a:gd name="T80" fmla="*/ 70 w 112"/>
                <a:gd name="T81" fmla="*/ 83 h 86"/>
                <a:gd name="T82" fmla="*/ 31 w 112"/>
                <a:gd name="T83" fmla="*/ 63 h 86"/>
                <a:gd name="T84" fmla="*/ 14 w 112"/>
                <a:gd name="T85" fmla="*/ 55 h 86"/>
                <a:gd name="T86" fmla="*/ 8 w 112"/>
                <a:gd name="T87" fmla="*/ 50 h 86"/>
                <a:gd name="T88" fmla="*/ 2 w 112"/>
                <a:gd name="T89" fmla="*/ 21 h 86"/>
                <a:gd name="T90" fmla="*/ 12 w 112"/>
                <a:gd name="T91" fmla="*/ 52 h 86"/>
                <a:gd name="T92" fmla="*/ 21 w 112"/>
                <a:gd name="T93" fmla="*/ 57 h 86"/>
                <a:gd name="T94" fmla="*/ 65 w 112"/>
                <a:gd name="T95" fmla="*/ 80 h 86"/>
                <a:gd name="T96" fmla="*/ 72 w 112"/>
                <a:gd name="T97" fmla="*/ 83 h 86"/>
                <a:gd name="T98" fmla="*/ 91 w 112"/>
                <a:gd name="T99" fmla="*/ 85 h 86"/>
                <a:gd name="T100" fmla="*/ 107 w 112"/>
                <a:gd name="T101" fmla="*/ 72 h 86"/>
                <a:gd name="T102" fmla="*/ 112 w 112"/>
                <a:gd name="T103" fmla="*/ 5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" h="86">
                  <a:moveTo>
                    <a:pt x="111" y="53"/>
                  </a:moveTo>
                  <a:cubicBezTo>
                    <a:pt x="111" y="51"/>
                    <a:pt x="111" y="50"/>
                    <a:pt x="110" y="49"/>
                  </a:cubicBezTo>
                  <a:cubicBezTo>
                    <a:pt x="110" y="46"/>
                    <a:pt x="108" y="44"/>
                    <a:pt x="107" y="42"/>
                  </a:cubicBezTo>
                  <a:cubicBezTo>
                    <a:pt x="108" y="44"/>
                    <a:pt x="109" y="47"/>
                    <a:pt x="109" y="50"/>
                  </a:cubicBezTo>
                  <a:cubicBezTo>
                    <a:pt x="110" y="51"/>
                    <a:pt x="110" y="53"/>
                    <a:pt x="110" y="54"/>
                  </a:cubicBezTo>
                  <a:cubicBezTo>
                    <a:pt x="110" y="55"/>
                    <a:pt x="110" y="57"/>
                    <a:pt x="110" y="58"/>
                  </a:cubicBezTo>
                  <a:cubicBezTo>
                    <a:pt x="109" y="61"/>
                    <a:pt x="109" y="64"/>
                    <a:pt x="108" y="67"/>
                  </a:cubicBezTo>
                  <a:cubicBezTo>
                    <a:pt x="107" y="67"/>
                    <a:pt x="107" y="68"/>
                    <a:pt x="107" y="69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4" y="73"/>
                    <a:pt x="104" y="73"/>
                    <a:pt x="103" y="74"/>
                  </a:cubicBezTo>
                  <a:cubicBezTo>
                    <a:pt x="99" y="79"/>
                    <a:pt x="94" y="82"/>
                    <a:pt x="88" y="83"/>
                  </a:cubicBezTo>
                  <a:cubicBezTo>
                    <a:pt x="83" y="84"/>
                    <a:pt x="77" y="84"/>
                    <a:pt x="72" y="81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0" y="70"/>
                    <a:pt x="58" y="74"/>
                    <a:pt x="65" y="78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9" y="80"/>
                    <a:pt x="70" y="80"/>
                    <a:pt x="71" y="81"/>
                  </a:cubicBezTo>
                  <a:cubicBezTo>
                    <a:pt x="71" y="81"/>
                    <a:pt x="72" y="81"/>
                    <a:pt x="73" y="82"/>
                  </a:cubicBezTo>
                  <a:cubicBezTo>
                    <a:pt x="76" y="83"/>
                    <a:pt x="79" y="83"/>
                    <a:pt x="82" y="83"/>
                  </a:cubicBezTo>
                  <a:cubicBezTo>
                    <a:pt x="89" y="83"/>
                    <a:pt x="95" y="81"/>
                    <a:pt x="100" y="77"/>
                  </a:cubicBezTo>
                  <a:cubicBezTo>
                    <a:pt x="101" y="76"/>
                    <a:pt x="102" y="74"/>
                    <a:pt x="103" y="73"/>
                  </a:cubicBezTo>
                  <a:cubicBezTo>
                    <a:pt x="104" y="72"/>
                    <a:pt x="104" y="72"/>
                    <a:pt x="105" y="71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7" y="66"/>
                    <a:pt x="108" y="63"/>
                    <a:pt x="109" y="60"/>
                  </a:cubicBezTo>
                  <a:cubicBezTo>
                    <a:pt x="109" y="59"/>
                    <a:pt x="109" y="57"/>
                    <a:pt x="109" y="55"/>
                  </a:cubicBezTo>
                  <a:cubicBezTo>
                    <a:pt x="109" y="54"/>
                    <a:pt x="109" y="53"/>
                    <a:pt x="109" y="51"/>
                  </a:cubicBezTo>
                  <a:cubicBezTo>
                    <a:pt x="108" y="48"/>
                    <a:pt x="107" y="45"/>
                    <a:pt x="106" y="42"/>
                  </a:cubicBezTo>
                  <a:cubicBezTo>
                    <a:pt x="105" y="41"/>
                    <a:pt x="104" y="40"/>
                    <a:pt x="104" y="38"/>
                  </a:cubicBezTo>
                  <a:cubicBezTo>
                    <a:pt x="102" y="37"/>
                    <a:pt x="101" y="36"/>
                    <a:pt x="99" y="36"/>
                  </a:cubicBezTo>
                  <a:cubicBezTo>
                    <a:pt x="97" y="34"/>
                    <a:pt x="94" y="35"/>
                    <a:pt x="94" y="35"/>
                  </a:cubicBezTo>
                  <a:cubicBezTo>
                    <a:pt x="94" y="36"/>
                    <a:pt x="94" y="36"/>
                    <a:pt x="95" y="37"/>
                  </a:cubicBezTo>
                  <a:cubicBezTo>
                    <a:pt x="95" y="38"/>
                    <a:pt x="96" y="39"/>
                    <a:pt x="98" y="41"/>
                  </a:cubicBezTo>
                  <a:cubicBezTo>
                    <a:pt x="98" y="42"/>
                    <a:pt x="99" y="43"/>
                    <a:pt x="100" y="44"/>
                  </a:cubicBezTo>
                  <a:cubicBezTo>
                    <a:pt x="101" y="46"/>
                    <a:pt x="101" y="47"/>
                    <a:pt x="101" y="47"/>
                  </a:cubicBezTo>
                  <a:cubicBezTo>
                    <a:pt x="101" y="48"/>
                    <a:pt x="100" y="47"/>
                    <a:pt x="99" y="47"/>
                  </a:cubicBezTo>
                  <a:cubicBezTo>
                    <a:pt x="100" y="49"/>
                    <a:pt x="101" y="50"/>
                    <a:pt x="101" y="52"/>
                  </a:cubicBezTo>
                  <a:cubicBezTo>
                    <a:pt x="101" y="53"/>
                    <a:pt x="101" y="54"/>
                    <a:pt x="101" y="54"/>
                  </a:cubicBezTo>
                  <a:cubicBezTo>
                    <a:pt x="101" y="55"/>
                    <a:pt x="101" y="56"/>
                    <a:pt x="101" y="57"/>
                  </a:cubicBezTo>
                  <a:cubicBezTo>
                    <a:pt x="101" y="60"/>
                    <a:pt x="100" y="63"/>
                    <a:pt x="99" y="66"/>
                  </a:cubicBezTo>
                  <a:cubicBezTo>
                    <a:pt x="98" y="67"/>
                    <a:pt x="98" y="67"/>
                    <a:pt x="97" y="68"/>
                  </a:cubicBezTo>
                  <a:cubicBezTo>
                    <a:pt x="97" y="69"/>
                    <a:pt x="96" y="69"/>
                    <a:pt x="96" y="70"/>
                  </a:cubicBezTo>
                  <a:cubicBezTo>
                    <a:pt x="95" y="71"/>
                    <a:pt x="94" y="72"/>
                    <a:pt x="92" y="73"/>
                  </a:cubicBezTo>
                  <a:cubicBezTo>
                    <a:pt x="90" y="74"/>
                    <a:pt x="86" y="75"/>
                    <a:pt x="83" y="75"/>
                  </a:cubicBezTo>
                  <a:cubicBezTo>
                    <a:pt x="81" y="75"/>
                    <a:pt x="79" y="75"/>
                    <a:pt x="78" y="75"/>
                  </a:cubicBezTo>
                  <a:cubicBezTo>
                    <a:pt x="77" y="75"/>
                    <a:pt x="76" y="74"/>
                    <a:pt x="75" y="74"/>
                  </a:cubicBezTo>
                  <a:cubicBezTo>
                    <a:pt x="74" y="74"/>
                    <a:pt x="74" y="73"/>
                    <a:pt x="74" y="73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52" y="62"/>
                    <a:pt x="44" y="58"/>
                    <a:pt x="36" y="53"/>
                  </a:cubicBezTo>
                  <a:cubicBezTo>
                    <a:pt x="44" y="58"/>
                    <a:pt x="52" y="62"/>
                    <a:pt x="60" y="6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5" y="74"/>
                    <a:pt x="75" y="74"/>
                  </a:cubicBezTo>
                  <a:cubicBezTo>
                    <a:pt x="76" y="74"/>
                    <a:pt x="77" y="74"/>
                    <a:pt x="78" y="75"/>
                  </a:cubicBezTo>
                  <a:cubicBezTo>
                    <a:pt x="79" y="75"/>
                    <a:pt x="81" y="75"/>
                    <a:pt x="83" y="75"/>
                  </a:cubicBezTo>
                  <a:cubicBezTo>
                    <a:pt x="86" y="75"/>
                    <a:pt x="90" y="74"/>
                    <a:pt x="92" y="73"/>
                  </a:cubicBezTo>
                  <a:cubicBezTo>
                    <a:pt x="94" y="72"/>
                    <a:pt x="95" y="71"/>
                    <a:pt x="96" y="70"/>
                  </a:cubicBezTo>
                  <a:cubicBezTo>
                    <a:pt x="96" y="69"/>
                    <a:pt x="97" y="68"/>
                    <a:pt x="97" y="68"/>
                  </a:cubicBezTo>
                  <a:cubicBezTo>
                    <a:pt x="97" y="68"/>
                    <a:pt x="98" y="67"/>
                    <a:pt x="98" y="67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100" y="63"/>
                    <a:pt x="101" y="60"/>
                    <a:pt x="101" y="57"/>
                  </a:cubicBezTo>
                  <a:cubicBezTo>
                    <a:pt x="101" y="56"/>
                    <a:pt x="101" y="55"/>
                    <a:pt x="101" y="54"/>
                  </a:cubicBezTo>
                  <a:cubicBezTo>
                    <a:pt x="101" y="53"/>
                    <a:pt x="100" y="52"/>
                    <a:pt x="100" y="52"/>
                  </a:cubicBezTo>
                  <a:cubicBezTo>
                    <a:pt x="100" y="50"/>
                    <a:pt x="99" y="49"/>
                    <a:pt x="99" y="47"/>
                  </a:cubicBezTo>
                  <a:cubicBezTo>
                    <a:pt x="98" y="47"/>
                    <a:pt x="98" y="48"/>
                    <a:pt x="98" y="50"/>
                  </a:cubicBezTo>
                  <a:cubicBezTo>
                    <a:pt x="98" y="51"/>
                    <a:pt x="98" y="52"/>
                    <a:pt x="98" y="54"/>
                  </a:cubicBezTo>
                  <a:cubicBezTo>
                    <a:pt x="98" y="56"/>
                    <a:pt x="99" y="58"/>
                    <a:pt x="98" y="60"/>
                  </a:cubicBezTo>
                  <a:cubicBezTo>
                    <a:pt x="98" y="61"/>
                    <a:pt x="98" y="62"/>
                    <a:pt x="97" y="63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4"/>
                    <a:pt x="97" y="65"/>
                    <a:pt x="97" y="65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5" y="68"/>
                    <a:pt x="93" y="70"/>
                    <a:pt x="92" y="70"/>
                  </a:cubicBezTo>
                  <a:cubicBezTo>
                    <a:pt x="88" y="73"/>
                    <a:pt x="83" y="74"/>
                    <a:pt x="78" y="72"/>
                  </a:cubicBezTo>
                  <a:cubicBezTo>
                    <a:pt x="77" y="72"/>
                    <a:pt x="76" y="72"/>
                    <a:pt x="75" y="71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4" y="70"/>
                    <a:pt x="73" y="70"/>
                    <a:pt x="73" y="70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0" y="58"/>
                    <a:pt x="39" y="52"/>
                    <a:pt x="28" y="46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6" y="39"/>
                    <a:pt x="15" y="36"/>
                    <a:pt x="14" y="33"/>
                  </a:cubicBezTo>
                  <a:cubicBezTo>
                    <a:pt x="14" y="30"/>
                    <a:pt x="14" y="26"/>
                    <a:pt x="15" y="23"/>
                  </a:cubicBezTo>
                  <a:cubicBezTo>
                    <a:pt x="16" y="22"/>
                    <a:pt x="17" y="21"/>
                    <a:pt x="18" y="20"/>
                  </a:cubicBezTo>
                  <a:cubicBezTo>
                    <a:pt x="18" y="18"/>
                    <a:pt x="20" y="18"/>
                    <a:pt x="21" y="17"/>
                  </a:cubicBezTo>
                  <a:cubicBezTo>
                    <a:pt x="24" y="15"/>
                    <a:pt x="29" y="14"/>
                    <a:pt x="34" y="16"/>
                  </a:cubicBezTo>
                  <a:cubicBezTo>
                    <a:pt x="34" y="16"/>
                    <a:pt x="35" y="16"/>
                    <a:pt x="35" y="16"/>
                  </a:cubicBezTo>
                  <a:cubicBezTo>
                    <a:pt x="36" y="16"/>
                    <a:pt x="36" y="16"/>
                    <a:pt x="36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61" y="29"/>
                    <a:pt x="72" y="34"/>
                    <a:pt x="81" y="38"/>
                  </a:cubicBezTo>
                  <a:cubicBezTo>
                    <a:pt x="98" y="45"/>
                    <a:pt x="94" y="38"/>
                    <a:pt x="78" y="29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95" y="37"/>
                    <a:pt x="88" y="30"/>
                    <a:pt x="91" y="29"/>
                  </a:cubicBezTo>
                  <a:cubicBezTo>
                    <a:pt x="82" y="25"/>
                    <a:pt x="75" y="21"/>
                    <a:pt x="67" y="16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4"/>
                    <a:pt x="41" y="3"/>
                    <a:pt x="40" y="3"/>
                  </a:cubicBezTo>
                  <a:cubicBezTo>
                    <a:pt x="32" y="0"/>
                    <a:pt x="24" y="0"/>
                    <a:pt x="16" y="3"/>
                  </a:cubicBezTo>
                  <a:cubicBezTo>
                    <a:pt x="12" y="5"/>
                    <a:pt x="8" y="8"/>
                    <a:pt x="6" y="12"/>
                  </a:cubicBezTo>
                  <a:cubicBezTo>
                    <a:pt x="3" y="15"/>
                    <a:pt x="1" y="19"/>
                    <a:pt x="1" y="23"/>
                  </a:cubicBezTo>
                  <a:cubicBezTo>
                    <a:pt x="0" y="27"/>
                    <a:pt x="0" y="31"/>
                    <a:pt x="0" y="35"/>
                  </a:cubicBezTo>
                  <a:cubicBezTo>
                    <a:pt x="1" y="39"/>
                    <a:pt x="2" y="43"/>
                    <a:pt x="5" y="47"/>
                  </a:cubicBezTo>
                  <a:cubicBezTo>
                    <a:pt x="6" y="49"/>
                    <a:pt x="7" y="50"/>
                    <a:pt x="9" y="52"/>
                  </a:cubicBezTo>
                  <a:cubicBezTo>
                    <a:pt x="11" y="53"/>
                    <a:pt x="13" y="55"/>
                    <a:pt x="15" y="55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8" y="82"/>
                    <a:pt x="68" y="82"/>
                    <a:pt x="68" y="83"/>
                  </a:cubicBezTo>
                  <a:cubicBezTo>
                    <a:pt x="69" y="83"/>
                    <a:pt x="69" y="83"/>
                    <a:pt x="70" y="83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4"/>
                    <a:pt x="12" y="53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4" y="47"/>
                    <a:pt x="2" y="42"/>
                    <a:pt x="1" y="36"/>
                  </a:cubicBezTo>
                  <a:cubicBezTo>
                    <a:pt x="0" y="31"/>
                    <a:pt x="0" y="26"/>
                    <a:pt x="2" y="21"/>
                  </a:cubicBezTo>
                  <a:cubicBezTo>
                    <a:pt x="2" y="21"/>
                    <a:pt x="2" y="22"/>
                    <a:pt x="2" y="21"/>
                  </a:cubicBezTo>
                  <a:cubicBezTo>
                    <a:pt x="1" y="26"/>
                    <a:pt x="1" y="31"/>
                    <a:pt x="2" y="36"/>
                  </a:cubicBezTo>
                  <a:cubicBezTo>
                    <a:pt x="3" y="41"/>
                    <a:pt x="5" y="46"/>
                    <a:pt x="9" y="50"/>
                  </a:cubicBezTo>
                  <a:cubicBezTo>
                    <a:pt x="10" y="51"/>
                    <a:pt x="11" y="52"/>
                    <a:pt x="12" y="52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5" y="54"/>
                    <a:pt x="15" y="54"/>
                    <a:pt x="16" y="54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9" y="67"/>
                    <a:pt x="47" y="71"/>
                    <a:pt x="54" y="74"/>
                  </a:cubicBezTo>
                  <a:cubicBezTo>
                    <a:pt x="58" y="76"/>
                    <a:pt x="61" y="78"/>
                    <a:pt x="65" y="80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9" y="82"/>
                    <a:pt x="70" y="82"/>
                  </a:cubicBezTo>
                  <a:cubicBezTo>
                    <a:pt x="70" y="82"/>
                    <a:pt x="71" y="83"/>
                    <a:pt x="72" y="83"/>
                  </a:cubicBezTo>
                  <a:cubicBezTo>
                    <a:pt x="74" y="84"/>
                    <a:pt x="77" y="84"/>
                    <a:pt x="79" y="84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83" y="86"/>
                    <a:pt x="87" y="86"/>
                    <a:pt x="91" y="85"/>
                  </a:cubicBezTo>
                  <a:cubicBezTo>
                    <a:pt x="95" y="84"/>
                    <a:pt x="98" y="82"/>
                    <a:pt x="101" y="79"/>
                  </a:cubicBezTo>
                  <a:cubicBezTo>
                    <a:pt x="103" y="78"/>
                    <a:pt x="104" y="76"/>
                    <a:pt x="106" y="74"/>
                  </a:cubicBezTo>
                  <a:cubicBezTo>
                    <a:pt x="106" y="74"/>
                    <a:pt x="107" y="73"/>
                    <a:pt x="107" y="72"/>
                  </a:cubicBezTo>
                  <a:cubicBezTo>
                    <a:pt x="108" y="71"/>
                    <a:pt x="108" y="71"/>
                    <a:pt x="108" y="71"/>
                  </a:cubicBezTo>
                  <a:cubicBezTo>
                    <a:pt x="108" y="70"/>
                    <a:pt x="108" y="70"/>
                    <a:pt x="109" y="69"/>
                  </a:cubicBezTo>
                  <a:cubicBezTo>
                    <a:pt x="111" y="66"/>
                    <a:pt x="111" y="62"/>
                    <a:pt x="112" y="58"/>
                  </a:cubicBezTo>
                  <a:cubicBezTo>
                    <a:pt x="112" y="57"/>
                    <a:pt x="112" y="56"/>
                    <a:pt x="112" y="55"/>
                  </a:cubicBezTo>
                  <a:cubicBezTo>
                    <a:pt x="112" y="54"/>
                    <a:pt x="111" y="54"/>
                    <a:pt x="111" y="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7CDA13F5-C524-4D58-1C55-F35B8EBCE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1" y="3144838"/>
              <a:ext cx="417513" cy="315913"/>
            </a:xfrm>
            <a:custGeom>
              <a:avLst/>
              <a:gdLst>
                <a:gd name="T0" fmla="*/ 97 w 111"/>
                <a:gd name="T1" fmla="*/ 52 h 84"/>
                <a:gd name="T2" fmla="*/ 92 w 111"/>
                <a:gd name="T3" fmla="*/ 54 h 84"/>
                <a:gd name="T4" fmla="*/ 47 w 111"/>
                <a:gd name="T5" fmla="*/ 76 h 84"/>
                <a:gd name="T6" fmla="*/ 40 w 111"/>
                <a:gd name="T7" fmla="*/ 79 h 84"/>
                <a:gd name="T8" fmla="*/ 22 w 111"/>
                <a:gd name="T9" fmla="*/ 80 h 84"/>
                <a:gd name="T10" fmla="*/ 41 w 111"/>
                <a:gd name="T11" fmla="*/ 78 h 84"/>
                <a:gd name="T12" fmla="*/ 59 w 111"/>
                <a:gd name="T13" fmla="*/ 69 h 84"/>
                <a:gd name="T14" fmla="*/ 103 w 111"/>
                <a:gd name="T15" fmla="*/ 45 h 84"/>
                <a:gd name="T16" fmla="*/ 107 w 111"/>
                <a:gd name="T17" fmla="*/ 19 h 84"/>
                <a:gd name="T18" fmla="*/ 102 w 111"/>
                <a:gd name="T19" fmla="*/ 23 h 84"/>
                <a:gd name="T20" fmla="*/ 101 w 111"/>
                <a:gd name="T21" fmla="*/ 30 h 84"/>
                <a:gd name="T22" fmla="*/ 72 w 111"/>
                <a:gd name="T23" fmla="*/ 54 h 84"/>
                <a:gd name="T24" fmla="*/ 38 w 111"/>
                <a:gd name="T25" fmla="*/ 71 h 84"/>
                <a:gd name="T26" fmla="*/ 25 w 111"/>
                <a:gd name="T27" fmla="*/ 72 h 84"/>
                <a:gd name="T28" fmla="*/ 37 w 111"/>
                <a:gd name="T29" fmla="*/ 71 h 84"/>
                <a:gd name="T30" fmla="*/ 47 w 111"/>
                <a:gd name="T31" fmla="*/ 66 h 84"/>
                <a:gd name="T32" fmla="*/ 98 w 111"/>
                <a:gd name="T33" fmla="*/ 38 h 84"/>
                <a:gd name="T34" fmla="*/ 94 w 111"/>
                <a:gd name="T35" fmla="*/ 40 h 84"/>
                <a:gd name="T36" fmla="*/ 89 w 111"/>
                <a:gd name="T37" fmla="*/ 44 h 84"/>
                <a:gd name="T38" fmla="*/ 47 w 111"/>
                <a:gd name="T39" fmla="*/ 64 h 84"/>
                <a:gd name="T40" fmla="*/ 36 w 111"/>
                <a:gd name="T41" fmla="*/ 69 h 84"/>
                <a:gd name="T42" fmla="*/ 31 w 111"/>
                <a:gd name="T43" fmla="*/ 70 h 84"/>
                <a:gd name="T44" fmla="*/ 16 w 111"/>
                <a:gd name="T45" fmla="*/ 63 h 84"/>
                <a:gd name="T46" fmla="*/ 15 w 111"/>
                <a:gd name="T47" fmla="*/ 62 h 84"/>
                <a:gd name="T48" fmla="*/ 14 w 111"/>
                <a:gd name="T49" fmla="*/ 54 h 84"/>
                <a:gd name="T50" fmla="*/ 19 w 111"/>
                <a:gd name="T51" fmla="*/ 43 h 84"/>
                <a:gd name="T52" fmla="*/ 25 w 111"/>
                <a:gd name="T53" fmla="*/ 40 h 84"/>
                <a:gd name="T54" fmla="*/ 73 w 111"/>
                <a:gd name="T55" fmla="*/ 16 h 84"/>
                <a:gd name="T56" fmla="*/ 76 w 111"/>
                <a:gd name="T57" fmla="*/ 14 h 84"/>
                <a:gd name="T58" fmla="*/ 96 w 111"/>
                <a:gd name="T59" fmla="*/ 19 h 84"/>
                <a:gd name="T60" fmla="*/ 98 w 111"/>
                <a:gd name="T61" fmla="*/ 19 h 84"/>
                <a:gd name="T62" fmla="*/ 88 w 111"/>
                <a:gd name="T63" fmla="*/ 5 h 84"/>
                <a:gd name="T64" fmla="*/ 102 w 111"/>
                <a:gd name="T65" fmla="*/ 8 h 84"/>
                <a:gd name="T66" fmla="*/ 67 w 111"/>
                <a:gd name="T67" fmla="*/ 3 h 84"/>
                <a:gd name="T68" fmla="*/ 26 w 111"/>
                <a:gd name="T69" fmla="*/ 24 h 84"/>
                <a:gd name="T70" fmla="*/ 14 w 111"/>
                <a:gd name="T71" fmla="*/ 30 h 84"/>
                <a:gd name="T72" fmla="*/ 1 w 111"/>
                <a:gd name="T73" fmla="*/ 46 h 84"/>
                <a:gd name="T74" fmla="*/ 0 w 111"/>
                <a:gd name="T75" fmla="*/ 58 h 84"/>
                <a:gd name="T76" fmla="*/ 3 w 111"/>
                <a:gd name="T77" fmla="*/ 68 h 84"/>
                <a:gd name="T78" fmla="*/ 3 w 111"/>
                <a:gd name="T79" fmla="*/ 70 h 84"/>
                <a:gd name="T80" fmla="*/ 4 w 111"/>
                <a:gd name="T81" fmla="*/ 71 h 84"/>
                <a:gd name="T82" fmla="*/ 12 w 111"/>
                <a:gd name="T83" fmla="*/ 79 h 84"/>
                <a:gd name="T84" fmla="*/ 42 w 111"/>
                <a:gd name="T85" fmla="*/ 81 h 84"/>
                <a:gd name="T86" fmla="*/ 44 w 111"/>
                <a:gd name="T87" fmla="*/ 80 h 84"/>
                <a:gd name="T88" fmla="*/ 72 w 111"/>
                <a:gd name="T89" fmla="*/ 66 h 84"/>
                <a:gd name="T90" fmla="*/ 43 w 111"/>
                <a:gd name="T91" fmla="*/ 80 h 84"/>
                <a:gd name="T92" fmla="*/ 38 w 111"/>
                <a:gd name="T93" fmla="*/ 82 h 84"/>
                <a:gd name="T94" fmla="*/ 4 w 111"/>
                <a:gd name="T95" fmla="*/ 69 h 84"/>
                <a:gd name="T96" fmla="*/ 3 w 111"/>
                <a:gd name="T97" fmla="*/ 69 h 84"/>
                <a:gd name="T98" fmla="*/ 1 w 111"/>
                <a:gd name="T99" fmla="*/ 62 h 84"/>
                <a:gd name="T100" fmla="*/ 9 w 111"/>
                <a:gd name="T101" fmla="*/ 33 h 84"/>
                <a:gd name="T102" fmla="*/ 1 w 111"/>
                <a:gd name="T103" fmla="*/ 55 h 84"/>
                <a:gd name="T104" fmla="*/ 4 w 111"/>
                <a:gd name="T105" fmla="*/ 68 h 84"/>
                <a:gd name="T106" fmla="*/ 5 w 111"/>
                <a:gd name="T107" fmla="*/ 69 h 84"/>
                <a:gd name="T108" fmla="*/ 10 w 111"/>
                <a:gd name="T109" fmla="*/ 76 h 84"/>
                <a:gd name="T110" fmla="*/ 42 w 111"/>
                <a:gd name="T111" fmla="*/ 80 h 84"/>
                <a:gd name="T112" fmla="*/ 73 w 111"/>
                <a:gd name="T113" fmla="*/ 64 h 84"/>
                <a:gd name="T114" fmla="*/ 94 w 111"/>
                <a:gd name="T115" fmla="*/ 56 h 84"/>
                <a:gd name="T116" fmla="*/ 110 w 111"/>
                <a:gd name="T117" fmla="*/ 3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" h="84">
                  <a:moveTo>
                    <a:pt x="105" y="44"/>
                  </a:moveTo>
                  <a:cubicBezTo>
                    <a:pt x="104" y="47"/>
                    <a:pt x="101" y="49"/>
                    <a:pt x="99" y="50"/>
                  </a:cubicBezTo>
                  <a:cubicBezTo>
                    <a:pt x="98" y="51"/>
                    <a:pt x="98" y="51"/>
                    <a:pt x="97" y="52"/>
                  </a:cubicBezTo>
                  <a:cubicBezTo>
                    <a:pt x="97" y="52"/>
                    <a:pt x="96" y="52"/>
                    <a:pt x="96" y="52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83" y="58"/>
                    <a:pt x="75" y="62"/>
                    <a:pt x="66" y="66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1" y="78"/>
                    <a:pt x="41" y="79"/>
                    <a:pt x="40" y="79"/>
                  </a:cubicBezTo>
                  <a:cubicBezTo>
                    <a:pt x="35" y="81"/>
                    <a:pt x="29" y="82"/>
                    <a:pt x="24" y="81"/>
                  </a:cubicBezTo>
                  <a:cubicBezTo>
                    <a:pt x="19" y="80"/>
                    <a:pt x="15" y="78"/>
                    <a:pt x="12" y="76"/>
                  </a:cubicBezTo>
                  <a:cubicBezTo>
                    <a:pt x="15" y="78"/>
                    <a:pt x="18" y="79"/>
                    <a:pt x="22" y="80"/>
                  </a:cubicBezTo>
                  <a:cubicBezTo>
                    <a:pt x="26" y="81"/>
                    <a:pt x="31" y="81"/>
                    <a:pt x="36" y="80"/>
                  </a:cubicBezTo>
                  <a:cubicBezTo>
                    <a:pt x="37" y="80"/>
                    <a:pt x="38" y="79"/>
                    <a:pt x="40" y="79"/>
                  </a:cubicBezTo>
                  <a:cubicBezTo>
                    <a:pt x="40" y="79"/>
                    <a:pt x="41" y="78"/>
                    <a:pt x="41" y="78"/>
                  </a:cubicBezTo>
                  <a:cubicBezTo>
                    <a:pt x="42" y="78"/>
                    <a:pt x="42" y="77"/>
                    <a:pt x="43" y="7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3"/>
                    <a:pt x="56" y="71"/>
                    <a:pt x="59" y="69"/>
                  </a:cubicBezTo>
                  <a:cubicBezTo>
                    <a:pt x="70" y="64"/>
                    <a:pt x="79" y="60"/>
                    <a:pt x="89" y="55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9" y="50"/>
                    <a:pt x="101" y="48"/>
                    <a:pt x="103" y="45"/>
                  </a:cubicBezTo>
                  <a:cubicBezTo>
                    <a:pt x="107" y="40"/>
                    <a:pt x="109" y="34"/>
                    <a:pt x="109" y="28"/>
                  </a:cubicBezTo>
                  <a:cubicBezTo>
                    <a:pt x="109" y="26"/>
                    <a:pt x="109" y="25"/>
                    <a:pt x="109" y="24"/>
                  </a:cubicBezTo>
                  <a:cubicBezTo>
                    <a:pt x="108" y="22"/>
                    <a:pt x="107" y="21"/>
                    <a:pt x="107" y="19"/>
                  </a:cubicBezTo>
                  <a:cubicBezTo>
                    <a:pt x="105" y="17"/>
                    <a:pt x="103" y="16"/>
                    <a:pt x="103" y="16"/>
                  </a:cubicBezTo>
                  <a:cubicBezTo>
                    <a:pt x="102" y="16"/>
                    <a:pt x="102" y="17"/>
                    <a:pt x="102" y="18"/>
                  </a:cubicBezTo>
                  <a:cubicBezTo>
                    <a:pt x="102" y="19"/>
                    <a:pt x="102" y="21"/>
                    <a:pt x="102" y="23"/>
                  </a:cubicBezTo>
                  <a:cubicBezTo>
                    <a:pt x="103" y="24"/>
                    <a:pt x="103" y="26"/>
                    <a:pt x="103" y="27"/>
                  </a:cubicBezTo>
                  <a:cubicBezTo>
                    <a:pt x="103" y="29"/>
                    <a:pt x="103" y="30"/>
                    <a:pt x="103" y="30"/>
                  </a:cubicBezTo>
                  <a:cubicBezTo>
                    <a:pt x="102" y="31"/>
                    <a:pt x="102" y="30"/>
                    <a:pt x="101" y="30"/>
                  </a:cubicBezTo>
                  <a:cubicBezTo>
                    <a:pt x="101" y="33"/>
                    <a:pt x="100" y="36"/>
                    <a:pt x="98" y="39"/>
                  </a:cubicBezTo>
                  <a:cubicBezTo>
                    <a:pt x="97" y="41"/>
                    <a:pt x="95" y="44"/>
                    <a:pt x="92" y="4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64" y="58"/>
                    <a:pt x="55" y="62"/>
                    <a:pt x="47" y="6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1"/>
                    <a:pt x="36" y="72"/>
                    <a:pt x="35" y="72"/>
                  </a:cubicBezTo>
                  <a:cubicBezTo>
                    <a:pt x="32" y="73"/>
                    <a:pt x="28" y="73"/>
                    <a:pt x="25" y="72"/>
                  </a:cubicBezTo>
                  <a:cubicBezTo>
                    <a:pt x="28" y="73"/>
                    <a:pt x="32" y="73"/>
                    <a:pt x="35" y="72"/>
                  </a:cubicBezTo>
                  <a:cubicBezTo>
                    <a:pt x="36" y="71"/>
                    <a:pt x="36" y="71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8" y="71"/>
                    <a:pt x="38" y="71"/>
                    <a:pt x="38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3"/>
                    <a:pt x="97" y="41"/>
                    <a:pt x="98" y="38"/>
                  </a:cubicBezTo>
                  <a:cubicBezTo>
                    <a:pt x="100" y="36"/>
                    <a:pt x="100" y="32"/>
                    <a:pt x="100" y="29"/>
                  </a:cubicBezTo>
                  <a:cubicBezTo>
                    <a:pt x="100" y="29"/>
                    <a:pt x="99" y="29"/>
                    <a:pt x="98" y="31"/>
                  </a:cubicBezTo>
                  <a:cubicBezTo>
                    <a:pt x="98" y="33"/>
                    <a:pt x="97" y="37"/>
                    <a:pt x="94" y="40"/>
                  </a:cubicBezTo>
                  <a:cubicBezTo>
                    <a:pt x="94" y="41"/>
                    <a:pt x="93" y="41"/>
                    <a:pt x="92" y="42"/>
                  </a:cubicBezTo>
                  <a:cubicBezTo>
                    <a:pt x="92" y="42"/>
                    <a:pt x="91" y="43"/>
                    <a:pt x="91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6" y="45"/>
                    <a:pt x="84" y="46"/>
                    <a:pt x="82" y="47"/>
                  </a:cubicBezTo>
                  <a:cubicBezTo>
                    <a:pt x="76" y="50"/>
                    <a:pt x="70" y="52"/>
                    <a:pt x="64" y="55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5" y="69"/>
                    <a:pt x="35" y="69"/>
                    <a:pt x="34" y="70"/>
                  </a:cubicBezTo>
                  <a:cubicBezTo>
                    <a:pt x="33" y="70"/>
                    <a:pt x="32" y="70"/>
                    <a:pt x="31" y="70"/>
                  </a:cubicBezTo>
                  <a:cubicBezTo>
                    <a:pt x="26" y="71"/>
                    <a:pt x="21" y="69"/>
                    <a:pt x="19" y="67"/>
                  </a:cubicBezTo>
                  <a:cubicBezTo>
                    <a:pt x="18" y="66"/>
                    <a:pt x="17" y="65"/>
                    <a:pt x="16" y="64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2"/>
                    <a:pt x="16" y="62"/>
                    <a:pt x="15" y="62"/>
                  </a:cubicBezTo>
                  <a:cubicBezTo>
                    <a:pt x="15" y="62"/>
                    <a:pt x="15" y="61"/>
                    <a:pt x="15" y="61"/>
                  </a:cubicBezTo>
                  <a:cubicBezTo>
                    <a:pt x="15" y="60"/>
                    <a:pt x="15" y="60"/>
                    <a:pt x="14" y="59"/>
                  </a:cubicBezTo>
                  <a:cubicBezTo>
                    <a:pt x="14" y="58"/>
                    <a:pt x="14" y="56"/>
                    <a:pt x="14" y="54"/>
                  </a:cubicBezTo>
                  <a:cubicBezTo>
                    <a:pt x="14" y="53"/>
                    <a:pt x="14" y="53"/>
                    <a:pt x="14" y="52"/>
                  </a:cubicBezTo>
                  <a:cubicBezTo>
                    <a:pt x="14" y="51"/>
                    <a:pt x="14" y="50"/>
                    <a:pt x="15" y="50"/>
                  </a:cubicBezTo>
                  <a:cubicBezTo>
                    <a:pt x="16" y="47"/>
                    <a:pt x="17" y="44"/>
                    <a:pt x="19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42" y="31"/>
                    <a:pt x="54" y="25"/>
                    <a:pt x="65" y="20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6" y="15"/>
                    <a:pt x="76" y="14"/>
                  </a:cubicBezTo>
                  <a:cubicBezTo>
                    <a:pt x="77" y="14"/>
                    <a:pt x="78" y="14"/>
                    <a:pt x="79" y="14"/>
                  </a:cubicBezTo>
                  <a:cubicBezTo>
                    <a:pt x="84" y="13"/>
                    <a:pt x="88" y="14"/>
                    <a:pt x="91" y="15"/>
                  </a:cubicBezTo>
                  <a:cubicBezTo>
                    <a:pt x="93" y="17"/>
                    <a:pt x="95" y="18"/>
                    <a:pt x="96" y="19"/>
                  </a:cubicBezTo>
                  <a:cubicBezTo>
                    <a:pt x="96" y="19"/>
                    <a:pt x="96" y="19"/>
                    <a:pt x="97" y="19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8" y="18"/>
                    <a:pt x="98" y="16"/>
                    <a:pt x="97" y="13"/>
                  </a:cubicBezTo>
                  <a:cubicBezTo>
                    <a:pt x="95" y="11"/>
                    <a:pt x="92" y="8"/>
                    <a:pt x="88" y="7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93" y="7"/>
                    <a:pt x="96" y="9"/>
                    <a:pt x="97" y="10"/>
                  </a:cubicBezTo>
                  <a:cubicBezTo>
                    <a:pt x="99" y="11"/>
                    <a:pt x="100" y="11"/>
                    <a:pt x="100" y="11"/>
                  </a:cubicBezTo>
                  <a:cubicBezTo>
                    <a:pt x="101" y="10"/>
                    <a:pt x="100" y="8"/>
                    <a:pt x="102" y="8"/>
                  </a:cubicBezTo>
                  <a:cubicBezTo>
                    <a:pt x="98" y="4"/>
                    <a:pt x="92" y="2"/>
                    <a:pt x="87" y="1"/>
                  </a:cubicBezTo>
                  <a:cubicBezTo>
                    <a:pt x="81" y="0"/>
                    <a:pt x="75" y="0"/>
                    <a:pt x="70" y="2"/>
                  </a:cubicBezTo>
                  <a:cubicBezTo>
                    <a:pt x="69" y="2"/>
                    <a:pt x="68" y="2"/>
                    <a:pt x="67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0"/>
                    <a:pt x="13" y="30"/>
                    <a:pt x="12" y="30"/>
                  </a:cubicBezTo>
                  <a:cubicBezTo>
                    <a:pt x="10" y="32"/>
                    <a:pt x="9" y="33"/>
                    <a:pt x="7" y="35"/>
                  </a:cubicBezTo>
                  <a:cubicBezTo>
                    <a:pt x="4" y="38"/>
                    <a:pt x="2" y="42"/>
                    <a:pt x="1" y="46"/>
                  </a:cubicBezTo>
                  <a:cubicBezTo>
                    <a:pt x="0" y="48"/>
                    <a:pt x="0" y="50"/>
                    <a:pt x="0" y="52"/>
                  </a:cubicBezTo>
                  <a:cubicBezTo>
                    <a:pt x="0" y="53"/>
                    <a:pt x="0" y="54"/>
                    <a:pt x="0" y="55"/>
                  </a:cubicBezTo>
                  <a:cubicBezTo>
                    <a:pt x="0" y="56"/>
                    <a:pt x="0" y="57"/>
                    <a:pt x="0" y="58"/>
                  </a:cubicBezTo>
                  <a:cubicBezTo>
                    <a:pt x="0" y="60"/>
                    <a:pt x="0" y="62"/>
                    <a:pt x="1" y="64"/>
                  </a:cubicBezTo>
                  <a:cubicBezTo>
                    <a:pt x="1" y="65"/>
                    <a:pt x="2" y="66"/>
                    <a:pt x="2" y="67"/>
                  </a:cubicBezTo>
                  <a:cubicBezTo>
                    <a:pt x="2" y="67"/>
                    <a:pt x="2" y="68"/>
                    <a:pt x="3" y="68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5" y="72"/>
                    <a:pt x="5" y="72"/>
                  </a:cubicBezTo>
                  <a:cubicBezTo>
                    <a:pt x="5" y="73"/>
                    <a:pt x="6" y="74"/>
                    <a:pt x="7" y="75"/>
                  </a:cubicBezTo>
                  <a:cubicBezTo>
                    <a:pt x="8" y="77"/>
                    <a:pt x="10" y="78"/>
                    <a:pt x="12" y="79"/>
                  </a:cubicBezTo>
                  <a:cubicBezTo>
                    <a:pt x="15" y="82"/>
                    <a:pt x="19" y="83"/>
                    <a:pt x="23" y="84"/>
                  </a:cubicBezTo>
                  <a:cubicBezTo>
                    <a:pt x="27" y="84"/>
                    <a:pt x="32" y="84"/>
                    <a:pt x="36" y="83"/>
                  </a:cubicBezTo>
                  <a:cubicBezTo>
                    <a:pt x="38" y="83"/>
                    <a:pt x="40" y="82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0"/>
                    <a:pt x="44" y="80"/>
                    <a:pt x="44" y="80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2"/>
                    <a:pt x="39" y="82"/>
                    <a:pt x="38" y="82"/>
                  </a:cubicBezTo>
                  <a:cubicBezTo>
                    <a:pt x="33" y="84"/>
                    <a:pt x="27" y="84"/>
                    <a:pt x="22" y="83"/>
                  </a:cubicBezTo>
                  <a:cubicBezTo>
                    <a:pt x="17" y="82"/>
                    <a:pt x="12" y="80"/>
                    <a:pt x="9" y="76"/>
                  </a:cubicBezTo>
                  <a:cubicBezTo>
                    <a:pt x="7" y="74"/>
                    <a:pt x="5" y="72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70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8"/>
                    <a:pt x="3" y="68"/>
                  </a:cubicBezTo>
                  <a:cubicBezTo>
                    <a:pt x="3" y="67"/>
                    <a:pt x="2" y="67"/>
                    <a:pt x="2" y="66"/>
                  </a:cubicBezTo>
                  <a:cubicBezTo>
                    <a:pt x="2" y="65"/>
                    <a:pt x="1" y="64"/>
                    <a:pt x="1" y="62"/>
                  </a:cubicBezTo>
                  <a:cubicBezTo>
                    <a:pt x="0" y="60"/>
                    <a:pt x="0" y="57"/>
                    <a:pt x="0" y="55"/>
                  </a:cubicBezTo>
                  <a:cubicBezTo>
                    <a:pt x="0" y="52"/>
                    <a:pt x="0" y="50"/>
                    <a:pt x="1" y="47"/>
                  </a:cubicBezTo>
                  <a:cubicBezTo>
                    <a:pt x="2" y="42"/>
                    <a:pt x="5" y="37"/>
                    <a:pt x="9" y="33"/>
                  </a:cubicBezTo>
                  <a:cubicBezTo>
                    <a:pt x="9" y="34"/>
                    <a:pt x="9" y="34"/>
                    <a:pt x="10" y="34"/>
                  </a:cubicBezTo>
                  <a:cubicBezTo>
                    <a:pt x="6" y="37"/>
                    <a:pt x="3" y="42"/>
                    <a:pt x="2" y="47"/>
                  </a:cubicBezTo>
                  <a:cubicBezTo>
                    <a:pt x="1" y="50"/>
                    <a:pt x="1" y="52"/>
                    <a:pt x="1" y="55"/>
                  </a:cubicBezTo>
                  <a:cubicBezTo>
                    <a:pt x="1" y="57"/>
                    <a:pt x="1" y="60"/>
                    <a:pt x="2" y="62"/>
                  </a:cubicBezTo>
                  <a:cubicBezTo>
                    <a:pt x="2" y="64"/>
                    <a:pt x="3" y="65"/>
                    <a:pt x="3" y="66"/>
                  </a:cubicBezTo>
                  <a:cubicBezTo>
                    <a:pt x="3" y="67"/>
                    <a:pt x="4" y="67"/>
                    <a:pt x="4" y="68"/>
                  </a:cubicBezTo>
                  <a:cubicBezTo>
                    <a:pt x="4" y="68"/>
                    <a:pt x="4" y="68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6" y="72"/>
                    <a:pt x="8" y="74"/>
                    <a:pt x="10" y="76"/>
                  </a:cubicBezTo>
                  <a:cubicBezTo>
                    <a:pt x="13" y="79"/>
                    <a:pt x="18" y="81"/>
                    <a:pt x="23" y="82"/>
                  </a:cubicBezTo>
                  <a:cubicBezTo>
                    <a:pt x="28" y="83"/>
                    <a:pt x="33" y="83"/>
                    <a:pt x="38" y="81"/>
                  </a:cubicBezTo>
                  <a:cubicBezTo>
                    <a:pt x="40" y="81"/>
                    <a:pt x="41" y="81"/>
                    <a:pt x="42" y="80"/>
                  </a:cubicBezTo>
                  <a:cubicBezTo>
                    <a:pt x="43" y="79"/>
                    <a:pt x="44" y="79"/>
                    <a:pt x="45" y="79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58" y="72"/>
                    <a:pt x="65" y="68"/>
                    <a:pt x="73" y="64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5" y="55"/>
                    <a:pt x="96" y="55"/>
                    <a:pt x="98" y="53"/>
                  </a:cubicBezTo>
                  <a:cubicBezTo>
                    <a:pt x="102" y="51"/>
                    <a:pt x="105" y="48"/>
                    <a:pt x="107" y="44"/>
                  </a:cubicBezTo>
                  <a:cubicBezTo>
                    <a:pt x="109" y="41"/>
                    <a:pt x="110" y="38"/>
                    <a:pt x="110" y="35"/>
                  </a:cubicBezTo>
                  <a:cubicBezTo>
                    <a:pt x="111" y="33"/>
                    <a:pt x="110" y="30"/>
                    <a:pt x="110" y="28"/>
                  </a:cubicBezTo>
                  <a:cubicBezTo>
                    <a:pt x="110" y="33"/>
                    <a:pt x="109" y="39"/>
                    <a:pt x="105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D6010517-17BC-3160-5839-EEB6107D7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3026" y="2405063"/>
              <a:ext cx="4763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377CA306-7898-868C-06E5-1AD52870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2397126"/>
              <a:ext cx="11113" cy="7938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0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2"/>
                    <a:pt x="2" y="1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BE636D08-33F7-3614-2E17-247484642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788" y="2201863"/>
              <a:ext cx="444500" cy="258763"/>
            </a:xfrm>
            <a:custGeom>
              <a:avLst/>
              <a:gdLst>
                <a:gd name="T0" fmla="*/ 95 w 118"/>
                <a:gd name="T1" fmla="*/ 0 h 69"/>
                <a:gd name="T2" fmla="*/ 111 w 118"/>
                <a:gd name="T3" fmla="*/ 43 h 69"/>
                <a:gd name="T4" fmla="*/ 95 w 118"/>
                <a:gd name="T5" fmla="*/ 53 h 69"/>
                <a:gd name="T6" fmla="*/ 83 w 118"/>
                <a:gd name="T7" fmla="*/ 56 h 69"/>
                <a:gd name="T8" fmla="*/ 90 w 118"/>
                <a:gd name="T9" fmla="*/ 54 h 69"/>
                <a:gd name="T10" fmla="*/ 96 w 118"/>
                <a:gd name="T11" fmla="*/ 53 h 69"/>
                <a:gd name="T12" fmla="*/ 113 w 118"/>
                <a:gd name="T13" fmla="*/ 39 h 69"/>
                <a:gd name="T14" fmla="*/ 95 w 118"/>
                <a:gd name="T15" fmla="*/ 1 h 69"/>
                <a:gd name="T16" fmla="*/ 82 w 118"/>
                <a:gd name="T17" fmla="*/ 4 h 69"/>
                <a:gd name="T18" fmla="*/ 93 w 118"/>
                <a:gd name="T19" fmla="*/ 7 h 69"/>
                <a:gd name="T20" fmla="*/ 106 w 118"/>
                <a:gd name="T21" fmla="*/ 23 h 69"/>
                <a:gd name="T22" fmla="*/ 98 w 118"/>
                <a:gd name="T23" fmla="*/ 44 h 69"/>
                <a:gd name="T24" fmla="*/ 79 w 118"/>
                <a:gd name="T25" fmla="*/ 48 h 69"/>
                <a:gd name="T26" fmla="*/ 92 w 118"/>
                <a:gd name="T27" fmla="*/ 45 h 69"/>
                <a:gd name="T28" fmla="*/ 102 w 118"/>
                <a:gd name="T29" fmla="*/ 41 h 69"/>
                <a:gd name="T30" fmla="*/ 94 w 118"/>
                <a:gd name="T31" fmla="*/ 10 h 69"/>
                <a:gd name="T32" fmla="*/ 102 w 118"/>
                <a:gd name="T33" fmla="*/ 19 h 69"/>
                <a:gd name="T34" fmla="*/ 97 w 118"/>
                <a:gd name="T35" fmla="*/ 42 h 69"/>
                <a:gd name="T36" fmla="*/ 79 w 118"/>
                <a:gd name="T37" fmla="*/ 46 h 69"/>
                <a:gd name="T38" fmla="*/ 30 w 118"/>
                <a:gd name="T39" fmla="*/ 55 h 69"/>
                <a:gd name="T40" fmla="*/ 28 w 118"/>
                <a:gd name="T41" fmla="*/ 55 h 69"/>
                <a:gd name="T42" fmla="*/ 25 w 118"/>
                <a:gd name="T43" fmla="*/ 54 h 69"/>
                <a:gd name="T44" fmla="*/ 16 w 118"/>
                <a:gd name="T45" fmla="*/ 36 h 69"/>
                <a:gd name="T46" fmla="*/ 25 w 118"/>
                <a:gd name="T47" fmla="*/ 25 h 69"/>
                <a:gd name="T48" fmla="*/ 31 w 118"/>
                <a:gd name="T49" fmla="*/ 24 h 69"/>
                <a:gd name="T50" fmla="*/ 66 w 118"/>
                <a:gd name="T51" fmla="*/ 9 h 69"/>
                <a:gd name="T52" fmla="*/ 49 w 118"/>
                <a:gd name="T53" fmla="*/ 6 h 69"/>
                <a:gd name="T54" fmla="*/ 25 w 118"/>
                <a:gd name="T55" fmla="*/ 11 h 69"/>
                <a:gd name="T56" fmla="*/ 9 w 118"/>
                <a:gd name="T57" fmla="*/ 19 h 69"/>
                <a:gd name="T58" fmla="*/ 2 w 118"/>
                <a:gd name="T59" fmla="*/ 31 h 69"/>
                <a:gd name="T60" fmla="*/ 25 w 118"/>
                <a:gd name="T61" fmla="*/ 69 h 69"/>
                <a:gd name="T62" fmla="*/ 27 w 118"/>
                <a:gd name="T63" fmla="*/ 69 h 69"/>
                <a:gd name="T64" fmla="*/ 37 w 118"/>
                <a:gd name="T65" fmla="*/ 69 h 69"/>
                <a:gd name="T66" fmla="*/ 84 w 118"/>
                <a:gd name="T67" fmla="*/ 58 h 69"/>
                <a:gd name="T68" fmla="*/ 99 w 118"/>
                <a:gd name="T69" fmla="*/ 55 h 69"/>
                <a:gd name="T70" fmla="*/ 94 w 118"/>
                <a:gd name="T71" fmla="*/ 56 h 69"/>
                <a:gd name="T72" fmla="*/ 55 w 118"/>
                <a:gd name="T73" fmla="*/ 64 h 69"/>
                <a:gd name="T74" fmla="*/ 29 w 118"/>
                <a:gd name="T75" fmla="*/ 69 h 69"/>
                <a:gd name="T76" fmla="*/ 27 w 118"/>
                <a:gd name="T77" fmla="*/ 69 h 69"/>
                <a:gd name="T78" fmla="*/ 14 w 118"/>
                <a:gd name="T79" fmla="*/ 65 h 69"/>
                <a:gd name="T80" fmla="*/ 15 w 118"/>
                <a:gd name="T81" fmla="*/ 64 h 69"/>
                <a:gd name="T82" fmla="*/ 27 w 118"/>
                <a:gd name="T83" fmla="*/ 67 h 69"/>
                <a:gd name="T84" fmla="*/ 29 w 118"/>
                <a:gd name="T85" fmla="*/ 68 h 69"/>
                <a:gd name="T86" fmla="*/ 55 w 118"/>
                <a:gd name="T87" fmla="*/ 63 h 69"/>
                <a:gd name="T88" fmla="*/ 95 w 118"/>
                <a:gd name="T89" fmla="*/ 55 h 69"/>
                <a:gd name="T90" fmla="*/ 105 w 118"/>
                <a:gd name="T91" fmla="*/ 50 h 69"/>
                <a:gd name="T92" fmla="*/ 118 w 118"/>
                <a:gd name="T93" fmla="*/ 3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8" h="69">
                  <a:moveTo>
                    <a:pt x="110" y="9"/>
                  </a:moveTo>
                  <a:cubicBezTo>
                    <a:pt x="108" y="6"/>
                    <a:pt x="106" y="4"/>
                    <a:pt x="103" y="3"/>
                  </a:cubicBezTo>
                  <a:cubicBezTo>
                    <a:pt x="101" y="1"/>
                    <a:pt x="98" y="0"/>
                    <a:pt x="95" y="0"/>
                  </a:cubicBezTo>
                  <a:cubicBezTo>
                    <a:pt x="101" y="2"/>
                    <a:pt x="106" y="6"/>
                    <a:pt x="109" y="10"/>
                  </a:cubicBezTo>
                  <a:cubicBezTo>
                    <a:pt x="113" y="15"/>
                    <a:pt x="115" y="20"/>
                    <a:pt x="115" y="26"/>
                  </a:cubicBezTo>
                  <a:cubicBezTo>
                    <a:pt x="116" y="32"/>
                    <a:pt x="115" y="38"/>
                    <a:pt x="111" y="43"/>
                  </a:cubicBezTo>
                  <a:cubicBezTo>
                    <a:pt x="110" y="45"/>
                    <a:pt x="108" y="47"/>
                    <a:pt x="105" y="49"/>
                  </a:cubicBezTo>
                  <a:cubicBezTo>
                    <a:pt x="103" y="51"/>
                    <a:pt x="100" y="52"/>
                    <a:pt x="97" y="53"/>
                  </a:cubicBezTo>
                  <a:cubicBezTo>
                    <a:pt x="97" y="53"/>
                    <a:pt x="96" y="53"/>
                    <a:pt x="95" y="53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56" y="61"/>
                    <a:pt x="74" y="57"/>
                    <a:pt x="90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5" y="53"/>
                    <a:pt x="96" y="53"/>
                    <a:pt x="96" y="53"/>
                  </a:cubicBezTo>
                  <a:cubicBezTo>
                    <a:pt x="97" y="53"/>
                    <a:pt x="98" y="52"/>
                    <a:pt x="98" y="52"/>
                  </a:cubicBezTo>
                  <a:cubicBezTo>
                    <a:pt x="102" y="51"/>
                    <a:pt x="105" y="50"/>
                    <a:pt x="107" y="47"/>
                  </a:cubicBezTo>
                  <a:cubicBezTo>
                    <a:pt x="110" y="45"/>
                    <a:pt x="112" y="42"/>
                    <a:pt x="113" y="39"/>
                  </a:cubicBezTo>
                  <a:cubicBezTo>
                    <a:pt x="114" y="36"/>
                    <a:pt x="115" y="33"/>
                    <a:pt x="115" y="30"/>
                  </a:cubicBezTo>
                  <a:cubicBezTo>
                    <a:pt x="115" y="24"/>
                    <a:pt x="113" y="17"/>
                    <a:pt x="110" y="12"/>
                  </a:cubicBezTo>
                  <a:cubicBezTo>
                    <a:pt x="106" y="7"/>
                    <a:pt x="101" y="3"/>
                    <a:pt x="95" y="1"/>
                  </a:cubicBezTo>
                  <a:cubicBezTo>
                    <a:pt x="94" y="1"/>
                    <a:pt x="92" y="0"/>
                    <a:pt x="91" y="0"/>
                  </a:cubicBezTo>
                  <a:cubicBezTo>
                    <a:pt x="89" y="0"/>
                    <a:pt x="88" y="0"/>
                    <a:pt x="86" y="1"/>
                  </a:cubicBezTo>
                  <a:cubicBezTo>
                    <a:pt x="84" y="2"/>
                    <a:pt x="82" y="3"/>
                    <a:pt x="82" y="4"/>
                  </a:cubicBezTo>
                  <a:cubicBezTo>
                    <a:pt x="82" y="5"/>
                    <a:pt x="83" y="5"/>
                    <a:pt x="84" y="5"/>
                  </a:cubicBezTo>
                  <a:cubicBezTo>
                    <a:pt x="85" y="5"/>
                    <a:pt x="87" y="6"/>
                    <a:pt x="89" y="6"/>
                  </a:cubicBezTo>
                  <a:cubicBezTo>
                    <a:pt x="90" y="6"/>
                    <a:pt x="91" y="6"/>
                    <a:pt x="93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6" y="8"/>
                    <a:pt x="95" y="9"/>
                    <a:pt x="94" y="9"/>
                  </a:cubicBezTo>
                  <a:cubicBezTo>
                    <a:pt x="100" y="12"/>
                    <a:pt x="105" y="17"/>
                    <a:pt x="106" y="23"/>
                  </a:cubicBezTo>
                  <a:cubicBezTo>
                    <a:pt x="107" y="27"/>
                    <a:pt x="107" y="30"/>
                    <a:pt x="107" y="33"/>
                  </a:cubicBezTo>
                  <a:cubicBezTo>
                    <a:pt x="106" y="36"/>
                    <a:pt x="105" y="39"/>
                    <a:pt x="102" y="41"/>
                  </a:cubicBezTo>
                  <a:cubicBezTo>
                    <a:pt x="101" y="42"/>
                    <a:pt x="100" y="43"/>
                    <a:pt x="98" y="44"/>
                  </a:cubicBezTo>
                  <a:cubicBezTo>
                    <a:pt x="97" y="44"/>
                    <a:pt x="96" y="45"/>
                    <a:pt x="95" y="45"/>
                  </a:cubicBezTo>
                  <a:cubicBezTo>
                    <a:pt x="94" y="45"/>
                    <a:pt x="93" y="45"/>
                    <a:pt x="92" y="46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0" y="50"/>
                    <a:pt x="61" y="52"/>
                    <a:pt x="52" y="53"/>
                  </a:cubicBezTo>
                  <a:cubicBezTo>
                    <a:pt x="61" y="52"/>
                    <a:pt x="70" y="50"/>
                    <a:pt x="79" y="48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3" y="45"/>
                    <a:pt x="94" y="45"/>
                    <a:pt x="95" y="45"/>
                  </a:cubicBezTo>
                  <a:cubicBezTo>
                    <a:pt x="96" y="45"/>
                    <a:pt x="97" y="44"/>
                    <a:pt x="98" y="44"/>
                  </a:cubicBezTo>
                  <a:cubicBezTo>
                    <a:pt x="100" y="43"/>
                    <a:pt x="101" y="42"/>
                    <a:pt x="102" y="41"/>
                  </a:cubicBezTo>
                  <a:cubicBezTo>
                    <a:pt x="105" y="39"/>
                    <a:pt x="106" y="36"/>
                    <a:pt x="106" y="33"/>
                  </a:cubicBezTo>
                  <a:cubicBezTo>
                    <a:pt x="107" y="30"/>
                    <a:pt x="107" y="27"/>
                    <a:pt x="106" y="23"/>
                  </a:cubicBezTo>
                  <a:cubicBezTo>
                    <a:pt x="104" y="17"/>
                    <a:pt x="100" y="12"/>
                    <a:pt x="94" y="10"/>
                  </a:cubicBezTo>
                  <a:cubicBezTo>
                    <a:pt x="93" y="10"/>
                    <a:pt x="93" y="11"/>
                    <a:pt x="95" y="12"/>
                  </a:cubicBezTo>
                  <a:cubicBezTo>
                    <a:pt x="96" y="13"/>
                    <a:pt x="97" y="14"/>
                    <a:pt x="98" y="15"/>
                  </a:cubicBezTo>
                  <a:cubicBezTo>
                    <a:pt x="99" y="16"/>
                    <a:pt x="101" y="17"/>
                    <a:pt x="102" y="19"/>
                  </a:cubicBezTo>
                  <a:cubicBezTo>
                    <a:pt x="103" y="21"/>
                    <a:pt x="104" y="24"/>
                    <a:pt x="105" y="26"/>
                  </a:cubicBezTo>
                  <a:cubicBezTo>
                    <a:pt x="105" y="28"/>
                    <a:pt x="105" y="30"/>
                    <a:pt x="105" y="32"/>
                  </a:cubicBezTo>
                  <a:cubicBezTo>
                    <a:pt x="104" y="36"/>
                    <a:pt x="101" y="40"/>
                    <a:pt x="97" y="42"/>
                  </a:cubicBezTo>
                  <a:cubicBezTo>
                    <a:pt x="96" y="42"/>
                    <a:pt x="94" y="43"/>
                    <a:pt x="93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66" y="48"/>
                    <a:pt x="53" y="51"/>
                    <a:pt x="41" y="53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3" y="55"/>
                    <a:pt x="31" y="55"/>
                    <a:pt x="30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6" y="54"/>
                    <a:pt x="25" y="54"/>
                    <a:pt x="25" y="54"/>
                  </a:cubicBezTo>
                  <a:cubicBezTo>
                    <a:pt x="23" y="54"/>
                    <a:pt x="22" y="53"/>
                    <a:pt x="21" y="52"/>
                  </a:cubicBezTo>
                  <a:cubicBezTo>
                    <a:pt x="19" y="51"/>
                    <a:pt x="17" y="48"/>
                    <a:pt x="16" y="45"/>
                  </a:cubicBezTo>
                  <a:cubicBezTo>
                    <a:pt x="15" y="42"/>
                    <a:pt x="15" y="39"/>
                    <a:pt x="16" y="36"/>
                  </a:cubicBezTo>
                  <a:cubicBezTo>
                    <a:pt x="16" y="33"/>
                    <a:pt x="17" y="32"/>
                    <a:pt x="18" y="30"/>
                  </a:cubicBezTo>
                  <a:cubicBezTo>
                    <a:pt x="20" y="28"/>
                    <a:pt x="21" y="27"/>
                    <a:pt x="23" y="26"/>
                  </a:cubicBezTo>
                  <a:cubicBezTo>
                    <a:pt x="24" y="26"/>
                    <a:pt x="24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52" y="20"/>
                    <a:pt x="64" y="17"/>
                    <a:pt x="74" y="15"/>
                  </a:cubicBezTo>
                  <a:cubicBezTo>
                    <a:pt x="91" y="10"/>
                    <a:pt x="84" y="7"/>
                    <a:pt x="66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83" y="5"/>
                    <a:pt x="74" y="3"/>
                    <a:pt x="76" y="1"/>
                  </a:cubicBezTo>
                  <a:cubicBezTo>
                    <a:pt x="67" y="3"/>
                    <a:pt x="58" y="5"/>
                    <a:pt x="49" y="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6" y="14"/>
                    <a:pt x="12" y="16"/>
                    <a:pt x="9" y="19"/>
                  </a:cubicBezTo>
                  <a:cubicBezTo>
                    <a:pt x="8" y="20"/>
                    <a:pt x="7" y="21"/>
                    <a:pt x="7" y="22"/>
                  </a:cubicBezTo>
                  <a:cubicBezTo>
                    <a:pt x="6" y="23"/>
                    <a:pt x="6" y="23"/>
                    <a:pt x="5" y="25"/>
                  </a:cubicBezTo>
                  <a:cubicBezTo>
                    <a:pt x="4" y="26"/>
                    <a:pt x="3" y="29"/>
                    <a:pt x="2" y="31"/>
                  </a:cubicBezTo>
                  <a:cubicBezTo>
                    <a:pt x="0" y="38"/>
                    <a:pt x="1" y="47"/>
                    <a:pt x="4" y="54"/>
                  </a:cubicBezTo>
                  <a:cubicBezTo>
                    <a:pt x="6" y="58"/>
                    <a:pt x="9" y="62"/>
                    <a:pt x="13" y="64"/>
                  </a:cubicBezTo>
                  <a:cubicBezTo>
                    <a:pt x="16" y="67"/>
                    <a:pt x="21" y="68"/>
                    <a:pt x="25" y="69"/>
                  </a:cubicBezTo>
                  <a:cubicBezTo>
                    <a:pt x="25" y="69"/>
                    <a:pt x="26" y="69"/>
                    <a:pt x="26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9"/>
                    <a:pt x="29" y="69"/>
                    <a:pt x="30" y="69"/>
                  </a:cubicBezTo>
                  <a:cubicBezTo>
                    <a:pt x="32" y="69"/>
                    <a:pt x="35" y="69"/>
                    <a:pt x="37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7" y="56"/>
                    <a:pt x="98" y="55"/>
                    <a:pt x="99" y="55"/>
                  </a:cubicBezTo>
                  <a:cubicBezTo>
                    <a:pt x="99" y="55"/>
                    <a:pt x="100" y="55"/>
                    <a:pt x="100" y="54"/>
                  </a:cubicBezTo>
                  <a:cubicBezTo>
                    <a:pt x="99" y="55"/>
                    <a:pt x="98" y="55"/>
                    <a:pt x="97" y="55"/>
                  </a:cubicBezTo>
                  <a:cubicBezTo>
                    <a:pt x="95" y="56"/>
                    <a:pt x="95" y="56"/>
                    <a:pt x="94" y="56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4" y="69"/>
                    <a:pt x="32" y="69"/>
                    <a:pt x="29" y="69"/>
                  </a:cubicBezTo>
                  <a:cubicBezTo>
                    <a:pt x="28" y="69"/>
                    <a:pt x="28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9"/>
                    <a:pt x="26" y="68"/>
                    <a:pt x="26" y="68"/>
                  </a:cubicBezTo>
                  <a:cubicBezTo>
                    <a:pt x="24" y="68"/>
                    <a:pt x="23" y="68"/>
                    <a:pt x="22" y="68"/>
                  </a:cubicBezTo>
                  <a:cubicBezTo>
                    <a:pt x="19" y="67"/>
                    <a:pt x="17" y="66"/>
                    <a:pt x="14" y="65"/>
                  </a:cubicBezTo>
                  <a:cubicBezTo>
                    <a:pt x="9" y="62"/>
                    <a:pt x="6" y="57"/>
                    <a:pt x="4" y="52"/>
                  </a:cubicBezTo>
                  <a:cubicBezTo>
                    <a:pt x="4" y="52"/>
                    <a:pt x="5" y="53"/>
                    <a:pt x="4" y="52"/>
                  </a:cubicBezTo>
                  <a:cubicBezTo>
                    <a:pt x="6" y="57"/>
                    <a:pt x="10" y="61"/>
                    <a:pt x="15" y="64"/>
                  </a:cubicBezTo>
                  <a:cubicBezTo>
                    <a:pt x="17" y="65"/>
                    <a:pt x="19" y="66"/>
                    <a:pt x="22" y="67"/>
                  </a:cubicBezTo>
                  <a:cubicBezTo>
                    <a:pt x="23" y="67"/>
                    <a:pt x="25" y="67"/>
                    <a:pt x="26" y="67"/>
                  </a:cubicBezTo>
                  <a:cubicBezTo>
                    <a:pt x="26" y="67"/>
                    <a:pt x="27" y="67"/>
                    <a:pt x="27" y="67"/>
                  </a:cubicBezTo>
                  <a:cubicBezTo>
                    <a:pt x="27" y="68"/>
                    <a:pt x="27" y="67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9" y="68"/>
                    <a:pt x="29" y="68"/>
                  </a:cubicBezTo>
                  <a:cubicBezTo>
                    <a:pt x="32" y="68"/>
                    <a:pt x="34" y="68"/>
                    <a:pt x="37" y="67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3" y="62"/>
                    <a:pt x="71" y="60"/>
                    <a:pt x="79" y="58"/>
                  </a:cubicBezTo>
                  <a:cubicBezTo>
                    <a:pt x="83" y="58"/>
                    <a:pt x="87" y="57"/>
                    <a:pt x="91" y="56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7" y="54"/>
                    <a:pt x="97" y="54"/>
                    <a:pt x="98" y="54"/>
                  </a:cubicBezTo>
                  <a:cubicBezTo>
                    <a:pt x="101" y="53"/>
                    <a:pt x="103" y="52"/>
                    <a:pt x="105" y="50"/>
                  </a:cubicBezTo>
                  <a:cubicBezTo>
                    <a:pt x="106" y="51"/>
                    <a:pt x="106" y="51"/>
                    <a:pt x="106" y="51"/>
                  </a:cubicBezTo>
                  <a:cubicBezTo>
                    <a:pt x="109" y="49"/>
                    <a:pt x="112" y="46"/>
                    <a:pt x="114" y="42"/>
                  </a:cubicBezTo>
                  <a:cubicBezTo>
                    <a:pt x="116" y="39"/>
                    <a:pt x="117" y="35"/>
                    <a:pt x="118" y="31"/>
                  </a:cubicBezTo>
                  <a:cubicBezTo>
                    <a:pt x="118" y="23"/>
                    <a:pt x="115" y="15"/>
                    <a:pt x="110" y="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71D2245-5420-01BC-DC61-E6E7F3BBD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2193926"/>
              <a:ext cx="431800" cy="266700"/>
            </a:xfrm>
            <a:custGeom>
              <a:avLst/>
              <a:gdLst>
                <a:gd name="T0" fmla="*/ 26 w 115"/>
                <a:gd name="T1" fmla="*/ 58 h 71"/>
                <a:gd name="T2" fmla="*/ 20 w 115"/>
                <a:gd name="T3" fmla="*/ 56 h 71"/>
                <a:gd name="T4" fmla="*/ 1 w 115"/>
                <a:gd name="T5" fmla="*/ 25 h 71"/>
                <a:gd name="T6" fmla="*/ 13 w 115"/>
                <a:gd name="T7" fmla="*/ 5 h 71"/>
                <a:gd name="T8" fmla="*/ 13 w 115"/>
                <a:gd name="T9" fmla="*/ 6 h 71"/>
                <a:gd name="T10" fmla="*/ 2 w 115"/>
                <a:gd name="T11" fmla="*/ 26 h 71"/>
                <a:gd name="T12" fmla="*/ 21 w 115"/>
                <a:gd name="T13" fmla="*/ 56 h 71"/>
                <a:gd name="T14" fmla="*/ 24 w 115"/>
                <a:gd name="T15" fmla="*/ 57 h 71"/>
                <a:gd name="T16" fmla="*/ 58 w 115"/>
                <a:gd name="T17" fmla="*/ 64 h 71"/>
                <a:gd name="T18" fmla="*/ 80 w 115"/>
                <a:gd name="T19" fmla="*/ 70 h 71"/>
                <a:gd name="T20" fmla="*/ 97 w 115"/>
                <a:gd name="T21" fmla="*/ 70 h 71"/>
                <a:gd name="T22" fmla="*/ 96 w 115"/>
                <a:gd name="T23" fmla="*/ 68 h 71"/>
                <a:gd name="T24" fmla="*/ 81 w 115"/>
                <a:gd name="T25" fmla="*/ 68 h 71"/>
                <a:gd name="T26" fmla="*/ 23 w 115"/>
                <a:gd name="T27" fmla="*/ 55 h 71"/>
                <a:gd name="T28" fmla="*/ 19 w 115"/>
                <a:gd name="T29" fmla="*/ 54 h 71"/>
                <a:gd name="T30" fmla="*/ 4 w 115"/>
                <a:gd name="T31" fmla="*/ 31 h 71"/>
                <a:gd name="T32" fmla="*/ 21 w 115"/>
                <a:gd name="T33" fmla="*/ 54 h 71"/>
                <a:gd name="T34" fmla="*/ 32 w 115"/>
                <a:gd name="T35" fmla="*/ 57 h 71"/>
                <a:gd name="T36" fmla="*/ 80 w 115"/>
                <a:gd name="T37" fmla="*/ 68 h 71"/>
                <a:gd name="T38" fmla="*/ 109 w 115"/>
                <a:gd name="T39" fmla="*/ 57 h 71"/>
                <a:gd name="T40" fmla="*/ 111 w 115"/>
                <a:gd name="T41" fmla="*/ 44 h 71"/>
                <a:gd name="T42" fmla="*/ 105 w 115"/>
                <a:gd name="T43" fmla="*/ 53 h 71"/>
                <a:gd name="T44" fmla="*/ 94 w 115"/>
                <a:gd name="T45" fmla="*/ 60 h 71"/>
                <a:gd name="T46" fmla="*/ 80 w 115"/>
                <a:gd name="T47" fmla="*/ 59 h 71"/>
                <a:gd name="T48" fmla="*/ 37 w 115"/>
                <a:gd name="T49" fmla="*/ 50 h 71"/>
                <a:gd name="T50" fmla="*/ 25 w 115"/>
                <a:gd name="T51" fmla="*/ 47 h 71"/>
                <a:gd name="T52" fmla="*/ 24 w 115"/>
                <a:gd name="T53" fmla="*/ 46 h 71"/>
                <a:gd name="T54" fmla="*/ 74 w 115"/>
                <a:gd name="T55" fmla="*/ 58 h 71"/>
                <a:gd name="T56" fmla="*/ 85 w 115"/>
                <a:gd name="T57" fmla="*/ 60 h 71"/>
                <a:gd name="T58" fmla="*/ 99 w 115"/>
                <a:gd name="T59" fmla="*/ 54 h 71"/>
                <a:gd name="T60" fmla="*/ 76 w 115"/>
                <a:gd name="T61" fmla="*/ 56 h 71"/>
                <a:gd name="T62" fmla="*/ 26 w 115"/>
                <a:gd name="T63" fmla="*/ 45 h 71"/>
                <a:gd name="T64" fmla="*/ 24 w 115"/>
                <a:gd name="T65" fmla="*/ 44 h 71"/>
                <a:gd name="T66" fmla="*/ 15 w 115"/>
                <a:gd name="T67" fmla="*/ 27 h 71"/>
                <a:gd name="T68" fmla="*/ 21 w 115"/>
                <a:gd name="T69" fmla="*/ 16 h 71"/>
                <a:gd name="T70" fmla="*/ 33 w 115"/>
                <a:gd name="T71" fmla="*/ 14 h 71"/>
                <a:gd name="T72" fmla="*/ 42 w 115"/>
                <a:gd name="T73" fmla="*/ 16 h 71"/>
                <a:gd name="T74" fmla="*/ 93 w 115"/>
                <a:gd name="T75" fmla="*/ 27 h 71"/>
                <a:gd name="T76" fmla="*/ 104 w 115"/>
                <a:gd name="T77" fmla="*/ 42 h 71"/>
                <a:gd name="T78" fmla="*/ 106 w 115"/>
                <a:gd name="T79" fmla="*/ 44 h 71"/>
                <a:gd name="T80" fmla="*/ 107 w 115"/>
                <a:gd name="T81" fmla="*/ 27 h 71"/>
                <a:gd name="T82" fmla="*/ 112 w 115"/>
                <a:gd name="T83" fmla="*/ 39 h 71"/>
                <a:gd name="T84" fmla="*/ 109 w 115"/>
                <a:gd name="T85" fmla="*/ 22 h 71"/>
                <a:gd name="T86" fmla="*/ 96 w 115"/>
                <a:gd name="T87" fmla="*/ 14 h 71"/>
                <a:gd name="T88" fmla="*/ 47 w 115"/>
                <a:gd name="T89" fmla="*/ 3 h 71"/>
                <a:gd name="T90" fmla="*/ 34 w 115"/>
                <a:gd name="T91" fmla="*/ 0 h 71"/>
                <a:gd name="T92" fmla="*/ 14 w 115"/>
                <a:gd name="T93" fmla="*/ 4 h 71"/>
                <a:gd name="T94" fmla="*/ 1 w 115"/>
                <a:gd name="T95" fmla="*/ 25 h 71"/>
                <a:gd name="T96" fmla="*/ 17 w 115"/>
                <a:gd name="T97" fmla="*/ 56 h 71"/>
                <a:gd name="T98" fmla="*/ 23 w 115"/>
                <a:gd name="T99" fmla="*/ 58 h 71"/>
                <a:gd name="T100" fmla="*/ 56 w 115"/>
                <a:gd name="T101" fmla="*/ 6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5" h="71">
                  <a:moveTo>
                    <a:pt x="56" y="65"/>
                  </a:moveTo>
                  <a:cubicBezTo>
                    <a:pt x="32" y="59"/>
                    <a:pt x="32" y="59"/>
                    <a:pt x="32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1" y="57"/>
                    <a:pt x="20" y="57"/>
                    <a:pt x="20" y="56"/>
                  </a:cubicBezTo>
                  <a:cubicBezTo>
                    <a:pt x="14" y="55"/>
                    <a:pt x="10" y="51"/>
                    <a:pt x="7" y="47"/>
                  </a:cubicBezTo>
                  <a:cubicBezTo>
                    <a:pt x="4" y="43"/>
                    <a:pt x="2" y="38"/>
                    <a:pt x="1" y="33"/>
                  </a:cubicBezTo>
                  <a:cubicBezTo>
                    <a:pt x="1" y="30"/>
                    <a:pt x="1" y="28"/>
                    <a:pt x="1" y="25"/>
                  </a:cubicBezTo>
                  <a:cubicBezTo>
                    <a:pt x="1" y="24"/>
                    <a:pt x="1" y="23"/>
                    <a:pt x="2" y="22"/>
                  </a:cubicBezTo>
                  <a:cubicBezTo>
                    <a:pt x="2" y="20"/>
                    <a:pt x="2" y="19"/>
                    <a:pt x="3" y="18"/>
                  </a:cubicBezTo>
                  <a:cubicBezTo>
                    <a:pt x="5" y="13"/>
                    <a:pt x="9" y="8"/>
                    <a:pt x="13" y="5"/>
                  </a:cubicBezTo>
                  <a:cubicBezTo>
                    <a:pt x="17" y="2"/>
                    <a:pt x="22" y="1"/>
                    <a:pt x="28" y="0"/>
                  </a:cubicBezTo>
                  <a:cubicBezTo>
                    <a:pt x="27" y="0"/>
                    <a:pt x="26" y="1"/>
                    <a:pt x="28" y="1"/>
                  </a:cubicBezTo>
                  <a:cubicBezTo>
                    <a:pt x="23" y="1"/>
                    <a:pt x="18" y="3"/>
                    <a:pt x="13" y="6"/>
                  </a:cubicBezTo>
                  <a:cubicBezTo>
                    <a:pt x="9" y="9"/>
                    <a:pt x="6" y="13"/>
                    <a:pt x="4" y="18"/>
                  </a:cubicBezTo>
                  <a:cubicBezTo>
                    <a:pt x="3" y="19"/>
                    <a:pt x="3" y="21"/>
                    <a:pt x="3" y="22"/>
                  </a:cubicBezTo>
                  <a:cubicBezTo>
                    <a:pt x="2" y="23"/>
                    <a:pt x="2" y="24"/>
                    <a:pt x="2" y="26"/>
                  </a:cubicBezTo>
                  <a:cubicBezTo>
                    <a:pt x="2" y="28"/>
                    <a:pt x="2" y="31"/>
                    <a:pt x="2" y="33"/>
                  </a:cubicBezTo>
                  <a:cubicBezTo>
                    <a:pt x="3" y="38"/>
                    <a:pt x="5" y="43"/>
                    <a:pt x="8" y="47"/>
                  </a:cubicBezTo>
                  <a:cubicBezTo>
                    <a:pt x="11" y="51"/>
                    <a:pt x="15" y="55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41" y="61"/>
                    <a:pt x="49" y="62"/>
                    <a:pt x="58" y="64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1" y="71"/>
                    <a:pt x="82" y="71"/>
                  </a:cubicBezTo>
                  <a:cubicBezTo>
                    <a:pt x="83" y="71"/>
                    <a:pt x="84" y="71"/>
                    <a:pt x="85" y="71"/>
                  </a:cubicBezTo>
                  <a:cubicBezTo>
                    <a:pt x="89" y="71"/>
                    <a:pt x="93" y="71"/>
                    <a:pt x="97" y="70"/>
                  </a:cubicBezTo>
                  <a:cubicBezTo>
                    <a:pt x="101" y="68"/>
                    <a:pt x="103" y="66"/>
                    <a:pt x="105" y="64"/>
                  </a:cubicBezTo>
                  <a:cubicBezTo>
                    <a:pt x="107" y="62"/>
                    <a:pt x="109" y="60"/>
                    <a:pt x="110" y="58"/>
                  </a:cubicBezTo>
                  <a:cubicBezTo>
                    <a:pt x="106" y="63"/>
                    <a:pt x="102" y="66"/>
                    <a:pt x="96" y="68"/>
                  </a:cubicBezTo>
                  <a:cubicBezTo>
                    <a:pt x="93" y="69"/>
                    <a:pt x="90" y="69"/>
                    <a:pt x="87" y="69"/>
                  </a:cubicBezTo>
                  <a:cubicBezTo>
                    <a:pt x="86" y="69"/>
                    <a:pt x="84" y="69"/>
                    <a:pt x="83" y="69"/>
                  </a:cubicBezTo>
                  <a:cubicBezTo>
                    <a:pt x="82" y="69"/>
                    <a:pt x="82" y="68"/>
                    <a:pt x="81" y="68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0" y="66"/>
                    <a:pt x="61" y="63"/>
                    <a:pt x="51" y="61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8" y="53"/>
                    <a:pt x="17" y="53"/>
                    <a:pt x="16" y="52"/>
                  </a:cubicBezTo>
                  <a:cubicBezTo>
                    <a:pt x="13" y="50"/>
                    <a:pt x="11" y="48"/>
                    <a:pt x="9" y="46"/>
                  </a:cubicBezTo>
                  <a:cubicBezTo>
                    <a:pt x="6" y="42"/>
                    <a:pt x="4" y="36"/>
                    <a:pt x="4" y="31"/>
                  </a:cubicBezTo>
                  <a:cubicBezTo>
                    <a:pt x="4" y="35"/>
                    <a:pt x="5" y="40"/>
                    <a:pt x="8" y="44"/>
                  </a:cubicBezTo>
                  <a:cubicBezTo>
                    <a:pt x="11" y="48"/>
                    <a:pt x="15" y="52"/>
                    <a:pt x="20" y="54"/>
                  </a:cubicBezTo>
                  <a:cubicBezTo>
                    <a:pt x="20" y="54"/>
                    <a:pt x="21" y="54"/>
                    <a:pt x="21" y="54"/>
                  </a:cubicBezTo>
                  <a:cubicBezTo>
                    <a:pt x="22" y="54"/>
                    <a:pt x="23" y="54"/>
                    <a:pt x="23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7" y="58"/>
                    <a:pt x="41" y="58"/>
                    <a:pt x="44" y="59"/>
                  </a:cubicBezTo>
                  <a:cubicBezTo>
                    <a:pt x="55" y="62"/>
                    <a:pt x="66" y="64"/>
                    <a:pt x="76" y="67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1" y="68"/>
                    <a:pt x="83" y="68"/>
                    <a:pt x="84" y="68"/>
                  </a:cubicBezTo>
                  <a:cubicBezTo>
                    <a:pt x="87" y="69"/>
                    <a:pt x="91" y="69"/>
                    <a:pt x="94" y="68"/>
                  </a:cubicBezTo>
                  <a:cubicBezTo>
                    <a:pt x="100" y="66"/>
                    <a:pt x="105" y="62"/>
                    <a:pt x="109" y="57"/>
                  </a:cubicBezTo>
                  <a:cubicBezTo>
                    <a:pt x="110" y="56"/>
                    <a:pt x="111" y="55"/>
                    <a:pt x="111" y="54"/>
                  </a:cubicBezTo>
                  <a:cubicBezTo>
                    <a:pt x="112" y="52"/>
                    <a:pt x="112" y="51"/>
                    <a:pt x="112" y="49"/>
                  </a:cubicBezTo>
                  <a:cubicBezTo>
                    <a:pt x="112" y="47"/>
                    <a:pt x="112" y="45"/>
                    <a:pt x="111" y="44"/>
                  </a:cubicBezTo>
                  <a:cubicBezTo>
                    <a:pt x="110" y="44"/>
                    <a:pt x="110" y="45"/>
                    <a:pt x="109" y="46"/>
                  </a:cubicBezTo>
                  <a:cubicBezTo>
                    <a:pt x="109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5" y="53"/>
                  </a:cubicBezTo>
                  <a:cubicBezTo>
                    <a:pt x="104" y="55"/>
                    <a:pt x="103" y="55"/>
                    <a:pt x="103" y="55"/>
                  </a:cubicBezTo>
                  <a:cubicBezTo>
                    <a:pt x="102" y="56"/>
                    <a:pt x="102" y="55"/>
                    <a:pt x="102" y="54"/>
                  </a:cubicBezTo>
                  <a:cubicBezTo>
                    <a:pt x="100" y="57"/>
                    <a:pt x="97" y="58"/>
                    <a:pt x="94" y="60"/>
                  </a:cubicBezTo>
                  <a:cubicBezTo>
                    <a:pt x="91" y="61"/>
                    <a:pt x="88" y="61"/>
                    <a:pt x="85" y="60"/>
                  </a:cubicBezTo>
                  <a:cubicBezTo>
                    <a:pt x="84" y="60"/>
                    <a:pt x="83" y="60"/>
                    <a:pt x="82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54"/>
                    <a:pt x="46" y="52"/>
                    <a:pt x="37" y="50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0" y="45"/>
                    <a:pt x="18" y="43"/>
                    <a:pt x="16" y="40"/>
                  </a:cubicBezTo>
                  <a:cubicBezTo>
                    <a:pt x="18" y="43"/>
                    <a:pt x="21" y="45"/>
                    <a:pt x="24" y="46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3" y="60"/>
                    <a:pt x="84" y="60"/>
                    <a:pt x="85" y="60"/>
                  </a:cubicBezTo>
                  <a:cubicBezTo>
                    <a:pt x="88" y="61"/>
                    <a:pt x="91" y="60"/>
                    <a:pt x="94" y="59"/>
                  </a:cubicBezTo>
                  <a:cubicBezTo>
                    <a:pt x="97" y="58"/>
                    <a:pt x="99" y="56"/>
                    <a:pt x="101" y="53"/>
                  </a:cubicBezTo>
                  <a:cubicBezTo>
                    <a:pt x="101" y="53"/>
                    <a:pt x="101" y="52"/>
                    <a:pt x="99" y="54"/>
                  </a:cubicBezTo>
                  <a:cubicBezTo>
                    <a:pt x="97" y="55"/>
                    <a:pt x="94" y="57"/>
                    <a:pt x="90" y="58"/>
                  </a:cubicBezTo>
                  <a:cubicBezTo>
                    <a:pt x="88" y="58"/>
                    <a:pt x="85" y="58"/>
                    <a:pt x="83" y="58"/>
                  </a:cubicBezTo>
                  <a:cubicBezTo>
                    <a:pt x="81" y="57"/>
                    <a:pt x="78" y="57"/>
                    <a:pt x="76" y="56"/>
                  </a:cubicBezTo>
                  <a:cubicBezTo>
                    <a:pt x="64" y="53"/>
                    <a:pt x="51" y="50"/>
                    <a:pt x="38" y="47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4"/>
                    <a:pt x="22" y="43"/>
                    <a:pt x="21" y="43"/>
                  </a:cubicBezTo>
                  <a:cubicBezTo>
                    <a:pt x="18" y="41"/>
                    <a:pt x="16" y="37"/>
                    <a:pt x="15" y="32"/>
                  </a:cubicBezTo>
                  <a:cubicBezTo>
                    <a:pt x="15" y="30"/>
                    <a:pt x="15" y="29"/>
                    <a:pt x="15" y="27"/>
                  </a:cubicBezTo>
                  <a:cubicBezTo>
                    <a:pt x="15" y="26"/>
                    <a:pt x="15" y="25"/>
                    <a:pt x="15" y="25"/>
                  </a:cubicBezTo>
                  <a:cubicBezTo>
                    <a:pt x="15" y="24"/>
                    <a:pt x="16" y="23"/>
                    <a:pt x="16" y="23"/>
                  </a:cubicBezTo>
                  <a:cubicBezTo>
                    <a:pt x="17" y="20"/>
                    <a:pt x="19" y="18"/>
                    <a:pt x="21" y="16"/>
                  </a:cubicBezTo>
                  <a:cubicBezTo>
                    <a:pt x="24" y="15"/>
                    <a:pt x="27" y="14"/>
                    <a:pt x="30" y="14"/>
                  </a:cubicBezTo>
                  <a:cubicBezTo>
                    <a:pt x="31" y="14"/>
                    <a:pt x="32" y="14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55" y="19"/>
                    <a:pt x="67" y="22"/>
                    <a:pt x="79" y="24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4" y="28"/>
                    <a:pt x="95" y="28"/>
                    <a:pt x="96" y="28"/>
                  </a:cubicBezTo>
                  <a:cubicBezTo>
                    <a:pt x="99" y="30"/>
                    <a:pt x="101" y="32"/>
                    <a:pt x="102" y="36"/>
                  </a:cubicBezTo>
                  <a:cubicBezTo>
                    <a:pt x="103" y="39"/>
                    <a:pt x="104" y="41"/>
                    <a:pt x="104" y="42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3"/>
                    <a:pt x="105" y="44"/>
                    <a:pt x="105" y="44"/>
                  </a:cubicBezTo>
                  <a:cubicBezTo>
                    <a:pt x="105" y="44"/>
                    <a:pt x="105" y="44"/>
                    <a:pt x="106" y="44"/>
                  </a:cubicBezTo>
                  <a:cubicBezTo>
                    <a:pt x="107" y="43"/>
                    <a:pt x="108" y="41"/>
                    <a:pt x="108" y="38"/>
                  </a:cubicBezTo>
                  <a:cubicBezTo>
                    <a:pt x="109" y="36"/>
                    <a:pt x="109" y="32"/>
                    <a:pt x="106" y="28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9" y="29"/>
                    <a:pt x="110" y="31"/>
                    <a:pt x="110" y="32"/>
                  </a:cubicBezTo>
                  <a:cubicBezTo>
                    <a:pt x="111" y="34"/>
                    <a:pt x="111" y="35"/>
                    <a:pt x="111" y="36"/>
                  </a:cubicBezTo>
                  <a:cubicBezTo>
                    <a:pt x="112" y="38"/>
                    <a:pt x="112" y="39"/>
                    <a:pt x="112" y="39"/>
                  </a:cubicBezTo>
                  <a:cubicBezTo>
                    <a:pt x="113" y="39"/>
                    <a:pt x="114" y="37"/>
                    <a:pt x="115" y="38"/>
                  </a:cubicBezTo>
                  <a:cubicBezTo>
                    <a:pt x="115" y="35"/>
                    <a:pt x="115" y="33"/>
                    <a:pt x="114" y="30"/>
                  </a:cubicBezTo>
                  <a:cubicBezTo>
                    <a:pt x="113" y="27"/>
                    <a:pt x="111" y="24"/>
                    <a:pt x="109" y="22"/>
                  </a:cubicBezTo>
                  <a:cubicBezTo>
                    <a:pt x="107" y="20"/>
                    <a:pt x="105" y="18"/>
                    <a:pt x="102" y="16"/>
                  </a:cubicBezTo>
                  <a:cubicBezTo>
                    <a:pt x="101" y="16"/>
                    <a:pt x="99" y="15"/>
                    <a:pt x="98" y="14"/>
                  </a:cubicBezTo>
                  <a:cubicBezTo>
                    <a:pt x="97" y="14"/>
                    <a:pt x="97" y="14"/>
                    <a:pt x="96" y="14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9" y="0"/>
                    <a:pt x="27" y="0"/>
                    <a:pt x="25" y="0"/>
                  </a:cubicBezTo>
                  <a:cubicBezTo>
                    <a:pt x="21" y="1"/>
                    <a:pt x="17" y="2"/>
                    <a:pt x="14" y="4"/>
                  </a:cubicBezTo>
                  <a:cubicBezTo>
                    <a:pt x="10" y="6"/>
                    <a:pt x="7" y="9"/>
                    <a:pt x="5" y="13"/>
                  </a:cubicBezTo>
                  <a:cubicBezTo>
                    <a:pt x="4" y="15"/>
                    <a:pt x="3" y="17"/>
                    <a:pt x="2" y="19"/>
                  </a:cubicBezTo>
                  <a:cubicBezTo>
                    <a:pt x="1" y="21"/>
                    <a:pt x="1" y="23"/>
                    <a:pt x="1" y="25"/>
                  </a:cubicBezTo>
                  <a:cubicBezTo>
                    <a:pt x="0" y="29"/>
                    <a:pt x="1" y="33"/>
                    <a:pt x="2" y="37"/>
                  </a:cubicBezTo>
                  <a:cubicBezTo>
                    <a:pt x="3" y="41"/>
                    <a:pt x="4" y="45"/>
                    <a:pt x="7" y="48"/>
                  </a:cubicBezTo>
                  <a:cubicBezTo>
                    <a:pt x="10" y="51"/>
                    <a:pt x="13" y="54"/>
                    <a:pt x="17" y="56"/>
                  </a:cubicBezTo>
                  <a:cubicBezTo>
                    <a:pt x="18" y="56"/>
                    <a:pt x="19" y="57"/>
                    <a:pt x="20" y="57"/>
                  </a:cubicBezTo>
                  <a:cubicBezTo>
                    <a:pt x="21" y="57"/>
                    <a:pt x="21" y="57"/>
                    <a:pt x="22" y="57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37" y="61"/>
                    <a:pt x="37" y="61"/>
                    <a:pt x="37" y="61"/>
                  </a:cubicBezTo>
                  <a:lnTo>
                    <a:pt x="56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ED2F60FC-F139-D61D-B7CA-CDF87F38E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3713" y="1300163"/>
              <a:ext cx="363538" cy="390525"/>
            </a:xfrm>
            <a:custGeom>
              <a:avLst/>
              <a:gdLst>
                <a:gd name="T0" fmla="*/ 86 w 97"/>
                <a:gd name="T1" fmla="*/ 48 h 104"/>
                <a:gd name="T2" fmla="*/ 56 w 97"/>
                <a:gd name="T3" fmla="*/ 83 h 104"/>
                <a:gd name="T4" fmla="*/ 48 w 97"/>
                <a:gd name="T5" fmla="*/ 93 h 104"/>
                <a:gd name="T6" fmla="*/ 31 w 97"/>
                <a:gd name="T7" fmla="*/ 101 h 104"/>
                <a:gd name="T8" fmla="*/ 43 w 97"/>
                <a:gd name="T9" fmla="*/ 97 h 104"/>
                <a:gd name="T10" fmla="*/ 49 w 97"/>
                <a:gd name="T11" fmla="*/ 92 h 104"/>
                <a:gd name="T12" fmla="*/ 82 w 97"/>
                <a:gd name="T13" fmla="*/ 52 h 104"/>
                <a:gd name="T14" fmla="*/ 86 w 97"/>
                <a:gd name="T15" fmla="*/ 47 h 104"/>
                <a:gd name="T16" fmla="*/ 93 w 97"/>
                <a:gd name="T17" fmla="*/ 20 h 104"/>
                <a:gd name="T18" fmla="*/ 83 w 97"/>
                <a:gd name="T19" fmla="*/ 11 h 104"/>
                <a:gd name="T20" fmla="*/ 87 w 97"/>
                <a:gd name="T21" fmla="*/ 21 h 104"/>
                <a:gd name="T22" fmla="*/ 80 w 97"/>
                <a:gd name="T23" fmla="*/ 42 h 104"/>
                <a:gd name="T24" fmla="*/ 44 w 97"/>
                <a:gd name="T25" fmla="*/ 85 h 104"/>
                <a:gd name="T26" fmla="*/ 40 w 97"/>
                <a:gd name="T27" fmla="*/ 89 h 104"/>
                <a:gd name="T28" fmla="*/ 41 w 97"/>
                <a:gd name="T29" fmla="*/ 88 h 104"/>
                <a:gd name="T30" fmla="*/ 44 w 97"/>
                <a:gd name="T31" fmla="*/ 85 h 104"/>
                <a:gd name="T32" fmla="*/ 80 w 97"/>
                <a:gd name="T33" fmla="*/ 42 h 104"/>
                <a:gd name="T34" fmla="*/ 83 w 97"/>
                <a:gd name="T35" fmla="*/ 30 h 104"/>
                <a:gd name="T36" fmla="*/ 78 w 97"/>
                <a:gd name="T37" fmla="*/ 41 h 104"/>
                <a:gd name="T38" fmla="*/ 47 w 97"/>
                <a:gd name="T39" fmla="*/ 77 h 104"/>
                <a:gd name="T40" fmla="*/ 38 w 97"/>
                <a:gd name="T41" fmla="*/ 87 h 104"/>
                <a:gd name="T42" fmla="*/ 20 w 97"/>
                <a:gd name="T43" fmla="*/ 87 h 104"/>
                <a:gd name="T44" fmla="*/ 19 w 97"/>
                <a:gd name="T45" fmla="*/ 86 h 104"/>
                <a:gd name="T46" fmla="*/ 18 w 97"/>
                <a:gd name="T47" fmla="*/ 85 h 104"/>
                <a:gd name="T48" fmla="*/ 15 w 97"/>
                <a:gd name="T49" fmla="*/ 74 h 104"/>
                <a:gd name="T50" fmla="*/ 20 w 97"/>
                <a:gd name="T51" fmla="*/ 62 h 104"/>
                <a:gd name="T52" fmla="*/ 50 w 97"/>
                <a:gd name="T53" fmla="*/ 24 h 104"/>
                <a:gd name="T54" fmla="*/ 56 w 97"/>
                <a:gd name="T55" fmla="*/ 17 h 104"/>
                <a:gd name="T56" fmla="*/ 60 w 97"/>
                <a:gd name="T57" fmla="*/ 14 h 104"/>
                <a:gd name="T58" fmla="*/ 79 w 97"/>
                <a:gd name="T59" fmla="*/ 16 h 104"/>
                <a:gd name="T60" fmla="*/ 66 w 97"/>
                <a:gd name="T61" fmla="*/ 6 h 104"/>
                <a:gd name="T62" fmla="*/ 79 w 97"/>
                <a:gd name="T63" fmla="*/ 7 h 104"/>
                <a:gd name="T64" fmla="*/ 55 w 97"/>
                <a:gd name="T65" fmla="*/ 1 h 104"/>
                <a:gd name="T66" fmla="*/ 43 w 97"/>
                <a:gd name="T67" fmla="*/ 10 h 104"/>
                <a:gd name="T68" fmla="*/ 10 w 97"/>
                <a:gd name="T69" fmla="*/ 52 h 104"/>
                <a:gd name="T70" fmla="*/ 7 w 97"/>
                <a:gd name="T71" fmla="*/ 56 h 104"/>
                <a:gd name="T72" fmla="*/ 2 w 97"/>
                <a:gd name="T73" fmla="*/ 85 h 104"/>
                <a:gd name="T74" fmla="*/ 11 w 97"/>
                <a:gd name="T75" fmla="*/ 98 h 104"/>
                <a:gd name="T76" fmla="*/ 31 w 97"/>
                <a:gd name="T77" fmla="*/ 103 h 104"/>
                <a:gd name="T78" fmla="*/ 50 w 97"/>
                <a:gd name="T79" fmla="*/ 95 h 104"/>
                <a:gd name="T80" fmla="*/ 58 w 97"/>
                <a:gd name="T81" fmla="*/ 84 h 104"/>
                <a:gd name="T82" fmla="*/ 51 w 97"/>
                <a:gd name="T83" fmla="*/ 93 h 104"/>
                <a:gd name="T84" fmla="*/ 49 w 97"/>
                <a:gd name="T85" fmla="*/ 96 h 104"/>
                <a:gd name="T86" fmla="*/ 16 w 97"/>
                <a:gd name="T87" fmla="*/ 100 h 104"/>
                <a:gd name="T88" fmla="*/ 10 w 97"/>
                <a:gd name="T89" fmla="*/ 97 h 104"/>
                <a:gd name="T90" fmla="*/ 4 w 97"/>
                <a:gd name="T91" fmla="*/ 89 h 104"/>
                <a:gd name="T92" fmla="*/ 6 w 97"/>
                <a:gd name="T93" fmla="*/ 59 h 104"/>
                <a:gd name="T94" fmla="*/ 7 w 97"/>
                <a:gd name="T95" fmla="*/ 92 h 104"/>
                <a:gd name="T96" fmla="*/ 10 w 97"/>
                <a:gd name="T97" fmla="*/ 95 h 104"/>
                <a:gd name="T98" fmla="*/ 13 w 97"/>
                <a:gd name="T99" fmla="*/ 97 h 104"/>
                <a:gd name="T100" fmla="*/ 46 w 97"/>
                <a:gd name="T101" fmla="*/ 97 h 104"/>
                <a:gd name="T102" fmla="*/ 55 w 97"/>
                <a:gd name="T103" fmla="*/ 87 h 104"/>
                <a:gd name="T104" fmla="*/ 83 w 97"/>
                <a:gd name="T105" fmla="*/ 55 h 104"/>
                <a:gd name="T106" fmla="*/ 88 w 97"/>
                <a:gd name="T107" fmla="*/ 48 h 104"/>
                <a:gd name="T108" fmla="*/ 94 w 97"/>
                <a:gd name="T109" fmla="*/ 2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7" h="104">
                  <a:moveTo>
                    <a:pt x="92" y="37"/>
                  </a:moveTo>
                  <a:cubicBezTo>
                    <a:pt x="91" y="40"/>
                    <a:pt x="90" y="42"/>
                    <a:pt x="89" y="44"/>
                  </a:cubicBezTo>
                  <a:cubicBezTo>
                    <a:pt x="88" y="45"/>
                    <a:pt x="87" y="47"/>
                    <a:pt x="86" y="48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78" y="57"/>
                    <a:pt x="72" y="65"/>
                    <a:pt x="65" y="72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3"/>
                    <a:pt x="48" y="93"/>
                    <a:pt x="48" y="93"/>
                  </a:cubicBezTo>
                  <a:cubicBezTo>
                    <a:pt x="48" y="93"/>
                    <a:pt x="47" y="94"/>
                    <a:pt x="47" y="94"/>
                  </a:cubicBezTo>
                  <a:cubicBezTo>
                    <a:pt x="45" y="96"/>
                    <a:pt x="42" y="98"/>
                    <a:pt x="39" y="99"/>
                  </a:cubicBezTo>
                  <a:cubicBezTo>
                    <a:pt x="37" y="100"/>
                    <a:pt x="34" y="101"/>
                    <a:pt x="31" y="101"/>
                  </a:cubicBezTo>
                  <a:cubicBezTo>
                    <a:pt x="26" y="101"/>
                    <a:pt x="20" y="99"/>
                    <a:pt x="16" y="97"/>
                  </a:cubicBezTo>
                  <a:cubicBezTo>
                    <a:pt x="20" y="99"/>
                    <a:pt x="24" y="100"/>
                    <a:pt x="29" y="100"/>
                  </a:cubicBezTo>
                  <a:cubicBezTo>
                    <a:pt x="34" y="101"/>
                    <a:pt x="39" y="100"/>
                    <a:pt x="43" y="97"/>
                  </a:cubicBezTo>
                  <a:cubicBezTo>
                    <a:pt x="44" y="96"/>
                    <a:pt x="45" y="95"/>
                    <a:pt x="46" y="94"/>
                  </a:cubicBezTo>
                  <a:cubicBezTo>
                    <a:pt x="47" y="94"/>
                    <a:pt x="47" y="93"/>
                    <a:pt x="48" y="93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5" y="84"/>
                    <a:pt x="58" y="80"/>
                    <a:pt x="61" y="77"/>
                  </a:cubicBezTo>
                  <a:cubicBezTo>
                    <a:pt x="68" y="69"/>
                    <a:pt x="75" y="61"/>
                    <a:pt x="82" y="52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8" y="44"/>
                    <a:pt x="90" y="41"/>
                    <a:pt x="91" y="38"/>
                  </a:cubicBezTo>
                  <a:cubicBezTo>
                    <a:pt x="93" y="33"/>
                    <a:pt x="94" y="27"/>
                    <a:pt x="93" y="20"/>
                  </a:cubicBezTo>
                  <a:cubicBezTo>
                    <a:pt x="93" y="19"/>
                    <a:pt x="92" y="18"/>
                    <a:pt x="92" y="16"/>
                  </a:cubicBezTo>
                  <a:cubicBezTo>
                    <a:pt x="91" y="15"/>
                    <a:pt x="89" y="13"/>
                    <a:pt x="88" y="12"/>
                  </a:cubicBezTo>
                  <a:cubicBezTo>
                    <a:pt x="86" y="11"/>
                    <a:pt x="84" y="10"/>
                    <a:pt x="83" y="11"/>
                  </a:cubicBezTo>
                  <a:cubicBezTo>
                    <a:pt x="83" y="11"/>
                    <a:pt x="83" y="12"/>
                    <a:pt x="83" y="13"/>
                  </a:cubicBezTo>
                  <a:cubicBezTo>
                    <a:pt x="84" y="14"/>
                    <a:pt x="84" y="15"/>
                    <a:pt x="85" y="18"/>
                  </a:cubicBezTo>
                  <a:cubicBezTo>
                    <a:pt x="86" y="18"/>
                    <a:pt x="87" y="20"/>
                    <a:pt x="87" y="21"/>
                  </a:cubicBezTo>
                  <a:cubicBezTo>
                    <a:pt x="87" y="23"/>
                    <a:pt x="87" y="24"/>
                    <a:pt x="87" y="24"/>
                  </a:cubicBezTo>
                  <a:cubicBezTo>
                    <a:pt x="87" y="25"/>
                    <a:pt x="86" y="24"/>
                    <a:pt x="86" y="24"/>
                  </a:cubicBezTo>
                  <a:cubicBezTo>
                    <a:pt x="86" y="30"/>
                    <a:pt x="84" y="37"/>
                    <a:pt x="80" y="42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0" y="66"/>
                    <a:pt x="54" y="73"/>
                    <a:pt x="48" y="80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89"/>
                    <a:pt x="40" y="89"/>
                    <a:pt x="40" y="89"/>
                  </a:cubicBezTo>
                  <a:cubicBezTo>
                    <a:pt x="37" y="91"/>
                    <a:pt x="34" y="92"/>
                    <a:pt x="30" y="92"/>
                  </a:cubicBezTo>
                  <a:cubicBezTo>
                    <a:pt x="34" y="92"/>
                    <a:pt x="37" y="91"/>
                    <a:pt x="40" y="89"/>
                  </a:cubicBezTo>
                  <a:cubicBezTo>
                    <a:pt x="40" y="89"/>
                    <a:pt x="41" y="88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84" y="37"/>
                    <a:pt x="86" y="30"/>
                    <a:pt x="85" y="23"/>
                  </a:cubicBezTo>
                  <a:cubicBezTo>
                    <a:pt x="84" y="23"/>
                    <a:pt x="84" y="24"/>
                    <a:pt x="83" y="26"/>
                  </a:cubicBezTo>
                  <a:cubicBezTo>
                    <a:pt x="83" y="27"/>
                    <a:pt x="83" y="28"/>
                    <a:pt x="83" y="30"/>
                  </a:cubicBezTo>
                  <a:cubicBezTo>
                    <a:pt x="82" y="32"/>
                    <a:pt x="82" y="34"/>
                    <a:pt x="81" y="36"/>
                  </a:cubicBezTo>
                  <a:cubicBezTo>
                    <a:pt x="80" y="37"/>
                    <a:pt x="80" y="38"/>
                    <a:pt x="79" y="39"/>
                  </a:cubicBezTo>
                  <a:cubicBezTo>
                    <a:pt x="79" y="40"/>
                    <a:pt x="79" y="40"/>
                    <a:pt x="78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5" y="44"/>
                    <a:pt x="73" y="46"/>
                    <a:pt x="72" y="48"/>
                  </a:cubicBezTo>
                  <a:cubicBezTo>
                    <a:pt x="64" y="57"/>
                    <a:pt x="55" y="67"/>
                    <a:pt x="47" y="77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86"/>
                    <a:pt x="40" y="86"/>
                    <a:pt x="39" y="87"/>
                  </a:cubicBezTo>
                  <a:cubicBezTo>
                    <a:pt x="39" y="87"/>
                    <a:pt x="39" y="87"/>
                    <a:pt x="38" y="87"/>
                  </a:cubicBezTo>
                  <a:cubicBezTo>
                    <a:pt x="38" y="88"/>
                    <a:pt x="37" y="88"/>
                    <a:pt x="36" y="89"/>
                  </a:cubicBezTo>
                  <a:cubicBezTo>
                    <a:pt x="32" y="90"/>
                    <a:pt x="27" y="90"/>
                    <a:pt x="22" y="88"/>
                  </a:cubicBezTo>
                  <a:cubicBezTo>
                    <a:pt x="22" y="88"/>
                    <a:pt x="21" y="87"/>
                    <a:pt x="20" y="87"/>
                  </a:cubicBezTo>
                  <a:cubicBezTo>
                    <a:pt x="20" y="87"/>
                    <a:pt x="20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8" y="85"/>
                    <a:pt x="18" y="84"/>
                    <a:pt x="18" y="84"/>
                  </a:cubicBezTo>
                  <a:cubicBezTo>
                    <a:pt x="17" y="84"/>
                    <a:pt x="17" y="83"/>
                    <a:pt x="16" y="82"/>
                  </a:cubicBezTo>
                  <a:cubicBezTo>
                    <a:pt x="15" y="80"/>
                    <a:pt x="14" y="77"/>
                    <a:pt x="15" y="74"/>
                  </a:cubicBezTo>
                  <a:cubicBezTo>
                    <a:pt x="15" y="70"/>
                    <a:pt x="16" y="67"/>
                    <a:pt x="18" y="65"/>
                  </a:cubicBezTo>
                  <a:cubicBezTo>
                    <a:pt x="18" y="64"/>
                    <a:pt x="19" y="64"/>
                    <a:pt x="19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34" y="44"/>
                    <a:pt x="42" y="34"/>
                    <a:pt x="50" y="24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6"/>
                    <a:pt x="56" y="16"/>
                    <a:pt x="57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8" y="15"/>
                    <a:pt x="59" y="14"/>
                    <a:pt x="60" y="14"/>
                  </a:cubicBezTo>
                  <a:cubicBezTo>
                    <a:pt x="63" y="13"/>
                    <a:pt x="67" y="13"/>
                    <a:pt x="71" y="14"/>
                  </a:cubicBezTo>
                  <a:cubicBezTo>
                    <a:pt x="74" y="15"/>
                    <a:pt x="76" y="16"/>
                    <a:pt x="78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5"/>
                  </a:cubicBezTo>
                  <a:cubicBezTo>
                    <a:pt x="80" y="14"/>
                    <a:pt x="79" y="12"/>
                    <a:pt x="77" y="10"/>
                  </a:cubicBezTo>
                  <a:cubicBezTo>
                    <a:pt x="74" y="8"/>
                    <a:pt x="71" y="6"/>
                    <a:pt x="66" y="6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5"/>
                    <a:pt x="74" y="6"/>
                    <a:pt x="76" y="7"/>
                  </a:cubicBezTo>
                  <a:cubicBezTo>
                    <a:pt x="78" y="7"/>
                    <a:pt x="78" y="7"/>
                    <a:pt x="79" y="7"/>
                  </a:cubicBezTo>
                  <a:cubicBezTo>
                    <a:pt x="79" y="6"/>
                    <a:pt x="78" y="4"/>
                    <a:pt x="80" y="4"/>
                  </a:cubicBezTo>
                  <a:cubicBezTo>
                    <a:pt x="75" y="2"/>
                    <a:pt x="70" y="0"/>
                    <a:pt x="64" y="0"/>
                  </a:cubicBezTo>
                  <a:cubicBezTo>
                    <a:pt x="61" y="0"/>
                    <a:pt x="58" y="0"/>
                    <a:pt x="55" y="1"/>
                  </a:cubicBezTo>
                  <a:cubicBezTo>
                    <a:pt x="52" y="2"/>
                    <a:pt x="49" y="4"/>
                    <a:pt x="47" y="6"/>
                  </a:cubicBezTo>
                  <a:cubicBezTo>
                    <a:pt x="46" y="6"/>
                    <a:pt x="46" y="7"/>
                    <a:pt x="45" y="8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6" y="57"/>
                    <a:pt x="5" y="59"/>
                    <a:pt x="4" y="61"/>
                  </a:cubicBezTo>
                  <a:cubicBezTo>
                    <a:pt x="2" y="64"/>
                    <a:pt x="1" y="68"/>
                    <a:pt x="0" y="73"/>
                  </a:cubicBezTo>
                  <a:cubicBezTo>
                    <a:pt x="0" y="77"/>
                    <a:pt x="0" y="81"/>
                    <a:pt x="2" y="85"/>
                  </a:cubicBezTo>
                  <a:cubicBezTo>
                    <a:pt x="3" y="89"/>
                    <a:pt x="6" y="92"/>
                    <a:pt x="8" y="95"/>
                  </a:cubicBezTo>
                  <a:cubicBezTo>
                    <a:pt x="9" y="96"/>
                    <a:pt x="9" y="96"/>
                    <a:pt x="10" y="97"/>
                  </a:cubicBezTo>
                  <a:cubicBezTo>
                    <a:pt x="11" y="97"/>
                    <a:pt x="11" y="98"/>
                    <a:pt x="11" y="98"/>
                  </a:cubicBezTo>
                  <a:cubicBezTo>
                    <a:pt x="12" y="98"/>
                    <a:pt x="13" y="99"/>
                    <a:pt x="14" y="99"/>
                  </a:cubicBezTo>
                  <a:cubicBezTo>
                    <a:pt x="16" y="100"/>
                    <a:pt x="18" y="101"/>
                    <a:pt x="20" y="102"/>
                  </a:cubicBezTo>
                  <a:cubicBezTo>
                    <a:pt x="23" y="103"/>
                    <a:pt x="27" y="104"/>
                    <a:pt x="31" y="103"/>
                  </a:cubicBezTo>
                  <a:cubicBezTo>
                    <a:pt x="35" y="103"/>
                    <a:pt x="40" y="102"/>
                    <a:pt x="44" y="100"/>
                  </a:cubicBezTo>
                  <a:cubicBezTo>
                    <a:pt x="46" y="99"/>
                    <a:pt x="47" y="98"/>
                    <a:pt x="49" y="96"/>
                  </a:cubicBezTo>
                  <a:cubicBezTo>
                    <a:pt x="49" y="95"/>
                    <a:pt x="50" y="95"/>
                    <a:pt x="50" y="95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52" y="92"/>
                    <a:pt x="52" y="92"/>
                    <a:pt x="52" y="92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9" y="95"/>
                    <a:pt x="49" y="96"/>
                  </a:cubicBezTo>
                  <a:cubicBezTo>
                    <a:pt x="48" y="97"/>
                    <a:pt x="47" y="98"/>
                    <a:pt x="45" y="99"/>
                  </a:cubicBezTo>
                  <a:cubicBezTo>
                    <a:pt x="41" y="102"/>
                    <a:pt x="35" y="103"/>
                    <a:pt x="30" y="103"/>
                  </a:cubicBezTo>
                  <a:cubicBezTo>
                    <a:pt x="25" y="103"/>
                    <a:pt x="20" y="102"/>
                    <a:pt x="16" y="100"/>
                  </a:cubicBezTo>
                  <a:cubicBezTo>
                    <a:pt x="15" y="99"/>
                    <a:pt x="14" y="99"/>
                    <a:pt x="12" y="98"/>
                  </a:cubicBezTo>
                  <a:cubicBezTo>
                    <a:pt x="12" y="98"/>
                    <a:pt x="11" y="97"/>
                    <a:pt x="11" y="97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9" y="96"/>
                    <a:pt x="9" y="95"/>
                  </a:cubicBezTo>
                  <a:cubicBezTo>
                    <a:pt x="7" y="93"/>
                    <a:pt x="6" y="91"/>
                    <a:pt x="4" y="89"/>
                  </a:cubicBezTo>
                  <a:cubicBezTo>
                    <a:pt x="2" y="84"/>
                    <a:pt x="1" y="79"/>
                    <a:pt x="1" y="74"/>
                  </a:cubicBezTo>
                  <a:cubicBezTo>
                    <a:pt x="1" y="69"/>
                    <a:pt x="3" y="64"/>
                    <a:pt x="5" y="59"/>
                  </a:cubicBezTo>
                  <a:cubicBezTo>
                    <a:pt x="5" y="59"/>
                    <a:pt x="5" y="60"/>
                    <a:pt x="6" y="59"/>
                  </a:cubicBezTo>
                  <a:cubicBezTo>
                    <a:pt x="3" y="64"/>
                    <a:pt x="2" y="69"/>
                    <a:pt x="2" y="74"/>
                  </a:cubicBezTo>
                  <a:cubicBezTo>
                    <a:pt x="2" y="79"/>
                    <a:pt x="3" y="84"/>
                    <a:pt x="5" y="89"/>
                  </a:cubicBezTo>
                  <a:cubicBezTo>
                    <a:pt x="6" y="90"/>
                    <a:pt x="7" y="91"/>
                    <a:pt x="7" y="92"/>
                  </a:cubicBezTo>
                  <a:cubicBezTo>
                    <a:pt x="8" y="92"/>
                    <a:pt x="8" y="93"/>
                    <a:pt x="9" y="93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9" y="94"/>
                    <a:pt x="10" y="94"/>
                    <a:pt x="10" y="95"/>
                  </a:cubicBezTo>
                  <a:cubicBezTo>
                    <a:pt x="10" y="95"/>
                    <a:pt x="11" y="95"/>
                    <a:pt x="11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97"/>
                    <a:pt x="13" y="97"/>
                    <a:pt x="13" y="97"/>
                  </a:cubicBezTo>
                  <a:cubicBezTo>
                    <a:pt x="14" y="98"/>
                    <a:pt x="16" y="99"/>
                    <a:pt x="17" y="99"/>
                  </a:cubicBezTo>
                  <a:cubicBezTo>
                    <a:pt x="21" y="101"/>
                    <a:pt x="26" y="102"/>
                    <a:pt x="31" y="102"/>
                  </a:cubicBezTo>
                  <a:cubicBezTo>
                    <a:pt x="36" y="102"/>
                    <a:pt x="41" y="101"/>
                    <a:pt x="46" y="97"/>
                  </a:cubicBezTo>
                  <a:cubicBezTo>
                    <a:pt x="47" y="96"/>
                    <a:pt x="48" y="96"/>
                    <a:pt x="49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1"/>
                    <a:pt x="66" y="74"/>
                    <a:pt x="71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9" y="48"/>
                    <a:pt x="89" y="48"/>
                    <a:pt x="89" y="47"/>
                  </a:cubicBezTo>
                  <a:cubicBezTo>
                    <a:pt x="92" y="44"/>
                    <a:pt x="93" y="41"/>
                    <a:pt x="95" y="37"/>
                  </a:cubicBezTo>
                  <a:cubicBezTo>
                    <a:pt x="97" y="31"/>
                    <a:pt x="96" y="25"/>
                    <a:pt x="94" y="20"/>
                  </a:cubicBezTo>
                  <a:cubicBezTo>
                    <a:pt x="95" y="26"/>
                    <a:pt x="94" y="32"/>
                    <a:pt x="92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0D98F027-6084-3E44-FFC9-E6618D07B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251" y="1671638"/>
              <a:ext cx="4763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DC1082DF-FD51-E389-7706-680725B08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963" y="1660526"/>
              <a:ext cx="3175" cy="3175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67E7363A-8091-A5A5-2A83-CA2DC8E9C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0013" y="1674813"/>
              <a:ext cx="11113" cy="4763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74C93C98-CF19-98F3-6509-9A3FAA1A9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63701"/>
              <a:ext cx="7938" cy="4763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F011A928-F560-3063-CB9C-055DC05DF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076" y="1668463"/>
              <a:ext cx="3175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B9CDAFC1-1942-441A-9E57-39F1484A8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926" y="1292226"/>
              <a:ext cx="360363" cy="398463"/>
            </a:xfrm>
            <a:custGeom>
              <a:avLst/>
              <a:gdLst>
                <a:gd name="T0" fmla="*/ 38 w 96"/>
                <a:gd name="T1" fmla="*/ 88 h 106"/>
                <a:gd name="T2" fmla="*/ 46 w 96"/>
                <a:gd name="T3" fmla="*/ 98 h 106"/>
                <a:gd name="T4" fmla="*/ 42 w 96"/>
                <a:gd name="T5" fmla="*/ 93 h 106"/>
                <a:gd name="T6" fmla="*/ 12 w 96"/>
                <a:gd name="T7" fmla="*/ 55 h 106"/>
                <a:gd name="T8" fmla="*/ 0 w 96"/>
                <a:gd name="T9" fmla="*/ 29 h 106"/>
                <a:gd name="T10" fmla="*/ 6 w 96"/>
                <a:gd name="T11" fmla="*/ 14 h 106"/>
                <a:gd name="T12" fmla="*/ 5 w 96"/>
                <a:gd name="T13" fmla="*/ 43 h 106"/>
                <a:gd name="T14" fmla="*/ 20 w 96"/>
                <a:gd name="T15" fmla="*/ 64 h 106"/>
                <a:gd name="T16" fmla="*/ 45 w 96"/>
                <a:gd name="T17" fmla="*/ 96 h 106"/>
                <a:gd name="T18" fmla="*/ 48 w 96"/>
                <a:gd name="T19" fmla="*/ 99 h 106"/>
                <a:gd name="T20" fmla="*/ 67 w 96"/>
                <a:gd name="T21" fmla="*/ 106 h 106"/>
                <a:gd name="T22" fmla="*/ 86 w 96"/>
                <a:gd name="T23" fmla="*/ 98 h 106"/>
                <a:gd name="T24" fmla="*/ 95 w 96"/>
                <a:gd name="T25" fmla="*/ 86 h 106"/>
                <a:gd name="T26" fmla="*/ 92 w 96"/>
                <a:gd name="T27" fmla="*/ 86 h 106"/>
                <a:gd name="T28" fmla="*/ 81 w 96"/>
                <a:gd name="T29" fmla="*/ 99 h 106"/>
                <a:gd name="T30" fmla="*/ 49 w 96"/>
                <a:gd name="T31" fmla="*/ 97 h 106"/>
                <a:gd name="T32" fmla="*/ 40 w 96"/>
                <a:gd name="T33" fmla="*/ 86 h 106"/>
                <a:gd name="T34" fmla="*/ 44 w 96"/>
                <a:gd name="T35" fmla="*/ 91 h 106"/>
                <a:gd name="T36" fmla="*/ 50 w 96"/>
                <a:gd name="T37" fmla="*/ 98 h 106"/>
                <a:gd name="T38" fmla="*/ 78 w 96"/>
                <a:gd name="T39" fmla="*/ 101 h 106"/>
                <a:gd name="T40" fmla="*/ 92 w 96"/>
                <a:gd name="T41" fmla="*/ 69 h 106"/>
                <a:gd name="T42" fmla="*/ 83 w 96"/>
                <a:gd name="T43" fmla="*/ 59 h 106"/>
                <a:gd name="T44" fmla="*/ 86 w 96"/>
                <a:gd name="T45" fmla="*/ 70 h 106"/>
                <a:gd name="T46" fmla="*/ 85 w 96"/>
                <a:gd name="T47" fmla="*/ 82 h 106"/>
                <a:gd name="T48" fmla="*/ 57 w 96"/>
                <a:gd name="T49" fmla="*/ 93 h 106"/>
                <a:gd name="T50" fmla="*/ 53 w 96"/>
                <a:gd name="T51" fmla="*/ 90 h 106"/>
                <a:gd name="T52" fmla="*/ 28 w 96"/>
                <a:gd name="T53" fmla="*/ 57 h 106"/>
                <a:gd name="T54" fmla="*/ 54 w 96"/>
                <a:gd name="T55" fmla="*/ 91 h 106"/>
                <a:gd name="T56" fmla="*/ 62 w 96"/>
                <a:gd name="T57" fmla="*/ 95 h 106"/>
                <a:gd name="T58" fmla="*/ 84 w 96"/>
                <a:gd name="T59" fmla="*/ 72 h 106"/>
                <a:gd name="T60" fmla="*/ 79 w 96"/>
                <a:gd name="T61" fmla="*/ 87 h 106"/>
                <a:gd name="T62" fmla="*/ 72 w 96"/>
                <a:gd name="T63" fmla="*/ 92 h 106"/>
                <a:gd name="T64" fmla="*/ 56 w 96"/>
                <a:gd name="T65" fmla="*/ 89 h 106"/>
                <a:gd name="T66" fmla="*/ 23 w 96"/>
                <a:gd name="T67" fmla="*/ 47 h 106"/>
                <a:gd name="T68" fmla="*/ 18 w 96"/>
                <a:gd name="T69" fmla="*/ 40 h 106"/>
                <a:gd name="T70" fmla="*/ 17 w 96"/>
                <a:gd name="T71" fmla="*/ 21 h 106"/>
                <a:gd name="T72" fmla="*/ 21 w 96"/>
                <a:gd name="T73" fmla="*/ 18 h 106"/>
                <a:gd name="T74" fmla="*/ 37 w 96"/>
                <a:gd name="T75" fmla="*/ 17 h 106"/>
                <a:gd name="T76" fmla="*/ 39 w 96"/>
                <a:gd name="T77" fmla="*/ 19 h 106"/>
                <a:gd name="T78" fmla="*/ 70 w 96"/>
                <a:gd name="T79" fmla="*/ 57 h 106"/>
                <a:gd name="T80" fmla="*/ 83 w 96"/>
                <a:gd name="T81" fmla="*/ 53 h 106"/>
                <a:gd name="T82" fmla="*/ 55 w 96"/>
                <a:gd name="T83" fmla="*/ 16 h 106"/>
                <a:gd name="T84" fmla="*/ 48 w 96"/>
                <a:gd name="T85" fmla="*/ 7 h 106"/>
                <a:gd name="T86" fmla="*/ 12 w 96"/>
                <a:gd name="T87" fmla="*/ 6 h 106"/>
                <a:gd name="T88" fmla="*/ 7 w 96"/>
                <a:gd name="T89" fmla="*/ 10 h 106"/>
                <a:gd name="T90" fmla="*/ 2 w 96"/>
                <a:gd name="T91" fmla="*/ 4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106">
                  <a:moveTo>
                    <a:pt x="14" y="58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5" y="97"/>
                    <a:pt x="45" y="97"/>
                    <a:pt x="45" y="97"/>
                  </a:cubicBezTo>
                  <a:cubicBezTo>
                    <a:pt x="46" y="97"/>
                    <a:pt x="46" y="98"/>
                    <a:pt x="46" y="98"/>
                  </a:cubicBezTo>
                  <a:cubicBezTo>
                    <a:pt x="46" y="98"/>
                    <a:pt x="45" y="97"/>
                    <a:pt x="45" y="97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2" y="93"/>
                    <a:pt x="42" y="93"/>
                    <a:pt x="42" y="9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6" y="48"/>
                    <a:pt x="5" y="46"/>
                    <a:pt x="4" y="44"/>
                  </a:cubicBezTo>
                  <a:cubicBezTo>
                    <a:pt x="2" y="39"/>
                    <a:pt x="0" y="34"/>
                    <a:pt x="0" y="29"/>
                  </a:cubicBezTo>
                  <a:cubicBezTo>
                    <a:pt x="0" y="27"/>
                    <a:pt x="0" y="24"/>
                    <a:pt x="1" y="21"/>
                  </a:cubicBezTo>
                  <a:cubicBezTo>
                    <a:pt x="2" y="18"/>
                    <a:pt x="3" y="16"/>
                    <a:pt x="5" y="13"/>
                  </a:cubicBezTo>
                  <a:cubicBezTo>
                    <a:pt x="5" y="14"/>
                    <a:pt x="4" y="15"/>
                    <a:pt x="6" y="14"/>
                  </a:cubicBezTo>
                  <a:cubicBezTo>
                    <a:pt x="4" y="16"/>
                    <a:pt x="3" y="18"/>
                    <a:pt x="2" y="21"/>
                  </a:cubicBezTo>
                  <a:cubicBezTo>
                    <a:pt x="1" y="24"/>
                    <a:pt x="1" y="27"/>
                    <a:pt x="1" y="29"/>
                  </a:cubicBezTo>
                  <a:cubicBezTo>
                    <a:pt x="1" y="34"/>
                    <a:pt x="3" y="39"/>
                    <a:pt x="5" y="43"/>
                  </a:cubicBezTo>
                  <a:cubicBezTo>
                    <a:pt x="6" y="46"/>
                    <a:pt x="7" y="48"/>
                    <a:pt x="9" y="5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5" y="71"/>
                    <a:pt x="30" y="77"/>
                    <a:pt x="36" y="84"/>
                  </a:cubicBezTo>
                  <a:cubicBezTo>
                    <a:pt x="38" y="87"/>
                    <a:pt x="41" y="90"/>
                    <a:pt x="43" y="93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6" y="97"/>
                    <a:pt x="47" y="97"/>
                    <a:pt x="47" y="97"/>
                  </a:cubicBezTo>
                  <a:cubicBezTo>
                    <a:pt x="47" y="98"/>
                    <a:pt x="48" y="98"/>
                    <a:pt x="48" y="99"/>
                  </a:cubicBezTo>
                  <a:cubicBezTo>
                    <a:pt x="51" y="101"/>
                    <a:pt x="53" y="102"/>
                    <a:pt x="56" y="103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9" y="106"/>
                    <a:pt x="63" y="106"/>
                    <a:pt x="67" y="106"/>
                  </a:cubicBezTo>
                  <a:cubicBezTo>
                    <a:pt x="71" y="106"/>
                    <a:pt x="75" y="105"/>
                    <a:pt x="78" y="103"/>
                  </a:cubicBezTo>
                  <a:cubicBezTo>
                    <a:pt x="80" y="102"/>
                    <a:pt x="82" y="101"/>
                    <a:pt x="84" y="100"/>
                  </a:cubicBezTo>
                  <a:cubicBezTo>
                    <a:pt x="84" y="100"/>
                    <a:pt x="85" y="99"/>
                    <a:pt x="86" y="98"/>
                  </a:cubicBezTo>
                  <a:cubicBezTo>
                    <a:pt x="86" y="98"/>
                    <a:pt x="87" y="98"/>
                    <a:pt x="87" y="97"/>
                  </a:cubicBezTo>
                  <a:cubicBezTo>
                    <a:pt x="88" y="97"/>
                    <a:pt x="88" y="97"/>
                    <a:pt x="88" y="96"/>
                  </a:cubicBezTo>
                  <a:cubicBezTo>
                    <a:pt x="91" y="93"/>
                    <a:pt x="93" y="90"/>
                    <a:pt x="95" y="86"/>
                  </a:cubicBezTo>
                  <a:cubicBezTo>
                    <a:pt x="96" y="82"/>
                    <a:pt x="96" y="79"/>
                    <a:pt x="95" y="76"/>
                  </a:cubicBezTo>
                  <a:cubicBezTo>
                    <a:pt x="95" y="73"/>
                    <a:pt x="94" y="71"/>
                    <a:pt x="93" y="69"/>
                  </a:cubicBezTo>
                  <a:cubicBezTo>
                    <a:pt x="95" y="74"/>
                    <a:pt x="95" y="80"/>
                    <a:pt x="92" y="86"/>
                  </a:cubicBezTo>
                  <a:cubicBezTo>
                    <a:pt x="91" y="89"/>
                    <a:pt x="90" y="91"/>
                    <a:pt x="88" y="93"/>
                  </a:cubicBezTo>
                  <a:cubicBezTo>
                    <a:pt x="87" y="94"/>
                    <a:pt x="86" y="95"/>
                    <a:pt x="85" y="96"/>
                  </a:cubicBezTo>
                  <a:cubicBezTo>
                    <a:pt x="84" y="97"/>
                    <a:pt x="83" y="98"/>
                    <a:pt x="81" y="99"/>
                  </a:cubicBezTo>
                  <a:cubicBezTo>
                    <a:pt x="76" y="102"/>
                    <a:pt x="71" y="103"/>
                    <a:pt x="65" y="103"/>
                  </a:cubicBezTo>
                  <a:cubicBezTo>
                    <a:pt x="62" y="103"/>
                    <a:pt x="60" y="103"/>
                    <a:pt x="57" y="102"/>
                  </a:cubicBezTo>
                  <a:cubicBezTo>
                    <a:pt x="54" y="101"/>
                    <a:pt x="51" y="100"/>
                    <a:pt x="49" y="97"/>
                  </a:cubicBezTo>
                  <a:cubicBezTo>
                    <a:pt x="48" y="96"/>
                    <a:pt x="47" y="95"/>
                    <a:pt x="46" y="94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0" y="86"/>
                    <a:pt x="40" y="86"/>
                    <a:pt x="40" y="86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23" y="64"/>
                    <a:pt x="35" y="78"/>
                    <a:pt x="44" y="91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47" y="95"/>
                    <a:pt x="48" y="96"/>
                    <a:pt x="48" y="96"/>
                  </a:cubicBezTo>
                  <a:cubicBezTo>
                    <a:pt x="49" y="97"/>
                    <a:pt x="49" y="98"/>
                    <a:pt x="50" y="98"/>
                  </a:cubicBezTo>
                  <a:cubicBezTo>
                    <a:pt x="53" y="100"/>
                    <a:pt x="56" y="102"/>
                    <a:pt x="59" y="103"/>
                  </a:cubicBezTo>
                  <a:cubicBezTo>
                    <a:pt x="63" y="103"/>
                    <a:pt x="66" y="103"/>
                    <a:pt x="69" y="103"/>
                  </a:cubicBezTo>
                  <a:cubicBezTo>
                    <a:pt x="72" y="103"/>
                    <a:pt x="75" y="102"/>
                    <a:pt x="78" y="101"/>
                  </a:cubicBezTo>
                  <a:cubicBezTo>
                    <a:pt x="81" y="99"/>
                    <a:pt x="83" y="97"/>
                    <a:pt x="86" y="95"/>
                  </a:cubicBezTo>
                  <a:cubicBezTo>
                    <a:pt x="88" y="93"/>
                    <a:pt x="90" y="90"/>
                    <a:pt x="91" y="87"/>
                  </a:cubicBezTo>
                  <a:cubicBezTo>
                    <a:pt x="94" y="81"/>
                    <a:pt x="94" y="75"/>
                    <a:pt x="92" y="69"/>
                  </a:cubicBezTo>
                  <a:cubicBezTo>
                    <a:pt x="92" y="68"/>
                    <a:pt x="91" y="66"/>
                    <a:pt x="91" y="65"/>
                  </a:cubicBezTo>
                  <a:cubicBezTo>
                    <a:pt x="90" y="64"/>
                    <a:pt x="89" y="62"/>
                    <a:pt x="88" y="61"/>
                  </a:cubicBezTo>
                  <a:cubicBezTo>
                    <a:pt x="86" y="60"/>
                    <a:pt x="84" y="59"/>
                    <a:pt x="83" y="59"/>
                  </a:cubicBezTo>
                  <a:cubicBezTo>
                    <a:pt x="83" y="60"/>
                    <a:pt x="83" y="60"/>
                    <a:pt x="83" y="61"/>
                  </a:cubicBezTo>
                  <a:cubicBezTo>
                    <a:pt x="83" y="62"/>
                    <a:pt x="84" y="64"/>
                    <a:pt x="84" y="66"/>
                  </a:cubicBezTo>
                  <a:cubicBezTo>
                    <a:pt x="85" y="67"/>
                    <a:pt x="86" y="69"/>
                    <a:pt x="86" y="70"/>
                  </a:cubicBezTo>
                  <a:cubicBezTo>
                    <a:pt x="87" y="71"/>
                    <a:pt x="87" y="72"/>
                    <a:pt x="87" y="72"/>
                  </a:cubicBezTo>
                  <a:cubicBezTo>
                    <a:pt x="86" y="73"/>
                    <a:pt x="86" y="73"/>
                    <a:pt x="85" y="73"/>
                  </a:cubicBezTo>
                  <a:cubicBezTo>
                    <a:pt x="86" y="76"/>
                    <a:pt x="86" y="79"/>
                    <a:pt x="85" y="82"/>
                  </a:cubicBezTo>
                  <a:cubicBezTo>
                    <a:pt x="84" y="85"/>
                    <a:pt x="82" y="88"/>
                    <a:pt x="80" y="90"/>
                  </a:cubicBezTo>
                  <a:cubicBezTo>
                    <a:pt x="75" y="94"/>
                    <a:pt x="68" y="96"/>
                    <a:pt x="62" y="95"/>
                  </a:cubicBezTo>
                  <a:cubicBezTo>
                    <a:pt x="60" y="95"/>
                    <a:pt x="58" y="94"/>
                    <a:pt x="57" y="93"/>
                  </a:cubicBezTo>
                  <a:cubicBezTo>
                    <a:pt x="56" y="93"/>
                    <a:pt x="55" y="92"/>
                    <a:pt x="55" y="92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54" y="90"/>
                    <a:pt x="53" y="90"/>
                    <a:pt x="53" y="90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39" y="71"/>
                    <a:pt x="33" y="64"/>
                    <a:pt x="28" y="57"/>
                  </a:cubicBezTo>
                  <a:cubicBezTo>
                    <a:pt x="34" y="64"/>
                    <a:pt x="39" y="72"/>
                    <a:pt x="45" y="7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90"/>
                    <a:pt x="54" y="90"/>
                    <a:pt x="54" y="91"/>
                  </a:cubicBezTo>
                  <a:cubicBezTo>
                    <a:pt x="54" y="91"/>
                    <a:pt x="54" y="91"/>
                    <a:pt x="55" y="92"/>
                  </a:cubicBezTo>
                  <a:cubicBezTo>
                    <a:pt x="55" y="92"/>
                    <a:pt x="56" y="93"/>
                    <a:pt x="57" y="93"/>
                  </a:cubicBezTo>
                  <a:cubicBezTo>
                    <a:pt x="58" y="94"/>
                    <a:pt x="60" y="95"/>
                    <a:pt x="62" y="95"/>
                  </a:cubicBezTo>
                  <a:cubicBezTo>
                    <a:pt x="68" y="96"/>
                    <a:pt x="75" y="94"/>
                    <a:pt x="79" y="90"/>
                  </a:cubicBezTo>
                  <a:cubicBezTo>
                    <a:pt x="82" y="87"/>
                    <a:pt x="83" y="85"/>
                    <a:pt x="84" y="82"/>
                  </a:cubicBezTo>
                  <a:cubicBezTo>
                    <a:pt x="85" y="79"/>
                    <a:pt x="85" y="76"/>
                    <a:pt x="84" y="72"/>
                  </a:cubicBezTo>
                  <a:cubicBezTo>
                    <a:pt x="83" y="72"/>
                    <a:pt x="83" y="72"/>
                    <a:pt x="83" y="75"/>
                  </a:cubicBezTo>
                  <a:cubicBezTo>
                    <a:pt x="83" y="77"/>
                    <a:pt x="83" y="81"/>
                    <a:pt x="81" y="84"/>
                  </a:cubicBezTo>
                  <a:cubicBezTo>
                    <a:pt x="80" y="85"/>
                    <a:pt x="80" y="86"/>
                    <a:pt x="79" y="87"/>
                  </a:cubicBezTo>
                  <a:cubicBezTo>
                    <a:pt x="79" y="88"/>
                    <a:pt x="78" y="88"/>
                    <a:pt x="78" y="88"/>
                  </a:cubicBezTo>
                  <a:cubicBezTo>
                    <a:pt x="78" y="89"/>
                    <a:pt x="77" y="89"/>
                    <a:pt x="77" y="89"/>
                  </a:cubicBezTo>
                  <a:cubicBezTo>
                    <a:pt x="75" y="91"/>
                    <a:pt x="73" y="92"/>
                    <a:pt x="72" y="92"/>
                  </a:cubicBezTo>
                  <a:cubicBezTo>
                    <a:pt x="69" y="93"/>
                    <a:pt x="67" y="93"/>
                    <a:pt x="64" y="93"/>
                  </a:cubicBezTo>
                  <a:cubicBezTo>
                    <a:pt x="62" y="93"/>
                    <a:pt x="60" y="92"/>
                    <a:pt x="58" y="91"/>
                  </a:cubicBezTo>
                  <a:cubicBezTo>
                    <a:pt x="57" y="90"/>
                    <a:pt x="56" y="90"/>
                    <a:pt x="56" y="89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39" y="67"/>
                    <a:pt x="31" y="57"/>
                    <a:pt x="23" y="47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17" y="38"/>
                    <a:pt x="16" y="37"/>
                  </a:cubicBezTo>
                  <a:cubicBezTo>
                    <a:pt x="15" y="34"/>
                    <a:pt x="14" y="31"/>
                    <a:pt x="14" y="28"/>
                  </a:cubicBezTo>
                  <a:cubicBezTo>
                    <a:pt x="14" y="25"/>
                    <a:pt x="15" y="23"/>
                    <a:pt x="17" y="21"/>
                  </a:cubicBezTo>
                  <a:cubicBezTo>
                    <a:pt x="17" y="21"/>
                    <a:pt x="17" y="20"/>
                    <a:pt x="18" y="20"/>
                  </a:cubicBezTo>
                  <a:cubicBezTo>
                    <a:pt x="18" y="20"/>
                    <a:pt x="18" y="20"/>
                    <a:pt x="19" y="19"/>
                  </a:cubicBezTo>
                  <a:cubicBezTo>
                    <a:pt x="19" y="19"/>
                    <a:pt x="20" y="18"/>
                    <a:pt x="21" y="18"/>
                  </a:cubicBezTo>
                  <a:cubicBezTo>
                    <a:pt x="22" y="17"/>
                    <a:pt x="24" y="16"/>
                    <a:pt x="26" y="16"/>
                  </a:cubicBezTo>
                  <a:cubicBezTo>
                    <a:pt x="28" y="15"/>
                    <a:pt x="30" y="15"/>
                    <a:pt x="32" y="15"/>
                  </a:cubicBezTo>
                  <a:cubicBezTo>
                    <a:pt x="34" y="15"/>
                    <a:pt x="36" y="16"/>
                    <a:pt x="37" y="17"/>
                  </a:cubicBezTo>
                  <a:cubicBezTo>
                    <a:pt x="38" y="17"/>
                    <a:pt x="38" y="17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6" y="40"/>
                    <a:pt x="63" y="49"/>
                    <a:pt x="70" y="57"/>
                  </a:cubicBezTo>
                  <a:cubicBezTo>
                    <a:pt x="82" y="70"/>
                    <a:pt x="82" y="62"/>
                    <a:pt x="72" y="47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83" y="61"/>
                    <a:pt x="80" y="52"/>
                    <a:pt x="83" y="53"/>
                  </a:cubicBezTo>
                  <a:cubicBezTo>
                    <a:pt x="77" y="45"/>
                    <a:pt x="72" y="38"/>
                    <a:pt x="67" y="30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8"/>
                    <a:pt x="48" y="7"/>
                  </a:cubicBezTo>
                  <a:cubicBezTo>
                    <a:pt x="45" y="4"/>
                    <a:pt x="40" y="2"/>
                    <a:pt x="36" y="1"/>
                  </a:cubicBezTo>
                  <a:cubicBezTo>
                    <a:pt x="31" y="0"/>
                    <a:pt x="27" y="1"/>
                    <a:pt x="23" y="2"/>
                  </a:cubicBezTo>
                  <a:cubicBezTo>
                    <a:pt x="19" y="3"/>
                    <a:pt x="16" y="4"/>
                    <a:pt x="12" y="6"/>
                  </a:cubicBezTo>
                  <a:cubicBezTo>
                    <a:pt x="11" y="7"/>
                    <a:pt x="11" y="7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9"/>
                    <a:pt x="8" y="10"/>
                    <a:pt x="7" y="10"/>
                  </a:cubicBezTo>
                  <a:cubicBezTo>
                    <a:pt x="6" y="12"/>
                    <a:pt x="4" y="13"/>
                    <a:pt x="3" y="15"/>
                  </a:cubicBezTo>
                  <a:cubicBezTo>
                    <a:pt x="1" y="19"/>
                    <a:pt x="0" y="24"/>
                    <a:pt x="0" y="28"/>
                  </a:cubicBezTo>
                  <a:cubicBezTo>
                    <a:pt x="0" y="32"/>
                    <a:pt x="0" y="36"/>
                    <a:pt x="2" y="40"/>
                  </a:cubicBezTo>
                  <a:cubicBezTo>
                    <a:pt x="3" y="43"/>
                    <a:pt x="5" y="47"/>
                    <a:pt x="7" y="50"/>
                  </a:cubicBezTo>
                  <a:lnTo>
                    <a:pt x="14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EA26552E-AACF-028E-4B83-34FB8C9ED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6" y="954088"/>
              <a:ext cx="222250" cy="431800"/>
            </a:xfrm>
            <a:custGeom>
              <a:avLst/>
              <a:gdLst>
                <a:gd name="T0" fmla="*/ 0 w 59"/>
                <a:gd name="T1" fmla="*/ 87 h 115"/>
                <a:gd name="T2" fmla="*/ 17 w 59"/>
                <a:gd name="T3" fmla="*/ 113 h 115"/>
                <a:gd name="T4" fmla="*/ 47 w 59"/>
                <a:gd name="T5" fmla="*/ 110 h 115"/>
                <a:gd name="T6" fmla="*/ 48 w 59"/>
                <a:gd name="T7" fmla="*/ 108 h 115"/>
                <a:gd name="T8" fmla="*/ 51 w 59"/>
                <a:gd name="T9" fmla="*/ 106 h 115"/>
                <a:gd name="T10" fmla="*/ 58 w 59"/>
                <a:gd name="T11" fmla="*/ 87 h 115"/>
                <a:gd name="T12" fmla="*/ 58 w 59"/>
                <a:gd name="T13" fmla="*/ 73 h 115"/>
                <a:gd name="T14" fmla="*/ 58 w 59"/>
                <a:gd name="T15" fmla="*/ 85 h 115"/>
                <a:gd name="T16" fmla="*/ 57 w 59"/>
                <a:gd name="T17" fmla="*/ 92 h 115"/>
                <a:gd name="T18" fmla="*/ 48 w 59"/>
                <a:gd name="T19" fmla="*/ 108 h 115"/>
                <a:gd name="T20" fmla="*/ 47 w 59"/>
                <a:gd name="T21" fmla="*/ 108 h 115"/>
                <a:gd name="T22" fmla="*/ 29 w 59"/>
                <a:gd name="T23" fmla="*/ 115 h 115"/>
                <a:gd name="T24" fmla="*/ 1 w 59"/>
                <a:gd name="T25" fmla="*/ 92 h 115"/>
                <a:gd name="T26" fmla="*/ 37 w 59"/>
                <a:gd name="T27" fmla="*/ 113 h 115"/>
                <a:gd name="T28" fmla="*/ 48 w 59"/>
                <a:gd name="T29" fmla="*/ 106 h 115"/>
                <a:gd name="T30" fmla="*/ 57 w 59"/>
                <a:gd name="T31" fmla="*/ 87 h 115"/>
                <a:gd name="T32" fmla="*/ 57 w 59"/>
                <a:gd name="T33" fmla="*/ 53 h 115"/>
                <a:gd name="T34" fmla="*/ 59 w 59"/>
                <a:gd name="T35" fmla="*/ 30 h 115"/>
                <a:gd name="T36" fmla="*/ 43 w 59"/>
                <a:gd name="T37" fmla="*/ 2 h 115"/>
                <a:gd name="T38" fmla="*/ 57 w 59"/>
                <a:gd name="T39" fmla="*/ 25 h 115"/>
                <a:gd name="T40" fmla="*/ 57 w 59"/>
                <a:gd name="T41" fmla="*/ 31 h 115"/>
                <a:gd name="T42" fmla="*/ 56 w 59"/>
                <a:gd name="T43" fmla="*/ 81 h 115"/>
                <a:gd name="T44" fmla="*/ 56 w 59"/>
                <a:gd name="T45" fmla="*/ 88 h 115"/>
                <a:gd name="T46" fmla="*/ 47 w 59"/>
                <a:gd name="T47" fmla="*/ 105 h 115"/>
                <a:gd name="T48" fmla="*/ 46 w 59"/>
                <a:gd name="T49" fmla="*/ 107 h 115"/>
                <a:gd name="T50" fmla="*/ 41 w 59"/>
                <a:gd name="T51" fmla="*/ 110 h 115"/>
                <a:gd name="T52" fmla="*/ 46 w 59"/>
                <a:gd name="T53" fmla="*/ 106 h 115"/>
                <a:gd name="T54" fmla="*/ 55 w 59"/>
                <a:gd name="T55" fmla="*/ 93 h 115"/>
                <a:gd name="T56" fmla="*/ 55 w 59"/>
                <a:gd name="T57" fmla="*/ 79 h 115"/>
                <a:gd name="T58" fmla="*/ 56 w 59"/>
                <a:gd name="T59" fmla="*/ 26 h 115"/>
                <a:gd name="T60" fmla="*/ 39 w 59"/>
                <a:gd name="T61" fmla="*/ 1 h 115"/>
                <a:gd name="T62" fmla="*/ 31 w 59"/>
                <a:gd name="T63" fmla="*/ 4 h 115"/>
                <a:gd name="T64" fmla="*/ 41 w 59"/>
                <a:gd name="T65" fmla="*/ 9 h 115"/>
                <a:gd name="T66" fmla="*/ 48 w 59"/>
                <a:gd name="T67" fmla="*/ 49 h 115"/>
                <a:gd name="T68" fmla="*/ 47 w 59"/>
                <a:gd name="T69" fmla="*/ 86 h 115"/>
                <a:gd name="T70" fmla="*/ 47 w 59"/>
                <a:gd name="T71" fmla="*/ 89 h 115"/>
                <a:gd name="T72" fmla="*/ 47 w 59"/>
                <a:gd name="T73" fmla="*/ 76 h 115"/>
                <a:gd name="T74" fmla="*/ 39 w 59"/>
                <a:gd name="T75" fmla="*/ 11 h 115"/>
                <a:gd name="T76" fmla="*/ 46 w 59"/>
                <a:gd name="T77" fmla="*/ 25 h 115"/>
                <a:gd name="T78" fmla="*/ 46 w 59"/>
                <a:gd name="T79" fmla="*/ 37 h 115"/>
                <a:gd name="T80" fmla="*/ 45 w 59"/>
                <a:gd name="T81" fmla="*/ 86 h 115"/>
                <a:gd name="T82" fmla="*/ 44 w 59"/>
                <a:gd name="T83" fmla="*/ 92 h 115"/>
                <a:gd name="T84" fmla="*/ 39 w 59"/>
                <a:gd name="T85" fmla="*/ 98 h 115"/>
                <a:gd name="T86" fmla="*/ 34 w 59"/>
                <a:gd name="T87" fmla="*/ 101 h 115"/>
                <a:gd name="T88" fmla="*/ 18 w 59"/>
                <a:gd name="T89" fmla="*/ 96 h 115"/>
                <a:gd name="T90" fmla="*/ 14 w 59"/>
                <a:gd name="T91" fmla="*/ 85 h 115"/>
                <a:gd name="T92" fmla="*/ 14 w 59"/>
                <a:gd name="T93" fmla="*/ 36 h 115"/>
                <a:gd name="T94" fmla="*/ 14 w 59"/>
                <a:gd name="T95" fmla="*/ 26 h 115"/>
                <a:gd name="T96" fmla="*/ 22 w 59"/>
                <a:gd name="T97" fmla="*/ 13 h 115"/>
                <a:gd name="T98" fmla="*/ 30 w 59"/>
                <a:gd name="T99" fmla="*/ 9 h 115"/>
                <a:gd name="T100" fmla="*/ 13 w 59"/>
                <a:gd name="T101" fmla="*/ 10 h 115"/>
                <a:gd name="T102" fmla="*/ 23 w 59"/>
                <a:gd name="T103" fmla="*/ 2 h 115"/>
                <a:gd name="T104" fmla="*/ 0 w 59"/>
                <a:gd name="T105" fmla="*/ 24 h 115"/>
                <a:gd name="T106" fmla="*/ 0 w 59"/>
                <a:gd name="T107" fmla="*/ 3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115">
                  <a:moveTo>
                    <a:pt x="0" y="83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8"/>
                    <a:pt x="0" y="88"/>
                  </a:cubicBezTo>
                  <a:cubicBezTo>
                    <a:pt x="0" y="90"/>
                    <a:pt x="0" y="92"/>
                    <a:pt x="1" y="94"/>
                  </a:cubicBezTo>
                  <a:cubicBezTo>
                    <a:pt x="3" y="103"/>
                    <a:pt x="9" y="109"/>
                    <a:pt x="17" y="113"/>
                  </a:cubicBezTo>
                  <a:cubicBezTo>
                    <a:pt x="21" y="115"/>
                    <a:pt x="25" y="115"/>
                    <a:pt x="29" y="115"/>
                  </a:cubicBezTo>
                  <a:cubicBezTo>
                    <a:pt x="33" y="115"/>
                    <a:pt x="37" y="115"/>
                    <a:pt x="41" y="113"/>
                  </a:cubicBezTo>
                  <a:cubicBezTo>
                    <a:pt x="43" y="112"/>
                    <a:pt x="45" y="111"/>
                    <a:pt x="47" y="110"/>
                  </a:cubicBezTo>
                  <a:cubicBezTo>
                    <a:pt x="47" y="109"/>
                    <a:pt x="48" y="109"/>
                    <a:pt x="48" y="109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9" y="108"/>
                    <a:pt x="49" y="108"/>
                    <a:pt x="49" y="108"/>
                  </a:cubicBezTo>
                  <a:cubicBezTo>
                    <a:pt x="50" y="107"/>
                    <a:pt x="50" y="106"/>
                    <a:pt x="51" y="106"/>
                  </a:cubicBezTo>
                  <a:cubicBezTo>
                    <a:pt x="54" y="103"/>
                    <a:pt x="56" y="99"/>
                    <a:pt x="57" y="94"/>
                  </a:cubicBezTo>
                  <a:cubicBezTo>
                    <a:pt x="58" y="92"/>
                    <a:pt x="58" y="90"/>
                    <a:pt x="58" y="88"/>
                  </a:cubicBezTo>
                  <a:cubicBezTo>
                    <a:pt x="58" y="88"/>
                    <a:pt x="58" y="87"/>
                    <a:pt x="58" y="87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3"/>
                    <a:pt x="58" y="83"/>
                    <a:pt x="58" y="8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7"/>
                    <a:pt x="58" y="88"/>
                    <a:pt x="58" y="88"/>
                  </a:cubicBezTo>
                  <a:cubicBezTo>
                    <a:pt x="58" y="90"/>
                    <a:pt x="58" y="91"/>
                    <a:pt x="57" y="92"/>
                  </a:cubicBezTo>
                  <a:cubicBezTo>
                    <a:pt x="57" y="97"/>
                    <a:pt x="54" y="102"/>
                    <a:pt x="50" y="106"/>
                  </a:cubicBezTo>
                  <a:cubicBezTo>
                    <a:pt x="50" y="107"/>
                    <a:pt x="49" y="107"/>
                    <a:pt x="49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7" y="108"/>
                    <a:pt x="47" y="108"/>
                    <a:pt x="47" y="108"/>
                  </a:cubicBezTo>
                  <a:cubicBezTo>
                    <a:pt x="46" y="109"/>
                    <a:pt x="45" y="110"/>
                    <a:pt x="44" y="111"/>
                  </a:cubicBezTo>
                  <a:cubicBezTo>
                    <a:pt x="42" y="112"/>
                    <a:pt x="39" y="113"/>
                    <a:pt x="37" y="114"/>
                  </a:cubicBezTo>
                  <a:cubicBezTo>
                    <a:pt x="34" y="115"/>
                    <a:pt x="32" y="115"/>
                    <a:pt x="29" y="115"/>
                  </a:cubicBezTo>
                  <a:cubicBezTo>
                    <a:pt x="27" y="115"/>
                    <a:pt x="24" y="115"/>
                    <a:pt x="21" y="114"/>
                  </a:cubicBezTo>
                  <a:cubicBezTo>
                    <a:pt x="11" y="111"/>
                    <a:pt x="3" y="103"/>
                    <a:pt x="1" y="92"/>
                  </a:cubicBezTo>
                  <a:cubicBezTo>
                    <a:pt x="1" y="92"/>
                    <a:pt x="1" y="93"/>
                    <a:pt x="1" y="92"/>
                  </a:cubicBezTo>
                  <a:cubicBezTo>
                    <a:pt x="4" y="102"/>
                    <a:pt x="12" y="110"/>
                    <a:pt x="22" y="113"/>
                  </a:cubicBezTo>
                  <a:cubicBezTo>
                    <a:pt x="24" y="114"/>
                    <a:pt x="27" y="114"/>
                    <a:pt x="30" y="114"/>
                  </a:cubicBezTo>
                  <a:cubicBezTo>
                    <a:pt x="32" y="114"/>
                    <a:pt x="35" y="114"/>
                    <a:pt x="37" y="113"/>
                  </a:cubicBezTo>
                  <a:cubicBezTo>
                    <a:pt x="40" y="112"/>
                    <a:pt x="42" y="111"/>
                    <a:pt x="44" y="110"/>
                  </a:cubicBezTo>
                  <a:cubicBezTo>
                    <a:pt x="45" y="109"/>
                    <a:pt x="46" y="108"/>
                    <a:pt x="47" y="107"/>
                  </a:cubicBezTo>
                  <a:cubicBezTo>
                    <a:pt x="47" y="107"/>
                    <a:pt x="48" y="107"/>
                    <a:pt x="48" y="106"/>
                  </a:cubicBezTo>
                  <a:cubicBezTo>
                    <a:pt x="49" y="106"/>
                    <a:pt x="49" y="106"/>
                    <a:pt x="50" y="105"/>
                  </a:cubicBezTo>
                  <a:cubicBezTo>
                    <a:pt x="54" y="101"/>
                    <a:pt x="56" y="96"/>
                    <a:pt x="57" y="91"/>
                  </a:cubicBezTo>
                  <a:cubicBezTo>
                    <a:pt x="57" y="90"/>
                    <a:pt x="57" y="89"/>
                    <a:pt x="57" y="87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57" y="78"/>
                    <a:pt x="57" y="78"/>
                    <a:pt x="57" y="78"/>
                  </a:cubicBezTo>
                  <a:cubicBezTo>
                    <a:pt x="58" y="70"/>
                    <a:pt x="58" y="61"/>
                    <a:pt x="57" y="53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28"/>
                    <a:pt x="59" y="27"/>
                    <a:pt x="59" y="25"/>
                  </a:cubicBezTo>
                  <a:cubicBezTo>
                    <a:pt x="59" y="21"/>
                    <a:pt x="58" y="17"/>
                    <a:pt x="56" y="13"/>
                  </a:cubicBezTo>
                  <a:cubicBezTo>
                    <a:pt x="53" y="7"/>
                    <a:pt x="48" y="4"/>
                    <a:pt x="43" y="2"/>
                  </a:cubicBezTo>
                  <a:cubicBezTo>
                    <a:pt x="48" y="5"/>
                    <a:pt x="52" y="10"/>
                    <a:pt x="54" y="15"/>
                  </a:cubicBezTo>
                  <a:cubicBezTo>
                    <a:pt x="55" y="17"/>
                    <a:pt x="56" y="20"/>
                    <a:pt x="57" y="23"/>
                  </a:cubicBezTo>
                  <a:cubicBezTo>
                    <a:pt x="57" y="24"/>
                    <a:pt x="57" y="25"/>
                    <a:pt x="57" y="25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6" y="40"/>
                    <a:pt x="56" y="50"/>
                    <a:pt x="56" y="59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6" y="81"/>
                    <a:pt x="56" y="81"/>
                    <a:pt x="56" y="81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6" y="86"/>
                    <a:pt x="56" y="86"/>
                    <a:pt x="56" y="86"/>
                  </a:cubicBezTo>
                  <a:cubicBezTo>
                    <a:pt x="56" y="87"/>
                    <a:pt x="56" y="88"/>
                    <a:pt x="56" y="88"/>
                  </a:cubicBezTo>
                  <a:cubicBezTo>
                    <a:pt x="55" y="91"/>
                    <a:pt x="55" y="94"/>
                    <a:pt x="54" y="97"/>
                  </a:cubicBezTo>
                  <a:cubicBezTo>
                    <a:pt x="53" y="99"/>
                    <a:pt x="51" y="102"/>
                    <a:pt x="49" y="104"/>
                  </a:cubicBezTo>
                  <a:cubicBezTo>
                    <a:pt x="48" y="104"/>
                    <a:pt x="48" y="105"/>
                    <a:pt x="47" y="105"/>
                  </a:cubicBezTo>
                  <a:cubicBezTo>
                    <a:pt x="47" y="106"/>
                    <a:pt x="47" y="106"/>
                    <a:pt x="47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5" y="107"/>
                    <a:pt x="44" y="108"/>
                    <a:pt x="43" y="109"/>
                  </a:cubicBezTo>
                  <a:cubicBezTo>
                    <a:pt x="40" y="110"/>
                    <a:pt x="37" y="111"/>
                    <a:pt x="35" y="112"/>
                  </a:cubicBezTo>
                  <a:cubicBezTo>
                    <a:pt x="37" y="111"/>
                    <a:pt x="39" y="111"/>
                    <a:pt x="41" y="110"/>
                  </a:cubicBezTo>
                  <a:cubicBezTo>
                    <a:pt x="42" y="109"/>
                    <a:pt x="44" y="108"/>
                    <a:pt x="45" y="108"/>
                  </a:cubicBezTo>
                  <a:cubicBezTo>
                    <a:pt x="45" y="107"/>
                    <a:pt x="46" y="107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7" y="105"/>
                    <a:pt x="47" y="105"/>
                    <a:pt x="47" y="105"/>
                  </a:cubicBezTo>
                  <a:cubicBezTo>
                    <a:pt x="51" y="102"/>
                    <a:pt x="54" y="97"/>
                    <a:pt x="55" y="93"/>
                  </a:cubicBezTo>
                  <a:cubicBezTo>
                    <a:pt x="55" y="91"/>
                    <a:pt x="55" y="90"/>
                    <a:pt x="55" y="89"/>
                  </a:cubicBezTo>
                  <a:cubicBezTo>
                    <a:pt x="55" y="88"/>
                    <a:pt x="55" y="86"/>
                    <a:pt x="55" y="85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75"/>
                    <a:pt x="55" y="71"/>
                    <a:pt x="56" y="67"/>
                  </a:cubicBezTo>
                  <a:cubicBezTo>
                    <a:pt x="56" y="55"/>
                    <a:pt x="56" y="45"/>
                    <a:pt x="56" y="34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3"/>
                    <a:pt x="56" y="20"/>
                    <a:pt x="54" y="17"/>
                  </a:cubicBezTo>
                  <a:cubicBezTo>
                    <a:pt x="52" y="11"/>
                    <a:pt x="48" y="6"/>
                    <a:pt x="43" y="3"/>
                  </a:cubicBezTo>
                  <a:cubicBezTo>
                    <a:pt x="41" y="2"/>
                    <a:pt x="40" y="1"/>
                    <a:pt x="39" y="1"/>
                  </a:cubicBezTo>
                  <a:cubicBezTo>
                    <a:pt x="37" y="0"/>
                    <a:pt x="35" y="0"/>
                    <a:pt x="34" y="0"/>
                  </a:cubicBezTo>
                  <a:cubicBezTo>
                    <a:pt x="31" y="1"/>
                    <a:pt x="29" y="2"/>
                    <a:pt x="29" y="3"/>
                  </a:cubicBezTo>
                  <a:cubicBezTo>
                    <a:pt x="29" y="3"/>
                    <a:pt x="30" y="4"/>
                    <a:pt x="31" y="4"/>
                  </a:cubicBezTo>
                  <a:cubicBezTo>
                    <a:pt x="32" y="5"/>
                    <a:pt x="33" y="5"/>
                    <a:pt x="35" y="6"/>
                  </a:cubicBezTo>
                  <a:cubicBezTo>
                    <a:pt x="36" y="6"/>
                    <a:pt x="38" y="7"/>
                    <a:pt x="39" y="8"/>
                  </a:cubicBezTo>
                  <a:cubicBezTo>
                    <a:pt x="40" y="8"/>
                    <a:pt x="41" y="9"/>
                    <a:pt x="41" y="9"/>
                  </a:cubicBezTo>
                  <a:cubicBezTo>
                    <a:pt x="41" y="10"/>
                    <a:pt x="41" y="10"/>
                    <a:pt x="40" y="10"/>
                  </a:cubicBezTo>
                  <a:cubicBezTo>
                    <a:pt x="45" y="14"/>
                    <a:pt x="49" y="21"/>
                    <a:pt x="48" y="27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8"/>
                    <a:pt x="48" y="67"/>
                    <a:pt x="48" y="7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7" y="87"/>
                    <a:pt x="47" y="88"/>
                    <a:pt x="47" y="89"/>
                  </a:cubicBezTo>
                  <a:cubicBezTo>
                    <a:pt x="46" y="93"/>
                    <a:pt x="45" y="96"/>
                    <a:pt x="42" y="98"/>
                  </a:cubicBezTo>
                  <a:cubicBezTo>
                    <a:pt x="45" y="96"/>
                    <a:pt x="46" y="93"/>
                    <a:pt x="47" y="89"/>
                  </a:cubicBezTo>
                  <a:cubicBezTo>
                    <a:pt x="47" y="88"/>
                    <a:pt x="47" y="87"/>
                    <a:pt x="47" y="8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0"/>
                    <a:pt x="45" y="14"/>
                    <a:pt x="39" y="11"/>
                  </a:cubicBezTo>
                  <a:cubicBezTo>
                    <a:pt x="38" y="11"/>
                    <a:pt x="38" y="12"/>
                    <a:pt x="40" y="14"/>
                  </a:cubicBezTo>
                  <a:cubicBezTo>
                    <a:pt x="41" y="15"/>
                    <a:pt x="44" y="18"/>
                    <a:pt x="45" y="22"/>
                  </a:cubicBezTo>
                  <a:cubicBezTo>
                    <a:pt x="46" y="23"/>
                    <a:pt x="46" y="24"/>
                    <a:pt x="46" y="25"/>
                  </a:cubicBezTo>
                  <a:cubicBezTo>
                    <a:pt x="46" y="26"/>
                    <a:pt x="46" y="26"/>
                    <a:pt x="46" y="2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32"/>
                    <a:pt x="46" y="35"/>
                    <a:pt x="46" y="37"/>
                  </a:cubicBezTo>
                  <a:cubicBezTo>
                    <a:pt x="45" y="49"/>
                    <a:pt x="45" y="62"/>
                    <a:pt x="45" y="7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5" y="86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45" y="88"/>
                    <a:pt x="45" y="89"/>
                    <a:pt x="45" y="89"/>
                  </a:cubicBezTo>
                  <a:cubicBezTo>
                    <a:pt x="44" y="90"/>
                    <a:pt x="44" y="91"/>
                    <a:pt x="44" y="92"/>
                  </a:cubicBezTo>
                  <a:cubicBezTo>
                    <a:pt x="43" y="94"/>
                    <a:pt x="42" y="96"/>
                    <a:pt x="40" y="97"/>
                  </a:cubicBezTo>
                  <a:cubicBezTo>
                    <a:pt x="40" y="97"/>
                    <a:pt x="40" y="97"/>
                    <a:pt x="40" y="97"/>
                  </a:cubicBezTo>
                  <a:cubicBezTo>
                    <a:pt x="40" y="98"/>
                    <a:pt x="39" y="98"/>
                    <a:pt x="39" y="98"/>
                  </a:cubicBezTo>
                  <a:cubicBezTo>
                    <a:pt x="39" y="98"/>
                    <a:pt x="39" y="98"/>
                    <a:pt x="38" y="99"/>
                  </a:cubicBezTo>
                  <a:cubicBezTo>
                    <a:pt x="38" y="99"/>
                    <a:pt x="38" y="99"/>
                    <a:pt x="37" y="99"/>
                  </a:cubicBezTo>
                  <a:cubicBezTo>
                    <a:pt x="36" y="100"/>
                    <a:pt x="35" y="100"/>
                    <a:pt x="34" y="101"/>
                  </a:cubicBezTo>
                  <a:cubicBezTo>
                    <a:pt x="33" y="101"/>
                    <a:pt x="31" y="101"/>
                    <a:pt x="30" y="101"/>
                  </a:cubicBezTo>
                  <a:cubicBezTo>
                    <a:pt x="28" y="101"/>
                    <a:pt x="27" y="101"/>
                    <a:pt x="25" y="101"/>
                  </a:cubicBezTo>
                  <a:cubicBezTo>
                    <a:pt x="22" y="100"/>
                    <a:pt x="20" y="98"/>
                    <a:pt x="18" y="96"/>
                  </a:cubicBezTo>
                  <a:cubicBezTo>
                    <a:pt x="16" y="93"/>
                    <a:pt x="14" y="90"/>
                    <a:pt x="14" y="87"/>
                  </a:cubicBezTo>
                  <a:cubicBezTo>
                    <a:pt x="14" y="87"/>
                    <a:pt x="14" y="87"/>
                    <a:pt x="14" y="86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62"/>
                    <a:pt x="14" y="49"/>
                    <a:pt x="14" y="3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5"/>
                    <a:pt x="14" y="25"/>
                    <a:pt x="14" y="24"/>
                  </a:cubicBezTo>
                  <a:cubicBezTo>
                    <a:pt x="14" y="23"/>
                    <a:pt x="14" y="22"/>
                    <a:pt x="15" y="21"/>
                  </a:cubicBezTo>
                  <a:cubicBezTo>
                    <a:pt x="16" y="18"/>
                    <a:pt x="19" y="15"/>
                    <a:pt x="22" y="13"/>
                  </a:cubicBezTo>
                  <a:cubicBezTo>
                    <a:pt x="25" y="11"/>
                    <a:pt x="27" y="10"/>
                    <a:pt x="28" y="10"/>
                  </a:cubicBezTo>
                  <a:cubicBezTo>
                    <a:pt x="29" y="10"/>
                    <a:pt x="29" y="9"/>
                    <a:pt x="29" y="9"/>
                  </a:cubicBezTo>
                  <a:cubicBezTo>
                    <a:pt x="29" y="9"/>
                    <a:pt x="30" y="9"/>
                    <a:pt x="30" y="9"/>
                  </a:cubicBezTo>
                  <a:cubicBezTo>
                    <a:pt x="30" y="8"/>
                    <a:pt x="30" y="8"/>
                    <a:pt x="29" y="8"/>
                  </a:cubicBezTo>
                  <a:cubicBezTo>
                    <a:pt x="28" y="7"/>
                    <a:pt x="27" y="6"/>
                    <a:pt x="24" y="6"/>
                  </a:cubicBezTo>
                  <a:cubicBezTo>
                    <a:pt x="21" y="6"/>
                    <a:pt x="17" y="7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6"/>
                    <a:pt x="19" y="5"/>
                    <a:pt x="21" y="4"/>
                  </a:cubicBezTo>
                  <a:cubicBezTo>
                    <a:pt x="22" y="3"/>
                    <a:pt x="23" y="3"/>
                    <a:pt x="23" y="2"/>
                  </a:cubicBezTo>
                  <a:cubicBezTo>
                    <a:pt x="23" y="1"/>
                    <a:pt x="21" y="1"/>
                    <a:pt x="22" y="0"/>
                  </a:cubicBezTo>
                  <a:cubicBezTo>
                    <a:pt x="17" y="1"/>
                    <a:pt x="12" y="4"/>
                    <a:pt x="8" y="8"/>
                  </a:cubicBezTo>
                  <a:cubicBezTo>
                    <a:pt x="4" y="12"/>
                    <a:pt x="1" y="18"/>
                    <a:pt x="0" y="24"/>
                  </a:cubicBezTo>
                  <a:cubicBezTo>
                    <a:pt x="0" y="25"/>
                    <a:pt x="0" y="26"/>
                    <a:pt x="0" y="2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68" name="Freeform 35">
              <a:extLst>
                <a:ext uri="{FF2B5EF4-FFF2-40B4-BE49-F238E27FC236}">
                  <a16:creationId xmlns:a16="http://schemas.microsoft.com/office/drawing/2014/main" id="{681C92E6-BA82-EE77-5F3E-78DECE4EB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2851" y="2822576"/>
              <a:ext cx="49213" cy="33338"/>
            </a:xfrm>
            <a:custGeom>
              <a:avLst/>
              <a:gdLst>
                <a:gd name="T0" fmla="*/ 13 w 13"/>
                <a:gd name="T1" fmla="*/ 0 h 9"/>
                <a:gd name="T2" fmla="*/ 9 w 13"/>
                <a:gd name="T3" fmla="*/ 3 h 9"/>
                <a:gd name="T4" fmla="*/ 0 w 13"/>
                <a:gd name="T5" fmla="*/ 9 h 9"/>
                <a:gd name="T6" fmla="*/ 0 w 13"/>
                <a:gd name="T7" fmla="*/ 9 h 9"/>
                <a:gd name="T8" fmla="*/ 9 w 13"/>
                <a:gd name="T9" fmla="*/ 3 h 9"/>
                <a:gd name="T10" fmla="*/ 13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12" y="1"/>
                    <a:pt x="10" y="2"/>
                    <a:pt x="9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2"/>
                    <a:pt x="12" y="1"/>
                    <a:pt x="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69" name="Freeform 36">
              <a:extLst>
                <a:ext uri="{FF2B5EF4-FFF2-40B4-BE49-F238E27FC236}">
                  <a16:creationId xmlns:a16="http://schemas.microsoft.com/office/drawing/2014/main" id="{539E325B-D7B5-FDAC-5788-96EAE4F0C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6" y="2833688"/>
              <a:ext cx="3175" cy="22225"/>
            </a:xfrm>
            <a:custGeom>
              <a:avLst/>
              <a:gdLst>
                <a:gd name="T0" fmla="*/ 2 w 2"/>
                <a:gd name="T1" fmla="*/ 14 h 14"/>
                <a:gd name="T2" fmla="*/ 2 w 2"/>
                <a:gd name="T3" fmla="*/ 14 h 14"/>
                <a:gd name="T4" fmla="*/ 0 w 2"/>
                <a:gd name="T5" fmla="*/ 0 h 14"/>
                <a:gd name="T6" fmla="*/ 2 w 2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4">
                  <a:moveTo>
                    <a:pt x="2" y="14"/>
                  </a:moveTo>
                  <a:lnTo>
                    <a:pt x="2" y="14"/>
                  </a:lnTo>
                  <a:lnTo>
                    <a:pt x="0" y="0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78" name="Freeform 37">
              <a:extLst>
                <a:ext uri="{FF2B5EF4-FFF2-40B4-BE49-F238E27FC236}">
                  <a16:creationId xmlns:a16="http://schemas.microsoft.com/office/drawing/2014/main" id="{6E23AA4A-130E-4612-7A5C-EF1026187C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6501" y="2674938"/>
              <a:ext cx="120650" cy="177800"/>
            </a:xfrm>
            <a:custGeom>
              <a:avLst/>
              <a:gdLst>
                <a:gd name="T0" fmla="*/ 1 w 32"/>
                <a:gd name="T1" fmla="*/ 18 h 47"/>
                <a:gd name="T2" fmla="*/ 3 w 32"/>
                <a:gd name="T3" fmla="*/ 14 h 47"/>
                <a:gd name="T4" fmla="*/ 3 w 32"/>
                <a:gd name="T5" fmla="*/ 13 h 47"/>
                <a:gd name="T6" fmla="*/ 5 w 32"/>
                <a:gd name="T7" fmla="*/ 12 h 47"/>
                <a:gd name="T8" fmla="*/ 2 w 32"/>
                <a:gd name="T9" fmla="*/ 19 h 47"/>
                <a:gd name="T10" fmla="*/ 1 w 32"/>
                <a:gd name="T11" fmla="*/ 38 h 47"/>
                <a:gd name="T12" fmla="*/ 11 w 32"/>
                <a:gd name="T13" fmla="*/ 41 h 47"/>
                <a:gd name="T14" fmla="*/ 15 w 32"/>
                <a:gd name="T15" fmla="*/ 39 h 47"/>
                <a:gd name="T16" fmla="*/ 25 w 32"/>
                <a:gd name="T17" fmla="*/ 27 h 47"/>
                <a:gd name="T18" fmla="*/ 4 w 32"/>
                <a:gd name="T19" fmla="*/ 44 h 47"/>
                <a:gd name="T20" fmla="*/ 10 w 32"/>
                <a:gd name="T21" fmla="*/ 40 h 47"/>
                <a:gd name="T22" fmla="*/ 18 w 32"/>
                <a:gd name="T23" fmla="*/ 34 h 47"/>
                <a:gd name="T24" fmla="*/ 25 w 32"/>
                <a:gd name="T25" fmla="*/ 26 h 47"/>
                <a:gd name="T26" fmla="*/ 20 w 32"/>
                <a:gd name="T27" fmla="*/ 22 h 47"/>
                <a:gd name="T28" fmla="*/ 17 w 32"/>
                <a:gd name="T29" fmla="*/ 23 h 47"/>
                <a:gd name="T30" fmla="*/ 14 w 32"/>
                <a:gd name="T31" fmla="*/ 26 h 47"/>
                <a:gd name="T32" fmla="*/ 15 w 32"/>
                <a:gd name="T33" fmla="*/ 22 h 47"/>
                <a:gd name="T34" fmla="*/ 16 w 32"/>
                <a:gd name="T35" fmla="*/ 20 h 47"/>
                <a:gd name="T36" fmla="*/ 16 w 32"/>
                <a:gd name="T37" fmla="*/ 19 h 47"/>
                <a:gd name="T38" fmla="*/ 17 w 32"/>
                <a:gd name="T39" fmla="*/ 19 h 47"/>
                <a:gd name="T40" fmla="*/ 21 w 32"/>
                <a:gd name="T41" fmla="*/ 20 h 47"/>
                <a:gd name="T42" fmla="*/ 24 w 32"/>
                <a:gd name="T43" fmla="*/ 17 h 47"/>
                <a:gd name="T44" fmla="*/ 27 w 32"/>
                <a:gd name="T45" fmla="*/ 22 h 47"/>
                <a:gd name="T46" fmla="*/ 28 w 32"/>
                <a:gd name="T47" fmla="*/ 8 h 47"/>
                <a:gd name="T48" fmla="*/ 27 w 32"/>
                <a:gd name="T49" fmla="*/ 5 h 47"/>
                <a:gd name="T50" fmla="*/ 26 w 32"/>
                <a:gd name="T51" fmla="*/ 5 h 47"/>
                <a:gd name="T52" fmla="*/ 20 w 32"/>
                <a:gd name="T53" fmla="*/ 1 h 47"/>
                <a:gd name="T54" fmla="*/ 20 w 32"/>
                <a:gd name="T55" fmla="*/ 1 h 47"/>
                <a:gd name="T56" fmla="*/ 15 w 32"/>
                <a:gd name="T57" fmla="*/ 2 h 47"/>
                <a:gd name="T58" fmla="*/ 5 w 32"/>
                <a:gd name="T59" fmla="*/ 10 h 47"/>
                <a:gd name="T60" fmla="*/ 3 w 32"/>
                <a:gd name="T61" fmla="*/ 14 h 47"/>
                <a:gd name="T62" fmla="*/ 2 w 32"/>
                <a:gd name="T63" fmla="*/ 16 h 47"/>
                <a:gd name="T64" fmla="*/ 0 w 32"/>
                <a:gd name="T65" fmla="*/ 38 h 47"/>
                <a:gd name="T66" fmla="*/ 1 w 32"/>
                <a:gd name="T67" fmla="*/ 38 h 47"/>
                <a:gd name="T68" fmla="*/ 11 w 32"/>
                <a:gd name="T69" fmla="*/ 29 h 47"/>
                <a:gd name="T70" fmla="*/ 11 w 32"/>
                <a:gd name="T71" fmla="*/ 29 h 47"/>
                <a:gd name="T72" fmla="*/ 11 w 32"/>
                <a:gd name="T73" fmla="*/ 29 h 47"/>
                <a:gd name="T74" fmla="*/ 3 w 32"/>
                <a:gd name="T75" fmla="*/ 24 h 47"/>
                <a:gd name="T76" fmla="*/ 4 w 32"/>
                <a:gd name="T77" fmla="*/ 42 h 47"/>
                <a:gd name="T78" fmla="*/ 6 w 32"/>
                <a:gd name="T79" fmla="*/ 32 h 47"/>
                <a:gd name="T80" fmla="*/ 5 w 32"/>
                <a:gd name="T81" fmla="*/ 33 h 47"/>
                <a:gd name="T82" fmla="*/ 6 w 32"/>
                <a:gd name="T83" fmla="*/ 32 h 47"/>
                <a:gd name="T84" fmla="*/ 11 w 32"/>
                <a:gd name="T85" fmla="*/ 34 h 47"/>
                <a:gd name="T86" fmla="*/ 11 w 32"/>
                <a:gd name="T87" fmla="*/ 36 h 47"/>
                <a:gd name="T88" fmla="*/ 21 w 32"/>
                <a:gd name="T89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" h="47">
                  <a:moveTo>
                    <a:pt x="0" y="25"/>
                  </a:moveTo>
                  <a:cubicBezTo>
                    <a:pt x="0" y="23"/>
                    <a:pt x="1" y="21"/>
                    <a:pt x="1" y="18"/>
                  </a:cubicBezTo>
                  <a:cubicBezTo>
                    <a:pt x="2" y="17"/>
                    <a:pt x="2" y="16"/>
                    <a:pt x="3" y="1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2"/>
                    <a:pt x="4" y="12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4" y="13"/>
                    <a:pt x="4" y="14"/>
                    <a:pt x="3" y="15"/>
                  </a:cubicBezTo>
                  <a:cubicBezTo>
                    <a:pt x="3" y="16"/>
                    <a:pt x="3" y="18"/>
                    <a:pt x="2" y="19"/>
                  </a:cubicBezTo>
                  <a:cubicBezTo>
                    <a:pt x="2" y="21"/>
                    <a:pt x="1" y="23"/>
                    <a:pt x="1" y="25"/>
                  </a:cubicBezTo>
                  <a:cubicBezTo>
                    <a:pt x="1" y="29"/>
                    <a:pt x="1" y="34"/>
                    <a:pt x="1" y="38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3" y="39"/>
                    <a:pt x="15" y="3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8" y="37"/>
                    <a:pt x="21" y="34"/>
                    <a:pt x="24" y="32"/>
                  </a:cubicBezTo>
                  <a:cubicBezTo>
                    <a:pt x="25" y="30"/>
                    <a:pt x="25" y="29"/>
                    <a:pt x="25" y="27"/>
                  </a:cubicBezTo>
                  <a:cubicBezTo>
                    <a:pt x="20" y="32"/>
                    <a:pt x="15" y="36"/>
                    <a:pt x="10" y="40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3" y="38"/>
                    <a:pt x="16" y="36"/>
                    <a:pt x="18" y="34"/>
                  </a:cubicBezTo>
                  <a:cubicBezTo>
                    <a:pt x="20" y="31"/>
                    <a:pt x="22" y="29"/>
                    <a:pt x="24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5"/>
                    <a:pt x="25" y="25"/>
                    <a:pt x="25" y="24"/>
                  </a:cubicBezTo>
                  <a:cubicBezTo>
                    <a:pt x="24" y="22"/>
                    <a:pt x="22" y="21"/>
                    <a:pt x="20" y="22"/>
                  </a:cubicBezTo>
                  <a:cubicBezTo>
                    <a:pt x="19" y="23"/>
                    <a:pt x="19" y="24"/>
                    <a:pt x="19" y="24"/>
                  </a:cubicBezTo>
                  <a:cubicBezTo>
                    <a:pt x="18" y="24"/>
                    <a:pt x="18" y="23"/>
                    <a:pt x="17" y="23"/>
                  </a:cubicBezTo>
                  <a:cubicBezTo>
                    <a:pt x="16" y="24"/>
                    <a:pt x="15" y="26"/>
                    <a:pt x="14" y="27"/>
                  </a:cubicBezTo>
                  <a:cubicBezTo>
                    <a:pt x="14" y="27"/>
                    <a:pt x="14" y="26"/>
                    <a:pt x="14" y="26"/>
                  </a:cubicBezTo>
                  <a:cubicBezTo>
                    <a:pt x="15" y="25"/>
                    <a:pt x="16" y="24"/>
                    <a:pt x="17" y="22"/>
                  </a:cubicBezTo>
                  <a:cubicBezTo>
                    <a:pt x="16" y="22"/>
                    <a:pt x="16" y="22"/>
                    <a:pt x="15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20"/>
                    <a:pt x="20" y="20"/>
                    <a:pt x="21" y="20"/>
                  </a:cubicBezTo>
                  <a:cubicBezTo>
                    <a:pt x="21" y="19"/>
                    <a:pt x="22" y="18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20"/>
                    <a:pt x="24" y="20"/>
                    <a:pt x="25" y="21"/>
                  </a:cubicBezTo>
                  <a:cubicBezTo>
                    <a:pt x="25" y="21"/>
                    <a:pt x="27" y="21"/>
                    <a:pt x="27" y="22"/>
                  </a:cubicBezTo>
                  <a:cubicBezTo>
                    <a:pt x="28" y="18"/>
                    <a:pt x="28" y="15"/>
                    <a:pt x="29" y="11"/>
                  </a:cubicBezTo>
                  <a:cubicBezTo>
                    <a:pt x="29" y="11"/>
                    <a:pt x="28" y="9"/>
                    <a:pt x="28" y="8"/>
                  </a:cubicBezTo>
                  <a:cubicBezTo>
                    <a:pt x="28" y="8"/>
                    <a:pt x="28" y="7"/>
                    <a:pt x="27" y="6"/>
                  </a:cubicBezTo>
                  <a:cubicBezTo>
                    <a:pt x="27" y="6"/>
                    <a:pt x="27" y="6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32" y="8"/>
                    <a:pt x="19" y="0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1" y="4"/>
                    <a:pt x="10" y="5"/>
                  </a:cubicBezTo>
                  <a:cubicBezTo>
                    <a:pt x="8" y="7"/>
                    <a:pt x="7" y="8"/>
                    <a:pt x="5" y="10"/>
                  </a:cubicBezTo>
                  <a:cubicBezTo>
                    <a:pt x="4" y="11"/>
                    <a:pt x="4" y="12"/>
                    <a:pt x="3" y="13"/>
                  </a:cubicBezTo>
                  <a:cubicBezTo>
                    <a:pt x="3" y="13"/>
                    <a:pt x="3" y="13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0" y="20"/>
                    <a:pt x="0" y="23"/>
                    <a:pt x="0" y="27"/>
                  </a:cubicBezTo>
                  <a:cubicBezTo>
                    <a:pt x="0" y="31"/>
                    <a:pt x="0" y="34"/>
                    <a:pt x="0" y="38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0" y="34"/>
                    <a:pt x="0" y="29"/>
                    <a:pt x="0" y="25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3" y="37"/>
                  </a:moveTo>
                  <a:cubicBezTo>
                    <a:pt x="2" y="33"/>
                    <a:pt x="2" y="28"/>
                    <a:pt x="3" y="24"/>
                  </a:cubicBezTo>
                  <a:cubicBezTo>
                    <a:pt x="2" y="28"/>
                    <a:pt x="3" y="33"/>
                    <a:pt x="3" y="37"/>
                  </a:cubicBezTo>
                  <a:cubicBezTo>
                    <a:pt x="4" y="42"/>
                    <a:pt x="4" y="42"/>
                    <a:pt x="4" y="42"/>
                  </a:cubicBezTo>
                  <a:lnTo>
                    <a:pt x="3" y="37"/>
                  </a:lnTo>
                  <a:close/>
                  <a:moveTo>
                    <a:pt x="6" y="32"/>
                  </a:moveTo>
                  <a:cubicBezTo>
                    <a:pt x="6" y="32"/>
                    <a:pt x="6" y="32"/>
                    <a:pt x="6" y="32"/>
                  </a:cubicBezTo>
                  <a:cubicBezTo>
                    <a:pt x="6" y="33"/>
                    <a:pt x="5" y="33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6" y="33"/>
                    <a:pt x="6" y="32"/>
                  </a:cubicBezTo>
                  <a:close/>
                  <a:moveTo>
                    <a:pt x="11" y="36"/>
                  </a:move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5"/>
                    <a:pt x="11" y="35"/>
                    <a:pt x="11" y="36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9BB8665B-EB1A-4010-4F98-AFD8B00B6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426" y="2652713"/>
              <a:ext cx="112713" cy="173038"/>
            </a:xfrm>
            <a:custGeom>
              <a:avLst/>
              <a:gdLst>
                <a:gd name="T0" fmla="*/ 15 w 30"/>
                <a:gd name="T1" fmla="*/ 42 h 46"/>
                <a:gd name="T2" fmla="*/ 16 w 30"/>
                <a:gd name="T3" fmla="*/ 41 h 46"/>
                <a:gd name="T4" fmla="*/ 17 w 30"/>
                <a:gd name="T5" fmla="*/ 36 h 46"/>
                <a:gd name="T6" fmla="*/ 14 w 30"/>
                <a:gd name="T7" fmla="*/ 36 h 46"/>
                <a:gd name="T8" fmla="*/ 10 w 30"/>
                <a:gd name="T9" fmla="*/ 40 h 46"/>
                <a:gd name="T10" fmla="*/ 7 w 30"/>
                <a:gd name="T11" fmla="*/ 43 h 46"/>
                <a:gd name="T12" fmla="*/ 6 w 30"/>
                <a:gd name="T13" fmla="*/ 41 h 46"/>
                <a:gd name="T14" fmla="*/ 5 w 30"/>
                <a:gd name="T15" fmla="*/ 36 h 46"/>
                <a:gd name="T16" fmla="*/ 4 w 30"/>
                <a:gd name="T17" fmla="*/ 37 h 46"/>
                <a:gd name="T18" fmla="*/ 3 w 30"/>
                <a:gd name="T19" fmla="*/ 31 h 46"/>
                <a:gd name="T20" fmla="*/ 4 w 30"/>
                <a:gd name="T21" fmla="*/ 36 h 46"/>
                <a:gd name="T22" fmla="*/ 4 w 30"/>
                <a:gd name="T23" fmla="*/ 36 h 46"/>
                <a:gd name="T24" fmla="*/ 5 w 30"/>
                <a:gd name="T25" fmla="*/ 36 h 46"/>
                <a:gd name="T26" fmla="*/ 5 w 30"/>
                <a:gd name="T27" fmla="*/ 37 h 46"/>
                <a:gd name="T28" fmla="*/ 7 w 30"/>
                <a:gd name="T29" fmla="*/ 43 h 46"/>
                <a:gd name="T30" fmla="*/ 12 w 30"/>
                <a:gd name="T31" fmla="*/ 38 h 46"/>
                <a:gd name="T32" fmla="*/ 14 w 30"/>
                <a:gd name="T33" fmla="*/ 36 h 46"/>
                <a:gd name="T34" fmla="*/ 15 w 30"/>
                <a:gd name="T35" fmla="*/ 38 h 46"/>
                <a:gd name="T36" fmla="*/ 15 w 30"/>
                <a:gd name="T37" fmla="*/ 38 h 46"/>
                <a:gd name="T38" fmla="*/ 25 w 30"/>
                <a:gd name="T39" fmla="*/ 26 h 46"/>
                <a:gd name="T40" fmla="*/ 24 w 30"/>
                <a:gd name="T41" fmla="*/ 20 h 46"/>
                <a:gd name="T42" fmla="*/ 19 w 30"/>
                <a:gd name="T43" fmla="*/ 20 h 46"/>
                <a:gd name="T44" fmla="*/ 12 w 30"/>
                <a:gd name="T45" fmla="*/ 27 h 46"/>
                <a:gd name="T46" fmla="*/ 12 w 30"/>
                <a:gd name="T47" fmla="*/ 27 h 46"/>
                <a:gd name="T48" fmla="*/ 12 w 30"/>
                <a:gd name="T49" fmla="*/ 27 h 46"/>
                <a:gd name="T50" fmla="*/ 13 w 30"/>
                <a:gd name="T51" fmla="*/ 26 h 46"/>
                <a:gd name="T52" fmla="*/ 17 w 30"/>
                <a:gd name="T53" fmla="*/ 18 h 46"/>
                <a:gd name="T54" fmla="*/ 15 w 30"/>
                <a:gd name="T55" fmla="*/ 20 h 46"/>
                <a:gd name="T56" fmla="*/ 14 w 30"/>
                <a:gd name="T57" fmla="*/ 19 h 46"/>
                <a:gd name="T58" fmla="*/ 15 w 30"/>
                <a:gd name="T59" fmla="*/ 16 h 46"/>
                <a:gd name="T60" fmla="*/ 16 w 30"/>
                <a:gd name="T61" fmla="*/ 15 h 46"/>
                <a:gd name="T62" fmla="*/ 18 w 30"/>
                <a:gd name="T63" fmla="*/ 16 h 46"/>
                <a:gd name="T64" fmla="*/ 20 w 30"/>
                <a:gd name="T65" fmla="*/ 17 h 46"/>
                <a:gd name="T66" fmla="*/ 25 w 30"/>
                <a:gd name="T67" fmla="*/ 13 h 46"/>
                <a:gd name="T68" fmla="*/ 29 w 30"/>
                <a:gd name="T69" fmla="*/ 18 h 46"/>
                <a:gd name="T70" fmla="*/ 28 w 30"/>
                <a:gd name="T71" fmla="*/ 2 h 46"/>
                <a:gd name="T72" fmla="*/ 18 w 30"/>
                <a:gd name="T73" fmla="*/ 0 h 46"/>
                <a:gd name="T74" fmla="*/ 0 w 30"/>
                <a:gd name="T75" fmla="*/ 28 h 46"/>
                <a:gd name="T76" fmla="*/ 2 w 30"/>
                <a:gd name="T77" fmla="*/ 40 h 46"/>
                <a:gd name="T78" fmla="*/ 2 w 30"/>
                <a:gd name="T79" fmla="*/ 40 h 46"/>
                <a:gd name="T80" fmla="*/ 3 w 30"/>
                <a:gd name="T81" fmla="*/ 39 h 46"/>
                <a:gd name="T82" fmla="*/ 6 w 30"/>
                <a:gd name="T83" fmla="*/ 44 h 46"/>
                <a:gd name="T84" fmla="*/ 11 w 30"/>
                <a:gd name="T85" fmla="*/ 41 h 46"/>
                <a:gd name="T86" fmla="*/ 6 w 30"/>
                <a:gd name="T87" fmla="*/ 45 h 46"/>
                <a:gd name="T88" fmla="*/ 4 w 30"/>
                <a:gd name="T89" fmla="*/ 40 h 46"/>
                <a:gd name="T90" fmla="*/ 4 w 30"/>
                <a:gd name="T91" fmla="*/ 38 h 46"/>
                <a:gd name="T92" fmla="*/ 2 w 30"/>
                <a:gd name="T93" fmla="*/ 40 h 46"/>
                <a:gd name="T94" fmla="*/ 2 w 30"/>
                <a:gd name="T95" fmla="*/ 38 h 46"/>
                <a:gd name="T96" fmla="*/ 3 w 30"/>
                <a:gd name="T97" fmla="*/ 17 h 46"/>
                <a:gd name="T98" fmla="*/ 4 w 30"/>
                <a:gd name="T99" fmla="*/ 38 h 46"/>
                <a:gd name="T100" fmla="*/ 4 w 30"/>
                <a:gd name="T101" fmla="*/ 38 h 46"/>
                <a:gd name="T102" fmla="*/ 6 w 30"/>
                <a:gd name="T103" fmla="*/ 44 h 46"/>
                <a:gd name="T104" fmla="*/ 7 w 30"/>
                <a:gd name="T105" fmla="*/ 44 h 46"/>
                <a:gd name="T106" fmla="*/ 11 w 30"/>
                <a:gd name="T107" fmla="*/ 41 h 46"/>
                <a:gd name="T108" fmla="*/ 14 w 30"/>
                <a:gd name="T109" fmla="*/ 38 h 46"/>
                <a:gd name="T110" fmla="*/ 15 w 30"/>
                <a:gd name="T111" fmla="*/ 4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" h="46">
                  <a:moveTo>
                    <a:pt x="15" y="42"/>
                  </a:move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8" y="39"/>
                    <a:pt x="20" y="36"/>
                    <a:pt x="22" y="34"/>
                  </a:cubicBezTo>
                  <a:cubicBezTo>
                    <a:pt x="24" y="32"/>
                    <a:pt x="25" y="29"/>
                    <a:pt x="25" y="27"/>
                  </a:cubicBezTo>
                  <a:cubicBezTo>
                    <a:pt x="22" y="30"/>
                    <a:pt x="20" y="33"/>
                    <a:pt x="17" y="36"/>
                  </a:cubicBezTo>
                  <a:cubicBezTo>
                    <a:pt x="16" y="37"/>
                    <a:pt x="16" y="38"/>
                    <a:pt x="15" y="38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9" y="41"/>
                    <a:pt x="8" y="42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0"/>
                    <a:pt x="6" y="40"/>
                    <a:pt x="5" y="39"/>
                  </a:cubicBezTo>
                  <a:cubicBezTo>
                    <a:pt x="5" y="38"/>
                    <a:pt x="5" y="37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6"/>
                    <a:pt x="3" y="36"/>
                    <a:pt x="3" y="36"/>
                  </a:cubicBezTo>
                  <a:cubicBezTo>
                    <a:pt x="3" y="34"/>
                    <a:pt x="3" y="32"/>
                    <a:pt x="3" y="31"/>
                  </a:cubicBezTo>
                  <a:cubicBezTo>
                    <a:pt x="3" y="32"/>
                    <a:pt x="3" y="33"/>
                    <a:pt x="3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7"/>
                    <a:pt x="4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6" y="39"/>
                    <a:pt x="6" y="40"/>
                    <a:pt x="7" y="41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2"/>
                    <a:pt x="8" y="42"/>
                  </a:cubicBezTo>
                  <a:cubicBezTo>
                    <a:pt x="8" y="42"/>
                    <a:pt x="8" y="42"/>
                    <a:pt x="9" y="41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9" y="33"/>
                    <a:pt x="22" y="30"/>
                    <a:pt x="25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4"/>
                    <a:pt x="26" y="23"/>
                    <a:pt x="26" y="22"/>
                  </a:cubicBezTo>
                  <a:cubicBezTo>
                    <a:pt x="26" y="21"/>
                    <a:pt x="25" y="20"/>
                    <a:pt x="24" y="20"/>
                  </a:cubicBezTo>
                  <a:cubicBezTo>
                    <a:pt x="23" y="19"/>
                    <a:pt x="22" y="19"/>
                    <a:pt x="21" y="20"/>
                  </a:cubicBezTo>
                  <a:cubicBezTo>
                    <a:pt x="21" y="20"/>
                    <a:pt x="20" y="22"/>
                    <a:pt x="20" y="22"/>
                  </a:cubicBezTo>
                  <a:cubicBezTo>
                    <a:pt x="20" y="21"/>
                    <a:pt x="19" y="20"/>
                    <a:pt x="19" y="20"/>
                  </a:cubicBezTo>
                  <a:cubicBezTo>
                    <a:pt x="17" y="22"/>
                    <a:pt x="16" y="24"/>
                    <a:pt x="14" y="25"/>
                  </a:cubicBezTo>
                  <a:cubicBezTo>
                    <a:pt x="14" y="25"/>
                    <a:pt x="13" y="26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5"/>
                    <a:pt x="12" y="23"/>
                    <a:pt x="12" y="21"/>
                  </a:cubicBezTo>
                  <a:cubicBezTo>
                    <a:pt x="12" y="23"/>
                    <a:pt x="12" y="24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4" y="25"/>
                    <a:pt x="14" y="25"/>
                  </a:cubicBezTo>
                  <a:cubicBezTo>
                    <a:pt x="16" y="23"/>
                    <a:pt x="17" y="21"/>
                    <a:pt x="19" y="19"/>
                  </a:cubicBezTo>
                  <a:cubicBezTo>
                    <a:pt x="18" y="19"/>
                    <a:pt x="18" y="18"/>
                    <a:pt x="17" y="18"/>
                  </a:cubicBezTo>
                  <a:cubicBezTo>
                    <a:pt x="17" y="18"/>
                    <a:pt x="17" y="18"/>
                    <a:pt x="16" y="19"/>
                  </a:cubicBezTo>
                  <a:cubicBezTo>
                    <a:pt x="16" y="19"/>
                    <a:pt x="16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5"/>
                    <a:pt x="15" y="15"/>
                  </a:cubicBezTo>
                  <a:cubicBezTo>
                    <a:pt x="15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7" y="16"/>
                  </a:cubicBezTo>
                  <a:cubicBezTo>
                    <a:pt x="17" y="16"/>
                    <a:pt x="17" y="16"/>
                    <a:pt x="18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7"/>
                  </a:cubicBezTo>
                  <a:cubicBezTo>
                    <a:pt x="20" y="18"/>
                    <a:pt x="21" y="17"/>
                    <a:pt x="22" y="17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6" y="18"/>
                    <a:pt x="26" y="18"/>
                  </a:cubicBezTo>
                  <a:cubicBezTo>
                    <a:pt x="27" y="18"/>
                    <a:pt x="28" y="18"/>
                    <a:pt x="29" y="18"/>
                  </a:cubicBezTo>
                  <a:cubicBezTo>
                    <a:pt x="29" y="16"/>
                    <a:pt x="30" y="14"/>
                    <a:pt x="30" y="11"/>
                  </a:cubicBezTo>
                  <a:cubicBezTo>
                    <a:pt x="30" y="9"/>
                    <a:pt x="30" y="6"/>
                    <a:pt x="29" y="4"/>
                  </a:cubicBezTo>
                  <a:cubicBezTo>
                    <a:pt x="29" y="4"/>
                    <a:pt x="29" y="3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0"/>
                    <a:pt x="24" y="0"/>
                    <a:pt x="23" y="0"/>
                  </a:cubicBezTo>
                  <a:cubicBezTo>
                    <a:pt x="21" y="0"/>
                    <a:pt x="20" y="0"/>
                    <a:pt x="18" y="0"/>
                  </a:cubicBezTo>
                  <a:cubicBezTo>
                    <a:pt x="15" y="1"/>
                    <a:pt x="11" y="3"/>
                    <a:pt x="8" y="7"/>
                  </a:cubicBezTo>
                  <a:cubicBezTo>
                    <a:pt x="4" y="10"/>
                    <a:pt x="2" y="15"/>
                    <a:pt x="1" y="18"/>
                  </a:cubicBezTo>
                  <a:cubicBezTo>
                    <a:pt x="0" y="22"/>
                    <a:pt x="0" y="25"/>
                    <a:pt x="0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1"/>
                    <a:pt x="5" y="42"/>
                    <a:pt x="5" y="43"/>
                  </a:cubicBezTo>
                  <a:cubicBezTo>
                    <a:pt x="5" y="43"/>
                    <a:pt x="5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6"/>
                    <a:pt x="7" y="45"/>
                  </a:cubicBezTo>
                  <a:cubicBezTo>
                    <a:pt x="8" y="44"/>
                    <a:pt x="9" y="42"/>
                    <a:pt x="11" y="41"/>
                  </a:cubicBezTo>
                  <a:cubicBezTo>
                    <a:pt x="10" y="42"/>
                    <a:pt x="9" y="43"/>
                    <a:pt x="8" y="44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1"/>
                    <a:pt x="4" y="40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5"/>
                    <a:pt x="0" y="33"/>
                    <a:pt x="0" y="29"/>
                  </a:cubicBezTo>
                  <a:cubicBezTo>
                    <a:pt x="0" y="26"/>
                    <a:pt x="0" y="22"/>
                    <a:pt x="2" y="17"/>
                  </a:cubicBezTo>
                  <a:cubicBezTo>
                    <a:pt x="2" y="17"/>
                    <a:pt x="2" y="18"/>
                    <a:pt x="3" y="17"/>
                  </a:cubicBezTo>
                  <a:cubicBezTo>
                    <a:pt x="2" y="22"/>
                    <a:pt x="1" y="25"/>
                    <a:pt x="1" y="28"/>
                  </a:cubicBezTo>
                  <a:cubicBezTo>
                    <a:pt x="1" y="32"/>
                    <a:pt x="2" y="35"/>
                    <a:pt x="2" y="37"/>
                  </a:cubicBezTo>
                  <a:cubicBezTo>
                    <a:pt x="2" y="38"/>
                    <a:pt x="2" y="40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5" y="41"/>
                    <a:pt x="5" y="42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10" y="42"/>
                    <a:pt x="11" y="41"/>
                    <a:pt x="12" y="40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2"/>
                    <a:pt x="15" y="42"/>
                    <a:pt x="15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80" name="Freeform 39">
              <a:extLst>
                <a:ext uri="{FF2B5EF4-FFF2-40B4-BE49-F238E27FC236}">
                  <a16:creationId xmlns:a16="http://schemas.microsoft.com/office/drawing/2014/main" id="{B212B1C1-6439-4747-5EF9-E54F874999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4026" y="2908301"/>
              <a:ext cx="160338" cy="146050"/>
            </a:xfrm>
            <a:custGeom>
              <a:avLst/>
              <a:gdLst>
                <a:gd name="T0" fmla="*/ 42 w 43"/>
                <a:gd name="T1" fmla="*/ 30 h 39"/>
                <a:gd name="T2" fmla="*/ 38 w 43"/>
                <a:gd name="T3" fmla="*/ 23 h 39"/>
                <a:gd name="T4" fmla="*/ 43 w 43"/>
                <a:gd name="T5" fmla="*/ 33 h 39"/>
                <a:gd name="T6" fmla="*/ 42 w 43"/>
                <a:gd name="T7" fmla="*/ 36 h 39"/>
                <a:gd name="T8" fmla="*/ 40 w 43"/>
                <a:gd name="T9" fmla="*/ 37 h 39"/>
                <a:gd name="T10" fmla="*/ 23 w 43"/>
                <a:gd name="T11" fmla="*/ 35 h 39"/>
                <a:gd name="T12" fmla="*/ 39 w 43"/>
                <a:gd name="T13" fmla="*/ 36 h 39"/>
                <a:gd name="T14" fmla="*/ 40 w 43"/>
                <a:gd name="T15" fmla="*/ 36 h 39"/>
                <a:gd name="T16" fmla="*/ 41 w 43"/>
                <a:gd name="T17" fmla="*/ 35 h 39"/>
                <a:gd name="T18" fmla="*/ 42 w 43"/>
                <a:gd name="T19" fmla="*/ 34 h 39"/>
                <a:gd name="T20" fmla="*/ 41 w 43"/>
                <a:gd name="T21" fmla="*/ 32 h 39"/>
                <a:gd name="T22" fmla="*/ 39 w 43"/>
                <a:gd name="T23" fmla="*/ 27 h 39"/>
                <a:gd name="T24" fmla="*/ 34 w 43"/>
                <a:gd name="T25" fmla="*/ 14 h 39"/>
                <a:gd name="T26" fmla="*/ 27 w 43"/>
                <a:gd name="T27" fmla="*/ 7 h 39"/>
                <a:gd name="T28" fmla="*/ 36 w 43"/>
                <a:gd name="T29" fmla="*/ 23 h 39"/>
                <a:gd name="T30" fmla="*/ 38 w 43"/>
                <a:gd name="T31" fmla="*/ 29 h 39"/>
                <a:gd name="T32" fmla="*/ 39 w 43"/>
                <a:gd name="T33" fmla="*/ 32 h 39"/>
                <a:gd name="T34" fmla="*/ 39 w 43"/>
                <a:gd name="T35" fmla="*/ 33 h 39"/>
                <a:gd name="T36" fmla="*/ 38 w 43"/>
                <a:gd name="T37" fmla="*/ 35 h 39"/>
                <a:gd name="T38" fmla="*/ 39 w 43"/>
                <a:gd name="T39" fmla="*/ 33 h 39"/>
                <a:gd name="T40" fmla="*/ 39 w 43"/>
                <a:gd name="T41" fmla="*/ 32 h 39"/>
                <a:gd name="T42" fmla="*/ 38 w 43"/>
                <a:gd name="T43" fmla="*/ 28 h 39"/>
                <a:gd name="T44" fmla="*/ 31 w 43"/>
                <a:gd name="T45" fmla="*/ 14 h 39"/>
                <a:gd name="T46" fmla="*/ 17 w 43"/>
                <a:gd name="T47" fmla="*/ 2 h 39"/>
                <a:gd name="T48" fmla="*/ 18 w 43"/>
                <a:gd name="T49" fmla="*/ 8 h 39"/>
                <a:gd name="T50" fmla="*/ 23 w 43"/>
                <a:gd name="T51" fmla="*/ 19 h 39"/>
                <a:gd name="T52" fmla="*/ 22 w 43"/>
                <a:gd name="T53" fmla="*/ 21 h 39"/>
                <a:gd name="T54" fmla="*/ 22 w 43"/>
                <a:gd name="T55" fmla="*/ 21 h 39"/>
                <a:gd name="T56" fmla="*/ 22 w 43"/>
                <a:gd name="T57" fmla="*/ 20 h 39"/>
                <a:gd name="T58" fmla="*/ 17 w 43"/>
                <a:gd name="T59" fmla="*/ 10 h 39"/>
                <a:gd name="T60" fmla="*/ 17 w 43"/>
                <a:gd name="T61" fmla="*/ 14 h 39"/>
                <a:gd name="T62" fmla="*/ 16 w 43"/>
                <a:gd name="T63" fmla="*/ 16 h 39"/>
                <a:gd name="T64" fmla="*/ 14 w 43"/>
                <a:gd name="T65" fmla="*/ 14 h 39"/>
                <a:gd name="T66" fmla="*/ 13 w 43"/>
                <a:gd name="T67" fmla="*/ 13 h 39"/>
                <a:gd name="T68" fmla="*/ 13 w 43"/>
                <a:gd name="T69" fmla="*/ 13 h 39"/>
                <a:gd name="T70" fmla="*/ 13 w 43"/>
                <a:gd name="T71" fmla="*/ 13 h 39"/>
                <a:gd name="T72" fmla="*/ 13 w 43"/>
                <a:gd name="T73" fmla="*/ 13 h 39"/>
                <a:gd name="T74" fmla="*/ 15 w 43"/>
                <a:gd name="T75" fmla="*/ 9 h 39"/>
                <a:gd name="T76" fmla="*/ 9 w 43"/>
                <a:gd name="T77" fmla="*/ 6 h 39"/>
                <a:gd name="T78" fmla="*/ 12 w 43"/>
                <a:gd name="T79" fmla="*/ 0 h 39"/>
                <a:gd name="T80" fmla="*/ 1 w 43"/>
                <a:gd name="T81" fmla="*/ 9 h 39"/>
                <a:gd name="T82" fmla="*/ 7 w 43"/>
                <a:gd name="T83" fmla="*/ 27 h 39"/>
                <a:gd name="T84" fmla="*/ 35 w 43"/>
                <a:gd name="T85" fmla="*/ 39 h 39"/>
                <a:gd name="T86" fmla="*/ 40 w 43"/>
                <a:gd name="T87" fmla="*/ 37 h 39"/>
                <a:gd name="T88" fmla="*/ 43 w 43"/>
                <a:gd name="T89" fmla="*/ 36 h 39"/>
                <a:gd name="T90" fmla="*/ 43 w 43"/>
                <a:gd name="T91" fmla="*/ 34 h 39"/>
                <a:gd name="T92" fmla="*/ 12 w 43"/>
                <a:gd name="T93" fmla="*/ 1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3" h="39">
                  <a:moveTo>
                    <a:pt x="43" y="33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4"/>
                    <a:pt x="40" y="26"/>
                    <a:pt x="41" y="28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4"/>
                    <a:pt x="43" y="34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9"/>
                    <a:pt x="35" y="38"/>
                    <a:pt x="32" y="38"/>
                  </a:cubicBezTo>
                  <a:cubicBezTo>
                    <a:pt x="30" y="38"/>
                    <a:pt x="26" y="37"/>
                    <a:pt x="23" y="36"/>
                  </a:cubicBezTo>
                  <a:cubicBezTo>
                    <a:pt x="23" y="36"/>
                    <a:pt x="23" y="36"/>
                    <a:pt x="23" y="35"/>
                  </a:cubicBezTo>
                  <a:cubicBezTo>
                    <a:pt x="26" y="36"/>
                    <a:pt x="29" y="37"/>
                    <a:pt x="32" y="37"/>
                  </a:cubicBezTo>
                  <a:cubicBezTo>
                    <a:pt x="33" y="37"/>
                    <a:pt x="35" y="37"/>
                    <a:pt x="36" y="37"/>
                  </a:cubicBezTo>
                  <a:cubicBezTo>
                    <a:pt x="37" y="37"/>
                    <a:pt x="39" y="37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1" y="31"/>
                    <a:pt x="41" y="30"/>
                    <a:pt x="41" y="3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5"/>
                    <a:pt x="37" y="23"/>
                    <a:pt x="36" y="21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7" y="19"/>
                    <a:pt x="36" y="17"/>
                    <a:pt x="34" y="14"/>
                  </a:cubicBezTo>
                  <a:cubicBezTo>
                    <a:pt x="33" y="11"/>
                    <a:pt x="31" y="8"/>
                    <a:pt x="29" y="6"/>
                  </a:cubicBezTo>
                  <a:cubicBezTo>
                    <a:pt x="27" y="3"/>
                    <a:pt x="24" y="2"/>
                    <a:pt x="22" y="2"/>
                  </a:cubicBezTo>
                  <a:cubicBezTo>
                    <a:pt x="24" y="3"/>
                    <a:pt x="26" y="5"/>
                    <a:pt x="27" y="7"/>
                  </a:cubicBezTo>
                  <a:cubicBezTo>
                    <a:pt x="28" y="9"/>
                    <a:pt x="30" y="11"/>
                    <a:pt x="31" y="12"/>
                  </a:cubicBezTo>
                  <a:cubicBezTo>
                    <a:pt x="32" y="14"/>
                    <a:pt x="33" y="16"/>
                    <a:pt x="33" y="18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9"/>
                    <a:pt x="38" y="29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5"/>
                    <a:pt x="39" y="35"/>
                    <a:pt x="38" y="35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5" y="36"/>
                    <a:pt x="36" y="36"/>
                    <a:pt x="37" y="35"/>
                  </a:cubicBezTo>
                  <a:cubicBezTo>
                    <a:pt x="38" y="35"/>
                    <a:pt x="38" y="34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8" y="31"/>
                    <a:pt x="38" y="30"/>
                  </a:cubicBezTo>
                  <a:cubicBezTo>
                    <a:pt x="38" y="30"/>
                    <a:pt x="38" y="29"/>
                    <a:pt x="38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4"/>
                    <a:pt x="35" y="22"/>
                    <a:pt x="34" y="20"/>
                  </a:cubicBezTo>
                  <a:cubicBezTo>
                    <a:pt x="33" y="18"/>
                    <a:pt x="32" y="16"/>
                    <a:pt x="31" y="14"/>
                  </a:cubicBezTo>
                  <a:cubicBezTo>
                    <a:pt x="28" y="10"/>
                    <a:pt x="26" y="6"/>
                    <a:pt x="21" y="3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6" y="2"/>
                    <a:pt x="15" y="3"/>
                    <a:pt x="15" y="4"/>
                  </a:cubicBezTo>
                  <a:cubicBezTo>
                    <a:pt x="15" y="5"/>
                    <a:pt x="15" y="6"/>
                    <a:pt x="16" y="7"/>
                  </a:cubicBezTo>
                  <a:cubicBezTo>
                    <a:pt x="17" y="7"/>
                    <a:pt x="18" y="8"/>
                    <a:pt x="18" y="8"/>
                  </a:cubicBezTo>
                  <a:cubicBezTo>
                    <a:pt x="18" y="9"/>
                    <a:pt x="17" y="9"/>
                    <a:pt x="17" y="9"/>
                  </a:cubicBezTo>
                  <a:cubicBezTo>
                    <a:pt x="19" y="11"/>
                    <a:pt x="21" y="14"/>
                    <a:pt x="21" y="16"/>
                  </a:cubicBezTo>
                  <a:cubicBezTo>
                    <a:pt x="22" y="17"/>
                    <a:pt x="23" y="18"/>
                    <a:pt x="23" y="19"/>
                  </a:cubicBezTo>
                  <a:cubicBezTo>
                    <a:pt x="23" y="20"/>
                    <a:pt x="23" y="20"/>
                    <a:pt x="23" y="21"/>
                  </a:cubicBezTo>
                  <a:cubicBezTo>
                    <a:pt x="23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0"/>
                    <a:pt x="22" y="20"/>
                  </a:cubicBezTo>
                  <a:cubicBezTo>
                    <a:pt x="22" y="20"/>
                    <a:pt x="22" y="20"/>
                    <a:pt x="22" y="19"/>
                  </a:cubicBezTo>
                  <a:cubicBezTo>
                    <a:pt x="22" y="18"/>
                    <a:pt x="22" y="17"/>
                    <a:pt x="21" y="16"/>
                  </a:cubicBezTo>
                  <a:cubicBezTo>
                    <a:pt x="20" y="14"/>
                    <a:pt x="19" y="11"/>
                    <a:pt x="17" y="10"/>
                  </a:cubicBezTo>
                  <a:cubicBezTo>
                    <a:pt x="16" y="10"/>
                    <a:pt x="16" y="11"/>
                    <a:pt x="16" y="12"/>
                  </a:cubicBezTo>
                  <a:cubicBezTo>
                    <a:pt x="16" y="12"/>
                    <a:pt x="16" y="12"/>
                    <a:pt x="16" y="13"/>
                  </a:cubicBezTo>
                  <a:cubicBezTo>
                    <a:pt x="17" y="13"/>
                    <a:pt x="17" y="13"/>
                    <a:pt x="17" y="14"/>
                  </a:cubicBezTo>
                  <a:cubicBezTo>
                    <a:pt x="17" y="15"/>
                    <a:pt x="17" y="15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5"/>
                  </a:cubicBezTo>
                  <a:cubicBezTo>
                    <a:pt x="16" y="15"/>
                    <a:pt x="15" y="15"/>
                    <a:pt x="15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5"/>
                    <a:pt x="13" y="14"/>
                    <a:pt x="13" y="14"/>
                  </a:cubicBezTo>
                  <a:cubicBezTo>
                    <a:pt x="13" y="14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2"/>
                    <a:pt x="14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5" y="9"/>
                  </a:cubicBezTo>
                  <a:cubicBezTo>
                    <a:pt x="15" y="8"/>
                    <a:pt x="14" y="8"/>
                    <a:pt x="13" y="7"/>
                  </a:cubicBezTo>
                  <a:cubicBezTo>
                    <a:pt x="12" y="7"/>
                    <a:pt x="11" y="6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5"/>
                    <a:pt x="11" y="5"/>
                    <a:pt x="12" y="4"/>
                  </a:cubicBezTo>
                  <a:cubicBezTo>
                    <a:pt x="12" y="4"/>
                    <a:pt x="13" y="4"/>
                    <a:pt x="13" y="3"/>
                  </a:cubicBezTo>
                  <a:cubicBezTo>
                    <a:pt x="13" y="2"/>
                    <a:pt x="12" y="1"/>
                    <a:pt x="12" y="0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1"/>
                    <a:pt x="7" y="2"/>
                    <a:pt x="5" y="3"/>
                  </a:cubicBezTo>
                  <a:cubicBezTo>
                    <a:pt x="3" y="4"/>
                    <a:pt x="2" y="6"/>
                    <a:pt x="1" y="9"/>
                  </a:cubicBezTo>
                  <a:cubicBezTo>
                    <a:pt x="1" y="10"/>
                    <a:pt x="0" y="11"/>
                    <a:pt x="0" y="12"/>
                  </a:cubicBezTo>
                  <a:cubicBezTo>
                    <a:pt x="0" y="13"/>
                    <a:pt x="1" y="14"/>
                    <a:pt x="1" y="15"/>
                  </a:cubicBezTo>
                  <a:cubicBezTo>
                    <a:pt x="2" y="20"/>
                    <a:pt x="4" y="24"/>
                    <a:pt x="7" y="27"/>
                  </a:cubicBezTo>
                  <a:cubicBezTo>
                    <a:pt x="10" y="30"/>
                    <a:pt x="13" y="32"/>
                    <a:pt x="16" y="33"/>
                  </a:cubicBezTo>
                  <a:cubicBezTo>
                    <a:pt x="21" y="37"/>
                    <a:pt x="27" y="38"/>
                    <a:pt x="32" y="39"/>
                  </a:cubicBezTo>
                  <a:cubicBezTo>
                    <a:pt x="33" y="39"/>
                    <a:pt x="34" y="39"/>
                    <a:pt x="35" y="39"/>
                  </a:cubicBezTo>
                  <a:cubicBezTo>
                    <a:pt x="36" y="39"/>
                    <a:pt x="37" y="39"/>
                    <a:pt x="38" y="39"/>
                  </a:cubicBezTo>
                  <a:cubicBezTo>
                    <a:pt x="39" y="39"/>
                    <a:pt x="40" y="38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33"/>
                  </a:lnTo>
                  <a:close/>
                  <a:moveTo>
                    <a:pt x="12" y="11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81" name="Freeform 40">
              <a:extLst>
                <a:ext uri="{FF2B5EF4-FFF2-40B4-BE49-F238E27FC236}">
                  <a16:creationId xmlns:a16="http://schemas.microsoft.com/office/drawing/2014/main" id="{57E9DB25-236F-323D-7733-755E9DE4F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3175"/>
            </a:xfrm>
            <a:custGeom>
              <a:avLst/>
              <a:gdLst>
                <a:gd name="T0" fmla="*/ 1 h 1"/>
                <a:gd name="T1" fmla="*/ 1 h 1"/>
                <a:gd name="T2" fmla="*/ 0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88" name="Freeform 41">
              <a:extLst>
                <a:ext uri="{FF2B5EF4-FFF2-40B4-BE49-F238E27FC236}">
                  <a16:creationId xmlns:a16="http://schemas.microsoft.com/office/drawing/2014/main" id="{07F3DB34-9E6A-938C-D462-FF8439BFD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89" name="Freeform 42">
              <a:extLst>
                <a:ext uri="{FF2B5EF4-FFF2-40B4-BE49-F238E27FC236}">
                  <a16:creationId xmlns:a16="http://schemas.microsoft.com/office/drawing/2014/main" id="{6CBE315D-57BA-122A-DE23-4406E3128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6701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0" name="Freeform 43">
              <a:extLst>
                <a:ext uri="{FF2B5EF4-FFF2-40B4-BE49-F238E27FC236}">
                  <a16:creationId xmlns:a16="http://schemas.microsoft.com/office/drawing/2014/main" id="{862CBDF3-83C8-B167-0478-8FC0AD052B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03988" y="2938463"/>
              <a:ext cx="150813" cy="153988"/>
            </a:xfrm>
            <a:custGeom>
              <a:avLst/>
              <a:gdLst>
                <a:gd name="T0" fmla="*/ 32 w 40"/>
                <a:gd name="T1" fmla="*/ 31 h 41"/>
                <a:gd name="T2" fmla="*/ 32 w 40"/>
                <a:gd name="T3" fmla="*/ 31 h 41"/>
                <a:gd name="T4" fmla="*/ 12 w 40"/>
                <a:gd name="T5" fmla="*/ 39 h 41"/>
                <a:gd name="T6" fmla="*/ 6 w 40"/>
                <a:gd name="T7" fmla="*/ 30 h 41"/>
                <a:gd name="T8" fmla="*/ 9 w 40"/>
                <a:gd name="T9" fmla="*/ 26 h 41"/>
                <a:gd name="T10" fmla="*/ 3 w 40"/>
                <a:gd name="T11" fmla="*/ 39 h 41"/>
                <a:gd name="T12" fmla="*/ 26 w 40"/>
                <a:gd name="T13" fmla="*/ 35 h 41"/>
                <a:gd name="T14" fmla="*/ 36 w 40"/>
                <a:gd name="T15" fmla="*/ 23 h 41"/>
                <a:gd name="T16" fmla="*/ 39 w 40"/>
                <a:gd name="T17" fmla="*/ 10 h 41"/>
                <a:gd name="T18" fmla="*/ 38 w 40"/>
                <a:gd name="T19" fmla="*/ 10 h 41"/>
                <a:gd name="T20" fmla="*/ 37 w 40"/>
                <a:gd name="T21" fmla="*/ 15 h 41"/>
                <a:gd name="T22" fmla="*/ 27 w 40"/>
                <a:gd name="T23" fmla="*/ 32 h 41"/>
                <a:gd name="T24" fmla="*/ 19 w 40"/>
                <a:gd name="T25" fmla="*/ 35 h 41"/>
                <a:gd name="T26" fmla="*/ 37 w 40"/>
                <a:gd name="T27" fmla="*/ 16 h 41"/>
                <a:gd name="T28" fmla="*/ 36 w 40"/>
                <a:gd name="T29" fmla="*/ 5 h 41"/>
                <a:gd name="T30" fmla="*/ 34 w 40"/>
                <a:gd name="T31" fmla="*/ 3 h 41"/>
                <a:gd name="T32" fmla="*/ 30 w 40"/>
                <a:gd name="T33" fmla="*/ 3 h 41"/>
                <a:gd name="T34" fmla="*/ 30 w 40"/>
                <a:gd name="T35" fmla="*/ 6 h 41"/>
                <a:gd name="T36" fmla="*/ 30 w 40"/>
                <a:gd name="T37" fmla="*/ 8 h 41"/>
                <a:gd name="T38" fmla="*/ 30 w 40"/>
                <a:gd name="T39" fmla="*/ 6 h 41"/>
                <a:gd name="T40" fmla="*/ 25 w 40"/>
                <a:gd name="T41" fmla="*/ 7 h 41"/>
                <a:gd name="T42" fmla="*/ 26 w 40"/>
                <a:gd name="T43" fmla="*/ 3 h 41"/>
                <a:gd name="T44" fmla="*/ 20 w 40"/>
                <a:gd name="T45" fmla="*/ 4 h 41"/>
                <a:gd name="T46" fmla="*/ 15 w 40"/>
                <a:gd name="T47" fmla="*/ 10 h 41"/>
                <a:gd name="T48" fmla="*/ 15 w 40"/>
                <a:gd name="T49" fmla="*/ 11 h 41"/>
                <a:gd name="T50" fmla="*/ 14 w 40"/>
                <a:gd name="T51" fmla="*/ 13 h 41"/>
                <a:gd name="T52" fmla="*/ 10 w 40"/>
                <a:gd name="T53" fmla="*/ 20 h 41"/>
                <a:gd name="T54" fmla="*/ 0 w 40"/>
                <a:gd name="T55" fmla="*/ 41 h 41"/>
                <a:gd name="T56" fmla="*/ 26 w 40"/>
                <a:gd name="T57" fmla="*/ 36 h 41"/>
                <a:gd name="T58" fmla="*/ 18 w 40"/>
                <a:gd name="T59" fmla="*/ 36 h 41"/>
                <a:gd name="T60" fmla="*/ 25 w 40"/>
                <a:gd name="T61" fmla="*/ 24 h 41"/>
                <a:gd name="T62" fmla="*/ 24 w 40"/>
                <a:gd name="T63" fmla="*/ 24 h 41"/>
                <a:gd name="T64" fmla="*/ 28 w 40"/>
                <a:gd name="T65" fmla="*/ 19 h 41"/>
                <a:gd name="T66" fmla="*/ 29 w 40"/>
                <a:gd name="T67" fmla="*/ 15 h 41"/>
                <a:gd name="T68" fmla="*/ 25 w 40"/>
                <a:gd name="T69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" h="41">
                  <a:moveTo>
                    <a:pt x="26" y="36"/>
                  </a:moveTo>
                  <a:cubicBezTo>
                    <a:pt x="28" y="35"/>
                    <a:pt x="30" y="33"/>
                    <a:pt x="32" y="31"/>
                  </a:cubicBezTo>
                  <a:cubicBezTo>
                    <a:pt x="34" y="29"/>
                    <a:pt x="36" y="27"/>
                    <a:pt x="37" y="24"/>
                  </a:cubicBezTo>
                  <a:cubicBezTo>
                    <a:pt x="36" y="27"/>
                    <a:pt x="34" y="29"/>
                    <a:pt x="32" y="31"/>
                  </a:cubicBezTo>
                  <a:cubicBezTo>
                    <a:pt x="30" y="33"/>
                    <a:pt x="28" y="34"/>
                    <a:pt x="26" y="35"/>
                  </a:cubicBezTo>
                  <a:cubicBezTo>
                    <a:pt x="21" y="38"/>
                    <a:pt x="17" y="39"/>
                    <a:pt x="12" y="39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9" y="26"/>
                    <a:pt x="9" y="26"/>
                  </a:cubicBezTo>
                  <a:cubicBezTo>
                    <a:pt x="8" y="27"/>
                    <a:pt x="8" y="29"/>
                    <a:pt x="7" y="31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7" y="37"/>
                    <a:pt x="21" y="37"/>
                    <a:pt x="26" y="35"/>
                  </a:cubicBezTo>
                  <a:cubicBezTo>
                    <a:pt x="28" y="34"/>
                    <a:pt x="30" y="32"/>
                    <a:pt x="32" y="30"/>
                  </a:cubicBezTo>
                  <a:cubicBezTo>
                    <a:pt x="34" y="28"/>
                    <a:pt x="36" y="26"/>
                    <a:pt x="36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40" y="19"/>
                    <a:pt x="40" y="14"/>
                    <a:pt x="39" y="10"/>
                  </a:cubicBezTo>
                  <a:cubicBezTo>
                    <a:pt x="39" y="8"/>
                    <a:pt x="38" y="6"/>
                    <a:pt x="37" y="5"/>
                  </a:cubicBezTo>
                  <a:cubicBezTo>
                    <a:pt x="37" y="7"/>
                    <a:pt x="37" y="9"/>
                    <a:pt x="38" y="10"/>
                  </a:cubicBezTo>
                  <a:cubicBezTo>
                    <a:pt x="38" y="11"/>
                    <a:pt x="37" y="12"/>
                    <a:pt x="37" y="13"/>
                  </a:cubicBezTo>
                  <a:cubicBezTo>
                    <a:pt x="37" y="13"/>
                    <a:pt x="37" y="14"/>
                    <a:pt x="37" y="15"/>
                  </a:cubicBezTo>
                  <a:cubicBezTo>
                    <a:pt x="37" y="18"/>
                    <a:pt x="36" y="22"/>
                    <a:pt x="34" y="25"/>
                  </a:cubicBezTo>
                  <a:cubicBezTo>
                    <a:pt x="32" y="28"/>
                    <a:pt x="30" y="31"/>
                    <a:pt x="27" y="32"/>
                  </a:cubicBezTo>
                  <a:cubicBezTo>
                    <a:pt x="24" y="34"/>
                    <a:pt x="22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4" y="34"/>
                    <a:pt x="29" y="31"/>
                    <a:pt x="32" y="27"/>
                  </a:cubicBezTo>
                  <a:cubicBezTo>
                    <a:pt x="35" y="24"/>
                    <a:pt x="36" y="20"/>
                    <a:pt x="37" y="16"/>
                  </a:cubicBezTo>
                  <a:cubicBezTo>
                    <a:pt x="37" y="14"/>
                    <a:pt x="37" y="12"/>
                    <a:pt x="37" y="11"/>
                  </a:cubicBezTo>
                  <a:cubicBezTo>
                    <a:pt x="37" y="9"/>
                    <a:pt x="37" y="7"/>
                    <a:pt x="36" y="5"/>
                  </a:cubicBezTo>
                  <a:cubicBezTo>
                    <a:pt x="36" y="5"/>
                    <a:pt x="36" y="4"/>
                    <a:pt x="36" y="4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3" y="2"/>
                    <a:pt x="32" y="2"/>
                    <a:pt x="32" y="2"/>
                  </a:cubicBezTo>
                  <a:cubicBezTo>
                    <a:pt x="31" y="2"/>
                    <a:pt x="30" y="2"/>
                    <a:pt x="30" y="3"/>
                  </a:cubicBezTo>
                  <a:cubicBezTo>
                    <a:pt x="30" y="3"/>
                    <a:pt x="30" y="4"/>
                    <a:pt x="30" y="4"/>
                  </a:cubicBezTo>
                  <a:cubicBezTo>
                    <a:pt x="30" y="5"/>
                    <a:pt x="30" y="5"/>
                    <a:pt x="30" y="6"/>
                  </a:cubicBezTo>
                  <a:cubicBezTo>
                    <a:pt x="30" y="7"/>
                    <a:pt x="31" y="8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7"/>
                    <a:pt x="30" y="7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6" y="6"/>
                    <a:pt x="25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4"/>
                    <a:pt x="27" y="3"/>
                    <a:pt x="26" y="3"/>
                  </a:cubicBezTo>
                  <a:cubicBezTo>
                    <a:pt x="26" y="2"/>
                    <a:pt x="24" y="1"/>
                    <a:pt x="24" y="0"/>
                  </a:cubicBezTo>
                  <a:cubicBezTo>
                    <a:pt x="23" y="2"/>
                    <a:pt x="22" y="3"/>
                    <a:pt x="20" y="4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7" y="8"/>
                    <a:pt x="16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7" y="39"/>
                    <a:pt x="22" y="38"/>
                    <a:pt x="26" y="36"/>
                  </a:cubicBezTo>
                  <a:close/>
                  <a:moveTo>
                    <a:pt x="18" y="36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lose/>
                  <a:moveTo>
                    <a:pt x="25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6" y="22"/>
                    <a:pt x="27" y="21"/>
                    <a:pt x="28" y="19"/>
                  </a:cubicBezTo>
                  <a:cubicBezTo>
                    <a:pt x="28" y="18"/>
                    <a:pt x="29" y="17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8"/>
                    <a:pt x="28" y="19"/>
                  </a:cubicBezTo>
                  <a:cubicBezTo>
                    <a:pt x="27" y="21"/>
                    <a:pt x="26" y="23"/>
                    <a:pt x="25" y="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1" name="Freeform 44">
              <a:extLst>
                <a:ext uri="{FF2B5EF4-FFF2-40B4-BE49-F238E27FC236}">
                  <a16:creationId xmlns:a16="http://schemas.microsoft.com/office/drawing/2014/main" id="{A373D67B-2D36-2802-0EB2-8C13CDB7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2" name="Freeform 45">
              <a:extLst>
                <a:ext uri="{FF2B5EF4-FFF2-40B4-BE49-F238E27FC236}">
                  <a16:creationId xmlns:a16="http://schemas.microsoft.com/office/drawing/2014/main" id="{7CC3EEC6-4109-49DF-146C-3EA59E666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3" name="Freeform 46">
              <a:extLst>
                <a:ext uri="{FF2B5EF4-FFF2-40B4-BE49-F238E27FC236}">
                  <a16:creationId xmlns:a16="http://schemas.microsoft.com/office/drawing/2014/main" id="{5FEC0C8D-612E-A28C-8B59-71EA7B69A6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9038" y="1544638"/>
              <a:ext cx="2201863" cy="3138488"/>
            </a:xfrm>
            <a:custGeom>
              <a:avLst/>
              <a:gdLst>
                <a:gd name="T0" fmla="*/ 329 w 585"/>
                <a:gd name="T1" fmla="*/ 617 h 835"/>
                <a:gd name="T2" fmla="*/ 393 w 585"/>
                <a:gd name="T3" fmla="*/ 406 h 835"/>
                <a:gd name="T4" fmla="*/ 334 w 585"/>
                <a:gd name="T5" fmla="*/ 317 h 835"/>
                <a:gd name="T6" fmla="*/ 383 w 585"/>
                <a:gd name="T7" fmla="*/ 401 h 835"/>
                <a:gd name="T8" fmla="*/ 359 w 585"/>
                <a:gd name="T9" fmla="*/ 523 h 835"/>
                <a:gd name="T10" fmla="*/ 535 w 585"/>
                <a:gd name="T11" fmla="*/ 440 h 835"/>
                <a:gd name="T12" fmla="*/ 406 w 585"/>
                <a:gd name="T13" fmla="*/ 544 h 835"/>
                <a:gd name="T14" fmla="*/ 404 w 585"/>
                <a:gd name="T15" fmla="*/ 430 h 835"/>
                <a:gd name="T16" fmla="*/ 385 w 585"/>
                <a:gd name="T17" fmla="*/ 393 h 835"/>
                <a:gd name="T18" fmla="*/ 408 w 585"/>
                <a:gd name="T19" fmla="*/ 429 h 835"/>
                <a:gd name="T20" fmla="*/ 406 w 585"/>
                <a:gd name="T21" fmla="*/ 570 h 835"/>
                <a:gd name="T22" fmla="*/ 413 w 585"/>
                <a:gd name="T23" fmla="*/ 536 h 835"/>
                <a:gd name="T24" fmla="*/ 407 w 585"/>
                <a:gd name="T25" fmla="*/ 431 h 835"/>
                <a:gd name="T26" fmla="*/ 363 w 585"/>
                <a:gd name="T27" fmla="*/ 361 h 835"/>
                <a:gd name="T28" fmla="*/ 289 w 585"/>
                <a:gd name="T29" fmla="*/ 345 h 835"/>
                <a:gd name="T30" fmla="*/ 217 w 585"/>
                <a:gd name="T31" fmla="*/ 366 h 835"/>
                <a:gd name="T32" fmla="*/ 206 w 585"/>
                <a:gd name="T33" fmla="*/ 480 h 835"/>
                <a:gd name="T34" fmla="*/ 40 w 585"/>
                <a:gd name="T35" fmla="*/ 170 h 835"/>
                <a:gd name="T36" fmla="*/ 157 w 585"/>
                <a:gd name="T37" fmla="*/ 545 h 835"/>
                <a:gd name="T38" fmla="*/ 185 w 585"/>
                <a:gd name="T39" fmla="*/ 719 h 835"/>
                <a:gd name="T40" fmla="*/ 249 w 585"/>
                <a:gd name="T41" fmla="*/ 831 h 835"/>
                <a:gd name="T42" fmla="*/ 245 w 585"/>
                <a:gd name="T43" fmla="*/ 829 h 835"/>
                <a:gd name="T44" fmla="*/ 224 w 585"/>
                <a:gd name="T45" fmla="*/ 805 h 835"/>
                <a:gd name="T46" fmla="*/ 360 w 585"/>
                <a:gd name="T47" fmla="*/ 812 h 835"/>
                <a:gd name="T48" fmla="*/ 382 w 585"/>
                <a:gd name="T49" fmla="*/ 767 h 835"/>
                <a:gd name="T50" fmla="*/ 375 w 585"/>
                <a:gd name="T51" fmla="*/ 779 h 835"/>
                <a:gd name="T52" fmla="*/ 354 w 585"/>
                <a:gd name="T53" fmla="*/ 801 h 835"/>
                <a:gd name="T54" fmla="*/ 358 w 585"/>
                <a:gd name="T55" fmla="*/ 789 h 835"/>
                <a:gd name="T56" fmla="*/ 180 w 585"/>
                <a:gd name="T57" fmla="*/ 750 h 835"/>
                <a:gd name="T58" fmla="*/ 296 w 585"/>
                <a:gd name="T59" fmla="*/ 716 h 835"/>
                <a:gd name="T60" fmla="*/ 397 w 585"/>
                <a:gd name="T61" fmla="*/ 709 h 835"/>
                <a:gd name="T62" fmla="*/ 362 w 585"/>
                <a:gd name="T63" fmla="*/ 675 h 835"/>
                <a:gd name="T64" fmla="*/ 414 w 585"/>
                <a:gd name="T65" fmla="*/ 634 h 835"/>
                <a:gd name="T66" fmla="*/ 397 w 585"/>
                <a:gd name="T67" fmla="*/ 658 h 835"/>
                <a:gd name="T68" fmla="*/ 405 w 585"/>
                <a:gd name="T69" fmla="*/ 620 h 835"/>
                <a:gd name="T70" fmla="*/ 416 w 585"/>
                <a:gd name="T71" fmla="*/ 599 h 835"/>
                <a:gd name="T72" fmla="*/ 256 w 585"/>
                <a:gd name="T73" fmla="*/ 820 h 835"/>
                <a:gd name="T74" fmla="*/ 228 w 585"/>
                <a:gd name="T75" fmla="*/ 811 h 835"/>
                <a:gd name="T76" fmla="*/ 185 w 585"/>
                <a:gd name="T77" fmla="*/ 718 h 835"/>
                <a:gd name="T78" fmla="*/ 225 w 585"/>
                <a:gd name="T79" fmla="*/ 376 h 835"/>
                <a:gd name="T80" fmla="*/ 270 w 585"/>
                <a:gd name="T81" fmla="*/ 353 h 835"/>
                <a:gd name="T82" fmla="*/ 358 w 585"/>
                <a:gd name="T83" fmla="*/ 348 h 835"/>
                <a:gd name="T84" fmla="*/ 446 w 585"/>
                <a:gd name="T85" fmla="*/ 390 h 835"/>
                <a:gd name="T86" fmla="*/ 407 w 585"/>
                <a:gd name="T87" fmla="*/ 418 h 835"/>
                <a:gd name="T88" fmla="*/ 355 w 585"/>
                <a:gd name="T89" fmla="*/ 374 h 835"/>
                <a:gd name="T90" fmla="*/ 332 w 585"/>
                <a:gd name="T91" fmla="*/ 354 h 835"/>
                <a:gd name="T92" fmla="*/ 242 w 585"/>
                <a:gd name="T93" fmla="*/ 333 h 835"/>
                <a:gd name="T94" fmla="*/ 139 w 585"/>
                <a:gd name="T95" fmla="*/ 387 h 835"/>
                <a:gd name="T96" fmla="*/ 182 w 585"/>
                <a:gd name="T97" fmla="*/ 623 h 835"/>
                <a:gd name="T98" fmla="*/ 372 w 585"/>
                <a:gd name="T99" fmla="*/ 434 h 835"/>
                <a:gd name="T100" fmla="*/ 255 w 585"/>
                <a:gd name="T101" fmla="*/ 373 h 835"/>
                <a:gd name="T102" fmla="*/ 374 w 585"/>
                <a:gd name="T103" fmla="*/ 423 h 835"/>
                <a:gd name="T104" fmla="*/ 235 w 585"/>
                <a:gd name="T105" fmla="*/ 391 h 835"/>
                <a:gd name="T106" fmla="*/ 368 w 585"/>
                <a:gd name="T107" fmla="*/ 468 h 835"/>
                <a:gd name="T108" fmla="*/ 263 w 585"/>
                <a:gd name="T109" fmla="*/ 358 h 835"/>
                <a:gd name="T110" fmla="*/ 343 w 585"/>
                <a:gd name="T111" fmla="*/ 372 h 835"/>
                <a:gd name="T112" fmla="*/ 339 w 585"/>
                <a:gd name="T113" fmla="*/ 361 h 835"/>
                <a:gd name="T114" fmla="*/ 240 w 585"/>
                <a:gd name="T115" fmla="*/ 513 h 835"/>
                <a:gd name="T116" fmla="*/ 185 w 585"/>
                <a:gd name="T117" fmla="*/ 382 h 835"/>
                <a:gd name="T118" fmla="*/ 287 w 585"/>
                <a:gd name="T119" fmla="*/ 300 h 835"/>
                <a:gd name="T120" fmla="*/ 336 w 585"/>
                <a:gd name="T121" fmla="*/ 336 h 835"/>
                <a:gd name="T122" fmla="*/ 382 w 585"/>
                <a:gd name="T123" fmla="*/ 404 h 835"/>
                <a:gd name="T124" fmla="*/ 333 w 585"/>
                <a:gd name="T125" fmla="*/ 593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5" h="835">
                  <a:moveTo>
                    <a:pt x="542" y="139"/>
                  </a:moveTo>
                  <a:cubicBezTo>
                    <a:pt x="526" y="111"/>
                    <a:pt x="507" y="89"/>
                    <a:pt x="486" y="71"/>
                  </a:cubicBezTo>
                  <a:cubicBezTo>
                    <a:pt x="466" y="53"/>
                    <a:pt x="445" y="39"/>
                    <a:pt x="425" y="29"/>
                  </a:cubicBezTo>
                  <a:cubicBezTo>
                    <a:pt x="460" y="48"/>
                    <a:pt x="492" y="74"/>
                    <a:pt x="517" y="106"/>
                  </a:cubicBezTo>
                  <a:cubicBezTo>
                    <a:pt x="542" y="138"/>
                    <a:pt x="561" y="175"/>
                    <a:pt x="571" y="215"/>
                  </a:cubicBezTo>
                  <a:cubicBezTo>
                    <a:pt x="581" y="255"/>
                    <a:pt x="583" y="297"/>
                    <a:pt x="575" y="338"/>
                  </a:cubicBezTo>
                  <a:cubicBezTo>
                    <a:pt x="568" y="378"/>
                    <a:pt x="552" y="418"/>
                    <a:pt x="528" y="452"/>
                  </a:cubicBezTo>
                  <a:cubicBezTo>
                    <a:pt x="504" y="486"/>
                    <a:pt x="472" y="515"/>
                    <a:pt x="436" y="536"/>
                  </a:cubicBezTo>
                  <a:cubicBezTo>
                    <a:pt x="432" y="539"/>
                    <a:pt x="427" y="541"/>
                    <a:pt x="422" y="544"/>
                  </a:cubicBezTo>
                  <a:cubicBezTo>
                    <a:pt x="419" y="545"/>
                    <a:pt x="419" y="545"/>
                    <a:pt x="419" y="545"/>
                  </a:cubicBezTo>
                  <a:cubicBezTo>
                    <a:pt x="416" y="547"/>
                    <a:pt x="416" y="547"/>
                    <a:pt x="416" y="547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9"/>
                    <a:pt x="414" y="549"/>
                    <a:pt x="414" y="549"/>
                  </a:cubicBezTo>
                  <a:cubicBezTo>
                    <a:pt x="414" y="580"/>
                    <a:pt x="414" y="580"/>
                    <a:pt x="414" y="580"/>
                  </a:cubicBezTo>
                  <a:cubicBezTo>
                    <a:pt x="414" y="595"/>
                    <a:pt x="414" y="595"/>
                    <a:pt x="414" y="595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600"/>
                    <a:pt x="414" y="601"/>
                    <a:pt x="414" y="601"/>
                  </a:cubicBezTo>
                  <a:cubicBezTo>
                    <a:pt x="414" y="602"/>
                    <a:pt x="414" y="603"/>
                    <a:pt x="414" y="604"/>
                  </a:cubicBezTo>
                  <a:cubicBezTo>
                    <a:pt x="413" y="607"/>
                    <a:pt x="412" y="610"/>
                    <a:pt x="410" y="613"/>
                  </a:cubicBezTo>
                  <a:cubicBezTo>
                    <a:pt x="406" y="618"/>
                    <a:pt x="400" y="621"/>
                    <a:pt x="393" y="621"/>
                  </a:cubicBezTo>
                  <a:cubicBezTo>
                    <a:pt x="377" y="621"/>
                    <a:pt x="377" y="621"/>
                    <a:pt x="377" y="621"/>
                  </a:cubicBezTo>
                  <a:cubicBezTo>
                    <a:pt x="346" y="621"/>
                    <a:pt x="346" y="621"/>
                    <a:pt x="346" y="621"/>
                  </a:cubicBezTo>
                  <a:cubicBezTo>
                    <a:pt x="336" y="621"/>
                    <a:pt x="336" y="621"/>
                    <a:pt x="336" y="621"/>
                  </a:cubicBezTo>
                  <a:cubicBezTo>
                    <a:pt x="330" y="621"/>
                    <a:pt x="330" y="621"/>
                    <a:pt x="330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32" y="606"/>
                    <a:pt x="332" y="606"/>
                    <a:pt x="332" y="606"/>
                  </a:cubicBezTo>
                  <a:cubicBezTo>
                    <a:pt x="334" y="598"/>
                    <a:pt x="334" y="598"/>
                    <a:pt x="334" y="598"/>
                  </a:cubicBezTo>
                  <a:cubicBezTo>
                    <a:pt x="340" y="578"/>
                    <a:pt x="346" y="558"/>
                    <a:pt x="353" y="539"/>
                  </a:cubicBezTo>
                  <a:cubicBezTo>
                    <a:pt x="360" y="519"/>
                    <a:pt x="367" y="499"/>
                    <a:pt x="374" y="480"/>
                  </a:cubicBezTo>
                  <a:cubicBezTo>
                    <a:pt x="378" y="470"/>
                    <a:pt x="382" y="460"/>
                    <a:pt x="386" y="451"/>
                  </a:cubicBezTo>
                  <a:cubicBezTo>
                    <a:pt x="388" y="446"/>
                    <a:pt x="390" y="441"/>
                    <a:pt x="392" y="437"/>
                  </a:cubicBezTo>
                  <a:cubicBezTo>
                    <a:pt x="395" y="429"/>
                    <a:pt x="395" y="429"/>
                    <a:pt x="395" y="429"/>
                  </a:cubicBezTo>
                  <a:cubicBezTo>
                    <a:pt x="397" y="425"/>
                    <a:pt x="397" y="425"/>
                    <a:pt x="397" y="425"/>
                  </a:cubicBezTo>
                  <a:cubicBezTo>
                    <a:pt x="398" y="423"/>
                    <a:pt x="399" y="421"/>
                    <a:pt x="400" y="420"/>
                  </a:cubicBezTo>
                  <a:cubicBezTo>
                    <a:pt x="404" y="420"/>
                    <a:pt x="404" y="420"/>
                    <a:pt x="404" y="420"/>
                  </a:cubicBezTo>
                  <a:cubicBezTo>
                    <a:pt x="405" y="420"/>
                    <a:pt x="405" y="420"/>
                    <a:pt x="406" y="420"/>
                  </a:cubicBezTo>
                  <a:cubicBezTo>
                    <a:pt x="407" y="420"/>
                    <a:pt x="407" y="420"/>
                    <a:pt x="407" y="420"/>
                  </a:cubicBezTo>
                  <a:cubicBezTo>
                    <a:pt x="408" y="420"/>
                    <a:pt x="408" y="420"/>
                    <a:pt x="408" y="420"/>
                  </a:cubicBezTo>
                  <a:cubicBezTo>
                    <a:pt x="410" y="420"/>
                    <a:pt x="411" y="420"/>
                    <a:pt x="413" y="420"/>
                  </a:cubicBezTo>
                  <a:cubicBezTo>
                    <a:pt x="417" y="420"/>
                    <a:pt x="420" y="419"/>
                    <a:pt x="423" y="418"/>
                  </a:cubicBezTo>
                  <a:cubicBezTo>
                    <a:pt x="430" y="416"/>
                    <a:pt x="435" y="413"/>
                    <a:pt x="440" y="408"/>
                  </a:cubicBezTo>
                  <a:cubicBezTo>
                    <a:pt x="442" y="406"/>
                    <a:pt x="444" y="403"/>
                    <a:pt x="445" y="400"/>
                  </a:cubicBezTo>
                  <a:cubicBezTo>
                    <a:pt x="446" y="397"/>
                    <a:pt x="447" y="394"/>
                    <a:pt x="448" y="390"/>
                  </a:cubicBezTo>
                  <a:cubicBezTo>
                    <a:pt x="449" y="384"/>
                    <a:pt x="448" y="377"/>
                    <a:pt x="445" y="371"/>
                  </a:cubicBezTo>
                  <a:cubicBezTo>
                    <a:pt x="443" y="365"/>
                    <a:pt x="438" y="360"/>
                    <a:pt x="432" y="359"/>
                  </a:cubicBezTo>
                  <a:cubicBezTo>
                    <a:pt x="431" y="359"/>
                    <a:pt x="430" y="359"/>
                    <a:pt x="428" y="359"/>
                  </a:cubicBezTo>
                  <a:cubicBezTo>
                    <a:pt x="427" y="359"/>
                    <a:pt x="425" y="360"/>
                    <a:pt x="424" y="361"/>
                  </a:cubicBezTo>
                  <a:cubicBezTo>
                    <a:pt x="421" y="362"/>
                    <a:pt x="419" y="364"/>
                    <a:pt x="416" y="366"/>
                  </a:cubicBezTo>
                  <a:cubicBezTo>
                    <a:pt x="414" y="368"/>
                    <a:pt x="411" y="371"/>
                    <a:pt x="409" y="374"/>
                  </a:cubicBezTo>
                  <a:cubicBezTo>
                    <a:pt x="409" y="375"/>
                    <a:pt x="408" y="375"/>
                    <a:pt x="408" y="376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7" y="378"/>
                    <a:pt x="407" y="378"/>
                    <a:pt x="407" y="378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399" y="393"/>
                    <a:pt x="399" y="393"/>
                    <a:pt x="399" y="393"/>
                  </a:cubicBezTo>
                  <a:cubicBezTo>
                    <a:pt x="393" y="406"/>
                    <a:pt x="393" y="406"/>
                    <a:pt x="393" y="406"/>
                  </a:cubicBezTo>
                  <a:cubicBezTo>
                    <a:pt x="393" y="406"/>
                    <a:pt x="392" y="406"/>
                    <a:pt x="392" y="406"/>
                  </a:cubicBezTo>
                  <a:cubicBezTo>
                    <a:pt x="391" y="405"/>
                    <a:pt x="391" y="405"/>
                    <a:pt x="391" y="405"/>
                  </a:cubicBezTo>
                  <a:cubicBezTo>
                    <a:pt x="388" y="404"/>
                    <a:pt x="388" y="404"/>
                    <a:pt x="388" y="404"/>
                  </a:cubicBezTo>
                  <a:cubicBezTo>
                    <a:pt x="386" y="403"/>
                    <a:pt x="385" y="403"/>
                    <a:pt x="383" y="402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1" y="400"/>
                    <a:pt x="381" y="400"/>
                    <a:pt x="381" y="400"/>
                  </a:cubicBezTo>
                  <a:cubicBezTo>
                    <a:pt x="380" y="400"/>
                    <a:pt x="380" y="400"/>
                    <a:pt x="379" y="399"/>
                  </a:cubicBezTo>
                  <a:cubicBezTo>
                    <a:pt x="378" y="398"/>
                    <a:pt x="377" y="398"/>
                    <a:pt x="376" y="397"/>
                  </a:cubicBezTo>
                  <a:cubicBezTo>
                    <a:pt x="372" y="394"/>
                    <a:pt x="368" y="390"/>
                    <a:pt x="365" y="386"/>
                  </a:cubicBezTo>
                  <a:cubicBezTo>
                    <a:pt x="362" y="381"/>
                    <a:pt x="359" y="377"/>
                    <a:pt x="357" y="373"/>
                  </a:cubicBezTo>
                  <a:cubicBezTo>
                    <a:pt x="356" y="370"/>
                    <a:pt x="355" y="368"/>
                    <a:pt x="354" y="366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1" y="359"/>
                    <a:pt x="350" y="357"/>
                    <a:pt x="350" y="356"/>
                  </a:cubicBezTo>
                  <a:cubicBezTo>
                    <a:pt x="352" y="354"/>
                    <a:pt x="354" y="353"/>
                    <a:pt x="356" y="352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9" y="350"/>
                    <a:pt x="359" y="350"/>
                    <a:pt x="359" y="350"/>
                  </a:cubicBezTo>
                  <a:cubicBezTo>
                    <a:pt x="359" y="349"/>
                    <a:pt x="360" y="349"/>
                    <a:pt x="360" y="349"/>
                  </a:cubicBezTo>
                  <a:cubicBezTo>
                    <a:pt x="363" y="347"/>
                    <a:pt x="365" y="345"/>
                    <a:pt x="367" y="342"/>
                  </a:cubicBezTo>
                  <a:cubicBezTo>
                    <a:pt x="372" y="338"/>
                    <a:pt x="376" y="333"/>
                    <a:pt x="378" y="328"/>
                  </a:cubicBezTo>
                  <a:cubicBezTo>
                    <a:pt x="380" y="322"/>
                    <a:pt x="382" y="317"/>
                    <a:pt x="380" y="311"/>
                  </a:cubicBezTo>
                  <a:cubicBezTo>
                    <a:pt x="380" y="308"/>
                    <a:pt x="379" y="306"/>
                    <a:pt x="377" y="303"/>
                  </a:cubicBezTo>
                  <a:cubicBezTo>
                    <a:pt x="377" y="302"/>
                    <a:pt x="376" y="301"/>
                    <a:pt x="375" y="300"/>
                  </a:cubicBezTo>
                  <a:cubicBezTo>
                    <a:pt x="374" y="299"/>
                    <a:pt x="373" y="297"/>
                    <a:pt x="372" y="297"/>
                  </a:cubicBezTo>
                  <a:cubicBezTo>
                    <a:pt x="368" y="293"/>
                    <a:pt x="362" y="292"/>
                    <a:pt x="357" y="293"/>
                  </a:cubicBezTo>
                  <a:cubicBezTo>
                    <a:pt x="354" y="294"/>
                    <a:pt x="352" y="295"/>
                    <a:pt x="349" y="296"/>
                  </a:cubicBezTo>
                  <a:cubicBezTo>
                    <a:pt x="347" y="298"/>
                    <a:pt x="345" y="300"/>
                    <a:pt x="343" y="302"/>
                  </a:cubicBezTo>
                  <a:cubicBezTo>
                    <a:pt x="338" y="306"/>
                    <a:pt x="336" y="311"/>
                    <a:pt x="334" y="317"/>
                  </a:cubicBezTo>
                  <a:cubicBezTo>
                    <a:pt x="332" y="323"/>
                    <a:pt x="332" y="329"/>
                    <a:pt x="333" y="335"/>
                  </a:cubicBezTo>
                  <a:cubicBezTo>
                    <a:pt x="332" y="329"/>
                    <a:pt x="332" y="323"/>
                    <a:pt x="334" y="317"/>
                  </a:cubicBezTo>
                  <a:cubicBezTo>
                    <a:pt x="335" y="312"/>
                    <a:pt x="338" y="307"/>
                    <a:pt x="342" y="302"/>
                  </a:cubicBezTo>
                  <a:cubicBezTo>
                    <a:pt x="343" y="301"/>
                    <a:pt x="344" y="300"/>
                    <a:pt x="345" y="299"/>
                  </a:cubicBezTo>
                  <a:cubicBezTo>
                    <a:pt x="346" y="299"/>
                    <a:pt x="346" y="298"/>
                    <a:pt x="347" y="298"/>
                  </a:cubicBezTo>
                  <a:cubicBezTo>
                    <a:pt x="348" y="297"/>
                    <a:pt x="348" y="297"/>
                    <a:pt x="349" y="297"/>
                  </a:cubicBezTo>
                  <a:cubicBezTo>
                    <a:pt x="351" y="295"/>
                    <a:pt x="354" y="294"/>
                    <a:pt x="356" y="293"/>
                  </a:cubicBezTo>
                  <a:cubicBezTo>
                    <a:pt x="362" y="292"/>
                    <a:pt x="368" y="293"/>
                    <a:pt x="372" y="296"/>
                  </a:cubicBezTo>
                  <a:cubicBezTo>
                    <a:pt x="372" y="297"/>
                    <a:pt x="373" y="297"/>
                    <a:pt x="373" y="297"/>
                  </a:cubicBezTo>
                  <a:cubicBezTo>
                    <a:pt x="374" y="298"/>
                    <a:pt x="374" y="299"/>
                    <a:pt x="375" y="299"/>
                  </a:cubicBezTo>
                  <a:cubicBezTo>
                    <a:pt x="375" y="300"/>
                    <a:pt x="376" y="301"/>
                    <a:pt x="377" y="303"/>
                  </a:cubicBezTo>
                  <a:cubicBezTo>
                    <a:pt x="379" y="305"/>
                    <a:pt x="380" y="308"/>
                    <a:pt x="380" y="310"/>
                  </a:cubicBezTo>
                  <a:cubicBezTo>
                    <a:pt x="382" y="316"/>
                    <a:pt x="381" y="322"/>
                    <a:pt x="378" y="327"/>
                  </a:cubicBezTo>
                  <a:cubicBezTo>
                    <a:pt x="376" y="333"/>
                    <a:pt x="372" y="338"/>
                    <a:pt x="368" y="342"/>
                  </a:cubicBezTo>
                  <a:cubicBezTo>
                    <a:pt x="366" y="345"/>
                    <a:pt x="363" y="347"/>
                    <a:pt x="361" y="349"/>
                  </a:cubicBezTo>
                  <a:cubicBezTo>
                    <a:pt x="360" y="349"/>
                    <a:pt x="359" y="350"/>
                    <a:pt x="359" y="350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4" y="353"/>
                    <a:pt x="352" y="354"/>
                    <a:pt x="350" y="356"/>
                  </a:cubicBezTo>
                  <a:cubicBezTo>
                    <a:pt x="350" y="356"/>
                    <a:pt x="350" y="356"/>
                    <a:pt x="350" y="356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8"/>
                    <a:pt x="351" y="358"/>
                    <a:pt x="351" y="358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4" y="366"/>
                    <a:pt x="354" y="366"/>
                    <a:pt x="354" y="366"/>
                  </a:cubicBezTo>
                  <a:cubicBezTo>
                    <a:pt x="355" y="368"/>
                    <a:pt x="356" y="370"/>
                    <a:pt x="357" y="372"/>
                  </a:cubicBezTo>
                  <a:cubicBezTo>
                    <a:pt x="359" y="377"/>
                    <a:pt x="362" y="381"/>
                    <a:pt x="365" y="385"/>
                  </a:cubicBezTo>
                  <a:cubicBezTo>
                    <a:pt x="368" y="389"/>
                    <a:pt x="372" y="393"/>
                    <a:pt x="376" y="397"/>
                  </a:cubicBezTo>
                  <a:cubicBezTo>
                    <a:pt x="377" y="397"/>
                    <a:pt x="378" y="398"/>
                    <a:pt x="379" y="399"/>
                  </a:cubicBezTo>
                  <a:cubicBezTo>
                    <a:pt x="380" y="399"/>
                    <a:pt x="380" y="400"/>
                    <a:pt x="381" y="400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3" y="401"/>
                    <a:pt x="383" y="401"/>
                    <a:pt x="383" y="401"/>
                  </a:cubicBezTo>
                  <a:cubicBezTo>
                    <a:pt x="385" y="402"/>
                    <a:pt x="386" y="403"/>
                    <a:pt x="388" y="404"/>
                  </a:cubicBezTo>
                  <a:cubicBezTo>
                    <a:pt x="390" y="405"/>
                    <a:pt x="390" y="405"/>
                    <a:pt x="390" y="405"/>
                  </a:cubicBezTo>
                  <a:cubicBezTo>
                    <a:pt x="392" y="405"/>
                    <a:pt x="392" y="405"/>
                    <a:pt x="392" y="405"/>
                  </a:cubicBezTo>
                  <a:cubicBezTo>
                    <a:pt x="392" y="405"/>
                    <a:pt x="393" y="406"/>
                    <a:pt x="393" y="406"/>
                  </a:cubicBezTo>
                  <a:cubicBezTo>
                    <a:pt x="399" y="392"/>
                    <a:pt x="399" y="392"/>
                    <a:pt x="399" y="392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406" y="378"/>
                    <a:pt x="406" y="378"/>
                    <a:pt x="406" y="378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8" y="376"/>
                    <a:pt x="408" y="376"/>
                    <a:pt x="408" y="376"/>
                  </a:cubicBezTo>
                  <a:cubicBezTo>
                    <a:pt x="408" y="375"/>
                    <a:pt x="409" y="374"/>
                    <a:pt x="409" y="374"/>
                  </a:cubicBezTo>
                  <a:cubicBezTo>
                    <a:pt x="411" y="371"/>
                    <a:pt x="414" y="368"/>
                    <a:pt x="416" y="366"/>
                  </a:cubicBezTo>
                  <a:cubicBezTo>
                    <a:pt x="421" y="361"/>
                    <a:pt x="427" y="358"/>
                    <a:pt x="432" y="359"/>
                  </a:cubicBezTo>
                  <a:cubicBezTo>
                    <a:pt x="435" y="360"/>
                    <a:pt x="438" y="361"/>
                    <a:pt x="440" y="363"/>
                  </a:cubicBezTo>
                  <a:cubicBezTo>
                    <a:pt x="443" y="365"/>
                    <a:pt x="444" y="368"/>
                    <a:pt x="446" y="371"/>
                  </a:cubicBezTo>
                  <a:cubicBezTo>
                    <a:pt x="448" y="377"/>
                    <a:pt x="449" y="384"/>
                    <a:pt x="448" y="390"/>
                  </a:cubicBezTo>
                  <a:cubicBezTo>
                    <a:pt x="447" y="394"/>
                    <a:pt x="447" y="397"/>
                    <a:pt x="445" y="400"/>
                  </a:cubicBezTo>
                  <a:cubicBezTo>
                    <a:pt x="444" y="403"/>
                    <a:pt x="442" y="406"/>
                    <a:pt x="440" y="408"/>
                  </a:cubicBezTo>
                  <a:cubicBezTo>
                    <a:pt x="436" y="413"/>
                    <a:pt x="430" y="417"/>
                    <a:pt x="423" y="419"/>
                  </a:cubicBezTo>
                  <a:cubicBezTo>
                    <a:pt x="420" y="420"/>
                    <a:pt x="416" y="420"/>
                    <a:pt x="413" y="420"/>
                  </a:cubicBezTo>
                  <a:cubicBezTo>
                    <a:pt x="411" y="421"/>
                    <a:pt x="410" y="421"/>
                    <a:pt x="408" y="421"/>
                  </a:cubicBezTo>
                  <a:cubicBezTo>
                    <a:pt x="407" y="421"/>
                    <a:pt x="407" y="421"/>
                    <a:pt x="407" y="421"/>
                  </a:cubicBezTo>
                  <a:cubicBezTo>
                    <a:pt x="407" y="421"/>
                    <a:pt x="407" y="421"/>
                    <a:pt x="406" y="421"/>
                  </a:cubicBezTo>
                  <a:cubicBezTo>
                    <a:pt x="405" y="421"/>
                    <a:pt x="405" y="421"/>
                    <a:pt x="404" y="420"/>
                  </a:cubicBezTo>
                  <a:cubicBezTo>
                    <a:pt x="400" y="420"/>
                    <a:pt x="400" y="420"/>
                    <a:pt x="400" y="420"/>
                  </a:cubicBezTo>
                  <a:cubicBezTo>
                    <a:pt x="399" y="422"/>
                    <a:pt x="399" y="423"/>
                    <a:pt x="398" y="425"/>
                  </a:cubicBezTo>
                  <a:cubicBezTo>
                    <a:pt x="396" y="429"/>
                    <a:pt x="396" y="429"/>
                    <a:pt x="396" y="429"/>
                  </a:cubicBezTo>
                  <a:cubicBezTo>
                    <a:pt x="393" y="435"/>
                    <a:pt x="393" y="435"/>
                    <a:pt x="393" y="435"/>
                  </a:cubicBezTo>
                  <a:cubicBezTo>
                    <a:pt x="388" y="447"/>
                    <a:pt x="388" y="447"/>
                    <a:pt x="388" y="447"/>
                  </a:cubicBezTo>
                  <a:cubicBezTo>
                    <a:pt x="384" y="456"/>
                    <a:pt x="381" y="464"/>
                    <a:pt x="378" y="472"/>
                  </a:cubicBezTo>
                  <a:cubicBezTo>
                    <a:pt x="371" y="489"/>
                    <a:pt x="365" y="506"/>
                    <a:pt x="359" y="523"/>
                  </a:cubicBezTo>
                  <a:cubicBezTo>
                    <a:pt x="353" y="539"/>
                    <a:pt x="347" y="556"/>
                    <a:pt x="342" y="573"/>
                  </a:cubicBezTo>
                  <a:cubicBezTo>
                    <a:pt x="340" y="581"/>
                    <a:pt x="337" y="590"/>
                    <a:pt x="335" y="598"/>
                  </a:cubicBezTo>
                  <a:cubicBezTo>
                    <a:pt x="330" y="612"/>
                    <a:pt x="330" y="612"/>
                    <a:pt x="330" y="612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39" y="621"/>
                    <a:pt x="339" y="621"/>
                    <a:pt x="339" y="621"/>
                  </a:cubicBezTo>
                  <a:cubicBezTo>
                    <a:pt x="392" y="621"/>
                    <a:pt x="392" y="621"/>
                    <a:pt x="392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4" y="621"/>
                    <a:pt x="395" y="621"/>
                    <a:pt x="395" y="621"/>
                  </a:cubicBezTo>
                  <a:cubicBezTo>
                    <a:pt x="397" y="621"/>
                    <a:pt x="398" y="620"/>
                    <a:pt x="399" y="620"/>
                  </a:cubicBezTo>
                  <a:cubicBezTo>
                    <a:pt x="402" y="619"/>
                    <a:pt x="404" y="618"/>
                    <a:pt x="406" y="616"/>
                  </a:cubicBezTo>
                  <a:cubicBezTo>
                    <a:pt x="410" y="613"/>
                    <a:pt x="413" y="608"/>
                    <a:pt x="414" y="603"/>
                  </a:cubicBezTo>
                  <a:cubicBezTo>
                    <a:pt x="414" y="602"/>
                    <a:pt x="414" y="601"/>
                    <a:pt x="414" y="601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596"/>
                    <a:pt x="414" y="596"/>
                    <a:pt x="414" y="596"/>
                  </a:cubicBezTo>
                  <a:cubicBezTo>
                    <a:pt x="414" y="590"/>
                    <a:pt x="414" y="590"/>
                    <a:pt x="414" y="590"/>
                  </a:cubicBezTo>
                  <a:cubicBezTo>
                    <a:pt x="414" y="577"/>
                    <a:pt x="414" y="577"/>
                    <a:pt x="414" y="577"/>
                  </a:cubicBezTo>
                  <a:cubicBezTo>
                    <a:pt x="414" y="552"/>
                    <a:pt x="414" y="552"/>
                    <a:pt x="414" y="552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7"/>
                    <a:pt x="415" y="547"/>
                    <a:pt x="415" y="547"/>
                  </a:cubicBezTo>
                  <a:cubicBezTo>
                    <a:pt x="416" y="546"/>
                    <a:pt x="416" y="546"/>
                    <a:pt x="416" y="546"/>
                  </a:cubicBezTo>
                  <a:cubicBezTo>
                    <a:pt x="420" y="545"/>
                    <a:pt x="424" y="543"/>
                    <a:pt x="428" y="541"/>
                  </a:cubicBezTo>
                  <a:cubicBezTo>
                    <a:pt x="442" y="533"/>
                    <a:pt x="456" y="523"/>
                    <a:pt x="470" y="513"/>
                  </a:cubicBezTo>
                  <a:cubicBezTo>
                    <a:pt x="496" y="493"/>
                    <a:pt x="518" y="468"/>
                    <a:pt x="535" y="440"/>
                  </a:cubicBezTo>
                  <a:cubicBezTo>
                    <a:pt x="553" y="412"/>
                    <a:pt x="565" y="382"/>
                    <a:pt x="572" y="350"/>
                  </a:cubicBezTo>
                  <a:cubicBezTo>
                    <a:pt x="580" y="319"/>
                    <a:pt x="581" y="286"/>
                    <a:pt x="578" y="255"/>
                  </a:cubicBezTo>
                  <a:cubicBezTo>
                    <a:pt x="574" y="223"/>
                    <a:pt x="566" y="192"/>
                    <a:pt x="552" y="164"/>
                  </a:cubicBezTo>
                  <a:cubicBezTo>
                    <a:pt x="539" y="135"/>
                    <a:pt x="521" y="109"/>
                    <a:pt x="499" y="86"/>
                  </a:cubicBezTo>
                  <a:cubicBezTo>
                    <a:pt x="477" y="63"/>
                    <a:pt x="451" y="44"/>
                    <a:pt x="424" y="30"/>
                  </a:cubicBezTo>
                  <a:cubicBezTo>
                    <a:pt x="412" y="23"/>
                    <a:pt x="399" y="18"/>
                    <a:pt x="386" y="13"/>
                  </a:cubicBezTo>
                  <a:cubicBezTo>
                    <a:pt x="369" y="8"/>
                    <a:pt x="353" y="4"/>
                    <a:pt x="339" y="2"/>
                  </a:cubicBezTo>
                  <a:cubicBezTo>
                    <a:pt x="325" y="0"/>
                    <a:pt x="313" y="0"/>
                    <a:pt x="305" y="0"/>
                  </a:cubicBezTo>
                  <a:cubicBezTo>
                    <a:pt x="296" y="0"/>
                    <a:pt x="291" y="0"/>
                    <a:pt x="291" y="1"/>
                  </a:cubicBezTo>
                  <a:cubicBezTo>
                    <a:pt x="291" y="1"/>
                    <a:pt x="296" y="2"/>
                    <a:pt x="308" y="3"/>
                  </a:cubicBezTo>
                  <a:cubicBezTo>
                    <a:pt x="314" y="3"/>
                    <a:pt x="322" y="4"/>
                    <a:pt x="331" y="6"/>
                  </a:cubicBezTo>
                  <a:cubicBezTo>
                    <a:pt x="341" y="7"/>
                    <a:pt x="352" y="10"/>
                    <a:pt x="365" y="13"/>
                  </a:cubicBezTo>
                  <a:cubicBezTo>
                    <a:pt x="372" y="15"/>
                    <a:pt x="380" y="18"/>
                    <a:pt x="388" y="21"/>
                  </a:cubicBezTo>
                  <a:cubicBezTo>
                    <a:pt x="397" y="24"/>
                    <a:pt x="405" y="28"/>
                    <a:pt x="413" y="31"/>
                  </a:cubicBezTo>
                  <a:cubicBezTo>
                    <a:pt x="429" y="39"/>
                    <a:pt x="440" y="46"/>
                    <a:pt x="440" y="46"/>
                  </a:cubicBezTo>
                  <a:cubicBezTo>
                    <a:pt x="445" y="49"/>
                    <a:pt x="445" y="50"/>
                    <a:pt x="444" y="50"/>
                  </a:cubicBezTo>
                  <a:cubicBezTo>
                    <a:pt x="443" y="50"/>
                    <a:pt x="440" y="48"/>
                    <a:pt x="437" y="47"/>
                  </a:cubicBezTo>
                  <a:cubicBezTo>
                    <a:pt x="475" y="70"/>
                    <a:pt x="507" y="102"/>
                    <a:pt x="530" y="139"/>
                  </a:cubicBezTo>
                  <a:cubicBezTo>
                    <a:pt x="553" y="176"/>
                    <a:pt x="567" y="219"/>
                    <a:pt x="571" y="263"/>
                  </a:cubicBezTo>
                  <a:cubicBezTo>
                    <a:pt x="572" y="285"/>
                    <a:pt x="572" y="307"/>
                    <a:pt x="568" y="329"/>
                  </a:cubicBezTo>
                  <a:cubicBezTo>
                    <a:pt x="565" y="350"/>
                    <a:pt x="559" y="371"/>
                    <a:pt x="551" y="392"/>
                  </a:cubicBezTo>
                  <a:cubicBezTo>
                    <a:pt x="535" y="432"/>
                    <a:pt x="509" y="469"/>
                    <a:pt x="475" y="498"/>
                  </a:cubicBezTo>
                  <a:cubicBezTo>
                    <a:pt x="462" y="510"/>
                    <a:pt x="448" y="520"/>
                    <a:pt x="432" y="529"/>
                  </a:cubicBezTo>
                  <a:cubicBezTo>
                    <a:pt x="428" y="531"/>
                    <a:pt x="425" y="533"/>
                    <a:pt x="421" y="535"/>
                  </a:cubicBezTo>
                  <a:cubicBezTo>
                    <a:pt x="419" y="536"/>
                    <a:pt x="417" y="537"/>
                    <a:pt x="415" y="538"/>
                  </a:cubicBezTo>
                  <a:cubicBezTo>
                    <a:pt x="413" y="539"/>
                    <a:pt x="410" y="541"/>
                    <a:pt x="407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4"/>
                    <a:pt x="406" y="544"/>
                    <a:pt x="406" y="544"/>
                  </a:cubicBezTo>
                  <a:cubicBezTo>
                    <a:pt x="406" y="547"/>
                    <a:pt x="406" y="547"/>
                    <a:pt x="406" y="547"/>
                  </a:cubicBezTo>
                  <a:cubicBezTo>
                    <a:pt x="406" y="551"/>
                    <a:pt x="406" y="551"/>
                    <a:pt x="406" y="551"/>
                  </a:cubicBezTo>
                  <a:cubicBezTo>
                    <a:pt x="406" y="558"/>
                    <a:pt x="406" y="558"/>
                    <a:pt x="406" y="558"/>
                  </a:cubicBezTo>
                  <a:cubicBezTo>
                    <a:pt x="406" y="571"/>
                    <a:pt x="406" y="571"/>
                    <a:pt x="406" y="571"/>
                  </a:cubicBezTo>
                  <a:cubicBezTo>
                    <a:pt x="406" y="598"/>
                    <a:pt x="406" y="598"/>
                    <a:pt x="406" y="598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1"/>
                    <a:pt x="406" y="601"/>
                    <a:pt x="406" y="601"/>
                  </a:cubicBezTo>
                  <a:cubicBezTo>
                    <a:pt x="406" y="602"/>
                    <a:pt x="406" y="603"/>
                    <a:pt x="406" y="604"/>
                  </a:cubicBezTo>
                  <a:cubicBezTo>
                    <a:pt x="405" y="605"/>
                    <a:pt x="404" y="607"/>
                    <a:pt x="403" y="608"/>
                  </a:cubicBezTo>
                  <a:cubicBezTo>
                    <a:pt x="401" y="611"/>
                    <a:pt x="398" y="613"/>
                    <a:pt x="394" y="613"/>
                  </a:cubicBezTo>
                  <a:cubicBezTo>
                    <a:pt x="394" y="613"/>
                    <a:pt x="393" y="613"/>
                    <a:pt x="393" y="613"/>
                  </a:cubicBezTo>
                  <a:cubicBezTo>
                    <a:pt x="391" y="613"/>
                    <a:pt x="391" y="613"/>
                    <a:pt x="391" y="613"/>
                  </a:cubicBezTo>
                  <a:cubicBezTo>
                    <a:pt x="388" y="613"/>
                    <a:pt x="388" y="613"/>
                    <a:pt x="388" y="613"/>
                  </a:cubicBezTo>
                  <a:cubicBezTo>
                    <a:pt x="381" y="613"/>
                    <a:pt x="381" y="613"/>
                    <a:pt x="381" y="613"/>
                  </a:cubicBezTo>
                  <a:cubicBezTo>
                    <a:pt x="368" y="613"/>
                    <a:pt x="368" y="613"/>
                    <a:pt x="368" y="613"/>
                  </a:cubicBezTo>
                  <a:cubicBezTo>
                    <a:pt x="342" y="613"/>
                    <a:pt x="342" y="613"/>
                    <a:pt x="342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8" y="613"/>
                    <a:pt x="339" y="613"/>
                    <a:pt x="339" y="613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0"/>
                    <a:pt x="339" y="610"/>
                    <a:pt x="339" y="610"/>
                  </a:cubicBezTo>
                  <a:cubicBezTo>
                    <a:pt x="342" y="599"/>
                    <a:pt x="342" y="599"/>
                    <a:pt x="342" y="599"/>
                  </a:cubicBezTo>
                  <a:cubicBezTo>
                    <a:pt x="345" y="591"/>
                    <a:pt x="348" y="582"/>
                    <a:pt x="350" y="574"/>
                  </a:cubicBezTo>
                  <a:cubicBezTo>
                    <a:pt x="355" y="557"/>
                    <a:pt x="361" y="540"/>
                    <a:pt x="367" y="524"/>
                  </a:cubicBezTo>
                  <a:cubicBezTo>
                    <a:pt x="373" y="507"/>
                    <a:pt x="379" y="490"/>
                    <a:pt x="385" y="474"/>
                  </a:cubicBezTo>
                  <a:cubicBezTo>
                    <a:pt x="389" y="466"/>
                    <a:pt x="392" y="458"/>
                    <a:pt x="396" y="450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403" y="432"/>
                    <a:pt x="403" y="432"/>
                    <a:pt x="403" y="432"/>
                  </a:cubicBezTo>
                  <a:cubicBezTo>
                    <a:pt x="404" y="430"/>
                    <a:pt x="404" y="430"/>
                    <a:pt x="404" y="430"/>
                  </a:cubicBezTo>
                  <a:cubicBezTo>
                    <a:pt x="405" y="429"/>
                    <a:pt x="405" y="429"/>
                    <a:pt x="405" y="428"/>
                  </a:cubicBezTo>
                  <a:cubicBezTo>
                    <a:pt x="405" y="428"/>
                    <a:pt x="406" y="428"/>
                    <a:pt x="406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8" y="429"/>
                    <a:pt x="408" y="429"/>
                    <a:pt x="408" y="429"/>
                  </a:cubicBezTo>
                  <a:cubicBezTo>
                    <a:pt x="410" y="429"/>
                    <a:pt x="412" y="429"/>
                    <a:pt x="414" y="428"/>
                  </a:cubicBezTo>
                  <a:cubicBezTo>
                    <a:pt x="418" y="428"/>
                    <a:pt x="422" y="427"/>
                    <a:pt x="426" y="426"/>
                  </a:cubicBezTo>
                  <a:cubicBezTo>
                    <a:pt x="433" y="424"/>
                    <a:pt x="441" y="420"/>
                    <a:pt x="446" y="413"/>
                  </a:cubicBezTo>
                  <a:cubicBezTo>
                    <a:pt x="449" y="410"/>
                    <a:pt x="451" y="407"/>
                    <a:pt x="453" y="403"/>
                  </a:cubicBezTo>
                  <a:cubicBezTo>
                    <a:pt x="454" y="399"/>
                    <a:pt x="455" y="395"/>
                    <a:pt x="456" y="391"/>
                  </a:cubicBezTo>
                  <a:cubicBezTo>
                    <a:pt x="457" y="383"/>
                    <a:pt x="457" y="375"/>
                    <a:pt x="453" y="367"/>
                  </a:cubicBezTo>
                  <a:cubicBezTo>
                    <a:pt x="451" y="363"/>
                    <a:pt x="449" y="360"/>
                    <a:pt x="446" y="357"/>
                  </a:cubicBezTo>
                  <a:cubicBezTo>
                    <a:pt x="442" y="354"/>
                    <a:pt x="438" y="352"/>
                    <a:pt x="434" y="351"/>
                  </a:cubicBezTo>
                  <a:cubicBezTo>
                    <a:pt x="433" y="351"/>
                    <a:pt x="431" y="351"/>
                    <a:pt x="430" y="351"/>
                  </a:cubicBezTo>
                  <a:cubicBezTo>
                    <a:pt x="429" y="351"/>
                    <a:pt x="428" y="351"/>
                    <a:pt x="427" y="351"/>
                  </a:cubicBezTo>
                  <a:cubicBezTo>
                    <a:pt x="424" y="351"/>
                    <a:pt x="422" y="352"/>
                    <a:pt x="420" y="353"/>
                  </a:cubicBezTo>
                  <a:cubicBezTo>
                    <a:pt x="416" y="355"/>
                    <a:pt x="413" y="357"/>
                    <a:pt x="410" y="360"/>
                  </a:cubicBezTo>
                  <a:cubicBezTo>
                    <a:pt x="407" y="363"/>
                    <a:pt x="405" y="366"/>
                    <a:pt x="402" y="369"/>
                  </a:cubicBezTo>
                  <a:cubicBezTo>
                    <a:pt x="402" y="369"/>
                    <a:pt x="401" y="370"/>
                    <a:pt x="401" y="371"/>
                  </a:cubicBezTo>
                  <a:cubicBezTo>
                    <a:pt x="400" y="372"/>
                    <a:pt x="400" y="372"/>
                    <a:pt x="400" y="372"/>
                  </a:cubicBezTo>
                  <a:cubicBezTo>
                    <a:pt x="400" y="373"/>
                    <a:pt x="400" y="373"/>
                    <a:pt x="400" y="373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5"/>
                    <a:pt x="389" y="395"/>
                    <a:pt x="389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7" y="394"/>
                    <a:pt x="387" y="394"/>
                    <a:pt x="387" y="394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5" y="393"/>
                    <a:pt x="385" y="393"/>
                    <a:pt x="385" y="393"/>
                  </a:cubicBezTo>
                  <a:cubicBezTo>
                    <a:pt x="385" y="392"/>
                    <a:pt x="384" y="392"/>
                    <a:pt x="383" y="391"/>
                  </a:cubicBezTo>
                  <a:cubicBezTo>
                    <a:pt x="380" y="389"/>
                    <a:pt x="377" y="386"/>
                    <a:pt x="375" y="383"/>
                  </a:cubicBezTo>
                  <a:cubicBezTo>
                    <a:pt x="369" y="377"/>
                    <a:pt x="365" y="370"/>
                    <a:pt x="362" y="363"/>
                  </a:cubicBezTo>
                  <a:cubicBezTo>
                    <a:pt x="365" y="370"/>
                    <a:pt x="369" y="377"/>
                    <a:pt x="375" y="383"/>
                  </a:cubicBezTo>
                  <a:cubicBezTo>
                    <a:pt x="377" y="386"/>
                    <a:pt x="380" y="389"/>
                    <a:pt x="383" y="391"/>
                  </a:cubicBezTo>
                  <a:cubicBezTo>
                    <a:pt x="384" y="392"/>
                    <a:pt x="385" y="392"/>
                    <a:pt x="385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7" y="393"/>
                    <a:pt x="387" y="393"/>
                    <a:pt x="387" y="393"/>
                  </a:cubicBezTo>
                  <a:cubicBezTo>
                    <a:pt x="387" y="394"/>
                    <a:pt x="387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4"/>
                    <a:pt x="389" y="395"/>
                    <a:pt x="389" y="394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9" y="373"/>
                    <a:pt x="399" y="373"/>
                    <a:pt x="400" y="372"/>
                  </a:cubicBezTo>
                  <a:cubicBezTo>
                    <a:pt x="401" y="371"/>
                    <a:pt x="401" y="371"/>
                    <a:pt x="401" y="371"/>
                  </a:cubicBezTo>
                  <a:cubicBezTo>
                    <a:pt x="401" y="370"/>
                    <a:pt x="402" y="369"/>
                    <a:pt x="402" y="369"/>
                  </a:cubicBezTo>
                  <a:cubicBezTo>
                    <a:pt x="405" y="365"/>
                    <a:pt x="407" y="362"/>
                    <a:pt x="410" y="360"/>
                  </a:cubicBezTo>
                  <a:cubicBezTo>
                    <a:pt x="413" y="357"/>
                    <a:pt x="417" y="354"/>
                    <a:pt x="421" y="353"/>
                  </a:cubicBezTo>
                  <a:cubicBezTo>
                    <a:pt x="423" y="352"/>
                    <a:pt x="425" y="351"/>
                    <a:pt x="427" y="351"/>
                  </a:cubicBezTo>
                  <a:cubicBezTo>
                    <a:pt x="429" y="350"/>
                    <a:pt x="432" y="350"/>
                    <a:pt x="434" y="351"/>
                  </a:cubicBezTo>
                  <a:cubicBezTo>
                    <a:pt x="439" y="352"/>
                    <a:pt x="443" y="354"/>
                    <a:pt x="446" y="357"/>
                  </a:cubicBezTo>
                  <a:cubicBezTo>
                    <a:pt x="449" y="360"/>
                    <a:pt x="452" y="364"/>
                    <a:pt x="453" y="368"/>
                  </a:cubicBezTo>
                  <a:cubicBezTo>
                    <a:pt x="457" y="375"/>
                    <a:pt x="457" y="384"/>
                    <a:pt x="456" y="392"/>
                  </a:cubicBezTo>
                  <a:cubicBezTo>
                    <a:pt x="455" y="396"/>
                    <a:pt x="454" y="400"/>
                    <a:pt x="453" y="403"/>
                  </a:cubicBezTo>
                  <a:cubicBezTo>
                    <a:pt x="451" y="407"/>
                    <a:pt x="449" y="411"/>
                    <a:pt x="446" y="414"/>
                  </a:cubicBezTo>
                  <a:cubicBezTo>
                    <a:pt x="441" y="420"/>
                    <a:pt x="433" y="424"/>
                    <a:pt x="425" y="426"/>
                  </a:cubicBezTo>
                  <a:cubicBezTo>
                    <a:pt x="422" y="428"/>
                    <a:pt x="418" y="428"/>
                    <a:pt x="414" y="429"/>
                  </a:cubicBezTo>
                  <a:cubicBezTo>
                    <a:pt x="412" y="429"/>
                    <a:pt x="410" y="429"/>
                    <a:pt x="408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6" y="429"/>
                    <a:pt x="406" y="429"/>
                    <a:pt x="406" y="429"/>
                  </a:cubicBezTo>
                  <a:cubicBezTo>
                    <a:pt x="406" y="429"/>
                    <a:pt x="405" y="429"/>
                    <a:pt x="405" y="429"/>
                  </a:cubicBezTo>
                  <a:cubicBezTo>
                    <a:pt x="405" y="429"/>
                    <a:pt x="405" y="429"/>
                    <a:pt x="404" y="430"/>
                  </a:cubicBezTo>
                  <a:cubicBezTo>
                    <a:pt x="404" y="432"/>
                    <a:pt x="404" y="432"/>
                    <a:pt x="404" y="432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396" y="450"/>
                    <a:pt x="396" y="450"/>
                    <a:pt x="396" y="450"/>
                  </a:cubicBezTo>
                  <a:cubicBezTo>
                    <a:pt x="392" y="458"/>
                    <a:pt x="389" y="466"/>
                    <a:pt x="385" y="475"/>
                  </a:cubicBezTo>
                  <a:cubicBezTo>
                    <a:pt x="379" y="491"/>
                    <a:pt x="373" y="508"/>
                    <a:pt x="367" y="525"/>
                  </a:cubicBezTo>
                  <a:cubicBezTo>
                    <a:pt x="361" y="541"/>
                    <a:pt x="355" y="558"/>
                    <a:pt x="350" y="575"/>
                  </a:cubicBezTo>
                  <a:cubicBezTo>
                    <a:pt x="347" y="584"/>
                    <a:pt x="345" y="592"/>
                    <a:pt x="342" y="601"/>
                  </a:cubicBezTo>
                  <a:cubicBezTo>
                    <a:pt x="339" y="611"/>
                    <a:pt x="339" y="611"/>
                    <a:pt x="339" y="611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40" y="613"/>
                    <a:pt x="340" y="613"/>
                    <a:pt x="340" y="613"/>
                  </a:cubicBezTo>
                  <a:cubicBezTo>
                    <a:pt x="343" y="613"/>
                    <a:pt x="343" y="613"/>
                    <a:pt x="343" y="613"/>
                  </a:cubicBezTo>
                  <a:cubicBezTo>
                    <a:pt x="369" y="613"/>
                    <a:pt x="369" y="613"/>
                    <a:pt x="369" y="613"/>
                  </a:cubicBezTo>
                  <a:cubicBezTo>
                    <a:pt x="382" y="613"/>
                    <a:pt x="382" y="613"/>
                    <a:pt x="382" y="613"/>
                  </a:cubicBezTo>
                  <a:cubicBezTo>
                    <a:pt x="389" y="613"/>
                    <a:pt x="389" y="613"/>
                    <a:pt x="389" y="613"/>
                  </a:cubicBezTo>
                  <a:cubicBezTo>
                    <a:pt x="392" y="613"/>
                    <a:pt x="392" y="613"/>
                    <a:pt x="392" y="613"/>
                  </a:cubicBezTo>
                  <a:cubicBezTo>
                    <a:pt x="393" y="613"/>
                    <a:pt x="393" y="613"/>
                    <a:pt x="394" y="613"/>
                  </a:cubicBezTo>
                  <a:cubicBezTo>
                    <a:pt x="394" y="613"/>
                    <a:pt x="395" y="613"/>
                    <a:pt x="395" y="613"/>
                  </a:cubicBezTo>
                  <a:cubicBezTo>
                    <a:pt x="398" y="612"/>
                    <a:pt x="402" y="610"/>
                    <a:pt x="404" y="607"/>
                  </a:cubicBezTo>
                  <a:cubicBezTo>
                    <a:pt x="405" y="606"/>
                    <a:pt x="405" y="604"/>
                    <a:pt x="406" y="603"/>
                  </a:cubicBezTo>
                  <a:cubicBezTo>
                    <a:pt x="406" y="602"/>
                    <a:pt x="406" y="601"/>
                    <a:pt x="406" y="600"/>
                  </a:cubicBezTo>
                  <a:cubicBezTo>
                    <a:pt x="406" y="597"/>
                    <a:pt x="406" y="597"/>
                    <a:pt x="406" y="597"/>
                  </a:cubicBezTo>
                  <a:cubicBezTo>
                    <a:pt x="406" y="570"/>
                    <a:pt x="406" y="570"/>
                    <a:pt x="406" y="570"/>
                  </a:cubicBezTo>
                  <a:cubicBezTo>
                    <a:pt x="406" y="557"/>
                    <a:pt x="406" y="557"/>
                    <a:pt x="406" y="557"/>
                  </a:cubicBezTo>
                  <a:cubicBezTo>
                    <a:pt x="406" y="550"/>
                    <a:pt x="406" y="550"/>
                    <a:pt x="406" y="550"/>
                  </a:cubicBezTo>
                  <a:cubicBezTo>
                    <a:pt x="406" y="545"/>
                    <a:pt x="406" y="545"/>
                    <a:pt x="406" y="545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7" y="542"/>
                    <a:pt x="407" y="542"/>
                    <a:pt x="407" y="542"/>
                  </a:cubicBezTo>
                  <a:cubicBezTo>
                    <a:pt x="408" y="542"/>
                    <a:pt x="408" y="542"/>
                    <a:pt x="408" y="542"/>
                  </a:cubicBezTo>
                  <a:cubicBezTo>
                    <a:pt x="412" y="540"/>
                    <a:pt x="412" y="540"/>
                    <a:pt x="412" y="540"/>
                  </a:cubicBezTo>
                  <a:cubicBezTo>
                    <a:pt x="415" y="538"/>
                    <a:pt x="415" y="538"/>
                    <a:pt x="415" y="538"/>
                  </a:cubicBezTo>
                  <a:cubicBezTo>
                    <a:pt x="417" y="537"/>
                    <a:pt x="419" y="536"/>
                    <a:pt x="421" y="535"/>
                  </a:cubicBezTo>
                  <a:cubicBezTo>
                    <a:pt x="425" y="533"/>
                    <a:pt x="429" y="531"/>
                    <a:pt x="433" y="529"/>
                  </a:cubicBezTo>
                  <a:cubicBezTo>
                    <a:pt x="448" y="520"/>
                    <a:pt x="462" y="509"/>
                    <a:pt x="475" y="498"/>
                  </a:cubicBezTo>
                  <a:cubicBezTo>
                    <a:pt x="509" y="469"/>
                    <a:pt x="535" y="432"/>
                    <a:pt x="551" y="391"/>
                  </a:cubicBezTo>
                  <a:cubicBezTo>
                    <a:pt x="568" y="350"/>
                    <a:pt x="574" y="305"/>
                    <a:pt x="570" y="261"/>
                  </a:cubicBezTo>
                  <a:cubicBezTo>
                    <a:pt x="566" y="217"/>
                    <a:pt x="552" y="174"/>
                    <a:pt x="528" y="136"/>
                  </a:cubicBezTo>
                  <a:cubicBezTo>
                    <a:pt x="504" y="99"/>
                    <a:pt x="471" y="67"/>
                    <a:pt x="432" y="44"/>
                  </a:cubicBezTo>
                  <a:cubicBezTo>
                    <a:pt x="430" y="43"/>
                    <a:pt x="429" y="43"/>
                    <a:pt x="432" y="45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6" y="55"/>
                    <a:pt x="452" y="59"/>
                    <a:pt x="460" y="65"/>
                  </a:cubicBezTo>
                  <a:cubicBezTo>
                    <a:pt x="470" y="73"/>
                    <a:pt x="487" y="88"/>
                    <a:pt x="505" y="108"/>
                  </a:cubicBezTo>
                  <a:cubicBezTo>
                    <a:pt x="513" y="119"/>
                    <a:pt x="522" y="131"/>
                    <a:pt x="530" y="144"/>
                  </a:cubicBezTo>
                  <a:cubicBezTo>
                    <a:pt x="538" y="157"/>
                    <a:pt x="545" y="172"/>
                    <a:pt x="551" y="188"/>
                  </a:cubicBezTo>
                  <a:cubicBezTo>
                    <a:pt x="557" y="203"/>
                    <a:pt x="562" y="220"/>
                    <a:pt x="565" y="237"/>
                  </a:cubicBezTo>
                  <a:cubicBezTo>
                    <a:pt x="568" y="254"/>
                    <a:pt x="569" y="271"/>
                    <a:pt x="569" y="288"/>
                  </a:cubicBezTo>
                  <a:cubicBezTo>
                    <a:pt x="569" y="305"/>
                    <a:pt x="568" y="321"/>
                    <a:pt x="565" y="337"/>
                  </a:cubicBezTo>
                  <a:cubicBezTo>
                    <a:pt x="562" y="352"/>
                    <a:pt x="558" y="366"/>
                    <a:pt x="554" y="379"/>
                  </a:cubicBezTo>
                  <a:cubicBezTo>
                    <a:pt x="539" y="422"/>
                    <a:pt x="513" y="461"/>
                    <a:pt x="478" y="492"/>
                  </a:cubicBezTo>
                  <a:cubicBezTo>
                    <a:pt x="461" y="508"/>
                    <a:pt x="442" y="521"/>
                    <a:pt x="421" y="532"/>
                  </a:cubicBezTo>
                  <a:cubicBezTo>
                    <a:pt x="419" y="534"/>
                    <a:pt x="416" y="535"/>
                    <a:pt x="413" y="536"/>
                  </a:cubicBezTo>
                  <a:cubicBezTo>
                    <a:pt x="408" y="539"/>
                    <a:pt x="408" y="539"/>
                    <a:pt x="408" y="539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2"/>
                    <a:pt x="404" y="542"/>
                    <a:pt x="404" y="542"/>
                  </a:cubicBezTo>
                  <a:cubicBezTo>
                    <a:pt x="404" y="543"/>
                    <a:pt x="404" y="543"/>
                    <a:pt x="404" y="543"/>
                  </a:cubicBezTo>
                  <a:cubicBezTo>
                    <a:pt x="404" y="545"/>
                    <a:pt x="404" y="545"/>
                    <a:pt x="404" y="545"/>
                  </a:cubicBezTo>
                  <a:cubicBezTo>
                    <a:pt x="404" y="565"/>
                    <a:pt x="404" y="565"/>
                    <a:pt x="404" y="565"/>
                  </a:cubicBezTo>
                  <a:cubicBezTo>
                    <a:pt x="404" y="600"/>
                    <a:pt x="404" y="600"/>
                    <a:pt x="404" y="600"/>
                  </a:cubicBezTo>
                  <a:cubicBezTo>
                    <a:pt x="403" y="602"/>
                    <a:pt x="403" y="604"/>
                    <a:pt x="402" y="606"/>
                  </a:cubicBezTo>
                  <a:cubicBezTo>
                    <a:pt x="401" y="607"/>
                    <a:pt x="399" y="609"/>
                    <a:pt x="397" y="609"/>
                  </a:cubicBezTo>
                  <a:cubicBezTo>
                    <a:pt x="397" y="610"/>
                    <a:pt x="396" y="610"/>
                    <a:pt x="395" y="610"/>
                  </a:cubicBezTo>
                  <a:cubicBezTo>
                    <a:pt x="394" y="610"/>
                    <a:pt x="393" y="610"/>
                    <a:pt x="391" y="610"/>
                  </a:cubicBezTo>
                  <a:cubicBezTo>
                    <a:pt x="382" y="610"/>
                    <a:pt x="382" y="610"/>
                    <a:pt x="382" y="610"/>
                  </a:cubicBezTo>
                  <a:cubicBezTo>
                    <a:pt x="346" y="610"/>
                    <a:pt x="346" y="610"/>
                    <a:pt x="346" y="610"/>
                  </a:cubicBezTo>
                  <a:cubicBezTo>
                    <a:pt x="343" y="610"/>
                    <a:pt x="343" y="610"/>
                    <a:pt x="343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09"/>
                    <a:pt x="342" y="609"/>
                    <a:pt x="342" y="609"/>
                  </a:cubicBezTo>
                  <a:cubicBezTo>
                    <a:pt x="346" y="596"/>
                    <a:pt x="346" y="596"/>
                    <a:pt x="346" y="596"/>
                  </a:cubicBezTo>
                  <a:cubicBezTo>
                    <a:pt x="350" y="584"/>
                    <a:pt x="353" y="573"/>
                    <a:pt x="357" y="561"/>
                  </a:cubicBezTo>
                  <a:cubicBezTo>
                    <a:pt x="364" y="539"/>
                    <a:pt x="372" y="516"/>
                    <a:pt x="381" y="493"/>
                  </a:cubicBezTo>
                  <a:cubicBezTo>
                    <a:pt x="385" y="482"/>
                    <a:pt x="389" y="471"/>
                    <a:pt x="394" y="460"/>
                  </a:cubicBezTo>
                  <a:cubicBezTo>
                    <a:pt x="396" y="454"/>
                    <a:pt x="399" y="449"/>
                    <a:pt x="401" y="443"/>
                  </a:cubicBezTo>
                  <a:cubicBezTo>
                    <a:pt x="405" y="435"/>
                    <a:pt x="405" y="435"/>
                    <a:pt x="405" y="435"/>
                  </a:cubicBezTo>
                  <a:cubicBezTo>
                    <a:pt x="406" y="432"/>
                    <a:pt x="406" y="432"/>
                    <a:pt x="406" y="432"/>
                  </a:cubicBezTo>
                  <a:cubicBezTo>
                    <a:pt x="406" y="431"/>
                    <a:pt x="406" y="431"/>
                    <a:pt x="406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8" y="431"/>
                    <a:pt x="408" y="431"/>
                    <a:pt x="408" y="431"/>
                  </a:cubicBezTo>
                  <a:cubicBezTo>
                    <a:pt x="410" y="431"/>
                    <a:pt x="412" y="431"/>
                    <a:pt x="414" y="431"/>
                  </a:cubicBezTo>
                  <a:cubicBezTo>
                    <a:pt x="418" y="430"/>
                    <a:pt x="422" y="430"/>
                    <a:pt x="426" y="429"/>
                  </a:cubicBezTo>
                  <a:cubicBezTo>
                    <a:pt x="434" y="426"/>
                    <a:pt x="442" y="422"/>
                    <a:pt x="448" y="415"/>
                  </a:cubicBezTo>
                  <a:cubicBezTo>
                    <a:pt x="451" y="412"/>
                    <a:pt x="453" y="408"/>
                    <a:pt x="455" y="404"/>
                  </a:cubicBezTo>
                  <a:cubicBezTo>
                    <a:pt x="457" y="400"/>
                    <a:pt x="458" y="396"/>
                    <a:pt x="458" y="392"/>
                  </a:cubicBezTo>
                  <a:cubicBezTo>
                    <a:pt x="460" y="383"/>
                    <a:pt x="459" y="374"/>
                    <a:pt x="455" y="366"/>
                  </a:cubicBezTo>
                  <a:cubicBezTo>
                    <a:pt x="453" y="362"/>
                    <a:pt x="450" y="358"/>
                    <a:pt x="447" y="355"/>
                  </a:cubicBezTo>
                  <a:cubicBezTo>
                    <a:pt x="444" y="352"/>
                    <a:pt x="439" y="350"/>
                    <a:pt x="434" y="349"/>
                  </a:cubicBezTo>
                  <a:cubicBezTo>
                    <a:pt x="433" y="348"/>
                    <a:pt x="432" y="348"/>
                    <a:pt x="430" y="348"/>
                  </a:cubicBezTo>
                  <a:cubicBezTo>
                    <a:pt x="429" y="348"/>
                    <a:pt x="428" y="348"/>
                    <a:pt x="426" y="349"/>
                  </a:cubicBezTo>
                  <a:cubicBezTo>
                    <a:pt x="424" y="349"/>
                    <a:pt x="421" y="350"/>
                    <a:pt x="419" y="351"/>
                  </a:cubicBezTo>
                  <a:cubicBezTo>
                    <a:pt x="415" y="353"/>
                    <a:pt x="412" y="355"/>
                    <a:pt x="409" y="358"/>
                  </a:cubicBezTo>
                  <a:cubicBezTo>
                    <a:pt x="406" y="361"/>
                    <a:pt x="403" y="364"/>
                    <a:pt x="401" y="367"/>
                  </a:cubicBezTo>
                  <a:cubicBezTo>
                    <a:pt x="400" y="368"/>
                    <a:pt x="399" y="369"/>
                    <a:pt x="399" y="370"/>
                  </a:cubicBezTo>
                  <a:cubicBezTo>
                    <a:pt x="398" y="370"/>
                    <a:pt x="398" y="370"/>
                    <a:pt x="398" y="370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5" y="378"/>
                    <a:pt x="395" y="378"/>
                    <a:pt x="395" y="378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2"/>
                    <a:pt x="387" y="391"/>
                    <a:pt x="387" y="391"/>
                  </a:cubicBezTo>
                  <a:cubicBezTo>
                    <a:pt x="387" y="391"/>
                    <a:pt x="387" y="391"/>
                    <a:pt x="387" y="391"/>
                  </a:cubicBezTo>
                  <a:cubicBezTo>
                    <a:pt x="385" y="390"/>
                    <a:pt x="385" y="390"/>
                    <a:pt x="385" y="390"/>
                  </a:cubicBezTo>
                  <a:cubicBezTo>
                    <a:pt x="384" y="390"/>
                    <a:pt x="384" y="389"/>
                    <a:pt x="383" y="388"/>
                  </a:cubicBezTo>
                  <a:cubicBezTo>
                    <a:pt x="379" y="386"/>
                    <a:pt x="376" y="382"/>
                    <a:pt x="374" y="379"/>
                  </a:cubicBezTo>
                  <a:cubicBezTo>
                    <a:pt x="371" y="375"/>
                    <a:pt x="369" y="372"/>
                    <a:pt x="367" y="367"/>
                  </a:cubicBezTo>
                  <a:cubicBezTo>
                    <a:pt x="366" y="365"/>
                    <a:pt x="365" y="363"/>
                    <a:pt x="364" y="361"/>
                  </a:cubicBezTo>
                  <a:cubicBezTo>
                    <a:pt x="363" y="361"/>
                    <a:pt x="363" y="361"/>
                    <a:pt x="363" y="361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5" y="359"/>
                    <a:pt x="365" y="359"/>
                    <a:pt x="365" y="359"/>
                  </a:cubicBezTo>
                  <a:cubicBezTo>
                    <a:pt x="368" y="357"/>
                    <a:pt x="370" y="355"/>
                    <a:pt x="372" y="353"/>
                  </a:cubicBezTo>
                  <a:cubicBezTo>
                    <a:pt x="376" y="349"/>
                    <a:pt x="380" y="345"/>
                    <a:pt x="383" y="340"/>
                  </a:cubicBezTo>
                  <a:cubicBezTo>
                    <a:pt x="387" y="336"/>
                    <a:pt x="390" y="330"/>
                    <a:pt x="391" y="324"/>
                  </a:cubicBezTo>
                  <a:cubicBezTo>
                    <a:pt x="392" y="318"/>
                    <a:pt x="392" y="311"/>
                    <a:pt x="390" y="305"/>
                  </a:cubicBezTo>
                  <a:cubicBezTo>
                    <a:pt x="389" y="302"/>
                    <a:pt x="388" y="299"/>
                    <a:pt x="386" y="296"/>
                  </a:cubicBezTo>
                  <a:cubicBezTo>
                    <a:pt x="385" y="295"/>
                    <a:pt x="384" y="294"/>
                    <a:pt x="383" y="292"/>
                  </a:cubicBezTo>
                  <a:cubicBezTo>
                    <a:pt x="383" y="292"/>
                    <a:pt x="382" y="291"/>
                    <a:pt x="382" y="291"/>
                  </a:cubicBezTo>
                  <a:cubicBezTo>
                    <a:pt x="381" y="290"/>
                    <a:pt x="381" y="290"/>
                    <a:pt x="381" y="290"/>
                  </a:cubicBezTo>
                  <a:cubicBezTo>
                    <a:pt x="380" y="289"/>
                    <a:pt x="380" y="289"/>
                    <a:pt x="380" y="289"/>
                  </a:cubicBezTo>
                  <a:cubicBezTo>
                    <a:pt x="377" y="287"/>
                    <a:pt x="374" y="285"/>
                    <a:pt x="371" y="283"/>
                  </a:cubicBezTo>
                  <a:cubicBezTo>
                    <a:pt x="368" y="282"/>
                    <a:pt x="364" y="282"/>
                    <a:pt x="361" y="282"/>
                  </a:cubicBezTo>
                  <a:cubicBezTo>
                    <a:pt x="354" y="282"/>
                    <a:pt x="348" y="284"/>
                    <a:pt x="343" y="287"/>
                  </a:cubicBezTo>
                  <a:cubicBezTo>
                    <a:pt x="340" y="289"/>
                    <a:pt x="338" y="291"/>
                    <a:pt x="336" y="293"/>
                  </a:cubicBezTo>
                  <a:cubicBezTo>
                    <a:pt x="333" y="295"/>
                    <a:pt x="331" y="298"/>
                    <a:pt x="330" y="300"/>
                  </a:cubicBezTo>
                  <a:cubicBezTo>
                    <a:pt x="327" y="304"/>
                    <a:pt x="325" y="308"/>
                    <a:pt x="324" y="312"/>
                  </a:cubicBezTo>
                  <a:cubicBezTo>
                    <a:pt x="322" y="316"/>
                    <a:pt x="322" y="321"/>
                    <a:pt x="321" y="325"/>
                  </a:cubicBezTo>
                  <a:cubicBezTo>
                    <a:pt x="321" y="329"/>
                    <a:pt x="321" y="333"/>
                    <a:pt x="322" y="337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3" y="343"/>
                    <a:pt x="323" y="343"/>
                    <a:pt x="323" y="343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2" y="344"/>
                    <a:pt x="322" y="344"/>
                    <a:pt x="322" y="344"/>
                  </a:cubicBezTo>
                  <a:cubicBezTo>
                    <a:pt x="320" y="344"/>
                    <a:pt x="318" y="345"/>
                    <a:pt x="315" y="345"/>
                  </a:cubicBezTo>
                  <a:cubicBezTo>
                    <a:pt x="311" y="346"/>
                    <a:pt x="307" y="347"/>
                    <a:pt x="302" y="347"/>
                  </a:cubicBezTo>
                  <a:cubicBezTo>
                    <a:pt x="298" y="346"/>
                    <a:pt x="293" y="346"/>
                    <a:pt x="289" y="345"/>
                  </a:cubicBezTo>
                  <a:cubicBezTo>
                    <a:pt x="287" y="345"/>
                    <a:pt x="287" y="345"/>
                    <a:pt x="287" y="345"/>
                  </a:cubicBezTo>
                  <a:cubicBezTo>
                    <a:pt x="286" y="345"/>
                    <a:pt x="286" y="345"/>
                    <a:pt x="286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4"/>
                    <a:pt x="285" y="344"/>
                    <a:pt x="285" y="344"/>
                  </a:cubicBezTo>
                  <a:cubicBezTo>
                    <a:pt x="286" y="343"/>
                    <a:pt x="286" y="343"/>
                    <a:pt x="286" y="343"/>
                  </a:cubicBezTo>
                  <a:cubicBezTo>
                    <a:pt x="290" y="339"/>
                    <a:pt x="293" y="334"/>
                    <a:pt x="295" y="330"/>
                  </a:cubicBezTo>
                  <a:cubicBezTo>
                    <a:pt x="298" y="325"/>
                    <a:pt x="300" y="320"/>
                    <a:pt x="302" y="314"/>
                  </a:cubicBezTo>
                  <a:cubicBezTo>
                    <a:pt x="302" y="311"/>
                    <a:pt x="303" y="308"/>
                    <a:pt x="302" y="305"/>
                  </a:cubicBezTo>
                  <a:cubicBezTo>
                    <a:pt x="302" y="301"/>
                    <a:pt x="302" y="298"/>
                    <a:pt x="300" y="295"/>
                  </a:cubicBezTo>
                  <a:cubicBezTo>
                    <a:pt x="298" y="289"/>
                    <a:pt x="293" y="284"/>
                    <a:pt x="289" y="280"/>
                  </a:cubicBezTo>
                  <a:cubicBezTo>
                    <a:pt x="284" y="277"/>
                    <a:pt x="278" y="274"/>
                    <a:pt x="271" y="274"/>
                  </a:cubicBezTo>
                  <a:cubicBezTo>
                    <a:pt x="268" y="273"/>
                    <a:pt x="264" y="274"/>
                    <a:pt x="261" y="275"/>
                  </a:cubicBezTo>
                  <a:cubicBezTo>
                    <a:pt x="258" y="276"/>
                    <a:pt x="255" y="277"/>
                    <a:pt x="252" y="279"/>
                  </a:cubicBezTo>
                  <a:cubicBezTo>
                    <a:pt x="247" y="282"/>
                    <a:pt x="243" y="287"/>
                    <a:pt x="240" y="291"/>
                  </a:cubicBezTo>
                  <a:cubicBezTo>
                    <a:pt x="237" y="296"/>
                    <a:pt x="234" y="301"/>
                    <a:pt x="232" y="306"/>
                  </a:cubicBezTo>
                  <a:cubicBezTo>
                    <a:pt x="230" y="311"/>
                    <a:pt x="229" y="316"/>
                    <a:pt x="228" y="322"/>
                  </a:cubicBezTo>
                  <a:cubicBezTo>
                    <a:pt x="228" y="325"/>
                    <a:pt x="228" y="328"/>
                    <a:pt x="228" y="331"/>
                  </a:cubicBezTo>
                  <a:cubicBezTo>
                    <a:pt x="228" y="331"/>
                    <a:pt x="228" y="332"/>
                    <a:pt x="228" y="333"/>
                  </a:cubicBezTo>
                  <a:cubicBezTo>
                    <a:pt x="228" y="334"/>
                    <a:pt x="228" y="334"/>
                    <a:pt x="228" y="335"/>
                  </a:cubicBezTo>
                  <a:cubicBezTo>
                    <a:pt x="229" y="337"/>
                    <a:pt x="229" y="338"/>
                    <a:pt x="229" y="339"/>
                  </a:cubicBezTo>
                  <a:cubicBezTo>
                    <a:pt x="230" y="342"/>
                    <a:pt x="231" y="345"/>
                    <a:pt x="232" y="348"/>
                  </a:cubicBezTo>
                  <a:cubicBezTo>
                    <a:pt x="233" y="348"/>
                    <a:pt x="233" y="349"/>
                    <a:pt x="233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3" y="351"/>
                    <a:pt x="233" y="351"/>
                    <a:pt x="233" y="351"/>
                  </a:cubicBezTo>
                  <a:cubicBezTo>
                    <a:pt x="231" y="353"/>
                    <a:pt x="229" y="355"/>
                    <a:pt x="228" y="357"/>
                  </a:cubicBezTo>
                  <a:cubicBezTo>
                    <a:pt x="224" y="360"/>
                    <a:pt x="221" y="363"/>
                    <a:pt x="217" y="366"/>
                  </a:cubicBezTo>
                  <a:cubicBezTo>
                    <a:pt x="213" y="369"/>
                    <a:pt x="209" y="372"/>
                    <a:pt x="205" y="375"/>
                  </a:cubicBezTo>
                  <a:cubicBezTo>
                    <a:pt x="204" y="376"/>
                    <a:pt x="203" y="376"/>
                    <a:pt x="202" y="377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196" y="370"/>
                    <a:pt x="196" y="370"/>
                    <a:pt x="196" y="370"/>
                  </a:cubicBezTo>
                  <a:cubicBezTo>
                    <a:pt x="195" y="368"/>
                    <a:pt x="194" y="366"/>
                    <a:pt x="192" y="365"/>
                  </a:cubicBezTo>
                  <a:cubicBezTo>
                    <a:pt x="188" y="358"/>
                    <a:pt x="182" y="351"/>
                    <a:pt x="174" y="346"/>
                  </a:cubicBezTo>
                  <a:cubicBezTo>
                    <a:pt x="170" y="344"/>
                    <a:pt x="166" y="342"/>
                    <a:pt x="161" y="342"/>
                  </a:cubicBezTo>
                  <a:cubicBezTo>
                    <a:pt x="157" y="341"/>
                    <a:pt x="152" y="341"/>
                    <a:pt x="147" y="342"/>
                  </a:cubicBezTo>
                  <a:cubicBezTo>
                    <a:pt x="145" y="343"/>
                    <a:pt x="142" y="344"/>
                    <a:pt x="140" y="345"/>
                  </a:cubicBezTo>
                  <a:cubicBezTo>
                    <a:pt x="138" y="346"/>
                    <a:pt x="136" y="347"/>
                    <a:pt x="134" y="348"/>
                  </a:cubicBezTo>
                  <a:cubicBezTo>
                    <a:pt x="131" y="351"/>
                    <a:pt x="127" y="355"/>
                    <a:pt x="125" y="359"/>
                  </a:cubicBezTo>
                  <a:cubicBezTo>
                    <a:pt x="123" y="364"/>
                    <a:pt x="122" y="369"/>
                    <a:pt x="122" y="374"/>
                  </a:cubicBezTo>
                  <a:cubicBezTo>
                    <a:pt x="122" y="379"/>
                    <a:pt x="123" y="383"/>
                    <a:pt x="125" y="387"/>
                  </a:cubicBezTo>
                  <a:cubicBezTo>
                    <a:pt x="126" y="391"/>
                    <a:pt x="128" y="395"/>
                    <a:pt x="131" y="399"/>
                  </a:cubicBezTo>
                  <a:cubicBezTo>
                    <a:pt x="133" y="402"/>
                    <a:pt x="136" y="405"/>
                    <a:pt x="139" y="408"/>
                  </a:cubicBezTo>
                  <a:cubicBezTo>
                    <a:pt x="146" y="414"/>
                    <a:pt x="154" y="418"/>
                    <a:pt x="162" y="421"/>
                  </a:cubicBezTo>
                  <a:cubicBezTo>
                    <a:pt x="166" y="422"/>
                    <a:pt x="171" y="422"/>
                    <a:pt x="175" y="422"/>
                  </a:cubicBezTo>
                  <a:cubicBezTo>
                    <a:pt x="177" y="422"/>
                    <a:pt x="179" y="422"/>
                    <a:pt x="181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6" y="432"/>
                    <a:pt x="186" y="432"/>
                    <a:pt x="186" y="432"/>
                  </a:cubicBezTo>
                  <a:cubicBezTo>
                    <a:pt x="189" y="438"/>
                    <a:pt x="191" y="443"/>
                    <a:pt x="193" y="448"/>
                  </a:cubicBezTo>
                  <a:cubicBezTo>
                    <a:pt x="198" y="458"/>
                    <a:pt x="202" y="469"/>
                    <a:pt x="206" y="480"/>
                  </a:cubicBezTo>
                  <a:cubicBezTo>
                    <a:pt x="215" y="501"/>
                    <a:pt x="222" y="522"/>
                    <a:pt x="230" y="544"/>
                  </a:cubicBezTo>
                  <a:cubicBezTo>
                    <a:pt x="236" y="562"/>
                    <a:pt x="241" y="580"/>
                    <a:pt x="247" y="598"/>
                  </a:cubicBezTo>
                  <a:cubicBezTo>
                    <a:pt x="250" y="609"/>
                    <a:pt x="250" y="609"/>
                    <a:pt x="250" y="609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24" y="610"/>
                    <a:pt x="224" y="610"/>
                    <a:pt x="224" y="610"/>
                  </a:cubicBezTo>
                  <a:cubicBezTo>
                    <a:pt x="196" y="610"/>
                    <a:pt x="196" y="610"/>
                    <a:pt x="196" y="610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187" y="610"/>
                    <a:pt x="186" y="609"/>
                    <a:pt x="184" y="609"/>
                  </a:cubicBezTo>
                  <a:cubicBezTo>
                    <a:pt x="182" y="608"/>
                    <a:pt x="180" y="605"/>
                    <a:pt x="179" y="603"/>
                  </a:cubicBezTo>
                  <a:cubicBezTo>
                    <a:pt x="179" y="602"/>
                    <a:pt x="179" y="601"/>
                    <a:pt x="179" y="600"/>
                  </a:cubicBezTo>
                  <a:cubicBezTo>
                    <a:pt x="179" y="600"/>
                    <a:pt x="179" y="600"/>
                    <a:pt x="179" y="600"/>
                  </a:cubicBezTo>
                  <a:cubicBezTo>
                    <a:pt x="179" y="599"/>
                    <a:pt x="179" y="599"/>
                    <a:pt x="179" y="599"/>
                  </a:cubicBezTo>
                  <a:cubicBezTo>
                    <a:pt x="179" y="597"/>
                    <a:pt x="179" y="597"/>
                    <a:pt x="179" y="597"/>
                  </a:cubicBezTo>
                  <a:cubicBezTo>
                    <a:pt x="179" y="590"/>
                    <a:pt x="179" y="590"/>
                    <a:pt x="179" y="590"/>
                  </a:cubicBezTo>
                  <a:cubicBezTo>
                    <a:pt x="179" y="576"/>
                    <a:pt x="179" y="576"/>
                    <a:pt x="179" y="576"/>
                  </a:cubicBezTo>
                  <a:cubicBezTo>
                    <a:pt x="179" y="544"/>
                    <a:pt x="179" y="544"/>
                    <a:pt x="179" y="544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8" y="540"/>
                    <a:pt x="178" y="540"/>
                    <a:pt x="178" y="540"/>
                  </a:cubicBezTo>
                  <a:cubicBezTo>
                    <a:pt x="177" y="540"/>
                    <a:pt x="177" y="540"/>
                    <a:pt x="177" y="540"/>
                  </a:cubicBezTo>
                  <a:cubicBezTo>
                    <a:pt x="176" y="539"/>
                    <a:pt x="176" y="539"/>
                    <a:pt x="176" y="539"/>
                  </a:cubicBezTo>
                  <a:cubicBezTo>
                    <a:pt x="170" y="536"/>
                    <a:pt x="170" y="536"/>
                    <a:pt x="170" y="536"/>
                  </a:cubicBezTo>
                  <a:cubicBezTo>
                    <a:pt x="168" y="535"/>
                    <a:pt x="166" y="534"/>
                    <a:pt x="164" y="533"/>
                  </a:cubicBezTo>
                  <a:cubicBezTo>
                    <a:pt x="160" y="531"/>
                    <a:pt x="155" y="528"/>
                    <a:pt x="151" y="526"/>
                  </a:cubicBezTo>
                  <a:cubicBezTo>
                    <a:pt x="143" y="521"/>
                    <a:pt x="135" y="516"/>
                    <a:pt x="128" y="511"/>
                  </a:cubicBezTo>
                  <a:cubicBezTo>
                    <a:pt x="113" y="500"/>
                    <a:pt x="99" y="487"/>
                    <a:pt x="86" y="473"/>
                  </a:cubicBezTo>
                  <a:cubicBezTo>
                    <a:pt x="61" y="446"/>
                    <a:pt x="41" y="413"/>
                    <a:pt x="29" y="378"/>
                  </a:cubicBezTo>
                  <a:cubicBezTo>
                    <a:pt x="17" y="344"/>
                    <a:pt x="12" y="307"/>
                    <a:pt x="14" y="271"/>
                  </a:cubicBezTo>
                  <a:cubicBezTo>
                    <a:pt x="16" y="235"/>
                    <a:pt x="25" y="201"/>
                    <a:pt x="40" y="170"/>
                  </a:cubicBezTo>
                  <a:cubicBezTo>
                    <a:pt x="54" y="139"/>
                    <a:pt x="74" y="111"/>
                    <a:pt x="97" y="89"/>
                  </a:cubicBezTo>
                  <a:cubicBezTo>
                    <a:pt x="120" y="66"/>
                    <a:pt x="147" y="48"/>
                    <a:pt x="174" y="35"/>
                  </a:cubicBezTo>
                  <a:cubicBezTo>
                    <a:pt x="198" y="24"/>
                    <a:pt x="220" y="18"/>
                    <a:pt x="237" y="14"/>
                  </a:cubicBezTo>
                  <a:cubicBezTo>
                    <a:pt x="255" y="10"/>
                    <a:pt x="268" y="9"/>
                    <a:pt x="278" y="8"/>
                  </a:cubicBezTo>
                  <a:cubicBezTo>
                    <a:pt x="283" y="8"/>
                    <a:pt x="287" y="8"/>
                    <a:pt x="290" y="8"/>
                  </a:cubicBezTo>
                  <a:cubicBezTo>
                    <a:pt x="293" y="7"/>
                    <a:pt x="295" y="7"/>
                    <a:pt x="296" y="7"/>
                  </a:cubicBezTo>
                  <a:cubicBezTo>
                    <a:pt x="298" y="7"/>
                    <a:pt x="296" y="6"/>
                    <a:pt x="291" y="6"/>
                  </a:cubicBezTo>
                  <a:cubicBezTo>
                    <a:pt x="286" y="6"/>
                    <a:pt x="277" y="5"/>
                    <a:pt x="266" y="6"/>
                  </a:cubicBezTo>
                  <a:cubicBezTo>
                    <a:pt x="254" y="7"/>
                    <a:pt x="239" y="8"/>
                    <a:pt x="222" y="12"/>
                  </a:cubicBezTo>
                  <a:cubicBezTo>
                    <a:pt x="205" y="16"/>
                    <a:pt x="186" y="22"/>
                    <a:pt x="165" y="32"/>
                  </a:cubicBezTo>
                  <a:cubicBezTo>
                    <a:pt x="145" y="42"/>
                    <a:pt x="123" y="56"/>
                    <a:pt x="102" y="74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22" y="55"/>
                    <a:pt x="141" y="43"/>
                    <a:pt x="157" y="34"/>
                  </a:cubicBezTo>
                  <a:cubicBezTo>
                    <a:pt x="173" y="26"/>
                    <a:pt x="186" y="20"/>
                    <a:pt x="196" y="17"/>
                  </a:cubicBezTo>
                  <a:cubicBezTo>
                    <a:pt x="206" y="13"/>
                    <a:pt x="213" y="11"/>
                    <a:pt x="218" y="10"/>
                  </a:cubicBezTo>
                  <a:cubicBezTo>
                    <a:pt x="222" y="8"/>
                    <a:pt x="225" y="8"/>
                    <a:pt x="225" y="7"/>
                  </a:cubicBezTo>
                  <a:cubicBezTo>
                    <a:pt x="227" y="6"/>
                    <a:pt x="223" y="7"/>
                    <a:pt x="220" y="7"/>
                  </a:cubicBezTo>
                  <a:cubicBezTo>
                    <a:pt x="217" y="8"/>
                    <a:pt x="215" y="7"/>
                    <a:pt x="221" y="5"/>
                  </a:cubicBezTo>
                  <a:cubicBezTo>
                    <a:pt x="194" y="12"/>
                    <a:pt x="168" y="23"/>
                    <a:pt x="144" y="37"/>
                  </a:cubicBezTo>
                  <a:cubicBezTo>
                    <a:pt x="120" y="51"/>
                    <a:pt x="98" y="69"/>
                    <a:pt x="78" y="89"/>
                  </a:cubicBezTo>
                  <a:cubicBezTo>
                    <a:pt x="59" y="110"/>
                    <a:pt x="43" y="133"/>
                    <a:pt x="30" y="158"/>
                  </a:cubicBezTo>
                  <a:cubicBezTo>
                    <a:pt x="18" y="183"/>
                    <a:pt x="9" y="210"/>
                    <a:pt x="4" y="237"/>
                  </a:cubicBezTo>
                  <a:cubicBezTo>
                    <a:pt x="3" y="244"/>
                    <a:pt x="1" y="253"/>
                    <a:pt x="1" y="263"/>
                  </a:cubicBezTo>
                  <a:cubicBezTo>
                    <a:pt x="0" y="272"/>
                    <a:pt x="0" y="283"/>
                    <a:pt x="0" y="293"/>
                  </a:cubicBezTo>
                  <a:cubicBezTo>
                    <a:pt x="0" y="304"/>
                    <a:pt x="1" y="314"/>
                    <a:pt x="2" y="324"/>
                  </a:cubicBezTo>
                  <a:cubicBezTo>
                    <a:pt x="3" y="334"/>
                    <a:pt x="5" y="342"/>
                    <a:pt x="6" y="349"/>
                  </a:cubicBezTo>
                  <a:cubicBezTo>
                    <a:pt x="12" y="376"/>
                    <a:pt x="22" y="402"/>
                    <a:pt x="35" y="426"/>
                  </a:cubicBezTo>
                  <a:cubicBezTo>
                    <a:pt x="48" y="450"/>
                    <a:pt x="64" y="472"/>
                    <a:pt x="83" y="491"/>
                  </a:cubicBezTo>
                  <a:cubicBezTo>
                    <a:pt x="102" y="510"/>
                    <a:pt x="124" y="527"/>
                    <a:pt x="148" y="540"/>
                  </a:cubicBezTo>
                  <a:cubicBezTo>
                    <a:pt x="151" y="542"/>
                    <a:pt x="154" y="544"/>
                    <a:pt x="157" y="545"/>
                  </a:cubicBezTo>
                  <a:cubicBezTo>
                    <a:pt x="161" y="547"/>
                    <a:pt x="161" y="547"/>
                    <a:pt x="161" y="547"/>
                  </a:cubicBezTo>
                  <a:cubicBezTo>
                    <a:pt x="164" y="549"/>
                    <a:pt x="164" y="549"/>
                    <a:pt x="164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51"/>
                    <a:pt x="165" y="551"/>
                    <a:pt x="165" y="551"/>
                  </a:cubicBezTo>
                  <a:cubicBezTo>
                    <a:pt x="165" y="561"/>
                    <a:pt x="165" y="561"/>
                    <a:pt x="165" y="561"/>
                  </a:cubicBezTo>
                  <a:cubicBezTo>
                    <a:pt x="165" y="601"/>
                    <a:pt x="165" y="601"/>
                    <a:pt x="165" y="601"/>
                  </a:cubicBezTo>
                  <a:cubicBezTo>
                    <a:pt x="165" y="605"/>
                    <a:pt x="167" y="610"/>
                    <a:pt x="169" y="614"/>
                  </a:cubicBezTo>
                  <a:cubicBezTo>
                    <a:pt x="172" y="618"/>
                    <a:pt x="176" y="621"/>
                    <a:pt x="180" y="622"/>
                  </a:cubicBezTo>
                  <a:cubicBezTo>
                    <a:pt x="180" y="622"/>
                    <a:pt x="180" y="622"/>
                    <a:pt x="181" y="622"/>
                  </a:cubicBezTo>
                  <a:cubicBezTo>
                    <a:pt x="176" y="623"/>
                    <a:pt x="172" y="626"/>
                    <a:pt x="169" y="629"/>
                  </a:cubicBezTo>
                  <a:cubicBezTo>
                    <a:pt x="166" y="633"/>
                    <a:pt x="164" y="637"/>
                    <a:pt x="164" y="641"/>
                  </a:cubicBezTo>
                  <a:cubicBezTo>
                    <a:pt x="163" y="646"/>
                    <a:pt x="163" y="650"/>
                    <a:pt x="165" y="654"/>
                  </a:cubicBezTo>
                  <a:cubicBezTo>
                    <a:pt x="166" y="658"/>
                    <a:pt x="169" y="662"/>
                    <a:pt x="172" y="665"/>
                  </a:cubicBezTo>
                  <a:cubicBezTo>
                    <a:pt x="174" y="667"/>
                    <a:pt x="176" y="668"/>
                    <a:pt x="178" y="669"/>
                  </a:cubicBezTo>
                  <a:cubicBezTo>
                    <a:pt x="181" y="670"/>
                    <a:pt x="183" y="670"/>
                    <a:pt x="185" y="670"/>
                  </a:cubicBezTo>
                  <a:cubicBezTo>
                    <a:pt x="205" y="670"/>
                    <a:pt x="205" y="670"/>
                    <a:pt x="205" y="670"/>
                  </a:cubicBezTo>
                  <a:cubicBezTo>
                    <a:pt x="244" y="670"/>
                    <a:pt x="244" y="670"/>
                    <a:pt x="244" y="670"/>
                  </a:cubicBezTo>
                  <a:cubicBezTo>
                    <a:pt x="268" y="670"/>
                    <a:pt x="268" y="670"/>
                    <a:pt x="268" y="670"/>
                  </a:cubicBezTo>
                  <a:cubicBezTo>
                    <a:pt x="232" y="670"/>
                    <a:pt x="232" y="670"/>
                    <a:pt x="232" y="670"/>
                  </a:cubicBezTo>
                  <a:cubicBezTo>
                    <a:pt x="192" y="670"/>
                    <a:pt x="192" y="670"/>
                    <a:pt x="192" y="670"/>
                  </a:cubicBezTo>
                  <a:cubicBezTo>
                    <a:pt x="188" y="670"/>
                    <a:pt x="188" y="670"/>
                    <a:pt x="188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3" y="671"/>
                    <a:pt x="181" y="671"/>
                  </a:cubicBezTo>
                  <a:cubicBezTo>
                    <a:pt x="177" y="672"/>
                    <a:pt x="172" y="674"/>
                    <a:pt x="169" y="678"/>
                  </a:cubicBezTo>
                  <a:cubicBezTo>
                    <a:pt x="166" y="681"/>
                    <a:pt x="164" y="686"/>
                    <a:pt x="164" y="690"/>
                  </a:cubicBezTo>
                  <a:cubicBezTo>
                    <a:pt x="163" y="694"/>
                    <a:pt x="163" y="699"/>
                    <a:pt x="165" y="703"/>
                  </a:cubicBezTo>
                  <a:cubicBezTo>
                    <a:pt x="166" y="707"/>
                    <a:pt x="169" y="711"/>
                    <a:pt x="172" y="714"/>
                  </a:cubicBezTo>
                  <a:cubicBezTo>
                    <a:pt x="174" y="715"/>
                    <a:pt x="176" y="717"/>
                    <a:pt x="178" y="717"/>
                  </a:cubicBezTo>
                  <a:cubicBezTo>
                    <a:pt x="181" y="718"/>
                    <a:pt x="183" y="719"/>
                    <a:pt x="18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44" y="719"/>
                    <a:pt x="244" y="719"/>
                    <a:pt x="244" y="719"/>
                  </a:cubicBezTo>
                  <a:cubicBezTo>
                    <a:pt x="265" y="719"/>
                    <a:pt x="265" y="719"/>
                    <a:pt x="26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193" y="719"/>
                    <a:pt x="193" y="719"/>
                    <a:pt x="193" y="719"/>
                  </a:cubicBezTo>
                  <a:cubicBezTo>
                    <a:pt x="187" y="719"/>
                    <a:pt x="187" y="719"/>
                    <a:pt x="187" y="719"/>
                  </a:cubicBezTo>
                  <a:cubicBezTo>
                    <a:pt x="186" y="719"/>
                    <a:pt x="186" y="719"/>
                    <a:pt x="186" y="719"/>
                  </a:cubicBezTo>
                  <a:cubicBezTo>
                    <a:pt x="185" y="719"/>
                    <a:pt x="185" y="719"/>
                    <a:pt x="185" y="719"/>
                  </a:cubicBezTo>
                  <a:cubicBezTo>
                    <a:pt x="184" y="719"/>
                    <a:pt x="184" y="719"/>
                    <a:pt x="184" y="719"/>
                  </a:cubicBezTo>
                  <a:cubicBezTo>
                    <a:pt x="182" y="719"/>
                    <a:pt x="181" y="719"/>
                    <a:pt x="179" y="720"/>
                  </a:cubicBezTo>
                  <a:cubicBezTo>
                    <a:pt x="174" y="722"/>
                    <a:pt x="169" y="726"/>
                    <a:pt x="167" y="730"/>
                  </a:cubicBezTo>
                  <a:cubicBezTo>
                    <a:pt x="164" y="735"/>
                    <a:pt x="163" y="740"/>
                    <a:pt x="163" y="746"/>
                  </a:cubicBezTo>
                  <a:cubicBezTo>
                    <a:pt x="164" y="751"/>
                    <a:pt x="166" y="756"/>
                    <a:pt x="169" y="760"/>
                  </a:cubicBezTo>
                  <a:cubicBezTo>
                    <a:pt x="171" y="762"/>
                    <a:pt x="173" y="764"/>
                    <a:pt x="176" y="765"/>
                  </a:cubicBezTo>
                  <a:cubicBezTo>
                    <a:pt x="179" y="766"/>
                    <a:pt x="181" y="767"/>
                    <a:pt x="184" y="767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22" y="805"/>
                    <a:pt x="222" y="805"/>
                    <a:pt x="222" y="805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5" y="810"/>
                    <a:pt x="225" y="810"/>
                    <a:pt x="225" y="810"/>
                  </a:cubicBezTo>
                  <a:cubicBezTo>
                    <a:pt x="225" y="810"/>
                    <a:pt x="225" y="811"/>
                    <a:pt x="225" y="811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9" y="815"/>
                    <a:pt x="229" y="815"/>
                    <a:pt x="229" y="815"/>
                  </a:cubicBezTo>
                  <a:cubicBezTo>
                    <a:pt x="230" y="817"/>
                    <a:pt x="231" y="818"/>
                    <a:pt x="232" y="820"/>
                  </a:cubicBezTo>
                  <a:cubicBezTo>
                    <a:pt x="234" y="821"/>
                    <a:pt x="235" y="822"/>
                    <a:pt x="236" y="824"/>
                  </a:cubicBezTo>
                  <a:cubicBezTo>
                    <a:pt x="238" y="825"/>
                    <a:pt x="239" y="826"/>
                    <a:pt x="241" y="828"/>
                  </a:cubicBezTo>
                  <a:cubicBezTo>
                    <a:pt x="242" y="828"/>
                    <a:pt x="243" y="829"/>
                    <a:pt x="245" y="830"/>
                  </a:cubicBezTo>
                  <a:cubicBezTo>
                    <a:pt x="246" y="830"/>
                    <a:pt x="247" y="830"/>
                    <a:pt x="247" y="830"/>
                  </a:cubicBezTo>
                  <a:cubicBezTo>
                    <a:pt x="249" y="831"/>
                    <a:pt x="249" y="831"/>
                    <a:pt x="249" y="831"/>
                  </a:cubicBezTo>
                  <a:cubicBezTo>
                    <a:pt x="250" y="831"/>
                    <a:pt x="252" y="831"/>
                    <a:pt x="254" y="831"/>
                  </a:cubicBezTo>
                  <a:cubicBezTo>
                    <a:pt x="268" y="833"/>
                    <a:pt x="282" y="834"/>
                    <a:pt x="296" y="834"/>
                  </a:cubicBezTo>
                  <a:cubicBezTo>
                    <a:pt x="303" y="835"/>
                    <a:pt x="310" y="835"/>
                    <a:pt x="318" y="834"/>
                  </a:cubicBezTo>
                  <a:cubicBezTo>
                    <a:pt x="321" y="834"/>
                    <a:pt x="325" y="834"/>
                    <a:pt x="329" y="833"/>
                  </a:cubicBezTo>
                  <a:cubicBezTo>
                    <a:pt x="331" y="833"/>
                    <a:pt x="332" y="832"/>
                    <a:pt x="334" y="832"/>
                  </a:cubicBezTo>
                  <a:cubicBezTo>
                    <a:pt x="335" y="832"/>
                    <a:pt x="336" y="831"/>
                    <a:pt x="337" y="831"/>
                  </a:cubicBezTo>
                  <a:cubicBezTo>
                    <a:pt x="338" y="831"/>
                    <a:pt x="338" y="831"/>
                    <a:pt x="339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2" y="829"/>
                    <a:pt x="342" y="829"/>
                    <a:pt x="343" y="829"/>
                  </a:cubicBezTo>
                  <a:cubicBezTo>
                    <a:pt x="342" y="829"/>
                    <a:pt x="342" y="829"/>
                    <a:pt x="341" y="829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39" y="830"/>
                    <a:pt x="339" y="830"/>
                    <a:pt x="339" y="830"/>
                  </a:cubicBezTo>
                  <a:cubicBezTo>
                    <a:pt x="338" y="831"/>
                    <a:pt x="338" y="831"/>
                    <a:pt x="337" y="831"/>
                  </a:cubicBezTo>
                  <a:cubicBezTo>
                    <a:pt x="336" y="831"/>
                    <a:pt x="335" y="832"/>
                    <a:pt x="334" y="832"/>
                  </a:cubicBezTo>
                  <a:cubicBezTo>
                    <a:pt x="332" y="832"/>
                    <a:pt x="330" y="833"/>
                    <a:pt x="329" y="833"/>
                  </a:cubicBezTo>
                  <a:cubicBezTo>
                    <a:pt x="325" y="834"/>
                    <a:pt x="321" y="834"/>
                    <a:pt x="317" y="834"/>
                  </a:cubicBezTo>
                  <a:cubicBezTo>
                    <a:pt x="310" y="834"/>
                    <a:pt x="303" y="834"/>
                    <a:pt x="296" y="834"/>
                  </a:cubicBezTo>
                  <a:cubicBezTo>
                    <a:pt x="282" y="834"/>
                    <a:pt x="268" y="833"/>
                    <a:pt x="254" y="831"/>
                  </a:cubicBezTo>
                  <a:cubicBezTo>
                    <a:pt x="252" y="831"/>
                    <a:pt x="250" y="830"/>
                    <a:pt x="248" y="830"/>
                  </a:cubicBezTo>
                  <a:cubicBezTo>
                    <a:pt x="247" y="830"/>
                    <a:pt x="247" y="830"/>
                    <a:pt x="247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5" y="829"/>
                    <a:pt x="245" y="829"/>
                    <a:pt x="245" y="829"/>
                  </a:cubicBezTo>
                  <a:cubicBezTo>
                    <a:pt x="243" y="829"/>
                    <a:pt x="242" y="828"/>
                    <a:pt x="241" y="827"/>
                  </a:cubicBezTo>
                  <a:cubicBezTo>
                    <a:pt x="239" y="826"/>
                    <a:pt x="238" y="825"/>
                    <a:pt x="236" y="823"/>
                  </a:cubicBezTo>
                  <a:cubicBezTo>
                    <a:pt x="235" y="822"/>
                    <a:pt x="234" y="821"/>
                    <a:pt x="232" y="819"/>
                  </a:cubicBezTo>
                  <a:cubicBezTo>
                    <a:pt x="231" y="818"/>
                    <a:pt x="230" y="817"/>
                    <a:pt x="229" y="815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5" y="811"/>
                    <a:pt x="225" y="811"/>
                    <a:pt x="225" y="811"/>
                  </a:cubicBezTo>
                  <a:cubicBezTo>
                    <a:pt x="225" y="810"/>
                    <a:pt x="225" y="810"/>
                    <a:pt x="225" y="809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3" y="805"/>
                    <a:pt x="223" y="805"/>
                    <a:pt x="223" y="805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194" y="767"/>
                    <a:pt x="194" y="767"/>
                    <a:pt x="194" y="767"/>
                  </a:cubicBezTo>
                  <a:cubicBezTo>
                    <a:pt x="187" y="767"/>
                    <a:pt x="187" y="767"/>
                    <a:pt x="187" y="767"/>
                  </a:cubicBezTo>
                  <a:cubicBezTo>
                    <a:pt x="186" y="767"/>
                    <a:pt x="184" y="767"/>
                    <a:pt x="182" y="767"/>
                  </a:cubicBezTo>
                  <a:cubicBezTo>
                    <a:pt x="180" y="766"/>
                    <a:pt x="178" y="766"/>
                    <a:pt x="177" y="765"/>
                  </a:cubicBezTo>
                  <a:cubicBezTo>
                    <a:pt x="171" y="762"/>
                    <a:pt x="166" y="756"/>
                    <a:pt x="165" y="750"/>
                  </a:cubicBezTo>
                  <a:cubicBezTo>
                    <a:pt x="163" y="744"/>
                    <a:pt x="164" y="737"/>
                    <a:pt x="167" y="731"/>
                  </a:cubicBezTo>
                  <a:cubicBezTo>
                    <a:pt x="166" y="732"/>
                    <a:pt x="166" y="733"/>
                    <a:pt x="166" y="733"/>
                  </a:cubicBezTo>
                  <a:cubicBezTo>
                    <a:pt x="166" y="733"/>
                    <a:pt x="167" y="733"/>
                    <a:pt x="167" y="731"/>
                  </a:cubicBezTo>
                  <a:cubicBezTo>
                    <a:pt x="164" y="737"/>
                    <a:pt x="164" y="743"/>
                    <a:pt x="165" y="749"/>
                  </a:cubicBezTo>
                  <a:cubicBezTo>
                    <a:pt x="167" y="755"/>
                    <a:pt x="171" y="761"/>
                    <a:pt x="177" y="764"/>
                  </a:cubicBezTo>
                  <a:cubicBezTo>
                    <a:pt x="178" y="765"/>
                    <a:pt x="180" y="765"/>
                    <a:pt x="182" y="766"/>
                  </a:cubicBezTo>
                  <a:cubicBezTo>
                    <a:pt x="183" y="766"/>
                    <a:pt x="183" y="766"/>
                    <a:pt x="184" y="766"/>
                  </a:cubicBezTo>
                  <a:cubicBezTo>
                    <a:pt x="185" y="766"/>
                    <a:pt x="185" y="766"/>
                    <a:pt x="185" y="766"/>
                  </a:cubicBezTo>
                  <a:cubicBezTo>
                    <a:pt x="186" y="766"/>
                    <a:pt x="186" y="766"/>
                    <a:pt x="186" y="766"/>
                  </a:cubicBezTo>
                  <a:cubicBezTo>
                    <a:pt x="194" y="766"/>
                    <a:pt x="194" y="766"/>
                    <a:pt x="194" y="766"/>
                  </a:cubicBezTo>
                  <a:cubicBezTo>
                    <a:pt x="205" y="766"/>
                    <a:pt x="205" y="766"/>
                    <a:pt x="205" y="766"/>
                  </a:cubicBezTo>
                  <a:cubicBezTo>
                    <a:pt x="221" y="800"/>
                    <a:pt x="221" y="800"/>
                    <a:pt x="221" y="800"/>
                  </a:cubicBezTo>
                  <a:cubicBezTo>
                    <a:pt x="224" y="805"/>
                    <a:pt x="224" y="805"/>
                    <a:pt x="224" y="805"/>
                  </a:cubicBezTo>
                  <a:cubicBezTo>
                    <a:pt x="225" y="807"/>
                    <a:pt x="225" y="807"/>
                    <a:pt x="225" y="807"/>
                  </a:cubicBezTo>
                  <a:cubicBezTo>
                    <a:pt x="225" y="808"/>
                    <a:pt x="225" y="808"/>
                    <a:pt x="225" y="808"/>
                  </a:cubicBezTo>
                  <a:cubicBezTo>
                    <a:pt x="226" y="809"/>
                    <a:pt x="226" y="809"/>
                    <a:pt x="226" y="809"/>
                  </a:cubicBezTo>
                  <a:cubicBezTo>
                    <a:pt x="226" y="809"/>
                    <a:pt x="226" y="810"/>
                    <a:pt x="226" y="810"/>
                  </a:cubicBezTo>
                  <a:cubicBezTo>
                    <a:pt x="228" y="812"/>
                    <a:pt x="228" y="812"/>
                    <a:pt x="228" y="812"/>
                  </a:cubicBezTo>
                  <a:cubicBezTo>
                    <a:pt x="230" y="815"/>
                    <a:pt x="230" y="815"/>
                    <a:pt x="230" y="815"/>
                  </a:cubicBezTo>
                  <a:cubicBezTo>
                    <a:pt x="231" y="816"/>
                    <a:pt x="232" y="817"/>
                    <a:pt x="233" y="819"/>
                  </a:cubicBezTo>
                  <a:cubicBezTo>
                    <a:pt x="234" y="820"/>
                    <a:pt x="236" y="821"/>
                    <a:pt x="237" y="823"/>
                  </a:cubicBezTo>
                  <a:cubicBezTo>
                    <a:pt x="238" y="824"/>
                    <a:pt x="240" y="825"/>
                    <a:pt x="242" y="827"/>
                  </a:cubicBezTo>
                  <a:cubicBezTo>
                    <a:pt x="243" y="827"/>
                    <a:pt x="244" y="828"/>
                    <a:pt x="245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7" y="829"/>
                    <a:pt x="247" y="829"/>
                    <a:pt x="247" y="829"/>
                  </a:cubicBezTo>
                  <a:cubicBezTo>
                    <a:pt x="249" y="829"/>
                    <a:pt x="249" y="829"/>
                    <a:pt x="249" y="829"/>
                  </a:cubicBezTo>
                  <a:cubicBezTo>
                    <a:pt x="250" y="830"/>
                    <a:pt x="252" y="830"/>
                    <a:pt x="254" y="830"/>
                  </a:cubicBezTo>
                  <a:cubicBezTo>
                    <a:pt x="268" y="832"/>
                    <a:pt x="282" y="833"/>
                    <a:pt x="296" y="834"/>
                  </a:cubicBezTo>
                  <a:cubicBezTo>
                    <a:pt x="303" y="834"/>
                    <a:pt x="310" y="834"/>
                    <a:pt x="317" y="833"/>
                  </a:cubicBezTo>
                  <a:cubicBezTo>
                    <a:pt x="321" y="833"/>
                    <a:pt x="325" y="833"/>
                    <a:pt x="328" y="832"/>
                  </a:cubicBezTo>
                  <a:cubicBezTo>
                    <a:pt x="330" y="832"/>
                    <a:pt x="332" y="831"/>
                    <a:pt x="334" y="831"/>
                  </a:cubicBezTo>
                  <a:cubicBezTo>
                    <a:pt x="335" y="831"/>
                    <a:pt x="336" y="830"/>
                    <a:pt x="337" y="830"/>
                  </a:cubicBezTo>
                  <a:cubicBezTo>
                    <a:pt x="337" y="830"/>
                    <a:pt x="338" y="830"/>
                    <a:pt x="338" y="829"/>
                  </a:cubicBezTo>
                  <a:cubicBezTo>
                    <a:pt x="339" y="829"/>
                    <a:pt x="339" y="829"/>
                    <a:pt x="339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1" y="828"/>
                    <a:pt x="341" y="828"/>
                    <a:pt x="341" y="828"/>
                  </a:cubicBezTo>
                  <a:cubicBezTo>
                    <a:pt x="342" y="828"/>
                    <a:pt x="342" y="828"/>
                    <a:pt x="343" y="827"/>
                  </a:cubicBezTo>
                  <a:cubicBezTo>
                    <a:pt x="344" y="827"/>
                    <a:pt x="345" y="826"/>
                    <a:pt x="346" y="826"/>
                  </a:cubicBezTo>
                  <a:cubicBezTo>
                    <a:pt x="346" y="827"/>
                    <a:pt x="346" y="827"/>
                    <a:pt x="346" y="827"/>
                  </a:cubicBezTo>
                  <a:cubicBezTo>
                    <a:pt x="352" y="823"/>
                    <a:pt x="357" y="817"/>
                    <a:pt x="360" y="812"/>
                  </a:cubicBezTo>
                  <a:cubicBezTo>
                    <a:pt x="369" y="796"/>
                    <a:pt x="369" y="796"/>
                    <a:pt x="369" y="796"/>
                  </a:cubicBezTo>
                  <a:cubicBezTo>
                    <a:pt x="377" y="780"/>
                    <a:pt x="377" y="780"/>
                    <a:pt x="377" y="780"/>
                  </a:cubicBezTo>
                  <a:cubicBezTo>
                    <a:pt x="382" y="772"/>
                    <a:pt x="382" y="772"/>
                    <a:pt x="382" y="772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5" y="768"/>
                    <a:pt x="385" y="768"/>
                    <a:pt x="385" y="768"/>
                  </a:cubicBezTo>
                  <a:cubicBezTo>
                    <a:pt x="391" y="768"/>
                    <a:pt x="391" y="768"/>
                    <a:pt x="391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7" y="768"/>
                    <a:pt x="397" y="768"/>
                    <a:pt x="397" y="768"/>
                  </a:cubicBezTo>
                  <a:cubicBezTo>
                    <a:pt x="398" y="768"/>
                    <a:pt x="398" y="768"/>
                    <a:pt x="399" y="768"/>
                  </a:cubicBezTo>
                  <a:cubicBezTo>
                    <a:pt x="400" y="768"/>
                    <a:pt x="401" y="768"/>
                    <a:pt x="402" y="767"/>
                  </a:cubicBezTo>
                  <a:cubicBezTo>
                    <a:pt x="406" y="766"/>
                    <a:pt x="409" y="764"/>
                    <a:pt x="412" y="761"/>
                  </a:cubicBezTo>
                  <a:cubicBezTo>
                    <a:pt x="416" y="756"/>
                    <a:pt x="418" y="749"/>
                    <a:pt x="418" y="744"/>
                  </a:cubicBezTo>
                  <a:cubicBezTo>
                    <a:pt x="417" y="748"/>
                    <a:pt x="416" y="753"/>
                    <a:pt x="414" y="757"/>
                  </a:cubicBezTo>
                  <a:cubicBezTo>
                    <a:pt x="411" y="761"/>
                    <a:pt x="407" y="764"/>
                    <a:pt x="402" y="765"/>
                  </a:cubicBezTo>
                  <a:cubicBezTo>
                    <a:pt x="401" y="766"/>
                    <a:pt x="400" y="766"/>
                    <a:pt x="399" y="766"/>
                  </a:cubicBezTo>
                  <a:cubicBezTo>
                    <a:pt x="398" y="766"/>
                    <a:pt x="397" y="766"/>
                    <a:pt x="397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85" y="766"/>
                    <a:pt x="385" y="766"/>
                    <a:pt x="385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2" y="767"/>
                    <a:pt x="382" y="767"/>
                    <a:pt x="382" y="767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75" y="780"/>
                    <a:pt x="375" y="780"/>
                    <a:pt x="375" y="780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61" y="805"/>
                    <a:pt x="361" y="805"/>
                    <a:pt x="361" y="805"/>
                  </a:cubicBezTo>
                  <a:cubicBezTo>
                    <a:pt x="359" y="809"/>
                    <a:pt x="359" y="809"/>
                    <a:pt x="359" y="809"/>
                  </a:cubicBezTo>
                  <a:cubicBezTo>
                    <a:pt x="358" y="811"/>
                    <a:pt x="357" y="812"/>
                    <a:pt x="356" y="814"/>
                  </a:cubicBezTo>
                  <a:cubicBezTo>
                    <a:pt x="354" y="816"/>
                    <a:pt x="352" y="819"/>
                    <a:pt x="349" y="822"/>
                  </a:cubicBezTo>
                  <a:cubicBezTo>
                    <a:pt x="346" y="824"/>
                    <a:pt x="343" y="826"/>
                    <a:pt x="339" y="828"/>
                  </a:cubicBezTo>
                  <a:cubicBezTo>
                    <a:pt x="339" y="828"/>
                    <a:pt x="339" y="828"/>
                    <a:pt x="339" y="828"/>
                  </a:cubicBezTo>
                  <a:cubicBezTo>
                    <a:pt x="336" y="829"/>
                    <a:pt x="333" y="830"/>
                    <a:pt x="330" y="830"/>
                  </a:cubicBezTo>
                  <a:cubicBezTo>
                    <a:pt x="327" y="831"/>
                    <a:pt x="324" y="831"/>
                    <a:pt x="321" y="831"/>
                  </a:cubicBezTo>
                  <a:cubicBezTo>
                    <a:pt x="315" y="832"/>
                    <a:pt x="309" y="832"/>
                    <a:pt x="303" y="832"/>
                  </a:cubicBezTo>
                  <a:cubicBezTo>
                    <a:pt x="291" y="832"/>
                    <a:pt x="279" y="831"/>
                    <a:pt x="267" y="830"/>
                  </a:cubicBezTo>
                  <a:cubicBezTo>
                    <a:pt x="261" y="829"/>
                    <a:pt x="255" y="829"/>
                    <a:pt x="249" y="828"/>
                  </a:cubicBezTo>
                  <a:cubicBezTo>
                    <a:pt x="248" y="828"/>
                    <a:pt x="247" y="828"/>
                    <a:pt x="246" y="827"/>
                  </a:cubicBezTo>
                  <a:cubicBezTo>
                    <a:pt x="245" y="827"/>
                    <a:pt x="244" y="826"/>
                    <a:pt x="243" y="826"/>
                  </a:cubicBezTo>
                  <a:cubicBezTo>
                    <a:pt x="241" y="825"/>
                    <a:pt x="240" y="824"/>
                    <a:pt x="239" y="823"/>
                  </a:cubicBezTo>
                  <a:cubicBezTo>
                    <a:pt x="238" y="822"/>
                    <a:pt x="237" y="820"/>
                    <a:pt x="236" y="819"/>
                  </a:cubicBezTo>
                  <a:cubicBezTo>
                    <a:pt x="240" y="823"/>
                    <a:pt x="246" y="827"/>
                    <a:pt x="253" y="828"/>
                  </a:cubicBezTo>
                  <a:cubicBezTo>
                    <a:pt x="263" y="829"/>
                    <a:pt x="273" y="830"/>
                    <a:pt x="283" y="831"/>
                  </a:cubicBezTo>
                  <a:cubicBezTo>
                    <a:pt x="292" y="831"/>
                    <a:pt x="302" y="832"/>
                    <a:pt x="311" y="832"/>
                  </a:cubicBezTo>
                  <a:cubicBezTo>
                    <a:pt x="316" y="832"/>
                    <a:pt x="321" y="831"/>
                    <a:pt x="325" y="831"/>
                  </a:cubicBezTo>
                  <a:cubicBezTo>
                    <a:pt x="330" y="830"/>
                    <a:pt x="335" y="829"/>
                    <a:pt x="339" y="827"/>
                  </a:cubicBezTo>
                  <a:cubicBezTo>
                    <a:pt x="339" y="827"/>
                    <a:pt x="339" y="827"/>
                    <a:pt x="339" y="827"/>
                  </a:cubicBezTo>
                  <a:cubicBezTo>
                    <a:pt x="343" y="826"/>
                    <a:pt x="346" y="824"/>
                    <a:pt x="349" y="821"/>
                  </a:cubicBezTo>
                  <a:cubicBezTo>
                    <a:pt x="352" y="819"/>
                    <a:pt x="354" y="816"/>
                    <a:pt x="356" y="813"/>
                  </a:cubicBezTo>
                  <a:cubicBezTo>
                    <a:pt x="357" y="812"/>
                    <a:pt x="358" y="810"/>
                    <a:pt x="359" y="809"/>
                  </a:cubicBezTo>
                  <a:cubicBezTo>
                    <a:pt x="361" y="804"/>
                    <a:pt x="361" y="804"/>
                    <a:pt x="361" y="804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75" y="779"/>
                    <a:pt x="375" y="779"/>
                    <a:pt x="375" y="779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81" y="767"/>
                    <a:pt x="381" y="767"/>
                    <a:pt x="381" y="767"/>
                  </a:cubicBezTo>
                  <a:cubicBezTo>
                    <a:pt x="382" y="765"/>
                    <a:pt x="382" y="765"/>
                    <a:pt x="382" y="765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7" y="766"/>
                    <a:pt x="397" y="766"/>
                    <a:pt x="397" y="766"/>
                  </a:cubicBezTo>
                  <a:cubicBezTo>
                    <a:pt x="397" y="766"/>
                    <a:pt x="398" y="766"/>
                    <a:pt x="398" y="765"/>
                  </a:cubicBezTo>
                  <a:cubicBezTo>
                    <a:pt x="400" y="765"/>
                    <a:pt x="401" y="765"/>
                    <a:pt x="402" y="765"/>
                  </a:cubicBezTo>
                  <a:cubicBezTo>
                    <a:pt x="407" y="763"/>
                    <a:pt x="410" y="760"/>
                    <a:pt x="413" y="756"/>
                  </a:cubicBezTo>
                  <a:cubicBezTo>
                    <a:pt x="415" y="752"/>
                    <a:pt x="417" y="748"/>
                    <a:pt x="417" y="743"/>
                  </a:cubicBezTo>
                  <a:cubicBezTo>
                    <a:pt x="417" y="740"/>
                    <a:pt x="416" y="737"/>
                    <a:pt x="415" y="734"/>
                  </a:cubicBezTo>
                  <a:cubicBezTo>
                    <a:pt x="413" y="730"/>
                    <a:pt x="410" y="727"/>
                    <a:pt x="407" y="725"/>
                  </a:cubicBezTo>
                  <a:cubicBezTo>
                    <a:pt x="405" y="723"/>
                    <a:pt x="402" y="723"/>
                    <a:pt x="399" y="723"/>
                  </a:cubicBezTo>
                  <a:cubicBezTo>
                    <a:pt x="397" y="723"/>
                    <a:pt x="396" y="723"/>
                    <a:pt x="396" y="724"/>
                  </a:cubicBezTo>
                  <a:cubicBezTo>
                    <a:pt x="396" y="724"/>
                    <a:pt x="397" y="725"/>
                    <a:pt x="400" y="726"/>
                  </a:cubicBezTo>
                  <a:cubicBezTo>
                    <a:pt x="402" y="727"/>
                    <a:pt x="405" y="729"/>
                    <a:pt x="408" y="733"/>
                  </a:cubicBezTo>
                  <a:cubicBezTo>
                    <a:pt x="408" y="734"/>
                    <a:pt x="409" y="735"/>
                    <a:pt x="410" y="737"/>
                  </a:cubicBezTo>
                  <a:cubicBezTo>
                    <a:pt x="410" y="739"/>
                    <a:pt x="410" y="740"/>
                    <a:pt x="411" y="742"/>
                  </a:cubicBezTo>
                  <a:cubicBezTo>
                    <a:pt x="411" y="745"/>
                    <a:pt x="410" y="747"/>
                    <a:pt x="410" y="747"/>
                  </a:cubicBezTo>
                  <a:cubicBezTo>
                    <a:pt x="409" y="749"/>
                    <a:pt x="409" y="748"/>
                    <a:pt x="408" y="747"/>
                  </a:cubicBezTo>
                  <a:cubicBezTo>
                    <a:pt x="408" y="749"/>
                    <a:pt x="406" y="752"/>
                    <a:pt x="405" y="754"/>
                  </a:cubicBezTo>
                  <a:cubicBezTo>
                    <a:pt x="403" y="756"/>
                    <a:pt x="401" y="757"/>
                    <a:pt x="398" y="758"/>
                  </a:cubicBezTo>
                  <a:cubicBezTo>
                    <a:pt x="397" y="758"/>
                    <a:pt x="397" y="758"/>
                    <a:pt x="396" y="758"/>
                  </a:cubicBezTo>
                  <a:cubicBezTo>
                    <a:pt x="394" y="758"/>
                    <a:pt x="394" y="758"/>
                    <a:pt x="394" y="758"/>
                  </a:cubicBezTo>
                  <a:cubicBezTo>
                    <a:pt x="389" y="758"/>
                    <a:pt x="389" y="758"/>
                    <a:pt x="389" y="758"/>
                  </a:cubicBezTo>
                  <a:cubicBezTo>
                    <a:pt x="377" y="758"/>
                    <a:pt x="377" y="758"/>
                    <a:pt x="377" y="758"/>
                  </a:cubicBezTo>
                  <a:cubicBezTo>
                    <a:pt x="362" y="787"/>
                    <a:pt x="362" y="787"/>
                    <a:pt x="362" y="787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52" y="804"/>
                    <a:pt x="352" y="804"/>
                    <a:pt x="352" y="804"/>
                  </a:cubicBezTo>
                  <a:cubicBezTo>
                    <a:pt x="352" y="805"/>
                    <a:pt x="351" y="806"/>
                    <a:pt x="350" y="807"/>
                  </a:cubicBezTo>
                  <a:cubicBezTo>
                    <a:pt x="349" y="809"/>
                    <a:pt x="348" y="811"/>
                    <a:pt x="346" y="813"/>
                  </a:cubicBezTo>
                  <a:cubicBezTo>
                    <a:pt x="345" y="815"/>
                    <a:pt x="343" y="816"/>
                    <a:pt x="342" y="817"/>
                  </a:cubicBezTo>
                  <a:cubicBezTo>
                    <a:pt x="341" y="817"/>
                    <a:pt x="341" y="818"/>
                    <a:pt x="341" y="818"/>
                  </a:cubicBezTo>
                  <a:cubicBezTo>
                    <a:pt x="341" y="818"/>
                    <a:pt x="341" y="817"/>
                    <a:pt x="342" y="817"/>
                  </a:cubicBezTo>
                  <a:cubicBezTo>
                    <a:pt x="343" y="816"/>
                    <a:pt x="345" y="815"/>
                    <a:pt x="346" y="813"/>
                  </a:cubicBezTo>
                  <a:cubicBezTo>
                    <a:pt x="348" y="811"/>
                    <a:pt x="349" y="809"/>
                    <a:pt x="350" y="807"/>
                  </a:cubicBezTo>
                  <a:cubicBezTo>
                    <a:pt x="351" y="806"/>
                    <a:pt x="352" y="805"/>
                    <a:pt x="352" y="804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61" y="787"/>
                    <a:pt x="361" y="787"/>
                    <a:pt x="361" y="787"/>
                  </a:cubicBezTo>
                  <a:cubicBezTo>
                    <a:pt x="377" y="757"/>
                    <a:pt x="377" y="757"/>
                    <a:pt x="377" y="757"/>
                  </a:cubicBezTo>
                  <a:cubicBezTo>
                    <a:pt x="389" y="757"/>
                    <a:pt x="389" y="757"/>
                    <a:pt x="389" y="757"/>
                  </a:cubicBezTo>
                  <a:cubicBezTo>
                    <a:pt x="394" y="757"/>
                    <a:pt x="394" y="757"/>
                    <a:pt x="394" y="757"/>
                  </a:cubicBezTo>
                  <a:cubicBezTo>
                    <a:pt x="396" y="757"/>
                    <a:pt x="396" y="757"/>
                    <a:pt x="396" y="757"/>
                  </a:cubicBezTo>
                  <a:cubicBezTo>
                    <a:pt x="397" y="757"/>
                    <a:pt x="398" y="757"/>
                    <a:pt x="398" y="757"/>
                  </a:cubicBezTo>
                  <a:cubicBezTo>
                    <a:pt x="401" y="757"/>
                    <a:pt x="403" y="755"/>
                    <a:pt x="405" y="753"/>
                  </a:cubicBezTo>
                  <a:cubicBezTo>
                    <a:pt x="406" y="751"/>
                    <a:pt x="407" y="748"/>
                    <a:pt x="408" y="746"/>
                  </a:cubicBezTo>
                  <a:cubicBezTo>
                    <a:pt x="408" y="745"/>
                    <a:pt x="407" y="745"/>
                    <a:pt x="407" y="746"/>
                  </a:cubicBezTo>
                  <a:cubicBezTo>
                    <a:pt x="406" y="746"/>
                    <a:pt x="406" y="748"/>
                    <a:pt x="405" y="750"/>
                  </a:cubicBezTo>
                  <a:cubicBezTo>
                    <a:pt x="404" y="751"/>
                    <a:pt x="403" y="752"/>
                    <a:pt x="402" y="753"/>
                  </a:cubicBezTo>
                  <a:cubicBezTo>
                    <a:pt x="401" y="754"/>
                    <a:pt x="399" y="755"/>
                    <a:pt x="398" y="755"/>
                  </a:cubicBezTo>
                  <a:cubicBezTo>
                    <a:pt x="397" y="755"/>
                    <a:pt x="397" y="755"/>
                    <a:pt x="397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4" y="755"/>
                    <a:pt x="394" y="755"/>
                    <a:pt x="394" y="755"/>
                  </a:cubicBezTo>
                  <a:cubicBezTo>
                    <a:pt x="390" y="755"/>
                    <a:pt x="390" y="755"/>
                    <a:pt x="390" y="755"/>
                  </a:cubicBezTo>
                  <a:cubicBezTo>
                    <a:pt x="376" y="755"/>
                    <a:pt x="376" y="755"/>
                    <a:pt x="376" y="755"/>
                  </a:cubicBezTo>
                  <a:cubicBezTo>
                    <a:pt x="366" y="774"/>
                    <a:pt x="366" y="774"/>
                    <a:pt x="366" y="774"/>
                  </a:cubicBezTo>
                  <a:cubicBezTo>
                    <a:pt x="363" y="780"/>
                    <a:pt x="360" y="785"/>
                    <a:pt x="358" y="789"/>
                  </a:cubicBezTo>
                  <a:cubicBezTo>
                    <a:pt x="353" y="798"/>
                    <a:pt x="353" y="798"/>
                    <a:pt x="353" y="798"/>
                  </a:cubicBezTo>
                  <a:cubicBezTo>
                    <a:pt x="351" y="802"/>
                    <a:pt x="351" y="802"/>
                    <a:pt x="351" y="802"/>
                  </a:cubicBezTo>
                  <a:cubicBezTo>
                    <a:pt x="350" y="803"/>
                    <a:pt x="350" y="804"/>
                    <a:pt x="349" y="804"/>
                  </a:cubicBezTo>
                  <a:cubicBezTo>
                    <a:pt x="349" y="805"/>
                    <a:pt x="349" y="806"/>
                    <a:pt x="348" y="806"/>
                  </a:cubicBezTo>
                  <a:cubicBezTo>
                    <a:pt x="347" y="809"/>
                    <a:pt x="345" y="811"/>
                    <a:pt x="342" y="813"/>
                  </a:cubicBezTo>
                  <a:cubicBezTo>
                    <a:pt x="340" y="815"/>
                    <a:pt x="338" y="817"/>
                    <a:pt x="336" y="818"/>
                  </a:cubicBezTo>
                  <a:cubicBezTo>
                    <a:pt x="335" y="818"/>
                    <a:pt x="335" y="818"/>
                    <a:pt x="335" y="818"/>
                  </a:cubicBezTo>
                  <a:cubicBezTo>
                    <a:pt x="331" y="819"/>
                    <a:pt x="326" y="820"/>
                    <a:pt x="320" y="821"/>
                  </a:cubicBezTo>
                  <a:cubicBezTo>
                    <a:pt x="315" y="821"/>
                    <a:pt x="310" y="821"/>
                    <a:pt x="304" y="821"/>
                  </a:cubicBezTo>
                  <a:cubicBezTo>
                    <a:pt x="293" y="821"/>
                    <a:pt x="282" y="821"/>
                    <a:pt x="270" y="820"/>
                  </a:cubicBezTo>
                  <a:cubicBezTo>
                    <a:pt x="265" y="819"/>
                    <a:pt x="259" y="818"/>
                    <a:pt x="254" y="818"/>
                  </a:cubicBezTo>
                  <a:cubicBezTo>
                    <a:pt x="252" y="817"/>
                    <a:pt x="251" y="817"/>
                    <a:pt x="250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6"/>
                  </a:cubicBezTo>
                  <a:cubicBezTo>
                    <a:pt x="247" y="815"/>
                    <a:pt x="245" y="814"/>
                    <a:pt x="244" y="812"/>
                  </a:cubicBezTo>
                  <a:cubicBezTo>
                    <a:pt x="242" y="810"/>
                    <a:pt x="240" y="808"/>
                    <a:pt x="239" y="806"/>
                  </a:cubicBezTo>
                  <a:cubicBezTo>
                    <a:pt x="237" y="804"/>
                    <a:pt x="237" y="804"/>
                    <a:pt x="237" y="804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5" y="800"/>
                    <a:pt x="235" y="800"/>
                    <a:pt x="235" y="800"/>
                  </a:cubicBezTo>
                  <a:cubicBezTo>
                    <a:pt x="228" y="785"/>
                    <a:pt x="228" y="785"/>
                    <a:pt x="228" y="785"/>
                  </a:cubicBezTo>
                  <a:cubicBezTo>
                    <a:pt x="221" y="771"/>
                    <a:pt x="221" y="771"/>
                    <a:pt x="221" y="771"/>
                  </a:cubicBezTo>
                  <a:cubicBezTo>
                    <a:pt x="213" y="753"/>
                    <a:pt x="213" y="753"/>
                    <a:pt x="213" y="753"/>
                  </a:cubicBezTo>
                  <a:cubicBezTo>
                    <a:pt x="185" y="753"/>
                    <a:pt x="185" y="753"/>
                    <a:pt x="185" y="753"/>
                  </a:cubicBezTo>
                  <a:cubicBezTo>
                    <a:pt x="183" y="753"/>
                    <a:pt x="182" y="752"/>
                    <a:pt x="180" y="750"/>
                  </a:cubicBezTo>
                  <a:cubicBezTo>
                    <a:pt x="179" y="749"/>
                    <a:pt x="178" y="746"/>
                    <a:pt x="178" y="744"/>
                  </a:cubicBezTo>
                  <a:cubicBezTo>
                    <a:pt x="178" y="741"/>
                    <a:pt x="178" y="739"/>
                    <a:pt x="179" y="737"/>
                  </a:cubicBezTo>
                  <a:cubicBezTo>
                    <a:pt x="181" y="735"/>
                    <a:pt x="182" y="734"/>
                    <a:pt x="184" y="733"/>
                  </a:cubicBezTo>
                  <a:cubicBezTo>
                    <a:pt x="184" y="733"/>
                    <a:pt x="185" y="733"/>
                    <a:pt x="185" y="733"/>
                  </a:cubicBezTo>
                  <a:cubicBezTo>
                    <a:pt x="188" y="733"/>
                    <a:pt x="188" y="733"/>
                    <a:pt x="188" y="733"/>
                  </a:cubicBezTo>
                  <a:cubicBezTo>
                    <a:pt x="194" y="733"/>
                    <a:pt x="194" y="733"/>
                    <a:pt x="194" y="733"/>
                  </a:cubicBezTo>
                  <a:cubicBezTo>
                    <a:pt x="206" y="733"/>
                    <a:pt x="206" y="733"/>
                    <a:pt x="206" y="733"/>
                  </a:cubicBezTo>
                  <a:cubicBezTo>
                    <a:pt x="263" y="732"/>
                    <a:pt x="326" y="734"/>
                    <a:pt x="373" y="732"/>
                  </a:cubicBezTo>
                  <a:cubicBezTo>
                    <a:pt x="414" y="731"/>
                    <a:pt x="399" y="727"/>
                    <a:pt x="357" y="725"/>
                  </a:cubicBezTo>
                  <a:cubicBezTo>
                    <a:pt x="357" y="724"/>
                    <a:pt x="357" y="724"/>
                    <a:pt x="357" y="724"/>
                  </a:cubicBezTo>
                  <a:cubicBezTo>
                    <a:pt x="399" y="725"/>
                    <a:pt x="378" y="722"/>
                    <a:pt x="383" y="720"/>
                  </a:cubicBezTo>
                  <a:cubicBezTo>
                    <a:pt x="364" y="720"/>
                    <a:pt x="346" y="720"/>
                    <a:pt x="327" y="719"/>
                  </a:cubicBezTo>
                  <a:cubicBezTo>
                    <a:pt x="361" y="719"/>
                    <a:pt x="361" y="719"/>
                    <a:pt x="361" y="719"/>
                  </a:cubicBezTo>
                  <a:cubicBezTo>
                    <a:pt x="380" y="719"/>
                    <a:pt x="380" y="719"/>
                    <a:pt x="380" y="719"/>
                  </a:cubicBezTo>
                  <a:cubicBezTo>
                    <a:pt x="389" y="720"/>
                    <a:pt x="389" y="720"/>
                    <a:pt x="389" y="720"/>
                  </a:cubicBezTo>
                  <a:cubicBezTo>
                    <a:pt x="393" y="720"/>
                    <a:pt x="393" y="720"/>
                    <a:pt x="393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7" y="720"/>
                    <a:pt x="397" y="720"/>
                    <a:pt x="397" y="720"/>
                  </a:cubicBezTo>
                  <a:cubicBezTo>
                    <a:pt x="398" y="720"/>
                    <a:pt x="398" y="720"/>
                    <a:pt x="399" y="719"/>
                  </a:cubicBezTo>
                  <a:cubicBezTo>
                    <a:pt x="403" y="719"/>
                    <a:pt x="407" y="717"/>
                    <a:pt x="409" y="715"/>
                  </a:cubicBezTo>
                  <a:cubicBezTo>
                    <a:pt x="412" y="713"/>
                    <a:pt x="414" y="710"/>
                    <a:pt x="416" y="707"/>
                  </a:cubicBezTo>
                  <a:cubicBezTo>
                    <a:pt x="418" y="701"/>
                    <a:pt x="418" y="696"/>
                    <a:pt x="417" y="691"/>
                  </a:cubicBezTo>
                  <a:cubicBezTo>
                    <a:pt x="418" y="697"/>
                    <a:pt x="417" y="703"/>
                    <a:pt x="413" y="708"/>
                  </a:cubicBezTo>
                  <a:cubicBezTo>
                    <a:pt x="412" y="711"/>
                    <a:pt x="409" y="713"/>
                    <a:pt x="406" y="715"/>
                  </a:cubicBezTo>
                  <a:cubicBezTo>
                    <a:pt x="404" y="716"/>
                    <a:pt x="400" y="717"/>
                    <a:pt x="397" y="718"/>
                  </a:cubicBezTo>
                  <a:cubicBezTo>
                    <a:pt x="369" y="717"/>
                    <a:pt x="369" y="717"/>
                    <a:pt x="369" y="717"/>
                  </a:cubicBezTo>
                  <a:cubicBezTo>
                    <a:pt x="350" y="717"/>
                    <a:pt x="330" y="717"/>
                    <a:pt x="311" y="716"/>
                  </a:cubicBezTo>
                  <a:cubicBezTo>
                    <a:pt x="195" y="716"/>
                    <a:pt x="195" y="716"/>
                    <a:pt x="195" y="716"/>
                  </a:cubicBezTo>
                  <a:cubicBezTo>
                    <a:pt x="227" y="716"/>
                    <a:pt x="264" y="715"/>
                    <a:pt x="296" y="716"/>
                  </a:cubicBezTo>
                  <a:cubicBezTo>
                    <a:pt x="319" y="716"/>
                    <a:pt x="341" y="717"/>
                    <a:pt x="362" y="717"/>
                  </a:cubicBezTo>
                  <a:cubicBezTo>
                    <a:pt x="394" y="717"/>
                    <a:pt x="394" y="717"/>
                    <a:pt x="394" y="717"/>
                  </a:cubicBezTo>
                  <a:cubicBezTo>
                    <a:pt x="395" y="717"/>
                    <a:pt x="396" y="717"/>
                    <a:pt x="398" y="717"/>
                  </a:cubicBezTo>
                  <a:cubicBezTo>
                    <a:pt x="400" y="717"/>
                    <a:pt x="402" y="716"/>
                    <a:pt x="403" y="716"/>
                  </a:cubicBezTo>
                  <a:cubicBezTo>
                    <a:pt x="406" y="714"/>
                    <a:pt x="409" y="712"/>
                    <a:pt x="411" y="709"/>
                  </a:cubicBezTo>
                  <a:cubicBezTo>
                    <a:pt x="416" y="704"/>
                    <a:pt x="417" y="697"/>
                    <a:pt x="416" y="691"/>
                  </a:cubicBezTo>
                  <a:cubicBezTo>
                    <a:pt x="416" y="688"/>
                    <a:pt x="415" y="685"/>
                    <a:pt x="414" y="683"/>
                  </a:cubicBezTo>
                  <a:cubicBezTo>
                    <a:pt x="412" y="679"/>
                    <a:pt x="409" y="677"/>
                    <a:pt x="406" y="676"/>
                  </a:cubicBezTo>
                  <a:cubicBezTo>
                    <a:pt x="404" y="674"/>
                    <a:pt x="401" y="674"/>
                    <a:pt x="399" y="674"/>
                  </a:cubicBezTo>
                  <a:cubicBezTo>
                    <a:pt x="397" y="674"/>
                    <a:pt x="396" y="675"/>
                    <a:pt x="396" y="675"/>
                  </a:cubicBezTo>
                  <a:cubicBezTo>
                    <a:pt x="396" y="676"/>
                    <a:pt x="397" y="676"/>
                    <a:pt x="399" y="677"/>
                  </a:cubicBezTo>
                  <a:cubicBezTo>
                    <a:pt x="401" y="678"/>
                    <a:pt x="404" y="679"/>
                    <a:pt x="407" y="683"/>
                  </a:cubicBezTo>
                  <a:cubicBezTo>
                    <a:pt x="408" y="685"/>
                    <a:pt x="410" y="688"/>
                    <a:pt x="410" y="690"/>
                  </a:cubicBezTo>
                  <a:cubicBezTo>
                    <a:pt x="411" y="693"/>
                    <a:pt x="411" y="695"/>
                    <a:pt x="411" y="695"/>
                  </a:cubicBezTo>
                  <a:cubicBezTo>
                    <a:pt x="410" y="697"/>
                    <a:pt x="409" y="696"/>
                    <a:pt x="409" y="695"/>
                  </a:cubicBezTo>
                  <a:cubicBezTo>
                    <a:pt x="409" y="698"/>
                    <a:pt x="408" y="701"/>
                    <a:pt x="406" y="704"/>
                  </a:cubicBezTo>
                  <a:cubicBezTo>
                    <a:pt x="404" y="706"/>
                    <a:pt x="401" y="708"/>
                    <a:pt x="398" y="709"/>
                  </a:cubicBezTo>
                  <a:cubicBezTo>
                    <a:pt x="398" y="709"/>
                    <a:pt x="397" y="709"/>
                    <a:pt x="396" y="709"/>
                  </a:cubicBezTo>
                  <a:cubicBezTo>
                    <a:pt x="393" y="709"/>
                    <a:pt x="393" y="709"/>
                    <a:pt x="393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32" y="708"/>
                    <a:pt x="332" y="708"/>
                    <a:pt x="332" y="708"/>
                  </a:cubicBezTo>
                  <a:cubicBezTo>
                    <a:pt x="295" y="708"/>
                    <a:pt x="259" y="708"/>
                    <a:pt x="223" y="707"/>
                  </a:cubicBezTo>
                  <a:cubicBezTo>
                    <a:pt x="259" y="708"/>
                    <a:pt x="296" y="708"/>
                    <a:pt x="332" y="708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94" y="709"/>
                    <a:pt x="394" y="709"/>
                    <a:pt x="394" y="709"/>
                  </a:cubicBezTo>
                  <a:cubicBezTo>
                    <a:pt x="395" y="709"/>
                    <a:pt x="395" y="709"/>
                    <a:pt x="395" y="709"/>
                  </a:cubicBezTo>
                  <a:cubicBezTo>
                    <a:pt x="396" y="709"/>
                    <a:pt x="396" y="709"/>
                    <a:pt x="396" y="709"/>
                  </a:cubicBezTo>
                  <a:cubicBezTo>
                    <a:pt x="397" y="709"/>
                    <a:pt x="397" y="709"/>
                    <a:pt x="397" y="709"/>
                  </a:cubicBezTo>
                  <a:cubicBezTo>
                    <a:pt x="397" y="709"/>
                    <a:pt x="398" y="708"/>
                    <a:pt x="399" y="708"/>
                  </a:cubicBezTo>
                  <a:cubicBezTo>
                    <a:pt x="401" y="708"/>
                    <a:pt x="404" y="706"/>
                    <a:pt x="406" y="703"/>
                  </a:cubicBezTo>
                  <a:cubicBezTo>
                    <a:pt x="407" y="701"/>
                    <a:pt x="408" y="697"/>
                    <a:pt x="408" y="694"/>
                  </a:cubicBezTo>
                  <a:cubicBezTo>
                    <a:pt x="408" y="694"/>
                    <a:pt x="407" y="694"/>
                    <a:pt x="407" y="694"/>
                  </a:cubicBezTo>
                  <a:cubicBezTo>
                    <a:pt x="407" y="695"/>
                    <a:pt x="407" y="696"/>
                    <a:pt x="406" y="699"/>
                  </a:cubicBezTo>
                  <a:cubicBezTo>
                    <a:pt x="405" y="700"/>
                    <a:pt x="404" y="703"/>
                    <a:pt x="402" y="704"/>
                  </a:cubicBezTo>
                  <a:cubicBezTo>
                    <a:pt x="400" y="705"/>
                    <a:pt x="399" y="706"/>
                    <a:pt x="397" y="706"/>
                  </a:cubicBezTo>
                  <a:cubicBezTo>
                    <a:pt x="397" y="706"/>
                    <a:pt x="397" y="706"/>
                    <a:pt x="396" y="706"/>
                  </a:cubicBezTo>
                  <a:cubicBezTo>
                    <a:pt x="394" y="706"/>
                    <a:pt x="394" y="706"/>
                    <a:pt x="394" y="706"/>
                  </a:cubicBezTo>
                  <a:cubicBezTo>
                    <a:pt x="390" y="706"/>
                    <a:pt x="390" y="706"/>
                    <a:pt x="390" y="706"/>
                  </a:cubicBezTo>
                  <a:cubicBezTo>
                    <a:pt x="379" y="707"/>
                    <a:pt x="366" y="707"/>
                    <a:pt x="357" y="707"/>
                  </a:cubicBezTo>
                  <a:cubicBezTo>
                    <a:pt x="306" y="705"/>
                    <a:pt x="251" y="706"/>
                    <a:pt x="201" y="705"/>
                  </a:cubicBezTo>
                  <a:cubicBezTo>
                    <a:pt x="187" y="705"/>
                    <a:pt x="187" y="705"/>
                    <a:pt x="187" y="705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4" y="704"/>
                    <a:pt x="184" y="704"/>
                    <a:pt x="183" y="704"/>
                  </a:cubicBezTo>
                  <a:cubicBezTo>
                    <a:pt x="182" y="704"/>
                    <a:pt x="181" y="703"/>
                    <a:pt x="180" y="702"/>
                  </a:cubicBezTo>
                  <a:cubicBezTo>
                    <a:pt x="179" y="700"/>
                    <a:pt x="178" y="697"/>
                    <a:pt x="178" y="694"/>
                  </a:cubicBezTo>
                  <a:cubicBezTo>
                    <a:pt x="178" y="692"/>
                    <a:pt x="179" y="689"/>
                    <a:pt x="181" y="687"/>
                  </a:cubicBezTo>
                  <a:cubicBezTo>
                    <a:pt x="181" y="686"/>
                    <a:pt x="182" y="686"/>
                    <a:pt x="183" y="685"/>
                  </a:cubicBezTo>
                  <a:cubicBezTo>
                    <a:pt x="184" y="685"/>
                    <a:pt x="184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6" y="685"/>
                    <a:pt x="186" y="685"/>
                    <a:pt x="186" y="685"/>
                  </a:cubicBezTo>
                  <a:cubicBezTo>
                    <a:pt x="187" y="685"/>
                    <a:pt x="187" y="685"/>
                    <a:pt x="187" y="685"/>
                  </a:cubicBezTo>
                  <a:cubicBezTo>
                    <a:pt x="201" y="685"/>
                    <a:pt x="201" y="685"/>
                    <a:pt x="201" y="685"/>
                  </a:cubicBezTo>
                  <a:cubicBezTo>
                    <a:pt x="229" y="685"/>
                    <a:pt x="229" y="685"/>
                    <a:pt x="229" y="685"/>
                  </a:cubicBezTo>
                  <a:cubicBezTo>
                    <a:pt x="279" y="684"/>
                    <a:pt x="334" y="685"/>
                    <a:pt x="376" y="684"/>
                  </a:cubicBezTo>
                  <a:cubicBezTo>
                    <a:pt x="412" y="683"/>
                    <a:pt x="398" y="678"/>
                    <a:pt x="362" y="677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98" y="676"/>
                    <a:pt x="380" y="673"/>
                    <a:pt x="385" y="671"/>
                  </a:cubicBezTo>
                  <a:cubicBezTo>
                    <a:pt x="369" y="671"/>
                    <a:pt x="353" y="671"/>
                    <a:pt x="337" y="671"/>
                  </a:cubicBezTo>
                  <a:cubicBezTo>
                    <a:pt x="361" y="671"/>
                    <a:pt x="361" y="671"/>
                    <a:pt x="361" y="671"/>
                  </a:cubicBezTo>
                  <a:cubicBezTo>
                    <a:pt x="380" y="671"/>
                    <a:pt x="380" y="671"/>
                    <a:pt x="380" y="671"/>
                  </a:cubicBezTo>
                  <a:cubicBezTo>
                    <a:pt x="389" y="671"/>
                    <a:pt x="389" y="671"/>
                    <a:pt x="389" y="671"/>
                  </a:cubicBezTo>
                  <a:cubicBezTo>
                    <a:pt x="393" y="671"/>
                    <a:pt x="393" y="671"/>
                    <a:pt x="393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7" y="671"/>
                    <a:pt x="397" y="671"/>
                    <a:pt x="397" y="671"/>
                  </a:cubicBezTo>
                  <a:cubicBezTo>
                    <a:pt x="398" y="671"/>
                    <a:pt x="399" y="671"/>
                    <a:pt x="399" y="671"/>
                  </a:cubicBezTo>
                  <a:cubicBezTo>
                    <a:pt x="403" y="670"/>
                    <a:pt x="407" y="668"/>
                    <a:pt x="409" y="666"/>
                  </a:cubicBezTo>
                  <a:cubicBezTo>
                    <a:pt x="412" y="664"/>
                    <a:pt x="414" y="661"/>
                    <a:pt x="416" y="658"/>
                  </a:cubicBezTo>
                  <a:cubicBezTo>
                    <a:pt x="418" y="653"/>
                    <a:pt x="418" y="647"/>
                    <a:pt x="417" y="642"/>
                  </a:cubicBezTo>
                  <a:cubicBezTo>
                    <a:pt x="418" y="648"/>
                    <a:pt x="417" y="655"/>
                    <a:pt x="413" y="660"/>
                  </a:cubicBezTo>
                  <a:cubicBezTo>
                    <a:pt x="412" y="662"/>
                    <a:pt x="409" y="665"/>
                    <a:pt x="407" y="666"/>
                  </a:cubicBezTo>
                  <a:cubicBezTo>
                    <a:pt x="404" y="668"/>
                    <a:pt x="400" y="669"/>
                    <a:pt x="397" y="669"/>
                  </a:cubicBezTo>
                  <a:cubicBezTo>
                    <a:pt x="369" y="669"/>
                    <a:pt x="369" y="669"/>
                    <a:pt x="369" y="669"/>
                  </a:cubicBezTo>
                  <a:cubicBezTo>
                    <a:pt x="350" y="668"/>
                    <a:pt x="330" y="668"/>
                    <a:pt x="311" y="668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227" y="667"/>
                    <a:pt x="264" y="667"/>
                    <a:pt x="296" y="668"/>
                  </a:cubicBezTo>
                  <a:cubicBezTo>
                    <a:pt x="319" y="668"/>
                    <a:pt x="341" y="668"/>
                    <a:pt x="362" y="668"/>
                  </a:cubicBezTo>
                  <a:cubicBezTo>
                    <a:pt x="394" y="668"/>
                    <a:pt x="394" y="668"/>
                    <a:pt x="394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7" y="668"/>
                    <a:pt x="397" y="668"/>
                    <a:pt x="397" y="668"/>
                  </a:cubicBezTo>
                  <a:cubicBezTo>
                    <a:pt x="397" y="668"/>
                    <a:pt x="398" y="668"/>
                    <a:pt x="398" y="668"/>
                  </a:cubicBezTo>
                  <a:cubicBezTo>
                    <a:pt x="400" y="668"/>
                    <a:pt x="402" y="668"/>
                    <a:pt x="403" y="667"/>
                  </a:cubicBezTo>
                  <a:cubicBezTo>
                    <a:pt x="407" y="666"/>
                    <a:pt x="409" y="663"/>
                    <a:pt x="411" y="661"/>
                  </a:cubicBezTo>
                  <a:cubicBezTo>
                    <a:pt x="416" y="656"/>
                    <a:pt x="417" y="649"/>
                    <a:pt x="416" y="642"/>
                  </a:cubicBezTo>
                  <a:cubicBezTo>
                    <a:pt x="416" y="639"/>
                    <a:pt x="415" y="637"/>
                    <a:pt x="414" y="634"/>
                  </a:cubicBezTo>
                  <a:cubicBezTo>
                    <a:pt x="412" y="631"/>
                    <a:pt x="409" y="629"/>
                    <a:pt x="406" y="627"/>
                  </a:cubicBezTo>
                  <a:cubicBezTo>
                    <a:pt x="404" y="626"/>
                    <a:pt x="401" y="625"/>
                    <a:pt x="399" y="626"/>
                  </a:cubicBezTo>
                  <a:cubicBezTo>
                    <a:pt x="397" y="626"/>
                    <a:pt x="396" y="626"/>
                    <a:pt x="396" y="627"/>
                  </a:cubicBezTo>
                  <a:cubicBezTo>
                    <a:pt x="396" y="627"/>
                    <a:pt x="397" y="628"/>
                    <a:pt x="399" y="628"/>
                  </a:cubicBezTo>
                  <a:cubicBezTo>
                    <a:pt x="401" y="629"/>
                    <a:pt x="404" y="631"/>
                    <a:pt x="407" y="634"/>
                  </a:cubicBezTo>
                  <a:cubicBezTo>
                    <a:pt x="408" y="636"/>
                    <a:pt x="410" y="639"/>
                    <a:pt x="410" y="642"/>
                  </a:cubicBezTo>
                  <a:cubicBezTo>
                    <a:pt x="411" y="645"/>
                    <a:pt x="411" y="647"/>
                    <a:pt x="411" y="647"/>
                  </a:cubicBezTo>
                  <a:cubicBezTo>
                    <a:pt x="410" y="648"/>
                    <a:pt x="409" y="647"/>
                    <a:pt x="409" y="646"/>
                  </a:cubicBezTo>
                  <a:cubicBezTo>
                    <a:pt x="409" y="650"/>
                    <a:pt x="408" y="653"/>
                    <a:pt x="406" y="655"/>
                  </a:cubicBezTo>
                  <a:cubicBezTo>
                    <a:pt x="404" y="658"/>
                    <a:pt x="401" y="660"/>
                    <a:pt x="398" y="660"/>
                  </a:cubicBezTo>
                  <a:cubicBezTo>
                    <a:pt x="398" y="660"/>
                    <a:pt x="397" y="660"/>
                    <a:pt x="396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32" y="660"/>
                    <a:pt x="332" y="660"/>
                    <a:pt x="332" y="660"/>
                  </a:cubicBezTo>
                  <a:cubicBezTo>
                    <a:pt x="295" y="660"/>
                    <a:pt x="259" y="659"/>
                    <a:pt x="223" y="658"/>
                  </a:cubicBezTo>
                  <a:cubicBezTo>
                    <a:pt x="259" y="659"/>
                    <a:pt x="296" y="660"/>
                    <a:pt x="332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95" y="660"/>
                    <a:pt x="395" y="660"/>
                    <a:pt x="395" y="660"/>
                  </a:cubicBezTo>
                  <a:cubicBezTo>
                    <a:pt x="396" y="660"/>
                    <a:pt x="396" y="660"/>
                    <a:pt x="396" y="660"/>
                  </a:cubicBezTo>
                  <a:cubicBezTo>
                    <a:pt x="397" y="660"/>
                    <a:pt x="397" y="660"/>
                    <a:pt x="397" y="660"/>
                  </a:cubicBezTo>
                  <a:cubicBezTo>
                    <a:pt x="397" y="660"/>
                    <a:pt x="398" y="660"/>
                    <a:pt x="399" y="660"/>
                  </a:cubicBezTo>
                  <a:cubicBezTo>
                    <a:pt x="402" y="659"/>
                    <a:pt x="404" y="657"/>
                    <a:pt x="406" y="654"/>
                  </a:cubicBezTo>
                  <a:cubicBezTo>
                    <a:pt x="407" y="652"/>
                    <a:pt x="408" y="649"/>
                    <a:pt x="408" y="646"/>
                  </a:cubicBezTo>
                  <a:cubicBezTo>
                    <a:pt x="408" y="645"/>
                    <a:pt x="407" y="645"/>
                    <a:pt x="407" y="646"/>
                  </a:cubicBezTo>
                  <a:cubicBezTo>
                    <a:pt x="407" y="646"/>
                    <a:pt x="407" y="648"/>
                    <a:pt x="406" y="650"/>
                  </a:cubicBezTo>
                  <a:cubicBezTo>
                    <a:pt x="405" y="651"/>
                    <a:pt x="404" y="654"/>
                    <a:pt x="402" y="656"/>
                  </a:cubicBezTo>
                  <a:cubicBezTo>
                    <a:pt x="400" y="657"/>
                    <a:pt x="399" y="658"/>
                    <a:pt x="397" y="658"/>
                  </a:cubicBezTo>
                  <a:cubicBezTo>
                    <a:pt x="397" y="658"/>
                    <a:pt x="397" y="658"/>
                    <a:pt x="396" y="658"/>
                  </a:cubicBezTo>
                  <a:cubicBezTo>
                    <a:pt x="394" y="658"/>
                    <a:pt x="394" y="658"/>
                    <a:pt x="394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79" y="658"/>
                    <a:pt x="366" y="658"/>
                    <a:pt x="357" y="658"/>
                  </a:cubicBezTo>
                  <a:cubicBezTo>
                    <a:pt x="306" y="657"/>
                    <a:pt x="251" y="657"/>
                    <a:pt x="201" y="656"/>
                  </a:cubicBezTo>
                  <a:cubicBezTo>
                    <a:pt x="187" y="656"/>
                    <a:pt x="187" y="656"/>
                    <a:pt x="187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4" y="656"/>
                    <a:pt x="184" y="656"/>
                    <a:pt x="183" y="655"/>
                  </a:cubicBezTo>
                  <a:cubicBezTo>
                    <a:pt x="182" y="655"/>
                    <a:pt x="181" y="654"/>
                    <a:pt x="180" y="653"/>
                  </a:cubicBezTo>
                  <a:cubicBezTo>
                    <a:pt x="179" y="652"/>
                    <a:pt x="178" y="649"/>
                    <a:pt x="178" y="646"/>
                  </a:cubicBezTo>
                  <a:cubicBezTo>
                    <a:pt x="178" y="643"/>
                    <a:pt x="179" y="640"/>
                    <a:pt x="181" y="638"/>
                  </a:cubicBezTo>
                  <a:cubicBezTo>
                    <a:pt x="181" y="638"/>
                    <a:pt x="182" y="637"/>
                    <a:pt x="183" y="637"/>
                  </a:cubicBezTo>
                  <a:cubicBezTo>
                    <a:pt x="184" y="636"/>
                    <a:pt x="184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6" y="636"/>
                    <a:pt x="186" y="636"/>
                    <a:pt x="186" y="636"/>
                  </a:cubicBezTo>
                  <a:cubicBezTo>
                    <a:pt x="187" y="636"/>
                    <a:pt x="187" y="636"/>
                    <a:pt x="187" y="636"/>
                  </a:cubicBezTo>
                  <a:cubicBezTo>
                    <a:pt x="201" y="636"/>
                    <a:pt x="201" y="636"/>
                    <a:pt x="201" y="636"/>
                  </a:cubicBezTo>
                  <a:cubicBezTo>
                    <a:pt x="229" y="636"/>
                    <a:pt x="229" y="636"/>
                    <a:pt x="229" y="636"/>
                  </a:cubicBezTo>
                  <a:cubicBezTo>
                    <a:pt x="279" y="635"/>
                    <a:pt x="334" y="636"/>
                    <a:pt x="376" y="635"/>
                  </a:cubicBezTo>
                  <a:cubicBezTo>
                    <a:pt x="412" y="634"/>
                    <a:pt x="398" y="630"/>
                    <a:pt x="362" y="628"/>
                  </a:cubicBezTo>
                  <a:cubicBezTo>
                    <a:pt x="362" y="627"/>
                    <a:pt x="362" y="627"/>
                    <a:pt x="362" y="627"/>
                  </a:cubicBezTo>
                  <a:cubicBezTo>
                    <a:pt x="393" y="627"/>
                    <a:pt x="385" y="625"/>
                    <a:pt x="384" y="624"/>
                  </a:cubicBezTo>
                  <a:cubicBezTo>
                    <a:pt x="391" y="624"/>
                    <a:pt x="391" y="624"/>
                    <a:pt x="391" y="624"/>
                  </a:cubicBezTo>
                  <a:cubicBezTo>
                    <a:pt x="392" y="624"/>
                    <a:pt x="392" y="624"/>
                    <a:pt x="392" y="624"/>
                  </a:cubicBezTo>
                  <a:cubicBezTo>
                    <a:pt x="393" y="624"/>
                    <a:pt x="393" y="624"/>
                    <a:pt x="393" y="624"/>
                  </a:cubicBezTo>
                  <a:cubicBezTo>
                    <a:pt x="394" y="624"/>
                    <a:pt x="394" y="624"/>
                    <a:pt x="394" y="624"/>
                  </a:cubicBezTo>
                  <a:cubicBezTo>
                    <a:pt x="395" y="624"/>
                    <a:pt x="397" y="623"/>
                    <a:pt x="398" y="623"/>
                  </a:cubicBezTo>
                  <a:cubicBezTo>
                    <a:pt x="400" y="623"/>
                    <a:pt x="403" y="622"/>
                    <a:pt x="405" y="620"/>
                  </a:cubicBezTo>
                  <a:cubicBezTo>
                    <a:pt x="410" y="617"/>
                    <a:pt x="414" y="613"/>
                    <a:pt x="415" y="608"/>
                  </a:cubicBezTo>
                  <a:cubicBezTo>
                    <a:pt x="416" y="605"/>
                    <a:pt x="417" y="603"/>
                    <a:pt x="417" y="600"/>
                  </a:cubicBezTo>
                  <a:cubicBezTo>
                    <a:pt x="417" y="594"/>
                    <a:pt x="417" y="594"/>
                    <a:pt x="417" y="594"/>
                  </a:cubicBezTo>
                  <a:cubicBezTo>
                    <a:pt x="417" y="571"/>
                    <a:pt x="417" y="571"/>
                    <a:pt x="417" y="571"/>
                  </a:cubicBezTo>
                  <a:cubicBezTo>
                    <a:pt x="417" y="550"/>
                    <a:pt x="417" y="550"/>
                    <a:pt x="417" y="550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20" y="548"/>
                    <a:pt x="420" y="548"/>
                    <a:pt x="420" y="548"/>
                  </a:cubicBezTo>
                  <a:cubicBezTo>
                    <a:pt x="423" y="546"/>
                    <a:pt x="427" y="544"/>
                    <a:pt x="430" y="542"/>
                  </a:cubicBezTo>
                  <a:cubicBezTo>
                    <a:pt x="427" y="544"/>
                    <a:pt x="423" y="546"/>
                    <a:pt x="420" y="548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17" y="549"/>
                    <a:pt x="417" y="549"/>
                    <a:pt x="417" y="550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95"/>
                    <a:pt x="417" y="595"/>
                    <a:pt x="417" y="595"/>
                  </a:cubicBezTo>
                  <a:cubicBezTo>
                    <a:pt x="417" y="601"/>
                    <a:pt x="417" y="601"/>
                    <a:pt x="417" y="601"/>
                  </a:cubicBezTo>
                  <a:cubicBezTo>
                    <a:pt x="417" y="603"/>
                    <a:pt x="416" y="606"/>
                    <a:pt x="415" y="609"/>
                  </a:cubicBezTo>
                  <a:cubicBezTo>
                    <a:pt x="413" y="614"/>
                    <a:pt x="409" y="618"/>
                    <a:pt x="405" y="621"/>
                  </a:cubicBezTo>
                  <a:cubicBezTo>
                    <a:pt x="402" y="622"/>
                    <a:pt x="400" y="623"/>
                    <a:pt x="397" y="623"/>
                  </a:cubicBezTo>
                  <a:cubicBezTo>
                    <a:pt x="396" y="623"/>
                    <a:pt x="394" y="624"/>
                    <a:pt x="393" y="624"/>
                  </a:cubicBezTo>
                  <a:cubicBezTo>
                    <a:pt x="390" y="624"/>
                    <a:pt x="390" y="624"/>
                    <a:pt x="390" y="624"/>
                  </a:cubicBezTo>
                  <a:cubicBezTo>
                    <a:pt x="384" y="624"/>
                    <a:pt x="384" y="624"/>
                    <a:pt x="384" y="624"/>
                  </a:cubicBezTo>
                  <a:cubicBezTo>
                    <a:pt x="384" y="623"/>
                    <a:pt x="384" y="623"/>
                    <a:pt x="385" y="623"/>
                  </a:cubicBezTo>
                  <a:cubicBezTo>
                    <a:pt x="379" y="623"/>
                    <a:pt x="374" y="623"/>
                    <a:pt x="369" y="623"/>
                  </a:cubicBezTo>
                  <a:cubicBezTo>
                    <a:pt x="390" y="623"/>
                    <a:pt x="390" y="623"/>
                    <a:pt x="390" y="623"/>
                  </a:cubicBezTo>
                  <a:cubicBezTo>
                    <a:pt x="393" y="623"/>
                    <a:pt x="393" y="623"/>
                    <a:pt x="393" y="623"/>
                  </a:cubicBezTo>
                  <a:cubicBezTo>
                    <a:pt x="394" y="623"/>
                    <a:pt x="395" y="623"/>
                    <a:pt x="397" y="622"/>
                  </a:cubicBezTo>
                  <a:cubicBezTo>
                    <a:pt x="399" y="622"/>
                    <a:pt x="402" y="621"/>
                    <a:pt x="404" y="620"/>
                  </a:cubicBezTo>
                  <a:cubicBezTo>
                    <a:pt x="409" y="617"/>
                    <a:pt x="413" y="612"/>
                    <a:pt x="414" y="607"/>
                  </a:cubicBezTo>
                  <a:cubicBezTo>
                    <a:pt x="415" y="606"/>
                    <a:pt x="415" y="605"/>
                    <a:pt x="415" y="603"/>
                  </a:cubicBezTo>
                  <a:cubicBezTo>
                    <a:pt x="416" y="603"/>
                    <a:pt x="416" y="602"/>
                    <a:pt x="416" y="601"/>
                  </a:cubicBezTo>
                  <a:cubicBezTo>
                    <a:pt x="416" y="601"/>
                    <a:pt x="416" y="600"/>
                    <a:pt x="416" y="599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6" y="581"/>
                    <a:pt x="416" y="581"/>
                    <a:pt x="416" y="581"/>
                  </a:cubicBezTo>
                  <a:cubicBezTo>
                    <a:pt x="416" y="557"/>
                    <a:pt x="416" y="557"/>
                    <a:pt x="416" y="557"/>
                  </a:cubicBezTo>
                  <a:cubicBezTo>
                    <a:pt x="416" y="549"/>
                    <a:pt x="416" y="549"/>
                    <a:pt x="416" y="549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7" y="548"/>
                    <a:pt x="417" y="548"/>
                    <a:pt x="417" y="548"/>
                  </a:cubicBezTo>
                  <a:cubicBezTo>
                    <a:pt x="419" y="547"/>
                    <a:pt x="421" y="546"/>
                    <a:pt x="423" y="545"/>
                  </a:cubicBezTo>
                  <a:cubicBezTo>
                    <a:pt x="430" y="541"/>
                    <a:pt x="437" y="537"/>
                    <a:pt x="444" y="533"/>
                  </a:cubicBezTo>
                  <a:cubicBezTo>
                    <a:pt x="445" y="534"/>
                    <a:pt x="445" y="534"/>
                    <a:pt x="445" y="534"/>
                  </a:cubicBezTo>
                  <a:cubicBezTo>
                    <a:pt x="476" y="514"/>
                    <a:pt x="504" y="488"/>
                    <a:pt x="526" y="458"/>
                  </a:cubicBezTo>
                  <a:cubicBezTo>
                    <a:pt x="548" y="428"/>
                    <a:pt x="564" y="394"/>
                    <a:pt x="574" y="357"/>
                  </a:cubicBezTo>
                  <a:cubicBezTo>
                    <a:pt x="583" y="321"/>
                    <a:pt x="585" y="283"/>
                    <a:pt x="579" y="245"/>
                  </a:cubicBezTo>
                  <a:cubicBezTo>
                    <a:pt x="574" y="208"/>
                    <a:pt x="561" y="171"/>
                    <a:pt x="542" y="139"/>
                  </a:cubicBezTo>
                  <a:close/>
                  <a:moveTo>
                    <a:pt x="338" y="819"/>
                  </a:moveTo>
                  <a:cubicBezTo>
                    <a:pt x="339" y="819"/>
                    <a:pt x="340" y="819"/>
                    <a:pt x="340" y="818"/>
                  </a:cubicBezTo>
                  <a:cubicBezTo>
                    <a:pt x="340" y="819"/>
                    <a:pt x="339" y="819"/>
                    <a:pt x="338" y="819"/>
                  </a:cubicBezTo>
                  <a:close/>
                  <a:moveTo>
                    <a:pt x="256" y="820"/>
                  </a:moveTo>
                  <a:cubicBezTo>
                    <a:pt x="265" y="821"/>
                    <a:pt x="274" y="822"/>
                    <a:pt x="283" y="823"/>
                  </a:cubicBezTo>
                  <a:cubicBezTo>
                    <a:pt x="292" y="823"/>
                    <a:pt x="301" y="824"/>
                    <a:pt x="310" y="824"/>
                  </a:cubicBezTo>
                  <a:cubicBezTo>
                    <a:pt x="315" y="824"/>
                    <a:pt x="319" y="823"/>
                    <a:pt x="324" y="823"/>
                  </a:cubicBezTo>
                  <a:cubicBezTo>
                    <a:pt x="328" y="822"/>
                    <a:pt x="333" y="822"/>
                    <a:pt x="336" y="820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7" y="820"/>
                    <a:pt x="337" y="820"/>
                    <a:pt x="338" y="819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6" y="820"/>
                    <a:pt x="336" y="820"/>
                    <a:pt x="336" y="820"/>
                  </a:cubicBezTo>
                  <a:cubicBezTo>
                    <a:pt x="332" y="822"/>
                    <a:pt x="328" y="822"/>
                    <a:pt x="324" y="823"/>
                  </a:cubicBezTo>
                  <a:cubicBezTo>
                    <a:pt x="319" y="823"/>
                    <a:pt x="315" y="824"/>
                    <a:pt x="310" y="824"/>
                  </a:cubicBezTo>
                  <a:cubicBezTo>
                    <a:pt x="301" y="824"/>
                    <a:pt x="292" y="824"/>
                    <a:pt x="283" y="823"/>
                  </a:cubicBezTo>
                  <a:cubicBezTo>
                    <a:pt x="274" y="822"/>
                    <a:pt x="264" y="821"/>
                    <a:pt x="256" y="820"/>
                  </a:cubicBezTo>
                  <a:cubicBezTo>
                    <a:pt x="253" y="820"/>
                    <a:pt x="251" y="820"/>
                    <a:pt x="249" y="819"/>
                  </a:cubicBezTo>
                  <a:cubicBezTo>
                    <a:pt x="249" y="819"/>
                    <a:pt x="249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51" y="820"/>
                    <a:pt x="254" y="820"/>
                    <a:pt x="256" y="820"/>
                  </a:cubicBezTo>
                  <a:close/>
                  <a:moveTo>
                    <a:pt x="249" y="817"/>
                  </a:move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lose/>
                  <a:moveTo>
                    <a:pt x="249" y="819"/>
                  </a:moveTo>
                  <a:cubicBezTo>
                    <a:pt x="249" y="819"/>
                    <a:pt x="249" y="819"/>
                    <a:pt x="249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lose/>
                  <a:moveTo>
                    <a:pt x="246" y="817"/>
                  </a:moveTo>
                  <a:cubicBezTo>
                    <a:pt x="246" y="818"/>
                    <a:pt x="247" y="818"/>
                    <a:pt x="248" y="818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8"/>
                  </a:cubicBezTo>
                  <a:cubicBezTo>
                    <a:pt x="247" y="818"/>
                    <a:pt x="246" y="817"/>
                    <a:pt x="245" y="817"/>
                  </a:cubicBezTo>
                  <a:cubicBezTo>
                    <a:pt x="243" y="814"/>
                    <a:pt x="240" y="811"/>
                    <a:pt x="237" y="807"/>
                  </a:cubicBezTo>
                  <a:cubicBezTo>
                    <a:pt x="240" y="811"/>
                    <a:pt x="243" y="814"/>
                    <a:pt x="246" y="817"/>
                  </a:cubicBezTo>
                  <a:close/>
                  <a:moveTo>
                    <a:pt x="230" y="813"/>
                  </a:moveTo>
                  <a:cubicBezTo>
                    <a:pt x="230" y="812"/>
                    <a:pt x="230" y="812"/>
                    <a:pt x="230" y="812"/>
                  </a:cubicBezTo>
                  <a:cubicBezTo>
                    <a:pt x="228" y="811"/>
                    <a:pt x="228" y="811"/>
                    <a:pt x="228" y="811"/>
                  </a:cubicBezTo>
                  <a:cubicBezTo>
                    <a:pt x="228" y="810"/>
                    <a:pt x="228" y="810"/>
                    <a:pt x="228" y="810"/>
                  </a:cubicBezTo>
                  <a:cubicBezTo>
                    <a:pt x="227" y="809"/>
                    <a:pt x="227" y="809"/>
                    <a:pt x="227" y="809"/>
                  </a:cubicBezTo>
                  <a:cubicBezTo>
                    <a:pt x="227" y="808"/>
                    <a:pt x="227" y="808"/>
                    <a:pt x="227" y="808"/>
                  </a:cubicBezTo>
                  <a:cubicBezTo>
                    <a:pt x="223" y="800"/>
                    <a:pt x="223" y="800"/>
                    <a:pt x="223" y="800"/>
                  </a:cubicBezTo>
                  <a:cubicBezTo>
                    <a:pt x="215" y="784"/>
                    <a:pt x="215" y="784"/>
                    <a:pt x="215" y="784"/>
                  </a:cubicBezTo>
                  <a:cubicBezTo>
                    <a:pt x="220" y="793"/>
                    <a:pt x="224" y="804"/>
                    <a:pt x="230" y="813"/>
                  </a:cubicBezTo>
                  <a:close/>
                  <a:moveTo>
                    <a:pt x="190" y="672"/>
                  </a:moveTo>
                  <a:cubicBezTo>
                    <a:pt x="187" y="672"/>
                    <a:pt x="187" y="672"/>
                    <a:pt x="187" y="672"/>
                  </a:cubicBezTo>
                  <a:cubicBezTo>
                    <a:pt x="185" y="672"/>
                    <a:pt x="185" y="672"/>
                    <a:pt x="185" y="672"/>
                  </a:cubicBezTo>
                  <a:cubicBezTo>
                    <a:pt x="185" y="672"/>
                    <a:pt x="184" y="672"/>
                    <a:pt x="183" y="672"/>
                  </a:cubicBezTo>
                  <a:cubicBezTo>
                    <a:pt x="180" y="672"/>
                    <a:pt x="177" y="673"/>
                    <a:pt x="175" y="675"/>
                  </a:cubicBezTo>
                  <a:cubicBezTo>
                    <a:pt x="172" y="677"/>
                    <a:pt x="170" y="679"/>
                    <a:pt x="169" y="681"/>
                  </a:cubicBezTo>
                  <a:cubicBezTo>
                    <a:pt x="166" y="686"/>
                    <a:pt x="165" y="691"/>
                    <a:pt x="165" y="696"/>
                  </a:cubicBezTo>
                  <a:cubicBezTo>
                    <a:pt x="165" y="702"/>
                    <a:pt x="167" y="707"/>
                    <a:pt x="171" y="711"/>
                  </a:cubicBezTo>
                  <a:cubicBezTo>
                    <a:pt x="173" y="713"/>
                    <a:pt x="175" y="715"/>
                    <a:pt x="178" y="716"/>
                  </a:cubicBezTo>
                  <a:cubicBezTo>
                    <a:pt x="179" y="716"/>
                    <a:pt x="181" y="717"/>
                    <a:pt x="182" y="717"/>
                  </a:cubicBezTo>
                  <a:cubicBezTo>
                    <a:pt x="183" y="717"/>
                    <a:pt x="184" y="717"/>
                    <a:pt x="184" y="717"/>
                  </a:cubicBezTo>
                  <a:cubicBezTo>
                    <a:pt x="185" y="717"/>
                    <a:pt x="185" y="717"/>
                    <a:pt x="185" y="717"/>
                  </a:cubicBezTo>
                  <a:cubicBezTo>
                    <a:pt x="186" y="717"/>
                    <a:pt x="186" y="717"/>
                    <a:pt x="186" y="717"/>
                  </a:cubicBezTo>
                  <a:cubicBezTo>
                    <a:pt x="199" y="717"/>
                    <a:pt x="199" y="717"/>
                    <a:pt x="199" y="717"/>
                  </a:cubicBezTo>
                  <a:cubicBezTo>
                    <a:pt x="224" y="718"/>
                    <a:pt x="224" y="718"/>
                    <a:pt x="224" y="718"/>
                  </a:cubicBezTo>
                  <a:cubicBezTo>
                    <a:pt x="257" y="718"/>
                    <a:pt x="290" y="718"/>
                    <a:pt x="325" y="718"/>
                  </a:cubicBezTo>
                  <a:cubicBezTo>
                    <a:pt x="325" y="719"/>
                    <a:pt x="325" y="719"/>
                    <a:pt x="325" y="719"/>
                  </a:cubicBezTo>
                  <a:cubicBezTo>
                    <a:pt x="323" y="719"/>
                    <a:pt x="322" y="719"/>
                    <a:pt x="321" y="719"/>
                  </a:cubicBezTo>
                  <a:cubicBezTo>
                    <a:pt x="300" y="719"/>
                    <a:pt x="300" y="719"/>
                    <a:pt x="300" y="719"/>
                  </a:cubicBezTo>
                  <a:cubicBezTo>
                    <a:pt x="297" y="719"/>
                    <a:pt x="297" y="719"/>
                    <a:pt x="297" y="719"/>
                  </a:cubicBezTo>
                  <a:cubicBezTo>
                    <a:pt x="272" y="719"/>
                    <a:pt x="247" y="718"/>
                    <a:pt x="223" y="718"/>
                  </a:cubicBezTo>
                  <a:cubicBezTo>
                    <a:pt x="198" y="718"/>
                    <a:pt x="198" y="718"/>
                    <a:pt x="198" y="718"/>
                  </a:cubicBezTo>
                  <a:cubicBezTo>
                    <a:pt x="186" y="718"/>
                    <a:pt x="186" y="718"/>
                    <a:pt x="186" y="718"/>
                  </a:cubicBezTo>
                  <a:cubicBezTo>
                    <a:pt x="185" y="718"/>
                    <a:pt x="185" y="718"/>
                    <a:pt x="185" y="718"/>
                  </a:cubicBezTo>
                  <a:cubicBezTo>
                    <a:pt x="184" y="718"/>
                    <a:pt x="184" y="718"/>
                    <a:pt x="184" y="718"/>
                  </a:cubicBezTo>
                  <a:cubicBezTo>
                    <a:pt x="183" y="718"/>
                    <a:pt x="182" y="718"/>
                    <a:pt x="181" y="718"/>
                  </a:cubicBezTo>
                  <a:cubicBezTo>
                    <a:pt x="180" y="718"/>
                    <a:pt x="178" y="717"/>
                    <a:pt x="177" y="716"/>
                  </a:cubicBezTo>
                  <a:cubicBezTo>
                    <a:pt x="174" y="715"/>
                    <a:pt x="172" y="713"/>
                    <a:pt x="170" y="711"/>
                  </a:cubicBezTo>
                  <a:cubicBezTo>
                    <a:pt x="166" y="707"/>
                    <a:pt x="164" y="702"/>
                    <a:pt x="164" y="696"/>
                  </a:cubicBezTo>
                  <a:cubicBezTo>
                    <a:pt x="164" y="691"/>
                    <a:pt x="165" y="685"/>
                    <a:pt x="168" y="680"/>
                  </a:cubicBezTo>
                  <a:cubicBezTo>
                    <a:pt x="170" y="678"/>
                    <a:pt x="172" y="676"/>
                    <a:pt x="174" y="674"/>
                  </a:cubicBezTo>
                  <a:cubicBezTo>
                    <a:pt x="177" y="673"/>
                    <a:pt x="180" y="671"/>
                    <a:pt x="183" y="671"/>
                  </a:cubicBezTo>
                  <a:cubicBezTo>
                    <a:pt x="183" y="671"/>
                    <a:pt x="184" y="671"/>
                    <a:pt x="185" y="671"/>
                  </a:cubicBezTo>
                  <a:cubicBezTo>
                    <a:pt x="187" y="671"/>
                    <a:pt x="187" y="671"/>
                    <a:pt x="187" y="671"/>
                  </a:cubicBezTo>
                  <a:cubicBezTo>
                    <a:pt x="190" y="671"/>
                    <a:pt x="190" y="671"/>
                    <a:pt x="190" y="671"/>
                  </a:cubicBezTo>
                  <a:cubicBezTo>
                    <a:pt x="196" y="671"/>
                    <a:pt x="196" y="671"/>
                    <a:pt x="196" y="671"/>
                  </a:cubicBezTo>
                  <a:cubicBezTo>
                    <a:pt x="196" y="671"/>
                    <a:pt x="194" y="671"/>
                    <a:pt x="197" y="671"/>
                  </a:cubicBezTo>
                  <a:lnTo>
                    <a:pt x="190" y="672"/>
                  </a:lnTo>
                  <a:close/>
                  <a:moveTo>
                    <a:pt x="136" y="380"/>
                  </a:moveTo>
                  <a:cubicBezTo>
                    <a:pt x="135" y="376"/>
                    <a:pt x="135" y="371"/>
                    <a:pt x="136" y="368"/>
                  </a:cubicBezTo>
                  <a:cubicBezTo>
                    <a:pt x="137" y="364"/>
                    <a:pt x="139" y="361"/>
                    <a:pt x="143" y="359"/>
                  </a:cubicBezTo>
                  <a:cubicBezTo>
                    <a:pt x="146" y="356"/>
                    <a:pt x="150" y="355"/>
                    <a:pt x="154" y="354"/>
                  </a:cubicBezTo>
                  <a:cubicBezTo>
                    <a:pt x="158" y="354"/>
                    <a:pt x="162" y="355"/>
                    <a:pt x="166" y="357"/>
                  </a:cubicBezTo>
                  <a:cubicBezTo>
                    <a:pt x="170" y="359"/>
                    <a:pt x="174" y="362"/>
                    <a:pt x="177" y="366"/>
                  </a:cubicBezTo>
                  <a:cubicBezTo>
                    <a:pt x="180" y="369"/>
                    <a:pt x="183" y="373"/>
                    <a:pt x="185" y="377"/>
                  </a:cubicBezTo>
                  <a:cubicBezTo>
                    <a:pt x="188" y="384"/>
                    <a:pt x="188" y="384"/>
                    <a:pt x="188" y="384"/>
                  </a:cubicBezTo>
                  <a:cubicBezTo>
                    <a:pt x="194" y="396"/>
                    <a:pt x="194" y="396"/>
                    <a:pt x="194" y="396"/>
                  </a:cubicBezTo>
                  <a:cubicBezTo>
                    <a:pt x="196" y="395"/>
                    <a:pt x="198" y="394"/>
                    <a:pt x="200" y="393"/>
                  </a:cubicBezTo>
                  <a:cubicBezTo>
                    <a:pt x="201" y="393"/>
                    <a:pt x="201" y="392"/>
                    <a:pt x="202" y="392"/>
                  </a:cubicBezTo>
                  <a:cubicBezTo>
                    <a:pt x="203" y="391"/>
                    <a:pt x="204" y="391"/>
                    <a:pt x="205" y="390"/>
                  </a:cubicBezTo>
                  <a:cubicBezTo>
                    <a:pt x="207" y="389"/>
                    <a:pt x="207" y="389"/>
                    <a:pt x="207" y="389"/>
                  </a:cubicBezTo>
                  <a:cubicBezTo>
                    <a:pt x="209" y="388"/>
                    <a:pt x="209" y="388"/>
                    <a:pt x="209" y="388"/>
                  </a:cubicBezTo>
                  <a:cubicBezTo>
                    <a:pt x="210" y="387"/>
                    <a:pt x="211" y="386"/>
                    <a:pt x="213" y="386"/>
                  </a:cubicBezTo>
                  <a:cubicBezTo>
                    <a:pt x="217" y="383"/>
                    <a:pt x="221" y="380"/>
                    <a:pt x="225" y="376"/>
                  </a:cubicBezTo>
                  <a:cubicBezTo>
                    <a:pt x="229" y="373"/>
                    <a:pt x="233" y="369"/>
                    <a:pt x="237" y="366"/>
                  </a:cubicBezTo>
                  <a:cubicBezTo>
                    <a:pt x="239" y="364"/>
                    <a:pt x="240" y="362"/>
                    <a:pt x="242" y="360"/>
                  </a:cubicBezTo>
                  <a:cubicBezTo>
                    <a:pt x="244" y="358"/>
                    <a:pt x="244" y="358"/>
                    <a:pt x="244" y="358"/>
                  </a:cubicBezTo>
                  <a:cubicBezTo>
                    <a:pt x="246" y="356"/>
                    <a:pt x="246" y="356"/>
                    <a:pt x="246" y="356"/>
                  </a:cubicBezTo>
                  <a:cubicBezTo>
                    <a:pt x="247" y="354"/>
                    <a:pt x="249" y="353"/>
                    <a:pt x="250" y="351"/>
                  </a:cubicBezTo>
                  <a:cubicBezTo>
                    <a:pt x="249" y="349"/>
                    <a:pt x="247" y="348"/>
                    <a:pt x="246" y="346"/>
                  </a:cubicBezTo>
                  <a:cubicBezTo>
                    <a:pt x="245" y="345"/>
                    <a:pt x="245" y="345"/>
                    <a:pt x="245" y="345"/>
                  </a:cubicBezTo>
                  <a:cubicBezTo>
                    <a:pt x="245" y="344"/>
                    <a:pt x="245" y="344"/>
                    <a:pt x="245" y="344"/>
                  </a:cubicBezTo>
                  <a:cubicBezTo>
                    <a:pt x="245" y="343"/>
                    <a:pt x="244" y="343"/>
                    <a:pt x="244" y="342"/>
                  </a:cubicBezTo>
                  <a:cubicBezTo>
                    <a:pt x="243" y="340"/>
                    <a:pt x="242" y="338"/>
                    <a:pt x="242" y="336"/>
                  </a:cubicBezTo>
                  <a:cubicBezTo>
                    <a:pt x="242" y="335"/>
                    <a:pt x="241" y="334"/>
                    <a:pt x="241" y="333"/>
                  </a:cubicBezTo>
                  <a:cubicBezTo>
                    <a:pt x="241" y="332"/>
                    <a:pt x="241" y="332"/>
                    <a:pt x="241" y="331"/>
                  </a:cubicBezTo>
                  <a:cubicBezTo>
                    <a:pt x="241" y="331"/>
                    <a:pt x="241" y="330"/>
                    <a:pt x="241" y="330"/>
                  </a:cubicBezTo>
                  <a:cubicBezTo>
                    <a:pt x="241" y="328"/>
                    <a:pt x="241" y="325"/>
                    <a:pt x="241" y="323"/>
                  </a:cubicBezTo>
                  <a:cubicBezTo>
                    <a:pt x="242" y="314"/>
                    <a:pt x="246" y="306"/>
                    <a:pt x="251" y="298"/>
                  </a:cubicBezTo>
                  <a:cubicBezTo>
                    <a:pt x="253" y="295"/>
                    <a:pt x="256" y="291"/>
                    <a:pt x="260" y="289"/>
                  </a:cubicBezTo>
                  <a:cubicBezTo>
                    <a:pt x="263" y="287"/>
                    <a:pt x="267" y="286"/>
                    <a:pt x="271" y="286"/>
                  </a:cubicBezTo>
                  <a:cubicBezTo>
                    <a:pt x="274" y="287"/>
                    <a:pt x="278" y="288"/>
                    <a:pt x="281" y="291"/>
                  </a:cubicBezTo>
                  <a:cubicBezTo>
                    <a:pt x="285" y="293"/>
                    <a:pt x="287" y="297"/>
                    <a:pt x="288" y="300"/>
                  </a:cubicBezTo>
                  <a:cubicBezTo>
                    <a:pt x="291" y="307"/>
                    <a:pt x="288" y="316"/>
                    <a:pt x="284" y="324"/>
                  </a:cubicBezTo>
                  <a:cubicBezTo>
                    <a:pt x="282" y="328"/>
                    <a:pt x="279" y="332"/>
                    <a:pt x="276" y="335"/>
                  </a:cubicBezTo>
                  <a:cubicBezTo>
                    <a:pt x="275" y="337"/>
                    <a:pt x="275" y="337"/>
                    <a:pt x="275" y="337"/>
                  </a:cubicBezTo>
                  <a:cubicBezTo>
                    <a:pt x="273" y="339"/>
                    <a:pt x="273" y="339"/>
                    <a:pt x="273" y="339"/>
                  </a:cubicBezTo>
                  <a:cubicBezTo>
                    <a:pt x="269" y="344"/>
                    <a:pt x="269" y="344"/>
                    <a:pt x="269" y="344"/>
                  </a:cubicBezTo>
                  <a:cubicBezTo>
                    <a:pt x="268" y="346"/>
                    <a:pt x="267" y="347"/>
                    <a:pt x="267" y="349"/>
                  </a:cubicBezTo>
                  <a:cubicBezTo>
                    <a:pt x="267" y="349"/>
                    <a:pt x="267" y="350"/>
                    <a:pt x="267" y="350"/>
                  </a:cubicBezTo>
                  <a:cubicBezTo>
                    <a:pt x="267" y="351"/>
                    <a:pt x="267" y="351"/>
                    <a:pt x="267" y="351"/>
                  </a:cubicBezTo>
                  <a:cubicBezTo>
                    <a:pt x="267" y="351"/>
                    <a:pt x="267" y="351"/>
                    <a:pt x="268" y="351"/>
                  </a:cubicBezTo>
                  <a:cubicBezTo>
                    <a:pt x="268" y="352"/>
                    <a:pt x="268" y="352"/>
                    <a:pt x="268" y="352"/>
                  </a:cubicBezTo>
                  <a:cubicBezTo>
                    <a:pt x="268" y="352"/>
                    <a:pt x="269" y="353"/>
                    <a:pt x="270" y="353"/>
                  </a:cubicBezTo>
                  <a:cubicBezTo>
                    <a:pt x="270" y="354"/>
                    <a:pt x="271" y="354"/>
                    <a:pt x="272" y="354"/>
                  </a:cubicBezTo>
                  <a:cubicBezTo>
                    <a:pt x="274" y="355"/>
                    <a:pt x="276" y="356"/>
                    <a:pt x="277" y="356"/>
                  </a:cubicBezTo>
                  <a:cubicBezTo>
                    <a:pt x="278" y="356"/>
                    <a:pt x="279" y="357"/>
                    <a:pt x="280" y="357"/>
                  </a:cubicBezTo>
                  <a:cubicBezTo>
                    <a:pt x="283" y="357"/>
                    <a:pt x="283" y="357"/>
                    <a:pt x="283" y="357"/>
                  </a:cubicBezTo>
                  <a:cubicBezTo>
                    <a:pt x="285" y="358"/>
                    <a:pt x="286" y="358"/>
                    <a:pt x="287" y="358"/>
                  </a:cubicBezTo>
                  <a:cubicBezTo>
                    <a:pt x="292" y="359"/>
                    <a:pt x="297" y="359"/>
                    <a:pt x="303" y="359"/>
                  </a:cubicBezTo>
                  <a:cubicBezTo>
                    <a:pt x="308" y="359"/>
                    <a:pt x="313" y="359"/>
                    <a:pt x="318" y="358"/>
                  </a:cubicBezTo>
                  <a:cubicBezTo>
                    <a:pt x="321" y="357"/>
                    <a:pt x="323" y="356"/>
                    <a:pt x="326" y="355"/>
                  </a:cubicBezTo>
                  <a:cubicBezTo>
                    <a:pt x="327" y="355"/>
                    <a:pt x="327" y="355"/>
                    <a:pt x="327" y="355"/>
                  </a:cubicBezTo>
                  <a:cubicBezTo>
                    <a:pt x="328" y="355"/>
                    <a:pt x="328" y="355"/>
                    <a:pt x="328" y="355"/>
                  </a:cubicBezTo>
                  <a:cubicBezTo>
                    <a:pt x="331" y="353"/>
                    <a:pt x="331" y="353"/>
                    <a:pt x="331" y="353"/>
                  </a:cubicBezTo>
                  <a:cubicBezTo>
                    <a:pt x="333" y="353"/>
                    <a:pt x="335" y="352"/>
                    <a:pt x="337" y="351"/>
                  </a:cubicBezTo>
                  <a:cubicBezTo>
                    <a:pt x="336" y="348"/>
                    <a:pt x="336" y="345"/>
                    <a:pt x="335" y="342"/>
                  </a:cubicBezTo>
                  <a:cubicBezTo>
                    <a:pt x="335" y="340"/>
                    <a:pt x="335" y="340"/>
                    <a:pt x="335" y="340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4" y="337"/>
                    <a:pt x="334" y="337"/>
                    <a:pt x="334" y="337"/>
                  </a:cubicBezTo>
                  <a:cubicBezTo>
                    <a:pt x="334" y="333"/>
                    <a:pt x="334" y="330"/>
                    <a:pt x="334" y="327"/>
                  </a:cubicBezTo>
                  <a:cubicBezTo>
                    <a:pt x="334" y="320"/>
                    <a:pt x="336" y="314"/>
                    <a:pt x="339" y="309"/>
                  </a:cubicBezTo>
                  <a:cubicBezTo>
                    <a:pt x="340" y="307"/>
                    <a:pt x="342" y="304"/>
                    <a:pt x="345" y="302"/>
                  </a:cubicBezTo>
                  <a:cubicBezTo>
                    <a:pt x="346" y="301"/>
                    <a:pt x="347" y="300"/>
                    <a:pt x="348" y="299"/>
                  </a:cubicBezTo>
                  <a:cubicBezTo>
                    <a:pt x="349" y="298"/>
                    <a:pt x="350" y="297"/>
                    <a:pt x="352" y="297"/>
                  </a:cubicBezTo>
                  <a:cubicBezTo>
                    <a:pt x="357" y="294"/>
                    <a:pt x="363" y="294"/>
                    <a:pt x="367" y="296"/>
                  </a:cubicBezTo>
                  <a:cubicBezTo>
                    <a:pt x="369" y="296"/>
                    <a:pt x="370" y="297"/>
                    <a:pt x="371" y="297"/>
                  </a:cubicBezTo>
                  <a:cubicBezTo>
                    <a:pt x="371" y="298"/>
                    <a:pt x="372" y="298"/>
                    <a:pt x="372" y="299"/>
                  </a:cubicBezTo>
                  <a:cubicBezTo>
                    <a:pt x="373" y="299"/>
                    <a:pt x="373" y="300"/>
                    <a:pt x="374" y="300"/>
                  </a:cubicBezTo>
                  <a:cubicBezTo>
                    <a:pt x="375" y="303"/>
                    <a:pt x="377" y="305"/>
                    <a:pt x="378" y="308"/>
                  </a:cubicBezTo>
                  <a:cubicBezTo>
                    <a:pt x="380" y="313"/>
                    <a:pt x="380" y="319"/>
                    <a:pt x="378" y="325"/>
                  </a:cubicBezTo>
                  <a:cubicBezTo>
                    <a:pt x="376" y="330"/>
                    <a:pt x="372" y="336"/>
                    <a:pt x="367" y="340"/>
                  </a:cubicBezTo>
                  <a:cubicBezTo>
                    <a:pt x="365" y="343"/>
                    <a:pt x="363" y="345"/>
                    <a:pt x="360" y="347"/>
                  </a:cubicBezTo>
                  <a:cubicBezTo>
                    <a:pt x="359" y="347"/>
                    <a:pt x="359" y="348"/>
                    <a:pt x="358" y="348"/>
                  </a:cubicBezTo>
                  <a:cubicBezTo>
                    <a:pt x="357" y="349"/>
                    <a:pt x="357" y="349"/>
                    <a:pt x="357" y="349"/>
                  </a:cubicBezTo>
                  <a:cubicBezTo>
                    <a:pt x="356" y="350"/>
                    <a:pt x="356" y="350"/>
                    <a:pt x="356" y="350"/>
                  </a:cubicBezTo>
                  <a:cubicBezTo>
                    <a:pt x="353" y="352"/>
                    <a:pt x="351" y="353"/>
                    <a:pt x="348" y="355"/>
                  </a:cubicBezTo>
                  <a:cubicBezTo>
                    <a:pt x="349" y="357"/>
                    <a:pt x="349" y="359"/>
                    <a:pt x="350" y="361"/>
                  </a:cubicBezTo>
                  <a:cubicBezTo>
                    <a:pt x="350" y="362"/>
                    <a:pt x="351" y="363"/>
                    <a:pt x="351" y="364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3" y="369"/>
                    <a:pt x="354" y="371"/>
                    <a:pt x="356" y="373"/>
                  </a:cubicBezTo>
                  <a:cubicBezTo>
                    <a:pt x="358" y="378"/>
                    <a:pt x="361" y="382"/>
                    <a:pt x="364" y="387"/>
                  </a:cubicBezTo>
                  <a:cubicBezTo>
                    <a:pt x="367" y="391"/>
                    <a:pt x="371" y="395"/>
                    <a:pt x="375" y="398"/>
                  </a:cubicBezTo>
                  <a:cubicBezTo>
                    <a:pt x="376" y="399"/>
                    <a:pt x="377" y="400"/>
                    <a:pt x="378" y="400"/>
                  </a:cubicBezTo>
                  <a:cubicBezTo>
                    <a:pt x="379" y="401"/>
                    <a:pt x="379" y="401"/>
                    <a:pt x="380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3" y="403"/>
                    <a:pt x="383" y="403"/>
                    <a:pt x="383" y="403"/>
                  </a:cubicBezTo>
                  <a:cubicBezTo>
                    <a:pt x="384" y="404"/>
                    <a:pt x="386" y="405"/>
                    <a:pt x="388" y="406"/>
                  </a:cubicBezTo>
                  <a:cubicBezTo>
                    <a:pt x="391" y="407"/>
                    <a:pt x="391" y="407"/>
                    <a:pt x="391" y="407"/>
                  </a:cubicBezTo>
                  <a:cubicBezTo>
                    <a:pt x="392" y="408"/>
                    <a:pt x="392" y="408"/>
                    <a:pt x="392" y="408"/>
                  </a:cubicBezTo>
                  <a:cubicBezTo>
                    <a:pt x="393" y="408"/>
                    <a:pt x="393" y="408"/>
                    <a:pt x="394" y="408"/>
                  </a:cubicBezTo>
                  <a:cubicBezTo>
                    <a:pt x="401" y="393"/>
                    <a:pt x="401" y="393"/>
                    <a:pt x="401" y="393"/>
                  </a:cubicBezTo>
                  <a:cubicBezTo>
                    <a:pt x="406" y="383"/>
                    <a:pt x="406" y="383"/>
                    <a:pt x="406" y="383"/>
                  </a:cubicBezTo>
                  <a:cubicBezTo>
                    <a:pt x="408" y="379"/>
                    <a:pt x="408" y="379"/>
                    <a:pt x="408" y="379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7"/>
                    <a:pt x="409" y="377"/>
                    <a:pt x="409" y="377"/>
                  </a:cubicBezTo>
                  <a:cubicBezTo>
                    <a:pt x="410" y="376"/>
                    <a:pt x="410" y="375"/>
                    <a:pt x="411" y="375"/>
                  </a:cubicBezTo>
                  <a:cubicBezTo>
                    <a:pt x="413" y="372"/>
                    <a:pt x="415" y="370"/>
                    <a:pt x="417" y="367"/>
                  </a:cubicBezTo>
                  <a:cubicBezTo>
                    <a:pt x="420" y="365"/>
                    <a:pt x="422" y="363"/>
                    <a:pt x="425" y="362"/>
                  </a:cubicBezTo>
                  <a:cubicBezTo>
                    <a:pt x="426" y="361"/>
                    <a:pt x="427" y="361"/>
                    <a:pt x="429" y="361"/>
                  </a:cubicBezTo>
                  <a:cubicBezTo>
                    <a:pt x="430" y="361"/>
                    <a:pt x="431" y="361"/>
                    <a:pt x="432" y="361"/>
                  </a:cubicBezTo>
                  <a:cubicBezTo>
                    <a:pt x="437" y="362"/>
                    <a:pt x="441" y="366"/>
                    <a:pt x="444" y="372"/>
                  </a:cubicBezTo>
                  <a:cubicBezTo>
                    <a:pt x="446" y="377"/>
                    <a:pt x="447" y="384"/>
                    <a:pt x="446" y="390"/>
                  </a:cubicBezTo>
                  <a:cubicBezTo>
                    <a:pt x="445" y="393"/>
                    <a:pt x="445" y="396"/>
                    <a:pt x="443" y="399"/>
                  </a:cubicBezTo>
                  <a:cubicBezTo>
                    <a:pt x="442" y="402"/>
                    <a:pt x="440" y="405"/>
                    <a:pt x="438" y="407"/>
                  </a:cubicBezTo>
                  <a:cubicBezTo>
                    <a:pt x="434" y="411"/>
                    <a:pt x="429" y="415"/>
                    <a:pt x="423" y="417"/>
                  </a:cubicBezTo>
                  <a:cubicBezTo>
                    <a:pt x="420" y="418"/>
                    <a:pt x="416" y="418"/>
                    <a:pt x="413" y="418"/>
                  </a:cubicBezTo>
                  <a:cubicBezTo>
                    <a:pt x="411" y="418"/>
                    <a:pt x="410" y="419"/>
                    <a:pt x="408" y="419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8"/>
                    <a:pt x="404" y="418"/>
                    <a:pt x="404" y="418"/>
                  </a:cubicBezTo>
                  <a:cubicBezTo>
                    <a:pt x="399" y="418"/>
                    <a:pt x="399" y="418"/>
                    <a:pt x="399" y="418"/>
                  </a:cubicBezTo>
                  <a:cubicBezTo>
                    <a:pt x="398" y="419"/>
                    <a:pt x="397" y="421"/>
                    <a:pt x="397" y="423"/>
                  </a:cubicBezTo>
                  <a:cubicBezTo>
                    <a:pt x="395" y="427"/>
                    <a:pt x="395" y="427"/>
                    <a:pt x="395" y="427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3"/>
                    <a:pt x="387" y="443"/>
                    <a:pt x="387" y="443"/>
                  </a:cubicBezTo>
                  <a:cubicBezTo>
                    <a:pt x="384" y="451"/>
                    <a:pt x="381" y="458"/>
                    <a:pt x="378" y="465"/>
                  </a:cubicBezTo>
                  <a:cubicBezTo>
                    <a:pt x="372" y="480"/>
                    <a:pt x="367" y="495"/>
                    <a:pt x="361" y="510"/>
                  </a:cubicBezTo>
                  <a:cubicBezTo>
                    <a:pt x="351" y="539"/>
                    <a:pt x="341" y="570"/>
                    <a:pt x="332" y="600"/>
                  </a:cubicBezTo>
                  <a:cubicBezTo>
                    <a:pt x="327" y="617"/>
                    <a:pt x="327" y="617"/>
                    <a:pt x="327" y="617"/>
                  </a:cubicBezTo>
                  <a:cubicBezTo>
                    <a:pt x="326" y="622"/>
                    <a:pt x="326" y="622"/>
                    <a:pt x="326" y="622"/>
                  </a:cubicBezTo>
                  <a:cubicBezTo>
                    <a:pt x="325" y="622"/>
                    <a:pt x="325" y="622"/>
                    <a:pt x="325" y="622"/>
                  </a:cubicBezTo>
                  <a:cubicBezTo>
                    <a:pt x="330" y="603"/>
                    <a:pt x="330" y="603"/>
                    <a:pt x="330" y="603"/>
                  </a:cubicBezTo>
                  <a:cubicBezTo>
                    <a:pt x="334" y="592"/>
                    <a:pt x="334" y="592"/>
                    <a:pt x="334" y="592"/>
                  </a:cubicBezTo>
                  <a:cubicBezTo>
                    <a:pt x="342" y="563"/>
                    <a:pt x="352" y="534"/>
                    <a:pt x="362" y="506"/>
                  </a:cubicBezTo>
                  <a:cubicBezTo>
                    <a:pt x="367" y="491"/>
                    <a:pt x="373" y="477"/>
                    <a:pt x="378" y="463"/>
                  </a:cubicBezTo>
                  <a:cubicBezTo>
                    <a:pt x="381" y="456"/>
                    <a:pt x="384" y="449"/>
                    <a:pt x="387" y="442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403" y="418"/>
                    <a:pt x="403" y="418"/>
                    <a:pt x="403" y="418"/>
                  </a:cubicBezTo>
                  <a:cubicBezTo>
                    <a:pt x="404" y="418"/>
                    <a:pt x="405" y="418"/>
                    <a:pt x="406" y="418"/>
                  </a:cubicBezTo>
                  <a:cubicBezTo>
                    <a:pt x="406" y="418"/>
                    <a:pt x="407" y="418"/>
                    <a:pt x="407" y="418"/>
                  </a:cubicBezTo>
                  <a:cubicBezTo>
                    <a:pt x="408" y="418"/>
                    <a:pt x="408" y="418"/>
                    <a:pt x="408" y="418"/>
                  </a:cubicBezTo>
                  <a:cubicBezTo>
                    <a:pt x="410" y="418"/>
                    <a:pt x="411" y="418"/>
                    <a:pt x="413" y="418"/>
                  </a:cubicBezTo>
                  <a:cubicBezTo>
                    <a:pt x="416" y="417"/>
                    <a:pt x="419" y="417"/>
                    <a:pt x="422" y="416"/>
                  </a:cubicBezTo>
                  <a:cubicBezTo>
                    <a:pt x="428" y="414"/>
                    <a:pt x="434" y="411"/>
                    <a:pt x="438" y="406"/>
                  </a:cubicBezTo>
                  <a:cubicBezTo>
                    <a:pt x="440" y="404"/>
                    <a:pt x="442" y="402"/>
                    <a:pt x="443" y="399"/>
                  </a:cubicBezTo>
                  <a:cubicBezTo>
                    <a:pt x="444" y="396"/>
                    <a:pt x="445" y="393"/>
                    <a:pt x="445" y="390"/>
                  </a:cubicBezTo>
                  <a:cubicBezTo>
                    <a:pt x="446" y="384"/>
                    <a:pt x="446" y="377"/>
                    <a:pt x="443" y="372"/>
                  </a:cubicBezTo>
                  <a:cubicBezTo>
                    <a:pt x="441" y="367"/>
                    <a:pt x="436" y="362"/>
                    <a:pt x="432" y="362"/>
                  </a:cubicBezTo>
                  <a:cubicBezTo>
                    <a:pt x="431" y="362"/>
                    <a:pt x="431" y="362"/>
                    <a:pt x="430" y="361"/>
                  </a:cubicBezTo>
                  <a:cubicBezTo>
                    <a:pt x="430" y="361"/>
                    <a:pt x="429" y="362"/>
                    <a:pt x="429" y="362"/>
                  </a:cubicBezTo>
                  <a:cubicBezTo>
                    <a:pt x="428" y="362"/>
                    <a:pt x="426" y="362"/>
                    <a:pt x="425" y="363"/>
                  </a:cubicBezTo>
                  <a:cubicBezTo>
                    <a:pt x="423" y="364"/>
                    <a:pt x="420" y="366"/>
                    <a:pt x="418" y="368"/>
                  </a:cubicBezTo>
                  <a:cubicBezTo>
                    <a:pt x="415" y="370"/>
                    <a:pt x="413" y="373"/>
                    <a:pt x="411" y="375"/>
                  </a:cubicBezTo>
                  <a:cubicBezTo>
                    <a:pt x="411" y="376"/>
                    <a:pt x="410" y="377"/>
                    <a:pt x="410" y="377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06" y="384"/>
                    <a:pt x="406" y="384"/>
                    <a:pt x="406" y="384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394" y="409"/>
                    <a:pt x="394" y="409"/>
                    <a:pt x="394" y="409"/>
                  </a:cubicBezTo>
                  <a:cubicBezTo>
                    <a:pt x="394" y="409"/>
                    <a:pt x="393" y="409"/>
                    <a:pt x="393" y="409"/>
                  </a:cubicBezTo>
                  <a:cubicBezTo>
                    <a:pt x="391" y="408"/>
                    <a:pt x="391" y="408"/>
                    <a:pt x="391" y="408"/>
                  </a:cubicBezTo>
                  <a:cubicBezTo>
                    <a:pt x="388" y="407"/>
                    <a:pt x="388" y="407"/>
                    <a:pt x="388" y="407"/>
                  </a:cubicBezTo>
                  <a:cubicBezTo>
                    <a:pt x="386" y="406"/>
                    <a:pt x="384" y="405"/>
                    <a:pt x="382" y="404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0" y="402"/>
                    <a:pt x="380" y="402"/>
                    <a:pt x="380" y="402"/>
                  </a:cubicBezTo>
                  <a:cubicBezTo>
                    <a:pt x="379" y="402"/>
                    <a:pt x="378" y="402"/>
                    <a:pt x="378" y="401"/>
                  </a:cubicBezTo>
                  <a:cubicBezTo>
                    <a:pt x="377" y="400"/>
                    <a:pt x="376" y="400"/>
                    <a:pt x="375" y="399"/>
                  </a:cubicBezTo>
                  <a:cubicBezTo>
                    <a:pt x="370" y="395"/>
                    <a:pt x="367" y="391"/>
                    <a:pt x="363" y="387"/>
                  </a:cubicBezTo>
                  <a:cubicBezTo>
                    <a:pt x="360" y="383"/>
                    <a:pt x="357" y="378"/>
                    <a:pt x="355" y="374"/>
                  </a:cubicBezTo>
                  <a:cubicBezTo>
                    <a:pt x="354" y="371"/>
                    <a:pt x="352" y="369"/>
                    <a:pt x="351" y="367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50" y="363"/>
                    <a:pt x="350" y="362"/>
                    <a:pt x="349" y="361"/>
                  </a:cubicBezTo>
                  <a:cubicBezTo>
                    <a:pt x="348" y="359"/>
                    <a:pt x="348" y="357"/>
                    <a:pt x="347" y="355"/>
                  </a:cubicBezTo>
                  <a:cubicBezTo>
                    <a:pt x="350" y="353"/>
                    <a:pt x="352" y="351"/>
                    <a:pt x="355" y="349"/>
                  </a:cubicBezTo>
                  <a:cubicBezTo>
                    <a:pt x="357" y="348"/>
                    <a:pt x="357" y="348"/>
                    <a:pt x="357" y="348"/>
                  </a:cubicBezTo>
                  <a:cubicBezTo>
                    <a:pt x="358" y="348"/>
                    <a:pt x="358" y="348"/>
                    <a:pt x="358" y="348"/>
                  </a:cubicBezTo>
                  <a:cubicBezTo>
                    <a:pt x="358" y="347"/>
                    <a:pt x="359" y="347"/>
                    <a:pt x="359" y="346"/>
                  </a:cubicBezTo>
                  <a:cubicBezTo>
                    <a:pt x="362" y="344"/>
                    <a:pt x="364" y="342"/>
                    <a:pt x="367" y="340"/>
                  </a:cubicBezTo>
                  <a:cubicBezTo>
                    <a:pt x="371" y="335"/>
                    <a:pt x="375" y="330"/>
                    <a:pt x="377" y="325"/>
                  </a:cubicBezTo>
                  <a:cubicBezTo>
                    <a:pt x="379" y="319"/>
                    <a:pt x="379" y="313"/>
                    <a:pt x="377" y="308"/>
                  </a:cubicBezTo>
                  <a:cubicBezTo>
                    <a:pt x="376" y="306"/>
                    <a:pt x="375" y="303"/>
                    <a:pt x="373" y="301"/>
                  </a:cubicBezTo>
                  <a:cubicBezTo>
                    <a:pt x="372" y="301"/>
                    <a:pt x="372" y="300"/>
                    <a:pt x="371" y="299"/>
                  </a:cubicBezTo>
                  <a:cubicBezTo>
                    <a:pt x="371" y="299"/>
                    <a:pt x="371" y="299"/>
                    <a:pt x="370" y="298"/>
                  </a:cubicBezTo>
                  <a:cubicBezTo>
                    <a:pt x="369" y="297"/>
                    <a:pt x="368" y="297"/>
                    <a:pt x="367" y="296"/>
                  </a:cubicBezTo>
                  <a:cubicBezTo>
                    <a:pt x="363" y="295"/>
                    <a:pt x="357" y="295"/>
                    <a:pt x="352" y="298"/>
                  </a:cubicBezTo>
                  <a:cubicBezTo>
                    <a:pt x="351" y="298"/>
                    <a:pt x="350" y="299"/>
                    <a:pt x="349" y="300"/>
                  </a:cubicBezTo>
                  <a:cubicBezTo>
                    <a:pt x="347" y="301"/>
                    <a:pt x="346" y="302"/>
                    <a:pt x="345" y="303"/>
                  </a:cubicBezTo>
                  <a:cubicBezTo>
                    <a:pt x="343" y="305"/>
                    <a:pt x="341" y="307"/>
                    <a:pt x="340" y="310"/>
                  </a:cubicBezTo>
                  <a:cubicBezTo>
                    <a:pt x="337" y="315"/>
                    <a:pt x="335" y="321"/>
                    <a:pt x="335" y="327"/>
                  </a:cubicBezTo>
                  <a:cubicBezTo>
                    <a:pt x="335" y="330"/>
                    <a:pt x="335" y="333"/>
                    <a:pt x="335" y="337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2"/>
                    <a:pt x="336" y="342"/>
                    <a:pt x="336" y="342"/>
                  </a:cubicBezTo>
                  <a:cubicBezTo>
                    <a:pt x="336" y="343"/>
                    <a:pt x="336" y="343"/>
                    <a:pt x="336" y="343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7"/>
                    <a:pt x="337" y="347"/>
                    <a:pt x="337" y="347"/>
                  </a:cubicBezTo>
                  <a:cubicBezTo>
                    <a:pt x="338" y="351"/>
                    <a:pt x="338" y="351"/>
                    <a:pt x="338" y="351"/>
                  </a:cubicBezTo>
                  <a:cubicBezTo>
                    <a:pt x="336" y="352"/>
                    <a:pt x="334" y="353"/>
                    <a:pt x="332" y="354"/>
                  </a:cubicBezTo>
                  <a:cubicBezTo>
                    <a:pt x="331" y="355"/>
                    <a:pt x="330" y="355"/>
                    <a:pt x="329" y="355"/>
                  </a:cubicBezTo>
                  <a:cubicBezTo>
                    <a:pt x="328" y="356"/>
                    <a:pt x="328" y="356"/>
                    <a:pt x="328" y="356"/>
                  </a:cubicBezTo>
                  <a:cubicBezTo>
                    <a:pt x="326" y="356"/>
                    <a:pt x="326" y="356"/>
                    <a:pt x="326" y="356"/>
                  </a:cubicBezTo>
                  <a:cubicBezTo>
                    <a:pt x="324" y="357"/>
                    <a:pt x="321" y="358"/>
                    <a:pt x="318" y="359"/>
                  </a:cubicBezTo>
                  <a:cubicBezTo>
                    <a:pt x="313" y="360"/>
                    <a:pt x="308" y="360"/>
                    <a:pt x="303" y="360"/>
                  </a:cubicBezTo>
                  <a:cubicBezTo>
                    <a:pt x="297" y="360"/>
                    <a:pt x="292" y="360"/>
                    <a:pt x="287" y="359"/>
                  </a:cubicBezTo>
                  <a:cubicBezTo>
                    <a:pt x="286" y="359"/>
                    <a:pt x="284" y="359"/>
                    <a:pt x="283" y="358"/>
                  </a:cubicBezTo>
                  <a:cubicBezTo>
                    <a:pt x="282" y="358"/>
                    <a:pt x="281" y="358"/>
                    <a:pt x="280" y="358"/>
                  </a:cubicBezTo>
                  <a:cubicBezTo>
                    <a:pt x="279" y="358"/>
                    <a:pt x="278" y="357"/>
                    <a:pt x="277" y="357"/>
                  </a:cubicBezTo>
                  <a:cubicBezTo>
                    <a:pt x="275" y="357"/>
                    <a:pt x="273" y="356"/>
                    <a:pt x="271" y="355"/>
                  </a:cubicBezTo>
                  <a:cubicBezTo>
                    <a:pt x="270" y="355"/>
                    <a:pt x="269" y="354"/>
                    <a:pt x="268" y="354"/>
                  </a:cubicBezTo>
                  <a:cubicBezTo>
                    <a:pt x="268" y="353"/>
                    <a:pt x="267" y="353"/>
                    <a:pt x="267" y="352"/>
                  </a:cubicBezTo>
                  <a:cubicBezTo>
                    <a:pt x="266" y="352"/>
                    <a:pt x="266" y="351"/>
                    <a:pt x="266" y="351"/>
                  </a:cubicBezTo>
                  <a:cubicBezTo>
                    <a:pt x="266" y="350"/>
                    <a:pt x="266" y="350"/>
                    <a:pt x="266" y="350"/>
                  </a:cubicBezTo>
                  <a:cubicBezTo>
                    <a:pt x="266" y="350"/>
                    <a:pt x="266" y="349"/>
                    <a:pt x="265" y="349"/>
                  </a:cubicBezTo>
                  <a:cubicBezTo>
                    <a:pt x="265" y="348"/>
                    <a:pt x="266" y="346"/>
                    <a:pt x="268" y="344"/>
                  </a:cubicBezTo>
                  <a:cubicBezTo>
                    <a:pt x="272" y="339"/>
                    <a:pt x="272" y="339"/>
                    <a:pt x="272" y="339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5" y="335"/>
                    <a:pt x="275" y="335"/>
                    <a:pt x="275" y="335"/>
                  </a:cubicBezTo>
                  <a:cubicBezTo>
                    <a:pt x="278" y="331"/>
                    <a:pt x="281" y="327"/>
                    <a:pt x="283" y="323"/>
                  </a:cubicBezTo>
                  <a:cubicBezTo>
                    <a:pt x="285" y="319"/>
                    <a:pt x="287" y="315"/>
                    <a:pt x="288" y="311"/>
                  </a:cubicBezTo>
                  <a:cubicBezTo>
                    <a:pt x="289" y="307"/>
                    <a:pt x="289" y="304"/>
                    <a:pt x="288" y="300"/>
                  </a:cubicBezTo>
                  <a:cubicBezTo>
                    <a:pt x="286" y="297"/>
                    <a:pt x="284" y="294"/>
                    <a:pt x="281" y="292"/>
                  </a:cubicBezTo>
                  <a:cubicBezTo>
                    <a:pt x="277" y="289"/>
                    <a:pt x="274" y="288"/>
                    <a:pt x="270" y="287"/>
                  </a:cubicBezTo>
                  <a:cubicBezTo>
                    <a:pt x="267" y="287"/>
                    <a:pt x="264" y="288"/>
                    <a:pt x="260" y="290"/>
                  </a:cubicBezTo>
                  <a:cubicBezTo>
                    <a:pt x="257" y="292"/>
                    <a:pt x="254" y="295"/>
                    <a:pt x="252" y="299"/>
                  </a:cubicBezTo>
                  <a:cubicBezTo>
                    <a:pt x="247" y="306"/>
                    <a:pt x="243" y="315"/>
                    <a:pt x="242" y="323"/>
                  </a:cubicBezTo>
                  <a:cubicBezTo>
                    <a:pt x="242" y="326"/>
                    <a:pt x="242" y="328"/>
                    <a:pt x="242" y="330"/>
                  </a:cubicBezTo>
                  <a:cubicBezTo>
                    <a:pt x="242" y="330"/>
                    <a:pt x="242" y="331"/>
                    <a:pt x="242" y="331"/>
                  </a:cubicBezTo>
                  <a:cubicBezTo>
                    <a:pt x="242" y="332"/>
                    <a:pt x="242" y="332"/>
                    <a:pt x="242" y="333"/>
                  </a:cubicBezTo>
                  <a:cubicBezTo>
                    <a:pt x="242" y="334"/>
                    <a:pt x="243" y="335"/>
                    <a:pt x="243" y="336"/>
                  </a:cubicBezTo>
                  <a:cubicBezTo>
                    <a:pt x="243" y="338"/>
                    <a:pt x="244" y="340"/>
                    <a:pt x="245" y="342"/>
                  </a:cubicBezTo>
                  <a:cubicBezTo>
                    <a:pt x="245" y="342"/>
                    <a:pt x="245" y="343"/>
                    <a:pt x="246" y="343"/>
                  </a:cubicBezTo>
                  <a:cubicBezTo>
                    <a:pt x="246" y="343"/>
                    <a:pt x="246" y="343"/>
                    <a:pt x="246" y="344"/>
                  </a:cubicBezTo>
                  <a:cubicBezTo>
                    <a:pt x="247" y="346"/>
                    <a:pt x="247" y="346"/>
                    <a:pt x="247" y="346"/>
                  </a:cubicBezTo>
                  <a:cubicBezTo>
                    <a:pt x="248" y="347"/>
                    <a:pt x="250" y="349"/>
                    <a:pt x="251" y="351"/>
                  </a:cubicBezTo>
                  <a:cubicBezTo>
                    <a:pt x="250" y="353"/>
                    <a:pt x="248" y="355"/>
                    <a:pt x="247" y="356"/>
                  </a:cubicBezTo>
                  <a:cubicBezTo>
                    <a:pt x="246" y="357"/>
                    <a:pt x="245" y="358"/>
                    <a:pt x="244" y="359"/>
                  </a:cubicBezTo>
                  <a:cubicBezTo>
                    <a:pt x="243" y="361"/>
                    <a:pt x="243" y="361"/>
                    <a:pt x="243" y="361"/>
                  </a:cubicBezTo>
                  <a:cubicBezTo>
                    <a:pt x="241" y="363"/>
                    <a:pt x="239" y="365"/>
                    <a:pt x="237" y="366"/>
                  </a:cubicBezTo>
                  <a:cubicBezTo>
                    <a:pt x="234" y="370"/>
                    <a:pt x="230" y="374"/>
                    <a:pt x="226" y="377"/>
                  </a:cubicBezTo>
                  <a:cubicBezTo>
                    <a:pt x="222" y="380"/>
                    <a:pt x="217" y="384"/>
                    <a:pt x="213" y="387"/>
                  </a:cubicBezTo>
                  <a:cubicBezTo>
                    <a:pt x="212" y="387"/>
                    <a:pt x="211" y="388"/>
                    <a:pt x="210" y="389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07" y="390"/>
                    <a:pt x="207" y="390"/>
                    <a:pt x="207" y="390"/>
                  </a:cubicBezTo>
                  <a:cubicBezTo>
                    <a:pt x="206" y="391"/>
                    <a:pt x="206" y="391"/>
                    <a:pt x="206" y="391"/>
                  </a:cubicBezTo>
                  <a:cubicBezTo>
                    <a:pt x="205" y="392"/>
                    <a:pt x="204" y="392"/>
                    <a:pt x="203" y="393"/>
                  </a:cubicBezTo>
                  <a:cubicBezTo>
                    <a:pt x="202" y="393"/>
                    <a:pt x="201" y="394"/>
                    <a:pt x="200" y="394"/>
                  </a:cubicBezTo>
                  <a:cubicBezTo>
                    <a:pt x="198" y="395"/>
                    <a:pt x="196" y="396"/>
                    <a:pt x="194" y="397"/>
                  </a:cubicBezTo>
                  <a:cubicBezTo>
                    <a:pt x="187" y="385"/>
                    <a:pt x="187" y="385"/>
                    <a:pt x="187" y="385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2" y="374"/>
                    <a:pt x="179" y="370"/>
                    <a:pt x="177" y="367"/>
                  </a:cubicBezTo>
                  <a:cubicBezTo>
                    <a:pt x="174" y="363"/>
                    <a:pt x="170" y="360"/>
                    <a:pt x="167" y="358"/>
                  </a:cubicBezTo>
                  <a:cubicBezTo>
                    <a:pt x="163" y="356"/>
                    <a:pt x="159" y="355"/>
                    <a:pt x="155" y="355"/>
                  </a:cubicBezTo>
                  <a:cubicBezTo>
                    <a:pt x="152" y="355"/>
                    <a:pt x="148" y="356"/>
                    <a:pt x="144" y="358"/>
                  </a:cubicBezTo>
                  <a:cubicBezTo>
                    <a:pt x="141" y="361"/>
                    <a:pt x="138" y="363"/>
                    <a:pt x="137" y="367"/>
                  </a:cubicBezTo>
                  <a:cubicBezTo>
                    <a:pt x="136" y="370"/>
                    <a:pt x="135" y="374"/>
                    <a:pt x="136" y="378"/>
                  </a:cubicBezTo>
                  <a:cubicBezTo>
                    <a:pt x="137" y="382"/>
                    <a:pt x="139" y="386"/>
                    <a:pt x="141" y="389"/>
                  </a:cubicBezTo>
                  <a:cubicBezTo>
                    <a:pt x="141" y="388"/>
                    <a:pt x="139" y="386"/>
                    <a:pt x="139" y="386"/>
                  </a:cubicBezTo>
                  <a:cubicBezTo>
                    <a:pt x="139" y="385"/>
                    <a:pt x="139" y="386"/>
                    <a:pt x="139" y="387"/>
                  </a:cubicBezTo>
                  <a:cubicBezTo>
                    <a:pt x="140" y="388"/>
                    <a:pt x="141" y="389"/>
                    <a:pt x="142" y="392"/>
                  </a:cubicBezTo>
                  <a:cubicBezTo>
                    <a:pt x="140" y="388"/>
                    <a:pt x="137" y="384"/>
                    <a:pt x="136" y="380"/>
                  </a:cubicBezTo>
                  <a:close/>
                  <a:moveTo>
                    <a:pt x="183" y="623"/>
                  </a:moveTo>
                  <a:cubicBezTo>
                    <a:pt x="180" y="624"/>
                    <a:pt x="177" y="625"/>
                    <a:pt x="175" y="626"/>
                  </a:cubicBezTo>
                  <a:cubicBezTo>
                    <a:pt x="172" y="628"/>
                    <a:pt x="170" y="630"/>
                    <a:pt x="169" y="632"/>
                  </a:cubicBezTo>
                  <a:cubicBezTo>
                    <a:pt x="166" y="637"/>
                    <a:pt x="165" y="642"/>
                    <a:pt x="165" y="648"/>
                  </a:cubicBezTo>
                  <a:cubicBezTo>
                    <a:pt x="165" y="653"/>
                    <a:pt x="167" y="658"/>
                    <a:pt x="171" y="662"/>
                  </a:cubicBezTo>
                  <a:cubicBezTo>
                    <a:pt x="173" y="664"/>
                    <a:pt x="175" y="666"/>
                    <a:pt x="178" y="667"/>
                  </a:cubicBezTo>
                  <a:cubicBezTo>
                    <a:pt x="179" y="668"/>
                    <a:pt x="181" y="668"/>
                    <a:pt x="182" y="668"/>
                  </a:cubicBezTo>
                  <a:cubicBezTo>
                    <a:pt x="183" y="669"/>
                    <a:pt x="184" y="669"/>
                    <a:pt x="184" y="669"/>
                  </a:cubicBezTo>
                  <a:cubicBezTo>
                    <a:pt x="185" y="669"/>
                    <a:pt x="185" y="669"/>
                    <a:pt x="185" y="669"/>
                  </a:cubicBezTo>
                  <a:cubicBezTo>
                    <a:pt x="186" y="669"/>
                    <a:pt x="186" y="669"/>
                    <a:pt x="186" y="669"/>
                  </a:cubicBezTo>
                  <a:cubicBezTo>
                    <a:pt x="199" y="669"/>
                    <a:pt x="199" y="669"/>
                    <a:pt x="199" y="669"/>
                  </a:cubicBezTo>
                  <a:cubicBezTo>
                    <a:pt x="224" y="669"/>
                    <a:pt x="224" y="669"/>
                    <a:pt x="224" y="669"/>
                  </a:cubicBezTo>
                  <a:cubicBezTo>
                    <a:pt x="257" y="669"/>
                    <a:pt x="290" y="670"/>
                    <a:pt x="325" y="669"/>
                  </a:cubicBezTo>
                  <a:cubicBezTo>
                    <a:pt x="325" y="670"/>
                    <a:pt x="325" y="670"/>
                    <a:pt x="325" y="670"/>
                  </a:cubicBezTo>
                  <a:cubicBezTo>
                    <a:pt x="311" y="670"/>
                    <a:pt x="311" y="670"/>
                    <a:pt x="311" y="670"/>
                  </a:cubicBezTo>
                  <a:cubicBezTo>
                    <a:pt x="298" y="670"/>
                    <a:pt x="298" y="670"/>
                    <a:pt x="298" y="670"/>
                  </a:cubicBezTo>
                  <a:cubicBezTo>
                    <a:pt x="273" y="670"/>
                    <a:pt x="248" y="670"/>
                    <a:pt x="223" y="670"/>
                  </a:cubicBezTo>
                  <a:cubicBezTo>
                    <a:pt x="198" y="670"/>
                    <a:pt x="198" y="670"/>
                    <a:pt x="198" y="670"/>
                  </a:cubicBezTo>
                  <a:cubicBezTo>
                    <a:pt x="186" y="670"/>
                    <a:pt x="186" y="670"/>
                    <a:pt x="186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4" y="670"/>
                    <a:pt x="184" y="670"/>
                  </a:cubicBezTo>
                  <a:cubicBezTo>
                    <a:pt x="183" y="670"/>
                    <a:pt x="182" y="669"/>
                    <a:pt x="181" y="669"/>
                  </a:cubicBezTo>
                  <a:cubicBezTo>
                    <a:pt x="180" y="669"/>
                    <a:pt x="178" y="669"/>
                    <a:pt x="177" y="668"/>
                  </a:cubicBezTo>
                  <a:cubicBezTo>
                    <a:pt x="174" y="667"/>
                    <a:pt x="172" y="665"/>
                    <a:pt x="170" y="663"/>
                  </a:cubicBezTo>
                  <a:cubicBezTo>
                    <a:pt x="166" y="658"/>
                    <a:pt x="164" y="653"/>
                    <a:pt x="164" y="648"/>
                  </a:cubicBezTo>
                  <a:cubicBezTo>
                    <a:pt x="164" y="642"/>
                    <a:pt x="165" y="637"/>
                    <a:pt x="168" y="632"/>
                  </a:cubicBezTo>
                  <a:cubicBezTo>
                    <a:pt x="170" y="630"/>
                    <a:pt x="172" y="627"/>
                    <a:pt x="174" y="626"/>
                  </a:cubicBezTo>
                  <a:cubicBezTo>
                    <a:pt x="176" y="624"/>
                    <a:pt x="179" y="623"/>
                    <a:pt x="182" y="623"/>
                  </a:cubicBezTo>
                  <a:cubicBezTo>
                    <a:pt x="182" y="623"/>
                    <a:pt x="183" y="623"/>
                    <a:pt x="183" y="623"/>
                  </a:cubicBezTo>
                  <a:cubicBezTo>
                    <a:pt x="183" y="623"/>
                    <a:pt x="183" y="623"/>
                    <a:pt x="183" y="623"/>
                  </a:cubicBezTo>
                  <a:close/>
                  <a:moveTo>
                    <a:pt x="248" y="379"/>
                  </a:moveTo>
                  <a:cubicBezTo>
                    <a:pt x="251" y="377"/>
                    <a:pt x="253" y="375"/>
                    <a:pt x="255" y="372"/>
                  </a:cubicBezTo>
                  <a:cubicBezTo>
                    <a:pt x="259" y="368"/>
                    <a:pt x="259" y="368"/>
                    <a:pt x="259" y="368"/>
                  </a:cubicBezTo>
                  <a:cubicBezTo>
                    <a:pt x="260" y="368"/>
                    <a:pt x="261" y="369"/>
                    <a:pt x="262" y="369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4" y="370"/>
                    <a:pt x="264" y="370"/>
                    <a:pt x="264" y="370"/>
                  </a:cubicBezTo>
                  <a:cubicBezTo>
                    <a:pt x="266" y="371"/>
                    <a:pt x="266" y="371"/>
                    <a:pt x="266" y="371"/>
                  </a:cubicBezTo>
                  <a:cubicBezTo>
                    <a:pt x="270" y="372"/>
                    <a:pt x="273" y="373"/>
                    <a:pt x="276" y="374"/>
                  </a:cubicBezTo>
                  <a:cubicBezTo>
                    <a:pt x="283" y="376"/>
                    <a:pt x="290" y="377"/>
                    <a:pt x="297" y="377"/>
                  </a:cubicBezTo>
                  <a:cubicBezTo>
                    <a:pt x="304" y="377"/>
                    <a:pt x="311" y="377"/>
                    <a:pt x="318" y="376"/>
                  </a:cubicBezTo>
                  <a:cubicBezTo>
                    <a:pt x="321" y="375"/>
                    <a:pt x="324" y="375"/>
                    <a:pt x="328" y="374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32" y="372"/>
                    <a:pt x="332" y="372"/>
                    <a:pt x="332" y="372"/>
                  </a:cubicBezTo>
                  <a:cubicBezTo>
                    <a:pt x="333" y="372"/>
                    <a:pt x="334" y="372"/>
                    <a:pt x="334" y="371"/>
                  </a:cubicBezTo>
                  <a:cubicBezTo>
                    <a:pt x="334" y="372"/>
                    <a:pt x="334" y="372"/>
                    <a:pt x="335" y="372"/>
                  </a:cubicBezTo>
                  <a:cubicBezTo>
                    <a:pt x="335" y="373"/>
                    <a:pt x="335" y="373"/>
                    <a:pt x="335" y="374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7" y="377"/>
                    <a:pt x="337" y="378"/>
                  </a:cubicBezTo>
                  <a:cubicBezTo>
                    <a:pt x="338" y="380"/>
                    <a:pt x="340" y="383"/>
                    <a:pt x="341" y="386"/>
                  </a:cubicBezTo>
                  <a:cubicBezTo>
                    <a:pt x="345" y="391"/>
                    <a:pt x="348" y="396"/>
                    <a:pt x="352" y="400"/>
                  </a:cubicBezTo>
                  <a:cubicBezTo>
                    <a:pt x="356" y="405"/>
                    <a:pt x="361" y="409"/>
                    <a:pt x="365" y="413"/>
                  </a:cubicBezTo>
                  <a:cubicBezTo>
                    <a:pt x="368" y="415"/>
                    <a:pt x="370" y="416"/>
                    <a:pt x="373" y="418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6" y="420"/>
                    <a:pt x="376" y="420"/>
                    <a:pt x="376" y="420"/>
                  </a:cubicBezTo>
                  <a:cubicBezTo>
                    <a:pt x="376" y="420"/>
                    <a:pt x="377" y="420"/>
                    <a:pt x="378" y="421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69" y="440"/>
                    <a:pt x="367" y="445"/>
                    <a:pt x="364" y="451"/>
                  </a:cubicBezTo>
                  <a:cubicBezTo>
                    <a:pt x="359" y="462"/>
                    <a:pt x="355" y="473"/>
                    <a:pt x="350" y="484"/>
                  </a:cubicBezTo>
                  <a:cubicBezTo>
                    <a:pt x="355" y="473"/>
                    <a:pt x="359" y="462"/>
                    <a:pt x="364" y="451"/>
                  </a:cubicBezTo>
                  <a:cubicBezTo>
                    <a:pt x="367" y="445"/>
                    <a:pt x="369" y="439"/>
                    <a:pt x="371" y="434"/>
                  </a:cubicBezTo>
                  <a:cubicBezTo>
                    <a:pt x="377" y="421"/>
                    <a:pt x="377" y="421"/>
                    <a:pt x="377" y="421"/>
                  </a:cubicBezTo>
                  <a:cubicBezTo>
                    <a:pt x="377" y="420"/>
                    <a:pt x="376" y="420"/>
                    <a:pt x="376" y="420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3" y="418"/>
                    <a:pt x="373" y="418"/>
                    <a:pt x="373" y="418"/>
                  </a:cubicBezTo>
                  <a:cubicBezTo>
                    <a:pt x="370" y="417"/>
                    <a:pt x="368" y="415"/>
                    <a:pt x="365" y="413"/>
                  </a:cubicBezTo>
                  <a:cubicBezTo>
                    <a:pt x="360" y="409"/>
                    <a:pt x="356" y="405"/>
                    <a:pt x="352" y="400"/>
                  </a:cubicBezTo>
                  <a:cubicBezTo>
                    <a:pt x="348" y="396"/>
                    <a:pt x="344" y="391"/>
                    <a:pt x="341" y="386"/>
                  </a:cubicBezTo>
                  <a:cubicBezTo>
                    <a:pt x="340" y="383"/>
                    <a:pt x="338" y="380"/>
                    <a:pt x="337" y="378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3"/>
                    <a:pt x="335" y="373"/>
                    <a:pt x="335" y="372"/>
                  </a:cubicBezTo>
                  <a:cubicBezTo>
                    <a:pt x="334" y="372"/>
                    <a:pt x="334" y="372"/>
                    <a:pt x="334" y="371"/>
                  </a:cubicBezTo>
                  <a:cubicBezTo>
                    <a:pt x="334" y="372"/>
                    <a:pt x="333" y="372"/>
                    <a:pt x="332" y="372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28" y="374"/>
                    <a:pt x="328" y="374"/>
                    <a:pt x="328" y="374"/>
                  </a:cubicBezTo>
                  <a:cubicBezTo>
                    <a:pt x="324" y="375"/>
                    <a:pt x="321" y="375"/>
                    <a:pt x="318" y="376"/>
                  </a:cubicBezTo>
                  <a:cubicBezTo>
                    <a:pt x="311" y="377"/>
                    <a:pt x="304" y="378"/>
                    <a:pt x="297" y="377"/>
                  </a:cubicBezTo>
                  <a:cubicBezTo>
                    <a:pt x="290" y="377"/>
                    <a:pt x="283" y="376"/>
                    <a:pt x="276" y="374"/>
                  </a:cubicBezTo>
                  <a:cubicBezTo>
                    <a:pt x="273" y="374"/>
                    <a:pt x="270" y="373"/>
                    <a:pt x="266" y="371"/>
                  </a:cubicBezTo>
                  <a:cubicBezTo>
                    <a:pt x="265" y="371"/>
                    <a:pt x="265" y="371"/>
                    <a:pt x="264" y="370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2" y="370"/>
                    <a:pt x="262" y="370"/>
                    <a:pt x="262" y="370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1" y="369"/>
                    <a:pt x="260" y="369"/>
                    <a:pt x="259" y="368"/>
                  </a:cubicBezTo>
                  <a:cubicBezTo>
                    <a:pt x="258" y="369"/>
                    <a:pt x="257" y="370"/>
                    <a:pt x="255" y="373"/>
                  </a:cubicBezTo>
                  <a:cubicBezTo>
                    <a:pt x="253" y="375"/>
                    <a:pt x="250" y="377"/>
                    <a:pt x="248" y="379"/>
                  </a:cubicBezTo>
                  <a:cubicBezTo>
                    <a:pt x="244" y="384"/>
                    <a:pt x="239" y="388"/>
                    <a:pt x="235" y="392"/>
                  </a:cubicBezTo>
                  <a:cubicBezTo>
                    <a:pt x="234" y="393"/>
                    <a:pt x="235" y="393"/>
                    <a:pt x="236" y="393"/>
                  </a:cubicBezTo>
                  <a:cubicBezTo>
                    <a:pt x="236" y="392"/>
                    <a:pt x="238" y="391"/>
                    <a:pt x="242" y="388"/>
                  </a:cubicBezTo>
                  <a:cubicBezTo>
                    <a:pt x="244" y="386"/>
                    <a:pt x="247" y="384"/>
                    <a:pt x="251" y="380"/>
                  </a:cubicBezTo>
                  <a:cubicBezTo>
                    <a:pt x="252" y="378"/>
                    <a:pt x="254" y="377"/>
                    <a:pt x="256" y="374"/>
                  </a:cubicBezTo>
                  <a:cubicBezTo>
                    <a:pt x="259" y="372"/>
                    <a:pt x="259" y="372"/>
                    <a:pt x="259" y="372"/>
                  </a:cubicBezTo>
                  <a:cubicBezTo>
                    <a:pt x="259" y="371"/>
                    <a:pt x="259" y="371"/>
                    <a:pt x="260" y="371"/>
                  </a:cubicBezTo>
                  <a:cubicBezTo>
                    <a:pt x="260" y="371"/>
                    <a:pt x="260" y="371"/>
                    <a:pt x="260" y="371"/>
                  </a:cubicBezTo>
                  <a:cubicBezTo>
                    <a:pt x="261" y="371"/>
                    <a:pt x="261" y="371"/>
                    <a:pt x="261" y="371"/>
                  </a:cubicBezTo>
                  <a:cubicBezTo>
                    <a:pt x="262" y="372"/>
                    <a:pt x="262" y="372"/>
                    <a:pt x="262" y="372"/>
                  </a:cubicBezTo>
                  <a:cubicBezTo>
                    <a:pt x="264" y="373"/>
                    <a:pt x="266" y="374"/>
                    <a:pt x="268" y="374"/>
                  </a:cubicBezTo>
                  <a:cubicBezTo>
                    <a:pt x="273" y="376"/>
                    <a:pt x="277" y="377"/>
                    <a:pt x="282" y="378"/>
                  </a:cubicBezTo>
                  <a:cubicBezTo>
                    <a:pt x="291" y="379"/>
                    <a:pt x="299" y="379"/>
                    <a:pt x="307" y="379"/>
                  </a:cubicBezTo>
                  <a:cubicBezTo>
                    <a:pt x="312" y="379"/>
                    <a:pt x="317" y="378"/>
                    <a:pt x="323" y="377"/>
                  </a:cubicBezTo>
                  <a:cubicBezTo>
                    <a:pt x="325" y="377"/>
                    <a:pt x="328" y="376"/>
                    <a:pt x="331" y="375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3" y="374"/>
                    <a:pt x="333" y="374"/>
                    <a:pt x="333" y="374"/>
                  </a:cubicBezTo>
                  <a:cubicBezTo>
                    <a:pt x="333" y="375"/>
                    <a:pt x="333" y="375"/>
                    <a:pt x="333" y="375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7"/>
                    <a:pt x="334" y="377"/>
                    <a:pt x="334" y="377"/>
                  </a:cubicBezTo>
                  <a:cubicBezTo>
                    <a:pt x="334" y="378"/>
                    <a:pt x="334" y="378"/>
                    <a:pt x="334" y="378"/>
                  </a:cubicBezTo>
                  <a:cubicBezTo>
                    <a:pt x="336" y="380"/>
                    <a:pt x="337" y="383"/>
                    <a:pt x="339" y="386"/>
                  </a:cubicBezTo>
                  <a:cubicBezTo>
                    <a:pt x="342" y="391"/>
                    <a:pt x="345" y="397"/>
                    <a:pt x="350" y="401"/>
                  </a:cubicBezTo>
                  <a:cubicBezTo>
                    <a:pt x="354" y="406"/>
                    <a:pt x="358" y="411"/>
                    <a:pt x="363" y="415"/>
                  </a:cubicBezTo>
                  <a:cubicBezTo>
                    <a:pt x="366" y="417"/>
                    <a:pt x="369" y="418"/>
                    <a:pt x="371" y="420"/>
                  </a:cubicBezTo>
                  <a:cubicBezTo>
                    <a:pt x="374" y="421"/>
                    <a:pt x="374" y="421"/>
                    <a:pt x="374" y="421"/>
                  </a:cubicBezTo>
                  <a:cubicBezTo>
                    <a:pt x="374" y="422"/>
                    <a:pt x="374" y="422"/>
                    <a:pt x="374" y="422"/>
                  </a:cubicBezTo>
                  <a:cubicBezTo>
                    <a:pt x="374" y="422"/>
                    <a:pt x="374" y="422"/>
                    <a:pt x="374" y="423"/>
                  </a:cubicBezTo>
                  <a:cubicBezTo>
                    <a:pt x="372" y="428"/>
                    <a:pt x="372" y="428"/>
                    <a:pt x="372" y="428"/>
                  </a:cubicBezTo>
                  <a:cubicBezTo>
                    <a:pt x="366" y="440"/>
                    <a:pt x="366" y="440"/>
                    <a:pt x="366" y="440"/>
                  </a:cubicBezTo>
                  <a:cubicBezTo>
                    <a:pt x="363" y="448"/>
                    <a:pt x="360" y="456"/>
                    <a:pt x="356" y="464"/>
                  </a:cubicBezTo>
                  <a:cubicBezTo>
                    <a:pt x="350" y="480"/>
                    <a:pt x="344" y="495"/>
                    <a:pt x="338" y="511"/>
                  </a:cubicBezTo>
                  <a:cubicBezTo>
                    <a:pt x="330" y="534"/>
                    <a:pt x="322" y="557"/>
                    <a:pt x="315" y="580"/>
                  </a:cubicBezTo>
                  <a:cubicBezTo>
                    <a:pt x="314" y="585"/>
                    <a:pt x="312" y="591"/>
                    <a:pt x="310" y="597"/>
                  </a:cubicBezTo>
                  <a:cubicBezTo>
                    <a:pt x="308" y="606"/>
                    <a:pt x="308" y="606"/>
                    <a:pt x="308" y="606"/>
                  </a:cubicBezTo>
                  <a:cubicBezTo>
                    <a:pt x="307" y="608"/>
                    <a:pt x="307" y="608"/>
                    <a:pt x="307" y="608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6" y="609"/>
                    <a:pt x="306" y="609"/>
                    <a:pt x="306" y="609"/>
                  </a:cubicBezTo>
                  <a:cubicBezTo>
                    <a:pt x="304" y="609"/>
                    <a:pt x="304" y="609"/>
                    <a:pt x="304" y="609"/>
                  </a:cubicBezTo>
                  <a:cubicBezTo>
                    <a:pt x="295" y="609"/>
                    <a:pt x="295" y="609"/>
                    <a:pt x="295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0" y="587"/>
                    <a:pt x="280" y="587"/>
                    <a:pt x="280" y="587"/>
                  </a:cubicBezTo>
                  <a:cubicBezTo>
                    <a:pt x="277" y="579"/>
                    <a:pt x="275" y="571"/>
                    <a:pt x="272" y="563"/>
                  </a:cubicBezTo>
                  <a:cubicBezTo>
                    <a:pt x="267" y="547"/>
                    <a:pt x="262" y="531"/>
                    <a:pt x="256" y="515"/>
                  </a:cubicBezTo>
                  <a:cubicBezTo>
                    <a:pt x="246" y="484"/>
                    <a:pt x="234" y="454"/>
                    <a:pt x="222" y="429"/>
                  </a:cubicBezTo>
                  <a:cubicBezTo>
                    <a:pt x="217" y="418"/>
                    <a:pt x="214" y="411"/>
                    <a:pt x="211" y="408"/>
                  </a:cubicBezTo>
                  <a:cubicBezTo>
                    <a:pt x="210" y="406"/>
                    <a:pt x="210" y="405"/>
                    <a:pt x="209" y="405"/>
                  </a:cubicBezTo>
                  <a:cubicBezTo>
                    <a:pt x="212" y="404"/>
                    <a:pt x="215" y="402"/>
                    <a:pt x="220" y="400"/>
                  </a:cubicBezTo>
                  <a:cubicBezTo>
                    <a:pt x="223" y="398"/>
                    <a:pt x="226" y="395"/>
                    <a:pt x="229" y="393"/>
                  </a:cubicBezTo>
                  <a:cubicBezTo>
                    <a:pt x="232" y="391"/>
                    <a:pt x="234" y="389"/>
                    <a:pt x="234" y="389"/>
                  </a:cubicBezTo>
                  <a:cubicBezTo>
                    <a:pt x="237" y="388"/>
                    <a:pt x="236" y="389"/>
                    <a:pt x="235" y="391"/>
                  </a:cubicBezTo>
                  <a:cubicBezTo>
                    <a:pt x="240" y="387"/>
                    <a:pt x="244" y="383"/>
                    <a:pt x="248" y="379"/>
                  </a:cubicBezTo>
                  <a:close/>
                  <a:moveTo>
                    <a:pt x="318" y="622"/>
                  </a:moveTo>
                  <a:cubicBezTo>
                    <a:pt x="319" y="621"/>
                    <a:pt x="319" y="621"/>
                    <a:pt x="319" y="621"/>
                  </a:cubicBezTo>
                  <a:cubicBezTo>
                    <a:pt x="323" y="606"/>
                    <a:pt x="323" y="606"/>
                    <a:pt x="323" y="606"/>
                  </a:cubicBezTo>
                  <a:cubicBezTo>
                    <a:pt x="325" y="599"/>
                    <a:pt x="327" y="592"/>
                    <a:pt x="329" y="585"/>
                  </a:cubicBezTo>
                  <a:cubicBezTo>
                    <a:pt x="337" y="557"/>
                    <a:pt x="346" y="530"/>
                    <a:pt x="356" y="502"/>
                  </a:cubicBezTo>
                  <a:cubicBezTo>
                    <a:pt x="361" y="489"/>
                    <a:pt x="366" y="475"/>
                    <a:pt x="372" y="462"/>
                  </a:cubicBezTo>
                  <a:cubicBezTo>
                    <a:pt x="374" y="455"/>
                    <a:pt x="377" y="448"/>
                    <a:pt x="380" y="442"/>
                  </a:cubicBezTo>
                  <a:cubicBezTo>
                    <a:pt x="385" y="432"/>
                    <a:pt x="385" y="432"/>
                    <a:pt x="385" y="432"/>
                  </a:cubicBezTo>
                  <a:cubicBezTo>
                    <a:pt x="392" y="416"/>
                    <a:pt x="392" y="416"/>
                    <a:pt x="392" y="416"/>
                  </a:cubicBezTo>
                  <a:cubicBezTo>
                    <a:pt x="386" y="413"/>
                    <a:pt x="386" y="413"/>
                    <a:pt x="386" y="413"/>
                  </a:cubicBezTo>
                  <a:cubicBezTo>
                    <a:pt x="385" y="412"/>
                    <a:pt x="384" y="412"/>
                    <a:pt x="383" y="411"/>
                  </a:cubicBezTo>
                  <a:cubicBezTo>
                    <a:pt x="381" y="410"/>
                    <a:pt x="381" y="410"/>
                    <a:pt x="381" y="410"/>
                  </a:cubicBezTo>
                  <a:cubicBezTo>
                    <a:pt x="381" y="410"/>
                    <a:pt x="381" y="410"/>
                    <a:pt x="380" y="410"/>
                  </a:cubicBezTo>
                  <a:cubicBezTo>
                    <a:pt x="380" y="410"/>
                    <a:pt x="380" y="410"/>
                    <a:pt x="380" y="410"/>
                  </a:cubicBezTo>
                  <a:cubicBezTo>
                    <a:pt x="378" y="409"/>
                    <a:pt x="376" y="407"/>
                    <a:pt x="374" y="406"/>
                  </a:cubicBezTo>
                  <a:cubicBezTo>
                    <a:pt x="371" y="404"/>
                    <a:pt x="367" y="401"/>
                    <a:pt x="364" y="398"/>
                  </a:cubicBezTo>
                  <a:cubicBezTo>
                    <a:pt x="358" y="392"/>
                    <a:pt x="353" y="385"/>
                    <a:pt x="349" y="377"/>
                  </a:cubicBezTo>
                  <a:cubicBezTo>
                    <a:pt x="353" y="385"/>
                    <a:pt x="358" y="392"/>
                    <a:pt x="364" y="398"/>
                  </a:cubicBezTo>
                  <a:cubicBezTo>
                    <a:pt x="367" y="401"/>
                    <a:pt x="371" y="404"/>
                    <a:pt x="374" y="406"/>
                  </a:cubicBezTo>
                  <a:cubicBezTo>
                    <a:pt x="376" y="407"/>
                    <a:pt x="378" y="409"/>
                    <a:pt x="380" y="410"/>
                  </a:cubicBezTo>
                  <a:cubicBezTo>
                    <a:pt x="383" y="412"/>
                    <a:pt x="388" y="414"/>
                    <a:pt x="391" y="416"/>
                  </a:cubicBezTo>
                  <a:cubicBezTo>
                    <a:pt x="384" y="433"/>
                    <a:pt x="384" y="433"/>
                    <a:pt x="384" y="433"/>
                  </a:cubicBezTo>
                  <a:cubicBezTo>
                    <a:pt x="379" y="445"/>
                    <a:pt x="379" y="445"/>
                    <a:pt x="379" y="445"/>
                  </a:cubicBezTo>
                  <a:cubicBezTo>
                    <a:pt x="375" y="452"/>
                    <a:pt x="372" y="460"/>
                    <a:pt x="369" y="468"/>
                  </a:cubicBezTo>
                  <a:cubicBezTo>
                    <a:pt x="363" y="483"/>
                    <a:pt x="357" y="499"/>
                    <a:pt x="351" y="515"/>
                  </a:cubicBezTo>
                  <a:cubicBezTo>
                    <a:pt x="340" y="546"/>
                    <a:pt x="330" y="578"/>
                    <a:pt x="321" y="612"/>
                  </a:cubicBezTo>
                  <a:cubicBezTo>
                    <a:pt x="321" y="611"/>
                    <a:pt x="321" y="609"/>
                    <a:pt x="320" y="612"/>
                  </a:cubicBezTo>
                  <a:cubicBezTo>
                    <a:pt x="329" y="579"/>
                    <a:pt x="339" y="546"/>
                    <a:pt x="350" y="515"/>
                  </a:cubicBezTo>
                  <a:cubicBezTo>
                    <a:pt x="356" y="499"/>
                    <a:pt x="362" y="483"/>
                    <a:pt x="368" y="468"/>
                  </a:cubicBezTo>
                  <a:cubicBezTo>
                    <a:pt x="371" y="460"/>
                    <a:pt x="375" y="452"/>
                    <a:pt x="378" y="444"/>
                  </a:cubicBezTo>
                  <a:cubicBezTo>
                    <a:pt x="383" y="433"/>
                    <a:pt x="383" y="433"/>
                    <a:pt x="383" y="433"/>
                  </a:cubicBezTo>
                  <a:cubicBezTo>
                    <a:pt x="391" y="416"/>
                    <a:pt x="391" y="416"/>
                    <a:pt x="391" y="416"/>
                  </a:cubicBezTo>
                  <a:cubicBezTo>
                    <a:pt x="384" y="413"/>
                    <a:pt x="384" y="413"/>
                    <a:pt x="384" y="413"/>
                  </a:cubicBezTo>
                  <a:cubicBezTo>
                    <a:pt x="383" y="413"/>
                    <a:pt x="383" y="412"/>
                    <a:pt x="382" y="412"/>
                  </a:cubicBezTo>
                  <a:cubicBezTo>
                    <a:pt x="380" y="411"/>
                    <a:pt x="380" y="411"/>
                    <a:pt x="380" y="411"/>
                  </a:cubicBezTo>
                  <a:cubicBezTo>
                    <a:pt x="379" y="410"/>
                    <a:pt x="379" y="410"/>
                    <a:pt x="379" y="410"/>
                  </a:cubicBezTo>
                  <a:cubicBezTo>
                    <a:pt x="377" y="409"/>
                    <a:pt x="375" y="408"/>
                    <a:pt x="373" y="406"/>
                  </a:cubicBezTo>
                  <a:cubicBezTo>
                    <a:pt x="369" y="404"/>
                    <a:pt x="366" y="401"/>
                    <a:pt x="363" y="397"/>
                  </a:cubicBezTo>
                  <a:cubicBezTo>
                    <a:pt x="356" y="391"/>
                    <a:pt x="350" y="383"/>
                    <a:pt x="346" y="374"/>
                  </a:cubicBezTo>
                  <a:cubicBezTo>
                    <a:pt x="347" y="374"/>
                    <a:pt x="347" y="374"/>
                    <a:pt x="347" y="374"/>
                  </a:cubicBezTo>
                  <a:cubicBezTo>
                    <a:pt x="347" y="373"/>
                    <a:pt x="346" y="372"/>
                    <a:pt x="346" y="372"/>
                  </a:cubicBezTo>
                  <a:cubicBezTo>
                    <a:pt x="346" y="371"/>
                    <a:pt x="346" y="371"/>
                    <a:pt x="346" y="371"/>
                  </a:cubicBezTo>
                  <a:cubicBezTo>
                    <a:pt x="345" y="371"/>
                    <a:pt x="345" y="371"/>
                    <a:pt x="345" y="371"/>
                  </a:cubicBezTo>
                  <a:cubicBezTo>
                    <a:pt x="345" y="370"/>
                    <a:pt x="345" y="370"/>
                    <a:pt x="345" y="370"/>
                  </a:cubicBezTo>
                  <a:cubicBezTo>
                    <a:pt x="344" y="368"/>
                    <a:pt x="344" y="368"/>
                    <a:pt x="344" y="368"/>
                  </a:cubicBezTo>
                  <a:cubicBezTo>
                    <a:pt x="343" y="364"/>
                    <a:pt x="342" y="361"/>
                    <a:pt x="340" y="358"/>
                  </a:cubicBezTo>
                  <a:cubicBezTo>
                    <a:pt x="337" y="359"/>
                    <a:pt x="334" y="360"/>
                    <a:pt x="331" y="361"/>
                  </a:cubicBezTo>
                  <a:cubicBezTo>
                    <a:pt x="330" y="362"/>
                    <a:pt x="330" y="362"/>
                    <a:pt x="329" y="362"/>
                  </a:cubicBezTo>
                  <a:cubicBezTo>
                    <a:pt x="327" y="363"/>
                    <a:pt x="327" y="363"/>
                    <a:pt x="327" y="363"/>
                  </a:cubicBezTo>
                  <a:cubicBezTo>
                    <a:pt x="325" y="363"/>
                    <a:pt x="325" y="363"/>
                    <a:pt x="325" y="363"/>
                  </a:cubicBezTo>
                  <a:cubicBezTo>
                    <a:pt x="322" y="364"/>
                    <a:pt x="319" y="365"/>
                    <a:pt x="316" y="365"/>
                  </a:cubicBezTo>
                  <a:cubicBezTo>
                    <a:pt x="310" y="366"/>
                    <a:pt x="304" y="367"/>
                    <a:pt x="297" y="367"/>
                  </a:cubicBezTo>
                  <a:cubicBezTo>
                    <a:pt x="291" y="366"/>
                    <a:pt x="285" y="365"/>
                    <a:pt x="279" y="364"/>
                  </a:cubicBezTo>
                  <a:cubicBezTo>
                    <a:pt x="276" y="363"/>
                    <a:pt x="273" y="362"/>
                    <a:pt x="270" y="361"/>
                  </a:cubicBezTo>
                  <a:cubicBezTo>
                    <a:pt x="269" y="361"/>
                    <a:pt x="269" y="361"/>
                    <a:pt x="268" y="360"/>
                  </a:cubicBezTo>
                  <a:cubicBezTo>
                    <a:pt x="267" y="360"/>
                    <a:pt x="267" y="360"/>
                    <a:pt x="267" y="360"/>
                  </a:cubicBezTo>
                  <a:cubicBezTo>
                    <a:pt x="266" y="360"/>
                    <a:pt x="266" y="360"/>
                    <a:pt x="266" y="360"/>
                  </a:cubicBezTo>
                  <a:cubicBezTo>
                    <a:pt x="265" y="359"/>
                    <a:pt x="265" y="359"/>
                    <a:pt x="265" y="359"/>
                  </a:cubicBezTo>
                  <a:cubicBezTo>
                    <a:pt x="263" y="358"/>
                    <a:pt x="263" y="358"/>
                    <a:pt x="263" y="358"/>
                  </a:cubicBezTo>
                  <a:cubicBezTo>
                    <a:pt x="261" y="357"/>
                    <a:pt x="261" y="357"/>
                    <a:pt x="261" y="357"/>
                  </a:cubicBezTo>
                  <a:cubicBezTo>
                    <a:pt x="256" y="354"/>
                    <a:pt x="256" y="354"/>
                    <a:pt x="256" y="354"/>
                  </a:cubicBezTo>
                  <a:cubicBezTo>
                    <a:pt x="251" y="361"/>
                    <a:pt x="251" y="361"/>
                    <a:pt x="251" y="361"/>
                  </a:cubicBezTo>
                  <a:cubicBezTo>
                    <a:pt x="248" y="364"/>
                    <a:pt x="248" y="364"/>
                    <a:pt x="248" y="364"/>
                  </a:cubicBezTo>
                  <a:cubicBezTo>
                    <a:pt x="246" y="366"/>
                    <a:pt x="246" y="366"/>
                    <a:pt x="246" y="366"/>
                  </a:cubicBezTo>
                  <a:cubicBezTo>
                    <a:pt x="243" y="369"/>
                    <a:pt x="243" y="369"/>
                    <a:pt x="243" y="369"/>
                  </a:cubicBezTo>
                  <a:cubicBezTo>
                    <a:pt x="241" y="371"/>
                    <a:pt x="239" y="373"/>
                    <a:pt x="237" y="375"/>
                  </a:cubicBezTo>
                  <a:cubicBezTo>
                    <a:pt x="233" y="379"/>
                    <a:pt x="230" y="383"/>
                    <a:pt x="226" y="386"/>
                  </a:cubicBezTo>
                  <a:cubicBezTo>
                    <a:pt x="231" y="383"/>
                    <a:pt x="236" y="378"/>
                    <a:pt x="241" y="374"/>
                  </a:cubicBezTo>
                  <a:cubicBezTo>
                    <a:pt x="243" y="372"/>
                    <a:pt x="245" y="370"/>
                    <a:pt x="247" y="367"/>
                  </a:cubicBezTo>
                  <a:cubicBezTo>
                    <a:pt x="249" y="366"/>
                    <a:pt x="249" y="366"/>
                    <a:pt x="249" y="366"/>
                  </a:cubicBezTo>
                  <a:cubicBezTo>
                    <a:pt x="250" y="365"/>
                    <a:pt x="250" y="365"/>
                    <a:pt x="250" y="365"/>
                  </a:cubicBezTo>
                  <a:cubicBezTo>
                    <a:pt x="251" y="363"/>
                    <a:pt x="251" y="363"/>
                    <a:pt x="251" y="363"/>
                  </a:cubicBezTo>
                  <a:cubicBezTo>
                    <a:pt x="257" y="357"/>
                    <a:pt x="257" y="357"/>
                    <a:pt x="257" y="357"/>
                  </a:cubicBezTo>
                  <a:cubicBezTo>
                    <a:pt x="261" y="359"/>
                    <a:pt x="261" y="359"/>
                    <a:pt x="261" y="359"/>
                  </a:cubicBezTo>
                  <a:cubicBezTo>
                    <a:pt x="263" y="360"/>
                    <a:pt x="263" y="360"/>
                    <a:pt x="263" y="360"/>
                  </a:cubicBezTo>
                  <a:cubicBezTo>
                    <a:pt x="264" y="361"/>
                    <a:pt x="264" y="361"/>
                    <a:pt x="264" y="361"/>
                  </a:cubicBezTo>
                  <a:cubicBezTo>
                    <a:pt x="266" y="362"/>
                    <a:pt x="266" y="362"/>
                    <a:pt x="267" y="362"/>
                  </a:cubicBezTo>
                  <a:cubicBezTo>
                    <a:pt x="269" y="363"/>
                    <a:pt x="269" y="363"/>
                    <a:pt x="269" y="363"/>
                  </a:cubicBezTo>
                  <a:cubicBezTo>
                    <a:pt x="272" y="364"/>
                    <a:pt x="275" y="365"/>
                    <a:pt x="278" y="366"/>
                  </a:cubicBezTo>
                  <a:cubicBezTo>
                    <a:pt x="284" y="367"/>
                    <a:pt x="291" y="368"/>
                    <a:pt x="297" y="369"/>
                  </a:cubicBezTo>
                  <a:cubicBezTo>
                    <a:pt x="303" y="369"/>
                    <a:pt x="310" y="369"/>
                    <a:pt x="316" y="368"/>
                  </a:cubicBezTo>
                  <a:cubicBezTo>
                    <a:pt x="319" y="367"/>
                    <a:pt x="322" y="367"/>
                    <a:pt x="325" y="366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9" y="365"/>
                    <a:pt x="329" y="365"/>
                    <a:pt x="329" y="365"/>
                  </a:cubicBezTo>
                  <a:cubicBezTo>
                    <a:pt x="330" y="364"/>
                    <a:pt x="331" y="364"/>
                    <a:pt x="331" y="364"/>
                  </a:cubicBezTo>
                  <a:cubicBezTo>
                    <a:pt x="334" y="363"/>
                    <a:pt x="336" y="362"/>
                    <a:pt x="339" y="361"/>
                  </a:cubicBezTo>
                  <a:cubicBezTo>
                    <a:pt x="342" y="368"/>
                    <a:pt x="342" y="368"/>
                    <a:pt x="342" y="368"/>
                  </a:cubicBezTo>
                  <a:cubicBezTo>
                    <a:pt x="342" y="369"/>
                    <a:pt x="342" y="370"/>
                    <a:pt x="343" y="371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4" y="373"/>
                    <a:pt x="344" y="373"/>
                    <a:pt x="344" y="373"/>
                  </a:cubicBezTo>
                  <a:cubicBezTo>
                    <a:pt x="345" y="376"/>
                    <a:pt x="346" y="378"/>
                    <a:pt x="348" y="381"/>
                  </a:cubicBezTo>
                  <a:cubicBezTo>
                    <a:pt x="351" y="386"/>
                    <a:pt x="354" y="390"/>
                    <a:pt x="358" y="394"/>
                  </a:cubicBezTo>
                  <a:cubicBezTo>
                    <a:pt x="361" y="399"/>
                    <a:pt x="366" y="403"/>
                    <a:pt x="370" y="406"/>
                  </a:cubicBezTo>
                  <a:cubicBezTo>
                    <a:pt x="372" y="408"/>
                    <a:pt x="375" y="409"/>
                    <a:pt x="377" y="411"/>
                  </a:cubicBezTo>
                  <a:cubicBezTo>
                    <a:pt x="378" y="411"/>
                    <a:pt x="378" y="411"/>
                    <a:pt x="378" y="411"/>
                  </a:cubicBezTo>
                  <a:cubicBezTo>
                    <a:pt x="379" y="412"/>
                    <a:pt x="379" y="412"/>
                    <a:pt x="379" y="412"/>
                  </a:cubicBezTo>
                  <a:cubicBezTo>
                    <a:pt x="380" y="413"/>
                    <a:pt x="381" y="413"/>
                    <a:pt x="382" y="414"/>
                  </a:cubicBezTo>
                  <a:cubicBezTo>
                    <a:pt x="384" y="415"/>
                    <a:pt x="386" y="416"/>
                    <a:pt x="388" y="417"/>
                  </a:cubicBezTo>
                  <a:cubicBezTo>
                    <a:pt x="381" y="433"/>
                    <a:pt x="381" y="433"/>
                    <a:pt x="381" y="433"/>
                  </a:cubicBezTo>
                  <a:cubicBezTo>
                    <a:pt x="376" y="445"/>
                    <a:pt x="376" y="445"/>
                    <a:pt x="376" y="445"/>
                  </a:cubicBezTo>
                  <a:cubicBezTo>
                    <a:pt x="372" y="454"/>
                    <a:pt x="369" y="462"/>
                    <a:pt x="365" y="471"/>
                  </a:cubicBezTo>
                  <a:cubicBezTo>
                    <a:pt x="359" y="488"/>
                    <a:pt x="352" y="504"/>
                    <a:pt x="346" y="521"/>
                  </a:cubicBezTo>
                  <a:cubicBezTo>
                    <a:pt x="352" y="505"/>
                    <a:pt x="358" y="488"/>
                    <a:pt x="365" y="471"/>
                  </a:cubicBezTo>
                  <a:cubicBezTo>
                    <a:pt x="368" y="462"/>
                    <a:pt x="372" y="454"/>
                    <a:pt x="375" y="445"/>
                  </a:cubicBezTo>
                  <a:cubicBezTo>
                    <a:pt x="377" y="441"/>
                    <a:pt x="379" y="437"/>
                    <a:pt x="381" y="433"/>
                  </a:cubicBezTo>
                  <a:cubicBezTo>
                    <a:pt x="388" y="417"/>
                    <a:pt x="388" y="417"/>
                    <a:pt x="388" y="417"/>
                  </a:cubicBezTo>
                  <a:cubicBezTo>
                    <a:pt x="385" y="416"/>
                    <a:pt x="382" y="414"/>
                    <a:pt x="380" y="413"/>
                  </a:cubicBezTo>
                  <a:cubicBezTo>
                    <a:pt x="380" y="413"/>
                    <a:pt x="379" y="413"/>
                    <a:pt x="379" y="412"/>
                  </a:cubicBezTo>
                  <a:cubicBezTo>
                    <a:pt x="378" y="412"/>
                    <a:pt x="378" y="412"/>
                    <a:pt x="378" y="412"/>
                  </a:cubicBezTo>
                  <a:cubicBezTo>
                    <a:pt x="377" y="411"/>
                    <a:pt x="377" y="411"/>
                    <a:pt x="377" y="411"/>
                  </a:cubicBezTo>
                  <a:cubicBezTo>
                    <a:pt x="376" y="411"/>
                    <a:pt x="375" y="410"/>
                    <a:pt x="375" y="410"/>
                  </a:cubicBezTo>
                  <a:cubicBezTo>
                    <a:pt x="372" y="408"/>
                    <a:pt x="369" y="406"/>
                    <a:pt x="366" y="403"/>
                  </a:cubicBezTo>
                  <a:cubicBezTo>
                    <a:pt x="360" y="398"/>
                    <a:pt x="355" y="392"/>
                    <a:pt x="351" y="386"/>
                  </a:cubicBezTo>
                  <a:cubicBezTo>
                    <a:pt x="349" y="382"/>
                    <a:pt x="347" y="379"/>
                    <a:pt x="345" y="376"/>
                  </a:cubicBezTo>
                  <a:cubicBezTo>
                    <a:pt x="345" y="375"/>
                    <a:pt x="344" y="374"/>
                    <a:pt x="344" y="373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2" y="370"/>
                    <a:pt x="342" y="370"/>
                    <a:pt x="342" y="370"/>
                  </a:cubicBezTo>
                  <a:cubicBezTo>
                    <a:pt x="341" y="367"/>
                    <a:pt x="340" y="364"/>
                    <a:pt x="339" y="361"/>
                  </a:cubicBezTo>
                  <a:cubicBezTo>
                    <a:pt x="336" y="362"/>
                    <a:pt x="334" y="363"/>
                    <a:pt x="331" y="364"/>
                  </a:cubicBezTo>
                  <a:cubicBezTo>
                    <a:pt x="330" y="364"/>
                    <a:pt x="330" y="365"/>
                    <a:pt x="329" y="365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5" y="366"/>
                    <a:pt x="325" y="366"/>
                    <a:pt x="325" y="366"/>
                  </a:cubicBezTo>
                  <a:cubicBezTo>
                    <a:pt x="322" y="367"/>
                    <a:pt x="319" y="368"/>
                    <a:pt x="316" y="368"/>
                  </a:cubicBezTo>
                  <a:cubicBezTo>
                    <a:pt x="309" y="369"/>
                    <a:pt x="303" y="369"/>
                    <a:pt x="297" y="369"/>
                  </a:cubicBezTo>
                  <a:cubicBezTo>
                    <a:pt x="290" y="369"/>
                    <a:pt x="284" y="368"/>
                    <a:pt x="278" y="366"/>
                  </a:cubicBezTo>
                  <a:cubicBezTo>
                    <a:pt x="275" y="366"/>
                    <a:pt x="272" y="365"/>
                    <a:pt x="269" y="364"/>
                  </a:cubicBezTo>
                  <a:cubicBezTo>
                    <a:pt x="268" y="363"/>
                    <a:pt x="267" y="363"/>
                    <a:pt x="267" y="363"/>
                  </a:cubicBezTo>
                  <a:cubicBezTo>
                    <a:pt x="266" y="362"/>
                    <a:pt x="266" y="362"/>
                    <a:pt x="264" y="362"/>
                  </a:cubicBezTo>
                  <a:cubicBezTo>
                    <a:pt x="262" y="361"/>
                    <a:pt x="262" y="361"/>
                    <a:pt x="262" y="361"/>
                  </a:cubicBezTo>
                  <a:cubicBezTo>
                    <a:pt x="261" y="360"/>
                    <a:pt x="261" y="360"/>
                    <a:pt x="261" y="360"/>
                  </a:cubicBezTo>
                  <a:cubicBezTo>
                    <a:pt x="257" y="358"/>
                    <a:pt x="257" y="358"/>
                    <a:pt x="257" y="358"/>
                  </a:cubicBezTo>
                  <a:cubicBezTo>
                    <a:pt x="252" y="364"/>
                    <a:pt x="252" y="364"/>
                    <a:pt x="252" y="364"/>
                  </a:cubicBezTo>
                  <a:cubicBezTo>
                    <a:pt x="250" y="366"/>
                    <a:pt x="250" y="366"/>
                    <a:pt x="250" y="366"/>
                  </a:cubicBezTo>
                  <a:cubicBezTo>
                    <a:pt x="248" y="368"/>
                    <a:pt x="248" y="368"/>
                    <a:pt x="248" y="368"/>
                  </a:cubicBezTo>
                  <a:cubicBezTo>
                    <a:pt x="246" y="370"/>
                    <a:pt x="244" y="372"/>
                    <a:pt x="241" y="375"/>
                  </a:cubicBezTo>
                  <a:cubicBezTo>
                    <a:pt x="237" y="379"/>
                    <a:pt x="232" y="383"/>
                    <a:pt x="227" y="387"/>
                  </a:cubicBezTo>
                  <a:cubicBezTo>
                    <a:pt x="225" y="389"/>
                    <a:pt x="222" y="391"/>
                    <a:pt x="220" y="392"/>
                  </a:cubicBezTo>
                  <a:cubicBezTo>
                    <a:pt x="217" y="395"/>
                    <a:pt x="215" y="397"/>
                    <a:pt x="212" y="398"/>
                  </a:cubicBezTo>
                  <a:cubicBezTo>
                    <a:pt x="208" y="402"/>
                    <a:pt x="204" y="405"/>
                    <a:pt x="204" y="406"/>
                  </a:cubicBezTo>
                  <a:cubicBezTo>
                    <a:pt x="205" y="406"/>
                    <a:pt x="206" y="406"/>
                    <a:pt x="208" y="405"/>
                  </a:cubicBezTo>
                  <a:cubicBezTo>
                    <a:pt x="208" y="405"/>
                    <a:pt x="208" y="406"/>
                    <a:pt x="208" y="406"/>
                  </a:cubicBezTo>
                  <a:cubicBezTo>
                    <a:pt x="209" y="411"/>
                    <a:pt x="214" y="426"/>
                    <a:pt x="223" y="449"/>
                  </a:cubicBezTo>
                  <a:cubicBezTo>
                    <a:pt x="222" y="449"/>
                    <a:pt x="222" y="449"/>
                    <a:pt x="222" y="449"/>
                  </a:cubicBezTo>
                  <a:cubicBezTo>
                    <a:pt x="217" y="438"/>
                    <a:pt x="214" y="431"/>
                    <a:pt x="212" y="427"/>
                  </a:cubicBezTo>
                  <a:cubicBezTo>
                    <a:pt x="210" y="423"/>
                    <a:pt x="209" y="422"/>
                    <a:pt x="209" y="422"/>
                  </a:cubicBezTo>
                  <a:cubicBezTo>
                    <a:pt x="207" y="421"/>
                    <a:pt x="208" y="426"/>
                    <a:pt x="206" y="423"/>
                  </a:cubicBezTo>
                  <a:cubicBezTo>
                    <a:pt x="216" y="445"/>
                    <a:pt x="225" y="467"/>
                    <a:pt x="232" y="490"/>
                  </a:cubicBezTo>
                  <a:cubicBezTo>
                    <a:pt x="234" y="496"/>
                    <a:pt x="238" y="507"/>
                    <a:pt x="240" y="513"/>
                  </a:cubicBezTo>
                  <a:cubicBezTo>
                    <a:pt x="251" y="541"/>
                    <a:pt x="260" y="569"/>
                    <a:pt x="268" y="598"/>
                  </a:cubicBezTo>
                  <a:cubicBezTo>
                    <a:pt x="271" y="608"/>
                    <a:pt x="271" y="608"/>
                    <a:pt x="271" y="608"/>
                  </a:cubicBezTo>
                  <a:cubicBezTo>
                    <a:pt x="273" y="614"/>
                    <a:pt x="273" y="614"/>
                    <a:pt x="273" y="614"/>
                  </a:cubicBezTo>
                  <a:cubicBezTo>
                    <a:pt x="274" y="619"/>
                    <a:pt x="274" y="619"/>
                    <a:pt x="274" y="619"/>
                  </a:cubicBezTo>
                  <a:cubicBezTo>
                    <a:pt x="275" y="622"/>
                    <a:pt x="275" y="622"/>
                    <a:pt x="275" y="622"/>
                  </a:cubicBezTo>
                  <a:cubicBezTo>
                    <a:pt x="268" y="622"/>
                    <a:pt x="268" y="622"/>
                    <a:pt x="268" y="622"/>
                  </a:cubicBezTo>
                  <a:cubicBezTo>
                    <a:pt x="268" y="621"/>
                    <a:pt x="268" y="621"/>
                    <a:pt x="268" y="621"/>
                  </a:cubicBezTo>
                  <a:cubicBezTo>
                    <a:pt x="263" y="604"/>
                    <a:pt x="263" y="604"/>
                    <a:pt x="263" y="604"/>
                  </a:cubicBezTo>
                  <a:cubicBezTo>
                    <a:pt x="261" y="595"/>
                    <a:pt x="261" y="595"/>
                    <a:pt x="261" y="595"/>
                  </a:cubicBezTo>
                  <a:cubicBezTo>
                    <a:pt x="257" y="582"/>
                    <a:pt x="253" y="570"/>
                    <a:pt x="249" y="557"/>
                  </a:cubicBezTo>
                  <a:cubicBezTo>
                    <a:pt x="241" y="532"/>
                    <a:pt x="232" y="507"/>
                    <a:pt x="223" y="483"/>
                  </a:cubicBezTo>
                  <a:cubicBezTo>
                    <a:pt x="218" y="471"/>
                    <a:pt x="213" y="459"/>
                    <a:pt x="208" y="447"/>
                  </a:cubicBezTo>
                  <a:cubicBezTo>
                    <a:pt x="206" y="441"/>
                    <a:pt x="203" y="435"/>
                    <a:pt x="201" y="42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0" y="406"/>
                    <a:pt x="190" y="406"/>
                    <a:pt x="190" y="406"/>
                  </a:cubicBezTo>
                  <a:cubicBezTo>
                    <a:pt x="185" y="407"/>
                    <a:pt x="185" y="407"/>
                    <a:pt x="185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1" y="408"/>
                    <a:pt x="181" y="408"/>
                  </a:cubicBezTo>
                  <a:cubicBezTo>
                    <a:pt x="180" y="408"/>
                    <a:pt x="180" y="408"/>
                    <a:pt x="180" y="408"/>
                  </a:cubicBezTo>
                  <a:cubicBezTo>
                    <a:pt x="178" y="408"/>
                    <a:pt x="177" y="408"/>
                    <a:pt x="175" y="408"/>
                  </a:cubicBezTo>
                  <a:cubicBezTo>
                    <a:pt x="172" y="408"/>
                    <a:pt x="169" y="407"/>
                    <a:pt x="166" y="407"/>
                  </a:cubicBezTo>
                  <a:cubicBezTo>
                    <a:pt x="159" y="405"/>
                    <a:pt x="154" y="402"/>
                    <a:pt x="149" y="397"/>
                  </a:cubicBezTo>
                  <a:cubicBezTo>
                    <a:pt x="144" y="393"/>
                    <a:pt x="140" y="388"/>
                    <a:pt x="138" y="382"/>
                  </a:cubicBezTo>
                  <a:cubicBezTo>
                    <a:pt x="136" y="376"/>
                    <a:pt x="136" y="370"/>
                    <a:pt x="138" y="366"/>
                  </a:cubicBezTo>
                  <a:cubicBezTo>
                    <a:pt x="139" y="364"/>
                    <a:pt x="141" y="362"/>
                    <a:pt x="143" y="360"/>
                  </a:cubicBezTo>
                  <a:cubicBezTo>
                    <a:pt x="145" y="358"/>
                    <a:pt x="148" y="357"/>
                    <a:pt x="151" y="356"/>
                  </a:cubicBezTo>
                  <a:cubicBezTo>
                    <a:pt x="156" y="355"/>
                    <a:pt x="162" y="356"/>
                    <a:pt x="167" y="359"/>
                  </a:cubicBezTo>
                  <a:cubicBezTo>
                    <a:pt x="172" y="362"/>
                    <a:pt x="177" y="367"/>
                    <a:pt x="180" y="373"/>
                  </a:cubicBezTo>
                  <a:cubicBezTo>
                    <a:pt x="181" y="374"/>
                    <a:pt x="182" y="375"/>
                    <a:pt x="183" y="377"/>
                  </a:cubicBezTo>
                  <a:cubicBezTo>
                    <a:pt x="185" y="382"/>
                    <a:pt x="185" y="382"/>
                    <a:pt x="185" y="382"/>
                  </a:cubicBezTo>
                  <a:cubicBezTo>
                    <a:pt x="193" y="398"/>
                    <a:pt x="193" y="398"/>
                    <a:pt x="193" y="398"/>
                  </a:cubicBezTo>
                  <a:cubicBezTo>
                    <a:pt x="195" y="397"/>
                    <a:pt x="197" y="396"/>
                    <a:pt x="200" y="395"/>
                  </a:cubicBezTo>
                  <a:cubicBezTo>
                    <a:pt x="201" y="394"/>
                    <a:pt x="202" y="394"/>
                    <a:pt x="203" y="393"/>
                  </a:cubicBezTo>
                  <a:cubicBezTo>
                    <a:pt x="204" y="393"/>
                    <a:pt x="205" y="392"/>
                    <a:pt x="206" y="392"/>
                  </a:cubicBezTo>
                  <a:cubicBezTo>
                    <a:pt x="207" y="391"/>
                    <a:pt x="207" y="391"/>
                    <a:pt x="207" y="391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10" y="389"/>
                    <a:pt x="210" y="389"/>
                    <a:pt x="210" y="389"/>
                  </a:cubicBezTo>
                  <a:cubicBezTo>
                    <a:pt x="211" y="388"/>
                    <a:pt x="212" y="388"/>
                    <a:pt x="213" y="387"/>
                  </a:cubicBezTo>
                  <a:cubicBezTo>
                    <a:pt x="218" y="384"/>
                    <a:pt x="222" y="381"/>
                    <a:pt x="226" y="378"/>
                  </a:cubicBezTo>
                  <a:cubicBezTo>
                    <a:pt x="230" y="374"/>
                    <a:pt x="234" y="371"/>
                    <a:pt x="238" y="367"/>
                  </a:cubicBezTo>
                  <a:cubicBezTo>
                    <a:pt x="240" y="365"/>
                    <a:pt x="242" y="363"/>
                    <a:pt x="243" y="361"/>
                  </a:cubicBezTo>
                  <a:cubicBezTo>
                    <a:pt x="244" y="360"/>
                    <a:pt x="244" y="360"/>
                    <a:pt x="244" y="360"/>
                  </a:cubicBezTo>
                  <a:cubicBezTo>
                    <a:pt x="245" y="359"/>
                    <a:pt x="245" y="359"/>
                    <a:pt x="245" y="359"/>
                  </a:cubicBezTo>
                  <a:cubicBezTo>
                    <a:pt x="246" y="358"/>
                    <a:pt x="246" y="358"/>
                    <a:pt x="247" y="357"/>
                  </a:cubicBezTo>
                  <a:cubicBezTo>
                    <a:pt x="249" y="355"/>
                    <a:pt x="250" y="353"/>
                    <a:pt x="252" y="351"/>
                  </a:cubicBezTo>
                  <a:cubicBezTo>
                    <a:pt x="250" y="349"/>
                    <a:pt x="249" y="347"/>
                    <a:pt x="248" y="345"/>
                  </a:cubicBezTo>
                  <a:cubicBezTo>
                    <a:pt x="247" y="344"/>
                    <a:pt x="247" y="344"/>
                    <a:pt x="247" y="344"/>
                  </a:cubicBezTo>
                  <a:cubicBezTo>
                    <a:pt x="247" y="344"/>
                    <a:pt x="246" y="343"/>
                    <a:pt x="246" y="343"/>
                  </a:cubicBezTo>
                  <a:cubicBezTo>
                    <a:pt x="246" y="343"/>
                    <a:pt x="246" y="343"/>
                    <a:pt x="246" y="343"/>
                  </a:cubicBezTo>
                  <a:cubicBezTo>
                    <a:pt x="246" y="342"/>
                    <a:pt x="246" y="342"/>
                    <a:pt x="245" y="341"/>
                  </a:cubicBezTo>
                  <a:cubicBezTo>
                    <a:pt x="245" y="340"/>
                    <a:pt x="244" y="338"/>
                    <a:pt x="243" y="336"/>
                  </a:cubicBezTo>
                  <a:cubicBezTo>
                    <a:pt x="243" y="335"/>
                    <a:pt x="243" y="334"/>
                    <a:pt x="243" y="333"/>
                  </a:cubicBezTo>
                  <a:cubicBezTo>
                    <a:pt x="243" y="332"/>
                    <a:pt x="243" y="332"/>
                    <a:pt x="242" y="331"/>
                  </a:cubicBezTo>
                  <a:cubicBezTo>
                    <a:pt x="242" y="331"/>
                    <a:pt x="242" y="330"/>
                    <a:pt x="242" y="330"/>
                  </a:cubicBezTo>
                  <a:cubicBezTo>
                    <a:pt x="242" y="328"/>
                    <a:pt x="242" y="326"/>
                    <a:pt x="243" y="324"/>
                  </a:cubicBezTo>
                  <a:cubicBezTo>
                    <a:pt x="244" y="315"/>
                    <a:pt x="247" y="306"/>
                    <a:pt x="252" y="299"/>
                  </a:cubicBezTo>
                  <a:cubicBezTo>
                    <a:pt x="254" y="296"/>
                    <a:pt x="257" y="293"/>
                    <a:pt x="260" y="291"/>
                  </a:cubicBezTo>
                  <a:cubicBezTo>
                    <a:pt x="263" y="289"/>
                    <a:pt x="267" y="288"/>
                    <a:pt x="270" y="288"/>
                  </a:cubicBezTo>
                  <a:cubicBezTo>
                    <a:pt x="274" y="288"/>
                    <a:pt x="277" y="290"/>
                    <a:pt x="280" y="292"/>
                  </a:cubicBezTo>
                  <a:cubicBezTo>
                    <a:pt x="283" y="294"/>
                    <a:pt x="286" y="297"/>
                    <a:pt x="287" y="300"/>
                  </a:cubicBezTo>
                  <a:cubicBezTo>
                    <a:pt x="288" y="304"/>
                    <a:pt x="288" y="307"/>
                    <a:pt x="287" y="311"/>
                  </a:cubicBezTo>
                  <a:cubicBezTo>
                    <a:pt x="287" y="315"/>
                    <a:pt x="285" y="319"/>
                    <a:pt x="283" y="323"/>
                  </a:cubicBezTo>
                  <a:cubicBezTo>
                    <a:pt x="280" y="327"/>
                    <a:pt x="278" y="330"/>
                    <a:pt x="275" y="334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2" y="338"/>
                    <a:pt x="272" y="338"/>
                    <a:pt x="272" y="338"/>
                  </a:cubicBezTo>
                  <a:cubicBezTo>
                    <a:pt x="267" y="344"/>
                    <a:pt x="267" y="344"/>
                    <a:pt x="267" y="344"/>
                  </a:cubicBezTo>
                  <a:cubicBezTo>
                    <a:pt x="266" y="346"/>
                    <a:pt x="265" y="347"/>
                    <a:pt x="265" y="349"/>
                  </a:cubicBezTo>
                  <a:cubicBezTo>
                    <a:pt x="265" y="349"/>
                    <a:pt x="265" y="350"/>
                    <a:pt x="265" y="350"/>
                  </a:cubicBezTo>
                  <a:cubicBezTo>
                    <a:pt x="265" y="351"/>
                    <a:pt x="266" y="351"/>
                    <a:pt x="266" y="351"/>
                  </a:cubicBezTo>
                  <a:cubicBezTo>
                    <a:pt x="266" y="351"/>
                    <a:pt x="266" y="351"/>
                    <a:pt x="266" y="351"/>
                  </a:cubicBezTo>
                  <a:cubicBezTo>
                    <a:pt x="266" y="352"/>
                    <a:pt x="266" y="352"/>
                    <a:pt x="266" y="352"/>
                  </a:cubicBezTo>
                  <a:cubicBezTo>
                    <a:pt x="267" y="354"/>
                    <a:pt x="268" y="354"/>
                    <a:pt x="270" y="355"/>
                  </a:cubicBezTo>
                  <a:cubicBezTo>
                    <a:pt x="272" y="356"/>
                    <a:pt x="274" y="357"/>
                    <a:pt x="276" y="357"/>
                  </a:cubicBezTo>
                  <a:cubicBezTo>
                    <a:pt x="277" y="358"/>
                    <a:pt x="278" y="358"/>
                    <a:pt x="280" y="358"/>
                  </a:cubicBezTo>
                  <a:cubicBezTo>
                    <a:pt x="281" y="358"/>
                    <a:pt x="282" y="359"/>
                    <a:pt x="283" y="359"/>
                  </a:cubicBezTo>
                  <a:cubicBezTo>
                    <a:pt x="285" y="359"/>
                    <a:pt x="285" y="359"/>
                    <a:pt x="285" y="359"/>
                  </a:cubicBezTo>
                  <a:cubicBezTo>
                    <a:pt x="287" y="360"/>
                    <a:pt x="287" y="360"/>
                    <a:pt x="287" y="360"/>
                  </a:cubicBezTo>
                  <a:cubicBezTo>
                    <a:pt x="292" y="360"/>
                    <a:pt x="297" y="361"/>
                    <a:pt x="302" y="361"/>
                  </a:cubicBezTo>
                  <a:cubicBezTo>
                    <a:pt x="308" y="361"/>
                    <a:pt x="313" y="360"/>
                    <a:pt x="318" y="359"/>
                  </a:cubicBezTo>
                  <a:cubicBezTo>
                    <a:pt x="321" y="359"/>
                    <a:pt x="324" y="358"/>
                    <a:pt x="327" y="357"/>
                  </a:cubicBezTo>
                  <a:cubicBezTo>
                    <a:pt x="327" y="357"/>
                    <a:pt x="328" y="356"/>
                    <a:pt x="329" y="356"/>
                  </a:cubicBezTo>
                  <a:cubicBezTo>
                    <a:pt x="330" y="355"/>
                    <a:pt x="331" y="355"/>
                    <a:pt x="332" y="355"/>
                  </a:cubicBezTo>
                  <a:cubicBezTo>
                    <a:pt x="338" y="352"/>
                    <a:pt x="338" y="352"/>
                    <a:pt x="338" y="352"/>
                  </a:cubicBezTo>
                  <a:cubicBezTo>
                    <a:pt x="338" y="347"/>
                    <a:pt x="338" y="347"/>
                    <a:pt x="338" y="347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3"/>
                    <a:pt x="337" y="343"/>
                    <a:pt x="337" y="343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3"/>
                    <a:pt x="335" y="330"/>
                    <a:pt x="335" y="327"/>
                  </a:cubicBezTo>
                  <a:cubicBezTo>
                    <a:pt x="336" y="321"/>
                    <a:pt x="337" y="315"/>
                    <a:pt x="340" y="310"/>
                  </a:cubicBezTo>
                  <a:cubicBezTo>
                    <a:pt x="342" y="307"/>
                    <a:pt x="343" y="305"/>
                    <a:pt x="345" y="303"/>
                  </a:cubicBezTo>
                  <a:cubicBezTo>
                    <a:pt x="347" y="302"/>
                    <a:pt x="348" y="301"/>
                    <a:pt x="349" y="300"/>
                  </a:cubicBezTo>
                  <a:cubicBezTo>
                    <a:pt x="350" y="299"/>
                    <a:pt x="351" y="299"/>
                    <a:pt x="352" y="298"/>
                  </a:cubicBezTo>
                  <a:cubicBezTo>
                    <a:pt x="357" y="296"/>
                    <a:pt x="363" y="295"/>
                    <a:pt x="367" y="297"/>
                  </a:cubicBezTo>
                  <a:cubicBezTo>
                    <a:pt x="368" y="297"/>
                    <a:pt x="369" y="298"/>
                    <a:pt x="370" y="299"/>
                  </a:cubicBezTo>
                  <a:cubicBezTo>
                    <a:pt x="370" y="299"/>
                    <a:pt x="371" y="299"/>
                    <a:pt x="371" y="300"/>
                  </a:cubicBezTo>
                  <a:cubicBezTo>
                    <a:pt x="372" y="300"/>
                    <a:pt x="372" y="301"/>
                    <a:pt x="373" y="301"/>
                  </a:cubicBezTo>
                  <a:cubicBezTo>
                    <a:pt x="374" y="304"/>
                    <a:pt x="376" y="306"/>
                    <a:pt x="377" y="308"/>
                  </a:cubicBezTo>
                  <a:cubicBezTo>
                    <a:pt x="378" y="311"/>
                    <a:pt x="378" y="313"/>
                    <a:pt x="378" y="316"/>
                  </a:cubicBezTo>
                  <a:cubicBezTo>
                    <a:pt x="378" y="319"/>
                    <a:pt x="377" y="322"/>
                    <a:pt x="376" y="324"/>
                  </a:cubicBezTo>
                  <a:cubicBezTo>
                    <a:pt x="374" y="330"/>
                    <a:pt x="371" y="335"/>
                    <a:pt x="366" y="339"/>
                  </a:cubicBezTo>
                  <a:cubicBezTo>
                    <a:pt x="364" y="342"/>
                    <a:pt x="362" y="344"/>
                    <a:pt x="359" y="346"/>
                  </a:cubicBezTo>
                  <a:cubicBezTo>
                    <a:pt x="359" y="346"/>
                    <a:pt x="358" y="347"/>
                    <a:pt x="357" y="347"/>
                  </a:cubicBezTo>
                  <a:cubicBezTo>
                    <a:pt x="356" y="348"/>
                    <a:pt x="356" y="348"/>
                    <a:pt x="356" y="348"/>
                  </a:cubicBezTo>
                  <a:cubicBezTo>
                    <a:pt x="355" y="349"/>
                    <a:pt x="355" y="349"/>
                    <a:pt x="355" y="349"/>
                  </a:cubicBezTo>
                  <a:cubicBezTo>
                    <a:pt x="352" y="351"/>
                    <a:pt x="349" y="353"/>
                    <a:pt x="346" y="355"/>
                  </a:cubicBezTo>
                  <a:cubicBezTo>
                    <a:pt x="347" y="357"/>
                    <a:pt x="348" y="359"/>
                    <a:pt x="349" y="361"/>
                  </a:cubicBezTo>
                  <a:cubicBezTo>
                    <a:pt x="349" y="362"/>
                    <a:pt x="350" y="363"/>
                    <a:pt x="350" y="364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1" y="367"/>
                    <a:pt x="351" y="367"/>
                    <a:pt x="351" y="367"/>
                  </a:cubicBezTo>
                  <a:cubicBezTo>
                    <a:pt x="352" y="369"/>
                    <a:pt x="353" y="372"/>
                    <a:pt x="354" y="374"/>
                  </a:cubicBezTo>
                  <a:cubicBezTo>
                    <a:pt x="357" y="378"/>
                    <a:pt x="360" y="383"/>
                    <a:pt x="363" y="387"/>
                  </a:cubicBezTo>
                  <a:cubicBezTo>
                    <a:pt x="366" y="392"/>
                    <a:pt x="370" y="396"/>
                    <a:pt x="374" y="399"/>
                  </a:cubicBezTo>
                  <a:cubicBezTo>
                    <a:pt x="375" y="400"/>
                    <a:pt x="377" y="401"/>
                    <a:pt x="378" y="401"/>
                  </a:cubicBezTo>
                  <a:cubicBezTo>
                    <a:pt x="378" y="402"/>
                    <a:pt x="379" y="402"/>
                    <a:pt x="379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2" y="404"/>
                    <a:pt x="382" y="404"/>
                    <a:pt x="382" y="404"/>
                  </a:cubicBezTo>
                  <a:cubicBezTo>
                    <a:pt x="384" y="405"/>
                    <a:pt x="386" y="406"/>
                    <a:pt x="388" y="407"/>
                  </a:cubicBezTo>
                  <a:cubicBezTo>
                    <a:pt x="390" y="408"/>
                    <a:pt x="392" y="409"/>
                    <a:pt x="394" y="410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407" y="384"/>
                    <a:pt x="407" y="384"/>
                    <a:pt x="407" y="384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10" y="378"/>
                    <a:pt x="410" y="378"/>
                    <a:pt x="410" y="378"/>
                  </a:cubicBezTo>
                  <a:cubicBezTo>
                    <a:pt x="410" y="377"/>
                    <a:pt x="410" y="377"/>
                    <a:pt x="410" y="377"/>
                  </a:cubicBezTo>
                  <a:cubicBezTo>
                    <a:pt x="411" y="377"/>
                    <a:pt x="411" y="376"/>
                    <a:pt x="412" y="375"/>
                  </a:cubicBezTo>
                  <a:cubicBezTo>
                    <a:pt x="414" y="373"/>
                    <a:pt x="416" y="370"/>
                    <a:pt x="418" y="368"/>
                  </a:cubicBezTo>
                  <a:cubicBezTo>
                    <a:pt x="420" y="366"/>
                    <a:pt x="423" y="364"/>
                    <a:pt x="425" y="363"/>
                  </a:cubicBezTo>
                  <a:cubicBezTo>
                    <a:pt x="426" y="362"/>
                    <a:pt x="428" y="362"/>
                    <a:pt x="429" y="362"/>
                  </a:cubicBezTo>
                  <a:cubicBezTo>
                    <a:pt x="429" y="362"/>
                    <a:pt x="430" y="362"/>
                    <a:pt x="430" y="362"/>
                  </a:cubicBezTo>
                  <a:cubicBezTo>
                    <a:pt x="431" y="362"/>
                    <a:pt x="431" y="362"/>
                    <a:pt x="432" y="362"/>
                  </a:cubicBezTo>
                  <a:cubicBezTo>
                    <a:pt x="436" y="363"/>
                    <a:pt x="441" y="367"/>
                    <a:pt x="443" y="372"/>
                  </a:cubicBezTo>
                  <a:cubicBezTo>
                    <a:pt x="445" y="377"/>
                    <a:pt x="446" y="384"/>
                    <a:pt x="445" y="390"/>
                  </a:cubicBezTo>
                  <a:cubicBezTo>
                    <a:pt x="445" y="393"/>
                    <a:pt x="444" y="396"/>
                    <a:pt x="442" y="399"/>
                  </a:cubicBezTo>
                  <a:cubicBezTo>
                    <a:pt x="441" y="402"/>
                    <a:pt x="440" y="404"/>
                    <a:pt x="438" y="406"/>
                  </a:cubicBezTo>
                  <a:cubicBezTo>
                    <a:pt x="434" y="411"/>
                    <a:pt x="428" y="414"/>
                    <a:pt x="422" y="416"/>
                  </a:cubicBezTo>
                  <a:cubicBezTo>
                    <a:pt x="419" y="417"/>
                    <a:pt x="416" y="417"/>
                    <a:pt x="413" y="417"/>
                  </a:cubicBezTo>
                  <a:cubicBezTo>
                    <a:pt x="411" y="418"/>
                    <a:pt x="410" y="418"/>
                    <a:pt x="408" y="418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7"/>
                    <a:pt x="404" y="417"/>
                    <a:pt x="403" y="417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2"/>
                    <a:pt x="387" y="442"/>
                    <a:pt x="387" y="442"/>
                  </a:cubicBezTo>
                  <a:cubicBezTo>
                    <a:pt x="384" y="449"/>
                    <a:pt x="381" y="456"/>
                    <a:pt x="378" y="463"/>
                  </a:cubicBezTo>
                  <a:cubicBezTo>
                    <a:pt x="372" y="477"/>
                    <a:pt x="367" y="492"/>
                    <a:pt x="362" y="506"/>
                  </a:cubicBezTo>
                  <a:cubicBezTo>
                    <a:pt x="351" y="535"/>
                    <a:pt x="342" y="564"/>
                    <a:pt x="333" y="593"/>
                  </a:cubicBezTo>
                  <a:cubicBezTo>
                    <a:pt x="330" y="604"/>
                    <a:pt x="330" y="604"/>
                    <a:pt x="330" y="604"/>
                  </a:cubicBezTo>
                  <a:cubicBezTo>
                    <a:pt x="327" y="613"/>
                    <a:pt x="327" y="613"/>
                    <a:pt x="327" y="613"/>
                  </a:cubicBezTo>
                  <a:cubicBezTo>
                    <a:pt x="326" y="619"/>
                    <a:pt x="326" y="619"/>
                    <a:pt x="326" y="619"/>
                  </a:cubicBezTo>
                  <a:cubicBezTo>
                    <a:pt x="325" y="621"/>
                    <a:pt x="325" y="621"/>
                    <a:pt x="325" y="621"/>
                  </a:cubicBezTo>
                  <a:cubicBezTo>
                    <a:pt x="325" y="622"/>
                    <a:pt x="325" y="622"/>
                    <a:pt x="325" y="622"/>
                  </a:cubicBezTo>
                  <a:lnTo>
                    <a:pt x="318" y="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55" name="文本框 54"/>
          <p:cNvSpPr txBox="1"/>
          <p:nvPr/>
        </p:nvSpPr>
        <p:spPr>
          <a:xfrm flipH="1">
            <a:off x="696471" y="245963"/>
            <a:ext cx="3668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1.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プロジェクト概要</a:t>
            </a:r>
            <a:endParaRPr lang="zh-CN" altLang="en-US" sz="1600" b="1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3" name="Freeform 34"/>
          <p:cNvSpPr>
            <a:spLocks noEditPoints="1"/>
          </p:cNvSpPr>
          <p:nvPr/>
        </p:nvSpPr>
        <p:spPr bwMode="auto">
          <a:xfrm flipH="1">
            <a:off x="577277" y="2402699"/>
            <a:ext cx="585223" cy="379444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9DC3E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98" name="Freeform 34"/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9" name="任意多边形 98"/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2" name="任意多边形 1"/>
          <p:cNvSpPr/>
          <p:nvPr/>
        </p:nvSpPr>
        <p:spPr>
          <a:xfrm>
            <a:off x="1429759" y="2752161"/>
            <a:ext cx="466975" cy="800526"/>
          </a:xfrm>
          <a:custGeom>
            <a:avLst/>
            <a:gdLst>
              <a:gd name="connsiteX0" fmla="*/ 0 w 786063"/>
              <a:gd name="connsiteY0" fmla="*/ 0 h 1347536"/>
              <a:gd name="connsiteX1" fmla="*/ 513347 w 786063"/>
              <a:gd name="connsiteY1" fmla="*/ 401052 h 1347536"/>
              <a:gd name="connsiteX2" fmla="*/ 336884 w 786063"/>
              <a:gd name="connsiteY2" fmla="*/ 1155031 h 1347536"/>
              <a:gd name="connsiteX3" fmla="*/ 786063 w 786063"/>
              <a:gd name="connsiteY3" fmla="*/ 1347536 h 134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063" h="1347536">
                <a:moveTo>
                  <a:pt x="0" y="0"/>
                </a:moveTo>
                <a:cubicBezTo>
                  <a:pt x="228600" y="104273"/>
                  <a:pt x="457200" y="208547"/>
                  <a:pt x="513347" y="401052"/>
                </a:cubicBezTo>
                <a:cubicBezTo>
                  <a:pt x="569494" y="593557"/>
                  <a:pt x="291431" y="997284"/>
                  <a:pt x="336884" y="1155031"/>
                </a:cubicBezTo>
                <a:cubicBezTo>
                  <a:pt x="382337" y="1312778"/>
                  <a:pt x="584200" y="1330157"/>
                  <a:pt x="786063" y="1347536"/>
                </a:cubicBezTo>
              </a:path>
            </a:pathLst>
          </a:custGeom>
          <a:noFill/>
          <a:ln w="25400" cap="rnd">
            <a:solidFill>
              <a:srgbClr val="9DC3E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6" name="任意多边形 24">
            <a:extLst>
              <a:ext uri="{FF2B5EF4-FFF2-40B4-BE49-F238E27FC236}">
                <a16:creationId xmlns:a16="http://schemas.microsoft.com/office/drawing/2014/main" id="{C44C7370-53B9-0844-C0F7-93806961B143}"/>
              </a:ext>
            </a:extLst>
          </p:cNvPr>
          <p:cNvSpPr/>
          <p:nvPr/>
        </p:nvSpPr>
        <p:spPr>
          <a:xfrm>
            <a:off x="2839589" y="1420811"/>
            <a:ext cx="8633049" cy="4893489"/>
          </a:xfrm>
          <a:custGeom>
            <a:avLst/>
            <a:gdLst>
              <a:gd name="connsiteX0" fmla="*/ 6111936 w 6416813"/>
              <a:gd name="connsiteY0" fmla="*/ 519638 h 3001581"/>
              <a:gd name="connsiteX1" fmla="*/ 3290358 w 6416813"/>
              <a:gd name="connsiteY1" fmla="*/ 23250 h 3001581"/>
              <a:gd name="connsiteX2" fmla="*/ 103021 w 6416813"/>
              <a:gd name="connsiteY2" fmla="*/ 1029090 h 3001581"/>
              <a:gd name="connsiteX3" fmla="*/ 769227 w 6416813"/>
              <a:gd name="connsiteY3" fmla="*/ 2531318 h 3001581"/>
              <a:gd name="connsiteX4" fmla="*/ 272838 w 6416813"/>
              <a:gd name="connsiteY4" fmla="*/ 3001581 h 3001581"/>
              <a:gd name="connsiteX5" fmla="*/ 1539936 w 6416813"/>
              <a:gd name="connsiteY5" fmla="*/ 2688072 h 3001581"/>
              <a:gd name="connsiteX6" fmla="*/ 5824553 w 6416813"/>
              <a:gd name="connsiteY6" fmla="*/ 2648884 h 3001581"/>
              <a:gd name="connsiteX7" fmla="*/ 6111936 w 6416813"/>
              <a:gd name="connsiteY7" fmla="*/ 519638 h 3001581"/>
              <a:gd name="connsiteX0" fmla="*/ 6111936 w 6416813"/>
              <a:gd name="connsiteY0" fmla="*/ 519638 h 3001581"/>
              <a:gd name="connsiteX1" fmla="*/ 3290358 w 6416813"/>
              <a:gd name="connsiteY1" fmla="*/ 23250 h 3001581"/>
              <a:gd name="connsiteX2" fmla="*/ 103021 w 6416813"/>
              <a:gd name="connsiteY2" fmla="*/ 1029090 h 3001581"/>
              <a:gd name="connsiteX3" fmla="*/ 769227 w 6416813"/>
              <a:gd name="connsiteY3" fmla="*/ 2531318 h 3001581"/>
              <a:gd name="connsiteX4" fmla="*/ 272838 w 6416813"/>
              <a:gd name="connsiteY4" fmla="*/ 3001581 h 3001581"/>
              <a:gd name="connsiteX5" fmla="*/ 1539936 w 6416813"/>
              <a:gd name="connsiteY5" fmla="*/ 2688072 h 3001581"/>
              <a:gd name="connsiteX6" fmla="*/ 5824553 w 6416813"/>
              <a:gd name="connsiteY6" fmla="*/ 2648884 h 3001581"/>
              <a:gd name="connsiteX7" fmla="*/ 6111936 w 6416813"/>
              <a:gd name="connsiteY7" fmla="*/ 519638 h 3001581"/>
              <a:gd name="connsiteX0" fmla="*/ 6111936 w 6416813"/>
              <a:gd name="connsiteY0" fmla="*/ 519638 h 3001581"/>
              <a:gd name="connsiteX1" fmla="*/ 3290358 w 6416813"/>
              <a:gd name="connsiteY1" fmla="*/ 23250 h 3001581"/>
              <a:gd name="connsiteX2" fmla="*/ 103021 w 6416813"/>
              <a:gd name="connsiteY2" fmla="*/ 1029090 h 3001581"/>
              <a:gd name="connsiteX3" fmla="*/ 769227 w 6416813"/>
              <a:gd name="connsiteY3" fmla="*/ 2531318 h 3001581"/>
              <a:gd name="connsiteX4" fmla="*/ 272838 w 6416813"/>
              <a:gd name="connsiteY4" fmla="*/ 3001581 h 3001581"/>
              <a:gd name="connsiteX5" fmla="*/ 1539936 w 6416813"/>
              <a:gd name="connsiteY5" fmla="*/ 2688072 h 3001581"/>
              <a:gd name="connsiteX6" fmla="*/ 5824553 w 6416813"/>
              <a:gd name="connsiteY6" fmla="*/ 2648884 h 3001581"/>
              <a:gd name="connsiteX7" fmla="*/ 6111936 w 6416813"/>
              <a:gd name="connsiteY7" fmla="*/ 519638 h 3001581"/>
              <a:gd name="connsiteX0" fmla="*/ 6072123 w 6377000"/>
              <a:gd name="connsiteY0" fmla="*/ 519638 h 3001581"/>
              <a:gd name="connsiteX1" fmla="*/ 3250545 w 6377000"/>
              <a:gd name="connsiteY1" fmla="*/ 23250 h 3001581"/>
              <a:gd name="connsiteX2" fmla="*/ 63208 w 6377000"/>
              <a:gd name="connsiteY2" fmla="*/ 1029090 h 3001581"/>
              <a:gd name="connsiteX3" fmla="*/ 729414 w 6377000"/>
              <a:gd name="connsiteY3" fmla="*/ 2531318 h 3001581"/>
              <a:gd name="connsiteX4" fmla="*/ 233025 w 6377000"/>
              <a:gd name="connsiteY4" fmla="*/ 3001581 h 3001581"/>
              <a:gd name="connsiteX5" fmla="*/ 1500123 w 6377000"/>
              <a:gd name="connsiteY5" fmla="*/ 2688072 h 3001581"/>
              <a:gd name="connsiteX6" fmla="*/ 5784740 w 6377000"/>
              <a:gd name="connsiteY6" fmla="*/ 2648884 h 3001581"/>
              <a:gd name="connsiteX7" fmla="*/ 6072123 w 6377000"/>
              <a:gd name="connsiteY7" fmla="*/ 519638 h 3001581"/>
              <a:gd name="connsiteX0" fmla="*/ 6202752 w 6463800"/>
              <a:gd name="connsiteY0" fmla="*/ 673348 h 2985474"/>
              <a:gd name="connsiteX1" fmla="*/ 3250545 w 6463800"/>
              <a:gd name="connsiteY1" fmla="*/ 7143 h 2985474"/>
              <a:gd name="connsiteX2" fmla="*/ 63208 w 6463800"/>
              <a:gd name="connsiteY2" fmla="*/ 1012983 h 2985474"/>
              <a:gd name="connsiteX3" fmla="*/ 729414 w 6463800"/>
              <a:gd name="connsiteY3" fmla="*/ 2515211 h 2985474"/>
              <a:gd name="connsiteX4" fmla="*/ 233025 w 6463800"/>
              <a:gd name="connsiteY4" fmla="*/ 2985474 h 2985474"/>
              <a:gd name="connsiteX5" fmla="*/ 1500123 w 6463800"/>
              <a:gd name="connsiteY5" fmla="*/ 2671965 h 2985474"/>
              <a:gd name="connsiteX6" fmla="*/ 5784740 w 6463800"/>
              <a:gd name="connsiteY6" fmla="*/ 2632777 h 2985474"/>
              <a:gd name="connsiteX7" fmla="*/ 6202752 w 6463800"/>
              <a:gd name="connsiteY7" fmla="*/ 673348 h 2985474"/>
              <a:gd name="connsiteX0" fmla="*/ 6202752 w 6463800"/>
              <a:gd name="connsiteY0" fmla="*/ 673348 h 3037725"/>
              <a:gd name="connsiteX1" fmla="*/ 3250545 w 6463800"/>
              <a:gd name="connsiteY1" fmla="*/ 7143 h 3037725"/>
              <a:gd name="connsiteX2" fmla="*/ 63208 w 6463800"/>
              <a:gd name="connsiteY2" fmla="*/ 1012983 h 3037725"/>
              <a:gd name="connsiteX3" fmla="*/ 729414 w 6463800"/>
              <a:gd name="connsiteY3" fmla="*/ 2515211 h 3037725"/>
              <a:gd name="connsiteX4" fmla="*/ 533471 w 6463800"/>
              <a:gd name="connsiteY4" fmla="*/ 3037725 h 3037725"/>
              <a:gd name="connsiteX5" fmla="*/ 1500123 w 6463800"/>
              <a:gd name="connsiteY5" fmla="*/ 2671965 h 3037725"/>
              <a:gd name="connsiteX6" fmla="*/ 5784740 w 6463800"/>
              <a:gd name="connsiteY6" fmla="*/ 2632777 h 3037725"/>
              <a:gd name="connsiteX7" fmla="*/ 6202752 w 6463800"/>
              <a:gd name="connsiteY7" fmla="*/ 673348 h 3037725"/>
              <a:gd name="connsiteX0" fmla="*/ 6202752 w 6399662"/>
              <a:gd name="connsiteY0" fmla="*/ 673568 h 3037945"/>
              <a:gd name="connsiteX1" fmla="*/ 3250545 w 6399662"/>
              <a:gd name="connsiteY1" fmla="*/ 7363 h 3037945"/>
              <a:gd name="connsiteX2" fmla="*/ 63208 w 6399662"/>
              <a:gd name="connsiteY2" fmla="*/ 1013203 h 3037945"/>
              <a:gd name="connsiteX3" fmla="*/ 729414 w 6399662"/>
              <a:gd name="connsiteY3" fmla="*/ 2515431 h 3037945"/>
              <a:gd name="connsiteX4" fmla="*/ 533471 w 6399662"/>
              <a:gd name="connsiteY4" fmla="*/ 3037945 h 3037945"/>
              <a:gd name="connsiteX5" fmla="*/ 1500123 w 6399662"/>
              <a:gd name="connsiteY5" fmla="*/ 2672185 h 3037945"/>
              <a:gd name="connsiteX6" fmla="*/ 5614923 w 6399662"/>
              <a:gd name="connsiteY6" fmla="*/ 2698311 h 3037945"/>
              <a:gd name="connsiteX7" fmla="*/ 6202752 w 6399662"/>
              <a:gd name="connsiteY7" fmla="*/ 673568 h 3037945"/>
              <a:gd name="connsiteX0" fmla="*/ 6202752 w 6427727"/>
              <a:gd name="connsiteY0" fmla="*/ 673568 h 3037945"/>
              <a:gd name="connsiteX1" fmla="*/ 3250545 w 6427727"/>
              <a:gd name="connsiteY1" fmla="*/ 7363 h 3037945"/>
              <a:gd name="connsiteX2" fmla="*/ 63208 w 6427727"/>
              <a:gd name="connsiteY2" fmla="*/ 1013203 h 3037945"/>
              <a:gd name="connsiteX3" fmla="*/ 729414 w 6427727"/>
              <a:gd name="connsiteY3" fmla="*/ 2515431 h 3037945"/>
              <a:gd name="connsiteX4" fmla="*/ 533471 w 6427727"/>
              <a:gd name="connsiteY4" fmla="*/ 3037945 h 3037945"/>
              <a:gd name="connsiteX5" fmla="*/ 1500123 w 6427727"/>
              <a:gd name="connsiteY5" fmla="*/ 2672185 h 3037945"/>
              <a:gd name="connsiteX6" fmla="*/ 5614923 w 6427727"/>
              <a:gd name="connsiteY6" fmla="*/ 2698311 h 3037945"/>
              <a:gd name="connsiteX7" fmla="*/ 6202752 w 6427727"/>
              <a:gd name="connsiteY7" fmla="*/ 673568 h 3037945"/>
              <a:gd name="connsiteX0" fmla="*/ 6202752 w 6427727"/>
              <a:gd name="connsiteY0" fmla="*/ 666268 h 3030645"/>
              <a:gd name="connsiteX1" fmla="*/ 3250545 w 6427727"/>
              <a:gd name="connsiteY1" fmla="*/ 63 h 3030645"/>
              <a:gd name="connsiteX2" fmla="*/ 63208 w 6427727"/>
              <a:gd name="connsiteY2" fmla="*/ 1005903 h 3030645"/>
              <a:gd name="connsiteX3" fmla="*/ 729414 w 6427727"/>
              <a:gd name="connsiteY3" fmla="*/ 2508131 h 3030645"/>
              <a:gd name="connsiteX4" fmla="*/ 533471 w 6427727"/>
              <a:gd name="connsiteY4" fmla="*/ 3030645 h 3030645"/>
              <a:gd name="connsiteX5" fmla="*/ 1500123 w 6427727"/>
              <a:gd name="connsiteY5" fmla="*/ 2664885 h 3030645"/>
              <a:gd name="connsiteX6" fmla="*/ 5614923 w 6427727"/>
              <a:gd name="connsiteY6" fmla="*/ 2691011 h 3030645"/>
              <a:gd name="connsiteX7" fmla="*/ 6202752 w 6427727"/>
              <a:gd name="connsiteY7" fmla="*/ 666268 h 3030645"/>
              <a:gd name="connsiteX0" fmla="*/ 6202752 w 6445028"/>
              <a:gd name="connsiteY0" fmla="*/ 666309 h 3030686"/>
              <a:gd name="connsiteX1" fmla="*/ 3250545 w 6445028"/>
              <a:gd name="connsiteY1" fmla="*/ 104 h 3030686"/>
              <a:gd name="connsiteX2" fmla="*/ 63208 w 6445028"/>
              <a:gd name="connsiteY2" fmla="*/ 1005944 h 3030686"/>
              <a:gd name="connsiteX3" fmla="*/ 729414 w 6445028"/>
              <a:gd name="connsiteY3" fmla="*/ 2508172 h 3030686"/>
              <a:gd name="connsiteX4" fmla="*/ 533471 w 6445028"/>
              <a:gd name="connsiteY4" fmla="*/ 3030686 h 3030686"/>
              <a:gd name="connsiteX5" fmla="*/ 1500123 w 6445028"/>
              <a:gd name="connsiteY5" fmla="*/ 2664926 h 3030686"/>
              <a:gd name="connsiteX6" fmla="*/ 5614923 w 6445028"/>
              <a:gd name="connsiteY6" fmla="*/ 2691052 h 3030686"/>
              <a:gd name="connsiteX7" fmla="*/ 6202752 w 6445028"/>
              <a:gd name="connsiteY7" fmla="*/ 666309 h 3030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5028" h="3030686">
                <a:moveTo>
                  <a:pt x="6202752" y="666309"/>
                </a:moveTo>
                <a:cubicBezTo>
                  <a:pt x="5769501" y="126378"/>
                  <a:pt x="4286865" y="-4250"/>
                  <a:pt x="3250545" y="104"/>
                </a:cubicBezTo>
                <a:cubicBezTo>
                  <a:pt x="2214225" y="4458"/>
                  <a:pt x="365830" y="169922"/>
                  <a:pt x="63208" y="1005944"/>
                </a:cubicBezTo>
                <a:cubicBezTo>
                  <a:pt x="-239414" y="1841966"/>
                  <a:pt x="637974" y="2244738"/>
                  <a:pt x="729414" y="2508172"/>
                </a:cubicBezTo>
                <a:lnTo>
                  <a:pt x="533471" y="3030686"/>
                </a:lnTo>
                <a:lnTo>
                  <a:pt x="1500123" y="2664926"/>
                </a:lnTo>
                <a:cubicBezTo>
                  <a:pt x="2242529" y="2749835"/>
                  <a:pt x="4713586" y="2919652"/>
                  <a:pt x="5614923" y="2691052"/>
                </a:cubicBezTo>
                <a:cubicBezTo>
                  <a:pt x="6516260" y="2462452"/>
                  <a:pt x="6636003" y="1206240"/>
                  <a:pt x="6202752" y="666309"/>
                </a:cubicBez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73016AD-B5BD-AD7D-07C5-582D446704C4}"/>
              </a:ext>
            </a:extLst>
          </p:cNvPr>
          <p:cNvSpPr txBox="1"/>
          <p:nvPr/>
        </p:nvSpPr>
        <p:spPr>
          <a:xfrm>
            <a:off x="5109883" y="1682736"/>
            <a:ext cx="4754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社内規程に関する問い合わせへ、自然言語で回答するAIエージェントです。</a:t>
            </a:r>
          </a:p>
          <a:p>
            <a:endParaRPr lang="zh-CN" altLang="zh-CN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zh-CN" altLang="zh-CN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ユーザーが就業規則、休暇制度、給与規程、情報セキュリティ、コンプライアンスなどについて質問すると、AIエージェントが質問の意図を分析し、社内ナレッジベースから関連文書を検索します。</a:t>
            </a:r>
          </a:p>
          <a:p>
            <a:endParaRPr lang="zh-CN" altLang="zh-CN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zh-CN" altLang="zh-CN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必要に応じて、文書間で関連する規程や条項を追加検索し、取得した情報を整理したうえで、根拠に基づく分かりやすい回答を生成します。</a:t>
            </a:r>
          </a:p>
          <a:p>
            <a:endParaRPr lang="zh-CN" altLang="zh-CN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zh-CN" altLang="zh-CN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回答には参照元の文書情報も表示され、該当する原文の確認や元ファイルへのアクセスが可能です。これにより、社内規程の検索効率、回答の正確性および情報のトレーサビリティ向上を実現します。</a:t>
            </a:r>
          </a:p>
          <a:p>
            <a:br>
              <a:rPr lang="zh-CN" altLang="zh-CN" sz="1600" dirty="0">
                <a:latin typeface="Meiryo UI" panose="020B0604030504040204" pitchFamily="34" charset="-128"/>
                <a:ea typeface="Meiryo UI" panose="020B0604030504040204" pitchFamily="34" charset="-128"/>
              </a:rPr>
            </a:br>
            <a:endParaRPr lang="zh-CN" altLang="zh-CN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005056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椭圆 31"/>
          <p:cNvSpPr/>
          <p:nvPr/>
        </p:nvSpPr>
        <p:spPr>
          <a:xfrm>
            <a:off x="7823248" y="4105105"/>
            <a:ext cx="2764985" cy="15699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3" name="椭圆 31"/>
          <p:cNvSpPr/>
          <p:nvPr/>
        </p:nvSpPr>
        <p:spPr>
          <a:xfrm>
            <a:off x="7823249" y="2133602"/>
            <a:ext cx="2764985" cy="15699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635021" y="4134133"/>
            <a:ext cx="2764985" cy="15699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3" name="椭圆 31"/>
          <p:cNvSpPr/>
          <p:nvPr/>
        </p:nvSpPr>
        <p:spPr>
          <a:xfrm>
            <a:off x="4635021" y="2162630"/>
            <a:ext cx="2764985" cy="15699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0" name="椭圆 31"/>
          <p:cNvSpPr/>
          <p:nvPr/>
        </p:nvSpPr>
        <p:spPr>
          <a:xfrm>
            <a:off x="1470500" y="4134133"/>
            <a:ext cx="2764985" cy="15699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9" name="椭圆 31"/>
          <p:cNvSpPr/>
          <p:nvPr/>
        </p:nvSpPr>
        <p:spPr>
          <a:xfrm>
            <a:off x="1470501" y="2162630"/>
            <a:ext cx="2771914" cy="156998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Box 25"/>
          <p:cNvSpPr txBox="1"/>
          <p:nvPr/>
        </p:nvSpPr>
        <p:spPr>
          <a:xfrm>
            <a:off x="1470500" y="2546184"/>
            <a:ext cx="2640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1.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自然言語による問い合わせ</a:t>
            </a:r>
            <a:endParaRPr lang="en-US" altLang="ja-JP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通常の会話形式で社内規程について質問できます。</a:t>
            </a:r>
            <a:endParaRPr 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Box 33"/>
          <p:cNvSpPr txBox="1"/>
          <p:nvPr/>
        </p:nvSpPr>
        <p:spPr>
          <a:xfrm>
            <a:off x="4693865" y="4517687"/>
            <a:ext cx="2516836" cy="7448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5.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チャット履歴の保存</a:t>
            </a:r>
            <a:endParaRPr lang="en-US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ユーザーごとに過去の質問と回答を保存し、後から確認できます。</a:t>
            </a:r>
            <a:endParaRPr 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Box 38"/>
          <p:cNvSpPr txBox="1"/>
          <p:nvPr/>
        </p:nvSpPr>
        <p:spPr>
          <a:xfrm>
            <a:off x="4721905" y="2546184"/>
            <a:ext cx="2516836" cy="74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社内規程の横断検索</a:t>
            </a:r>
            <a:endParaRPr lang="en-US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  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複数の社内文書から、質問に関連する規程や条項を検索します。</a:t>
            </a:r>
            <a:endParaRPr 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TextBox 41"/>
          <p:cNvSpPr txBox="1"/>
          <p:nvPr/>
        </p:nvSpPr>
        <p:spPr>
          <a:xfrm>
            <a:off x="1571079" y="4474670"/>
            <a:ext cx="2516836" cy="92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4.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継続的な対話</a:t>
            </a:r>
            <a:endParaRPr lang="en-US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直前までの会話内容を踏まえて、追加質問や条件を変更した質問を続けられます。</a:t>
            </a:r>
            <a:endParaRPr 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TextBox 44"/>
          <p:cNvSpPr txBox="1"/>
          <p:nvPr/>
        </p:nvSpPr>
        <p:spPr>
          <a:xfrm>
            <a:off x="7959265" y="4474670"/>
            <a:ext cx="2516836" cy="74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6.AI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モデルの選択</a:t>
            </a:r>
            <a:endParaRPr lang="en-US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利用を許可された複数の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AI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モデルから、用途に応じたモデルを選択できます。</a:t>
            </a:r>
            <a:endParaRPr 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Box 47"/>
          <p:cNvSpPr txBox="1"/>
          <p:nvPr/>
        </p:nvSpPr>
        <p:spPr>
          <a:xfrm>
            <a:off x="7959265" y="2502378"/>
            <a:ext cx="2516836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3.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参照元の確認</a:t>
            </a:r>
            <a:endParaRPr lang="en-US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回答に使用された文書名と該当内容を画面上で確認できます。</a:t>
            </a:r>
          </a:p>
          <a:p>
            <a:pPr lvl="0" algn="ctr">
              <a:spcBef>
                <a:spcPct val="20000"/>
              </a:spcBef>
              <a:defRPr/>
            </a:pPr>
            <a:endParaRPr 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681931" y="521437"/>
            <a:ext cx="4540704" cy="1074057"/>
            <a:chOff x="3659868" y="841828"/>
            <a:chExt cx="4540704" cy="1074057"/>
          </a:xfrm>
        </p:grpSpPr>
        <p:sp>
          <p:nvSpPr>
            <p:cNvPr id="45" name="任意多边形 44"/>
            <p:cNvSpPr/>
            <p:nvPr/>
          </p:nvSpPr>
          <p:spPr>
            <a:xfrm>
              <a:off x="4311650" y="1082675"/>
              <a:ext cx="3025775" cy="809625"/>
            </a:xfrm>
            <a:custGeom>
              <a:avLst/>
              <a:gdLst>
                <a:gd name="connsiteX0" fmla="*/ 22225 w 3025775"/>
                <a:gd name="connsiteY0" fmla="*/ 34925 h 809625"/>
                <a:gd name="connsiteX1" fmla="*/ 0 w 3025775"/>
                <a:gd name="connsiteY1" fmla="*/ 581025 h 809625"/>
                <a:gd name="connsiteX2" fmla="*/ 3175 w 3025775"/>
                <a:gd name="connsiteY2" fmla="*/ 762000 h 809625"/>
                <a:gd name="connsiteX3" fmla="*/ 63500 w 3025775"/>
                <a:gd name="connsiteY3" fmla="*/ 809625 h 809625"/>
                <a:gd name="connsiteX4" fmla="*/ 2936875 w 3025775"/>
                <a:gd name="connsiteY4" fmla="*/ 752475 h 809625"/>
                <a:gd name="connsiteX5" fmla="*/ 3022600 w 3025775"/>
                <a:gd name="connsiteY5" fmla="*/ 717550 h 809625"/>
                <a:gd name="connsiteX6" fmla="*/ 3025775 w 3025775"/>
                <a:gd name="connsiteY6" fmla="*/ 660400 h 809625"/>
                <a:gd name="connsiteX7" fmla="*/ 3003550 w 3025775"/>
                <a:gd name="connsiteY7" fmla="*/ 50800 h 809625"/>
                <a:gd name="connsiteX8" fmla="*/ 2946400 w 3025775"/>
                <a:gd name="connsiteY8" fmla="*/ 9525 h 809625"/>
                <a:gd name="connsiteX9" fmla="*/ 2419350 w 3025775"/>
                <a:gd name="connsiteY9" fmla="*/ 0 h 809625"/>
                <a:gd name="connsiteX10" fmla="*/ 22225 w 3025775"/>
                <a:gd name="connsiteY10" fmla="*/ 34925 h 80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25775" h="809625">
                  <a:moveTo>
                    <a:pt x="22225" y="34925"/>
                  </a:moveTo>
                  <a:lnTo>
                    <a:pt x="0" y="581025"/>
                  </a:lnTo>
                  <a:cubicBezTo>
                    <a:pt x="1058" y="641350"/>
                    <a:pt x="2117" y="701675"/>
                    <a:pt x="3175" y="762000"/>
                  </a:cubicBezTo>
                  <a:lnTo>
                    <a:pt x="63500" y="809625"/>
                  </a:lnTo>
                  <a:lnTo>
                    <a:pt x="2936875" y="752475"/>
                  </a:lnTo>
                  <a:lnTo>
                    <a:pt x="3022600" y="717550"/>
                  </a:lnTo>
                  <a:lnTo>
                    <a:pt x="3025775" y="660400"/>
                  </a:lnTo>
                  <a:lnTo>
                    <a:pt x="3003550" y="50800"/>
                  </a:lnTo>
                  <a:lnTo>
                    <a:pt x="2946400" y="9525"/>
                  </a:lnTo>
                  <a:lnTo>
                    <a:pt x="2419350" y="0"/>
                  </a:lnTo>
                  <a:lnTo>
                    <a:pt x="22225" y="34925"/>
                  </a:lnTo>
                  <a:close/>
                </a:path>
              </a:pathLst>
            </a:cu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3659868" y="841828"/>
              <a:ext cx="4540704" cy="1074057"/>
              <a:chOff x="4429125" y="2685143"/>
              <a:chExt cx="4118758" cy="1182009"/>
            </a:xfrm>
          </p:grpSpPr>
          <p:sp>
            <p:nvSpPr>
              <p:cNvPr id="48" name="Freeform 92"/>
              <p:cNvSpPr>
                <a:spLocks noEditPoints="1"/>
              </p:cNvSpPr>
              <p:nvPr/>
            </p:nvSpPr>
            <p:spPr bwMode="auto">
              <a:xfrm>
                <a:off x="4429125" y="2685143"/>
                <a:ext cx="4118758" cy="1182009"/>
              </a:xfrm>
              <a:custGeom>
                <a:avLst/>
                <a:gdLst>
                  <a:gd name="T0" fmla="*/ 1235 w 1305"/>
                  <a:gd name="T1" fmla="*/ 116 h 339"/>
                  <a:gd name="T2" fmla="*/ 1299 w 1305"/>
                  <a:gd name="T3" fmla="*/ 11 h 339"/>
                  <a:gd name="T4" fmla="*/ 868 w 1305"/>
                  <a:gd name="T5" fmla="*/ 14 h 339"/>
                  <a:gd name="T6" fmla="*/ 862 w 1305"/>
                  <a:gd name="T7" fmla="*/ 70 h 339"/>
                  <a:gd name="T8" fmla="*/ 408 w 1305"/>
                  <a:gd name="T9" fmla="*/ 31 h 339"/>
                  <a:gd name="T10" fmla="*/ 1 w 1305"/>
                  <a:gd name="T11" fmla="*/ 36 h 339"/>
                  <a:gd name="T12" fmla="*/ 20 w 1305"/>
                  <a:gd name="T13" fmla="*/ 231 h 339"/>
                  <a:gd name="T14" fmla="*/ 174 w 1305"/>
                  <a:gd name="T15" fmla="*/ 250 h 339"/>
                  <a:gd name="T16" fmla="*/ 61 w 1305"/>
                  <a:gd name="T17" fmla="*/ 177 h 339"/>
                  <a:gd name="T18" fmla="*/ 45 w 1305"/>
                  <a:gd name="T19" fmla="*/ 90 h 339"/>
                  <a:gd name="T20" fmla="*/ 44 w 1305"/>
                  <a:gd name="T21" fmla="*/ 40 h 339"/>
                  <a:gd name="T22" fmla="*/ 14 w 1305"/>
                  <a:gd name="T23" fmla="*/ 37 h 339"/>
                  <a:gd name="T24" fmla="*/ 189 w 1305"/>
                  <a:gd name="T25" fmla="*/ 89 h 339"/>
                  <a:gd name="T26" fmla="*/ 199 w 1305"/>
                  <a:gd name="T27" fmla="*/ 335 h 339"/>
                  <a:gd name="T28" fmla="*/ 778 w 1305"/>
                  <a:gd name="T29" fmla="*/ 327 h 339"/>
                  <a:gd name="T30" fmla="*/ 1061 w 1305"/>
                  <a:gd name="T31" fmla="*/ 273 h 339"/>
                  <a:gd name="T32" fmla="*/ 1076 w 1305"/>
                  <a:gd name="T33" fmla="*/ 231 h 339"/>
                  <a:gd name="T34" fmla="*/ 1299 w 1305"/>
                  <a:gd name="T35" fmla="*/ 209 h 339"/>
                  <a:gd name="T36" fmla="*/ 909 w 1305"/>
                  <a:gd name="T37" fmla="*/ 71 h 339"/>
                  <a:gd name="T38" fmla="*/ 925 w 1305"/>
                  <a:gd name="T39" fmla="*/ 71 h 339"/>
                  <a:gd name="T40" fmla="*/ 886 w 1305"/>
                  <a:gd name="T41" fmla="*/ 30 h 339"/>
                  <a:gd name="T42" fmla="*/ 870 w 1305"/>
                  <a:gd name="T43" fmla="*/ 25 h 339"/>
                  <a:gd name="T44" fmla="*/ 869 w 1305"/>
                  <a:gd name="T45" fmla="*/ 70 h 339"/>
                  <a:gd name="T46" fmla="*/ 399 w 1305"/>
                  <a:gd name="T47" fmla="*/ 56 h 339"/>
                  <a:gd name="T48" fmla="*/ 382 w 1305"/>
                  <a:gd name="T49" fmla="*/ 47 h 339"/>
                  <a:gd name="T50" fmla="*/ 382 w 1305"/>
                  <a:gd name="T51" fmla="*/ 47 h 339"/>
                  <a:gd name="T52" fmla="*/ 349 w 1305"/>
                  <a:gd name="T53" fmla="*/ 70 h 339"/>
                  <a:gd name="T54" fmla="*/ 325 w 1305"/>
                  <a:gd name="T55" fmla="*/ 63 h 339"/>
                  <a:gd name="T56" fmla="*/ 325 w 1305"/>
                  <a:gd name="T57" fmla="*/ 76 h 339"/>
                  <a:gd name="T58" fmla="*/ 318 w 1305"/>
                  <a:gd name="T59" fmla="*/ 76 h 339"/>
                  <a:gd name="T60" fmla="*/ 298 w 1305"/>
                  <a:gd name="T61" fmla="*/ 70 h 339"/>
                  <a:gd name="T62" fmla="*/ 1049 w 1305"/>
                  <a:gd name="T63" fmla="*/ 289 h 339"/>
                  <a:gd name="T64" fmla="*/ 1042 w 1305"/>
                  <a:gd name="T65" fmla="*/ 297 h 339"/>
                  <a:gd name="T66" fmla="*/ 762 w 1305"/>
                  <a:gd name="T67" fmla="*/ 315 h 339"/>
                  <a:gd name="T68" fmla="*/ 192 w 1305"/>
                  <a:gd name="T69" fmla="*/ 310 h 339"/>
                  <a:gd name="T70" fmla="*/ 213 w 1305"/>
                  <a:gd name="T71" fmla="*/ 302 h 339"/>
                  <a:gd name="T72" fmla="*/ 192 w 1305"/>
                  <a:gd name="T73" fmla="*/ 236 h 339"/>
                  <a:gd name="T74" fmla="*/ 223 w 1305"/>
                  <a:gd name="T75" fmla="*/ 111 h 339"/>
                  <a:gd name="T76" fmla="*/ 196 w 1305"/>
                  <a:gd name="T77" fmla="*/ 104 h 339"/>
                  <a:gd name="T78" fmla="*/ 1036 w 1305"/>
                  <a:gd name="T79" fmla="*/ 88 h 339"/>
                  <a:gd name="T80" fmla="*/ 1043 w 1305"/>
                  <a:gd name="T81" fmla="*/ 99 h 339"/>
                  <a:gd name="T82" fmla="*/ 1049 w 1305"/>
                  <a:gd name="T83" fmla="*/ 289 h 339"/>
                  <a:gd name="T84" fmla="*/ 947 w 1305"/>
                  <a:gd name="T85" fmla="*/ 72 h 339"/>
                  <a:gd name="T86" fmla="*/ 952 w 1305"/>
                  <a:gd name="T87" fmla="*/ 62 h 339"/>
                  <a:gd name="T88" fmla="*/ 968 w 1305"/>
                  <a:gd name="T89" fmla="*/ 72 h 339"/>
                  <a:gd name="T90" fmla="*/ 1004 w 1305"/>
                  <a:gd name="T91" fmla="*/ 73 h 339"/>
                  <a:gd name="T92" fmla="*/ 1176 w 1305"/>
                  <a:gd name="T93" fmla="*/ 209 h 339"/>
                  <a:gd name="T94" fmla="*/ 1059 w 1305"/>
                  <a:gd name="T95" fmla="*/ 210 h 339"/>
                  <a:gd name="T96" fmla="*/ 1071 w 1305"/>
                  <a:gd name="T97" fmla="*/ 206 h 339"/>
                  <a:gd name="T98" fmla="*/ 1044 w 1305"/>
                  <a:gd name="T99" fmla="*/ 78 h 339"/>
                  <a:gd name="T100" fmla="*/ 972 w 1305"/>
                  <a:gd name="T101" fmla="*/ 44 h 339"/>
                  <a:gd name="T102" fmla="*/ 949 w 1305"/>
                  <a:gd name="T103" fmla="*/ 41 h 339"/>
                  <a:gd name="T104" fmla="*/ 1232 w 1305"/>
                  <a:gd name="T105" fmla="*/ 99 h 339"/>
                  <a:gd name="T106" fmla="*/ 1269 w 1305"/>
                  <a:gd name="T107" fmla="*/ 185 h 339"/>
                  <a:gd name="T108" fmla="*/ 1280 w 1305"/>
                  <a:gd name="T109" fmla="*/ 18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305" h="339">
                    <a:moveTo>
                      <a:pt x="1303" y="200"/>
                    </a:moveTo>
                    <a:cubicBezTo>
                      <a:pt x="1293" y="186"/>
                      <a:pt x="1281" y="173"/>
                      <a:pt x="1269" y="160"/>
                    </a:cubicBezTo>
                    <a:cubicBezTo>
                      <a:pt x="1263" y="152"/>
                      <a:pt x="1256" y="145"/>
                      <a:pt x="1250" y="138"/>
                    </a:cubicBezTo>
                    <a:cubicBezTo>
                      <a:pt x="1244" y="132"/>
                      <a:pt x="1233" y="124"/>
                      <a:pt x="1235" y="116"/>
                    </a:cubicBezTo>
                    <a:cubicBezTo>
                      <a:pt x="1236" y="109"/>
                      <a:pt x="1245" y="99"/>
                      <a:pt x="1249" y="93"/>
                    </a:cubicBezTo>
                    <a:cubicBezTo>
                      <a:pt x="1254" y="85"/>
                      <a:pt x="1260" y="77"/>
                      <a:pt x="1265" y="68"/>
                    </a:cubicBezTo>
                    <a:cubicBezTo>
                      <a:pt x="1276" y="50"/>
                      <a:pt x="1287" y="32"/>
                      <a:pt x="1298" y="14"/>
                    </a:cubicBezTo>
                    <a:cubicBezTo>
                      <a:pt x="1299" y="13"/>
                      <a:pt x="1299" y="12"/>
                      <a:pt x="1299" y="11"/>
                    </a:cubicBezTo>
                    <a:cubicBezTo>
                      <a:pt x="1303" y="8"/>
                      <a:pt x="1300" y="0"/>
                      <a:pt x="1294" y="1"/>
                    </a:cubicBezTo>
                    <a:cubicBezTo>
                      <a:pt x="1154" y="22"/>
                      <a:pt x="1012" y="26"/>
                      <a:pt x="872" y="13"/>
                    </a:cubicBezTo>
                    <a:cubicBezTo>
                      <a:pt x="870" y="13"/>
                      <a:pt x="869" y="14"/>
                      <a:pt x="868" y="15"/>
                    </a:cubicBezTo>
                    <a:cubicBezTo>
                      <a:pt x="868" y="15"/>
                      <a:pt x="868" y="14"/>
                      <a:pt x="868" y="14"/>
                    </a:cubicBezTo>
                    <a:cubicBezTo>
                      <a:pt x="867" y="11"/>
                      <a:pt x="862" y="12"/>
                      <a:pt x="862" y="15"/>
                    </a:cubicBezTo>
                    <a:cubicBezTo>
                      <a:pt x="861" y="24"/>
                      <a:pt x="862" y="34"/>
                      <a:pt x="862" y="44"/>
                    </a:cubicBezTo>
                    <a:cubicBezTo>
                      <a:pt x="862" y="52"/>
                      <a:pt x="860" y="61"/>
                      <a:pt x="862" y="69"/>
                    </a:cubicBezTo>
                    <a:cubicBezTo>
                      <a:pt x="862" y="70"/>
                      <a:pt x="862" y="70"/>
                      <a:pt x="862" y="70"/>
                    </a:cubicBezTo>
                    <a:cubicBezTo>
                      <a:pt x="710" y="68"/>
                      <a:pt x="559" y="69"/>
                      <a:pt x="407" y="73"/>
                    </a:cubicBezTo>
                    <a:cubicBezTo>
                      <a:pt x="408" y="68"/>
                      <a:pt x="408" y="62"/>
                      <a:pt x="409" y="57"/>
                    </a:cubicBezTo>
                    <a:cubicBezTo>
                      <a:pt x="409" y="49"/>
                      <a:pt x="410" y="41"/>
                      <a:pt x="409" y="33"/>
                    </a:cubicBezTo>
                    <a:cubicBezTo>
                      <a:pt x="409" y="32"/>
                      <a:pt x="409" y="31"/>
                      <a:pt x="408" y="31"/>
                    </a:cubicBezTo>
                    <a:cubicBezTo>
                      <a:pt x="407" y="30"/>
                      <a:pt x="406" y="29"/>
                      <a:pt x="404" y="29"/>
                    </a:cubicBezTo>
                    <a:cubicBezTo>
                      <a:pt x="338" y="26"/>
                      <a:pt x="272" y="26"/>
                      <a:pt x="206" y="26"/>
                    </a:cubicBezTo>
                    <a:cubicBezTo>
                      <a:pt x="141" y="26"/>
                      <a:pt x="74" y="24"/>
                      <a:pt x="9" y="30"/>
                    </a:cubicBezTo>
                    <a:cubicBezTo>
                      <a:pt x="6" y="27"/>
                      <a:pt x="0" y="31"/>
                      <a:pt x="1" y="36"/>
                    </a:cubicBezTo>
                    <a:cubicBezTo>
                      <a:pt x="10" y="71"/>
                      <a:pt x="38" y="103"/>
                      <a:pt x="63" y="128"/>
                    </a:cubicBezTo>
                    <a:cubicBezTo>
                      <a:pt x="73" y="138"/>
                      <a:pt x="73" y="139"/>
                      <a:pt x="65" y="151"/>
                    </a:cubicBezTo>
                    <a:cubicBezTo>
                      <a:pt x="59" y="159"/>
                      <a:pt x="53" y="167"/>
                      <a:pt x="48" y="176"/>
                    </a:cubicBezTo>
                    <a:cubicBezTo>
                      <a:pt x="37" y="193"/>
                      <a:pt x="26" y="211"/>
                      <a:pt x="20" y="231"/>
                    </a:cubicBezTo>
                    <a:cubicBezTo>
                      <a:pt x="19" y="234"/>
                      <a:pt x="22" y="236"/>
                      <a:pt x="24" y="235"/>
                    </a:cubicBezTo>
                    <a:cubicBezTo>
                      <a:pt x="24" y="237"/>
                      <a:pt x="24" y="239"/>
                      <a:pt x="27" y="239"/>
                    </a:cubicBezTo>
                    <a:cubicBezTo>
                      <a:pt x="50" y="243"/>
                      <a:pt x="74" y="244"/>
                      <a:pt x="98" y="246"/>
                    </a:cubicBezTo>
                    <a:cubicBezTo>
                      <a:pt x="123" y="248"/>
                      <a:pt x="149" y="252"/>
                      <a:pt x="174" y="250"/>
                    </a:cubicBezTo>
                    <a:cubicBezTo>
                      <a:pt x="179" y="249"/>
                      <a:pt x="181" y="242"/>
                      <a:pt x="176" y="241"/>
                    </a:cubicBezTo>
                    <a:cubicBezTo>
                      <a:pt x="152" y="236"/>
                      <a:pt x="128" y="236"/>
                      <a:pt x="104" y="235"/>
                    </a:cubicBezTo>
                    <a:cubicBezTo>
                      <a:pt x="79" y="233"/>
                      <a:pt x="53" y="231"/>
                      <a:pt x="28" y="232"/>
                    </a:cubicBezTo>
                    <a:cubicBezTo>
                      <a:pt x="40" y="214"/>
                      <a:pt x="50" y="195"/>
                      <a:pt x="61" y="177"/>
                    </a:cubicBezTo>
                    <a:cubicBezTo>
                      <a:pt x="68" y="167"/>
                      <a:pt x="77" y="157"/>
                      <a:pt x="83" y="147"/>
                    </a:cubicBezTo>
                    <a:cubicBezTo>
                      <a:pt x="86" y="142"/>
                      <a:pt x="87" y="139"/>
                      <a:pt x="84" y="133"/>
                    </a:cubicBezTo>
                    <a:cubicBezTo>
                      <a:pt x="81" y="126"/>
                      <a:pt x="73" y="121"/>
                      <a:pt x="67" y="115"/>
                    </a:cubicBezTo>
                    <a:cubicBezTo>
                      <a:pt x="60" y="107"/>
                      <a:pt x="52" y="99"/>
                      <a:pt x="45" y="90"/>
                    </a:cubicBezTo>
                    <a:cubicBezTo>
                      <a:pt x="35" y="77"/>
                      <a:pt x="27" y="62"/>
                      <a:pt x="19" y="48"/>
                    </a:cubicBezTo>
                    <a:cubicBezTo>
                      <a:pt x="23" y="48"/>
                      <a:pt x="27" y="48"/>
                      <a:pt x="31" y="48"/>
                    </a:cubicBezTo>
                    <a:cubicBezTo>
                      <a:pt x="35" y="48"/>
                      <a:pt x="40" y="49"/>
                      <a:pt x="44" y="47"/>
                    </a:cubicBezTo>
                    <a:cubicBezTo>
                      <a:pt x="48" y="46"/>
                      <a:pt x="48" y="42"/>
                      <a:pt x="44" y="40"/>
                    </a:cubicBezTo>
                    <a:cubicBezTo>
                      <a:pt x="40" y="39"/>
                      <a:pt x="35" y="39"/>
                      <a:pt x="31" y="40"/>
                    </a:cubicBezTo>
                    <a:cubicBezTo>
                      <a:pt x="26" y="40"/>
                      <a:pt x="21" y="40"/>
                      <a:pt x="17" y="40"/>
                    </a:cubicBezTo>
                    <a:cubicBezTo>
                      <a:pt x="16" y="40"/>
                      <a:pt x="16" y="40"/>
                      <a:pt x="15" y="40"/>
                    </a:cubicBezTo>
                    <a:cubicBezTo>
                      <a:pt x="15" y="39"/>
                      <a:pt x="14" y="38"/>
                      <a:pt x="14" y="37"/>
                    </a:cubicBezTo>
                    <a:cubicBezTo>
                      <a:pt x="78" y="39"/>
                      <a:pt x="142" y="36"/>
                      <a:pt x="206" y="36"/>
                    </a:cubicBezTo>
                    <a:cubicBezTo>
                      <a:pt x="263" y="36"/>
                      <a:pt x="320" y="37"/>
                      <a:pt x="377" y="38"/>
                    </a:cubicBezTo>
                    <a:cubicBezTo>
                      <a:pt x="317" y="58"/>
                      <a:pt x="254" y="69"/>
                      <a:pt x="191" y="81"/>
                    </a:cubicBezTo>
                    <a:cubicBezTo>
                      <a:pt x="187" y="81"/>
                      <a:pt x="187" y="86"/>
                      <a:pt x="189" y="89"/>
                    </a:cubicBezTo>
                    <a:cubicBezTo>
                      <a:pt x="188" y="90"/>
                      <a:pt x="187" y="91"/>
                      <a:pt x="187" y="93"/>
                    </a:cubicBezTo>
                    <a:cubicBezTo>
                      <a:pt x="183" y="143"/>
                      <a:pt x="182" y="192"/>
                      <a:pt x="180" y="242"/>
                    </a:cubicBezTo>
                    <a:cubicBezTo>
                      <a:pt x="179" y="263"/>
                      <a:pt x="177" y="284"/>
                      <a:pt x="178" y="304"/>
                    </a:cubicBezTo>
                    <a:cubicBezTo>
                      <a:pt x="179" y="318"/>
                      <a:pt x="185" y="330"/>
                      <a:pt x="199" y="335"/>
                    </a:cubicBezTo>
                    <a:cubicBezTo>
                      <a:pt x="217" y="339"/>
                      <a:pt x="238" y="336"/>
                      <a:pt x="255" y="336"/>
                    </a:cubicBezTo>
                    <a:cubicBezTo>
                      <a:pt x="282" y="335"/>
                      <a:pt x="309" y="335"/>
                      <a:pt x="335" y="335"/>
                    </a:cubicBezTo>
                    <a:cubicBezTo>
                      <a:pt x="384" y="334"/>
                      <a:pt x="433" y="333"/>
                      <a:pt x="482" y="333"/>
                    </a:cubicBezTo>
                    <a:cubicBezTo>
                      <a:pt x="581" y="331"/>
                      <a:pt x="679" y="329"/>
                      <a:pt x="778" y="327"/>
                    </a:cubicBezTo>
                    <a:cubicBezTo>
                      <a:pt x="828" y="326"/>
                      <a:pt x="878" y="324"/>
                      <a:pt x="928" y="323"/>
                    </a:cubicBezTo>
                    <a:cubicBezTo>
                      <a:pt x="950" y="322"/>
                      <a:pt x="972" y="322"/>
                      <a:pt x="995" y="321"/>
                    </a:cubicBezTo>
                    <a:cubicBezTo>
                      <a:pt x="1011" y="321"/>
                      <a:pt x="1036" y="325"/>
                      <a:pt x="1051" y="315"/>
                    </a:cubicBezTo>
                    <a:cubicBezTo>
                      <a:pt x="1064" y="305"/>
                      <a:pt x="1061" y="287"/>
                      <a:pt x="1061" y="273"/>
                    </a:cubicBezTo>
                    <a:cubicBezTo>
                      <a:pt x="1060" y="259"/>
                      <a:pt x="1060" y="245"/>
                      <a:pt x="1059" y="232"/>
                    </a:cubicBezTo>
                    <a:cubicBezTo>
                      <a:pt x="1061" y="232"/>
                      <a:pt x="1063" y="232"/>
                      <a:pt x="1065" y="232"/>
                    </a:cubicBezTo>
                    <a:cubicBezTo>
                      <a:pt x="1068" y="233"/>
                      <a:pt x="1072" y="234"/>
                      <a:pt x="1074" y="233"/>
                    </a:cubicBezTo>
                    <a:cubicBezTo>
                      <a:pt x="1075" y="232"/>
                      <a:pt x="1076" y="232"/>
                      <a:pt x="1076" y="231"/>
                    </a:cubicBezTo>
                    <a:cubicBezTo>
                      <a:pt x="1090" y="231"/>
                      <a:pt x="1104" y="229"/>
                      <a:pt x="1118" y="227"/>
                    </a:cubicBezTo>
                    <a:cubicBezTo>
                      <a:pt x="1138" y="225"/>
                      <a:pt x="1159" y="223"/>
                      <a:pt x="1180" y="221"/>
                    </a:cubicBezTo>
                    <a:cubicBezTo>
                      <a:pt x="1199" y="219"/>
                      <a:pt x="1219" y="217"/>
                      <a:pt x="1239" y="215"/>
                    </a:cubicBezTo>
                    <a:cubicBezTo>
                      <a:pt x="1258" y="213"/>
                      <a:pt x="1280" y="214"/>
                      <a:pt x="1299" y="209"/>
                    </a:cubicBezTo>
                    <a:cubicBezTo>
                      <a:pt x="1301" y="208"/>
                      <a:pt x="1302" y="206"/>
                      <a:pt x="1302" y="204"/>
                    </a:cubicBezTo>
                    <a:cubicBezTo>
                      <a:pt x="1304" y="204"/>
                      <a:pt x="1305" y="202"/>
                      <a:pt x="1303" y="200"/>
                    </a:cubicBezTo>
                    <a:close/>
                    <a:moveTo>
                      <a:pt x="925" y="71"/>
                    </a:moveTo>
                    <a:cubicBezTo>
                      <a:pt x="919" y="71"/>
                      <a:pt x="914" y="71"/>
                      <a:pt x="909" y="71"/>
                    </a:cubicBezTo>
                    <a:cubicBezTo>
                      <a:pt x="908" y="66"/>
                      <a:pt x="907" y="60"/>
                      <a:pt x="906" y="55"/>
                    </a:cubicBezTo>
                    <a:cubicBezTo>
                      <a:pt x="905" y="49"/>
                      <a:pt x="905" y="43"/>
                      <a:pt x="904" y="37"/>
                    </a:cubicBezTo>
                    <a:cubicBezTo>
                      <a:pt x="910" y="39"/>
                      <a:pt x="916" y="41"/>
                      <a:pt x="922" y="43"/>
                    </a:cubicBezTo>
                    <a:cubicBezTo>
                      <a:pt x="920" y="52"/>
                      <a:pt x="920" y="63"/>
                      <a:pt x="925" y="71"/>
                    </a:cubicBezTo>
                    <a:close/>
                    <a:moveTo>
                      <a:pt x="900" y="35"/>
                    </a:moveTo>
                    <a:cubicBezTo>
                      <a:pt x="899" y="46"/>
                      <a:pt x="898" y="60"/>
                      <a:pt x="901" y="71"/>
                    </a:cubicBezTo>
                    <a:cubicBezTo>
                      <a:pt x="897" y="71"/>
                      <a:pt x="894" y="71"/>
                      <a:pt x="890" y="71"/>
                    </a:cubicBezTo>
                    <a:cubicBezTo>
                      <a:pt x="889" y="57"/>
                      <a:pt x="886" y="44"/>
                      <a:pt x="886" y="30"/>
                    </a:cubicBezTo>
                    <a:cubicBezTo>
                      <a:pt x="890" y="32"/>
                      <a:pt x="895" y="34"/>
                      <a:pt x="900" y="35"/>
                    </a:cubicBezTo>
                    <a:close/>
                    <a:moveTo>
                      <a:pt x="869" y="69"/>
                    </a:moveTo>
                    <a:cubicBezTo>
                      <a:pt x="873" y="61"/>
                      <a:pt x="872" y="51"/>
                      <a:pt x="872" y="42"/>
                    </a:cubicBezTo>
                    <a:cubicBezTo>
                      <a:pt x="872" y="36"/>
                      <a:pt x="871" y="30"/>
                      <a:pt x="870" y="25"/>
                    </a:cubicBezTo>
                    <a:cubicBezTo>
                      <a:pt x="870" y="25"/>
                      <a:pt x="870" y="25"/>
                      <a:pt x="870" y="25"/>
                    </a:cubicBezTo>
                    <a:cubicBezTo>
                      <a:pt x="874" y="26"/>
                      <a:pt x="877" y="27"/>
                      <a:pt x="880" y="28"/>
                    </a:cubicBezTo>
                    <a:cubicBezTo>
                      <a:pt x="879" y="42"/>
                      <a:pt x="878" y="57"/>
                      <a:pt x="882" y="71"/>
                    </a:cubicBezTo>
                    <a:cubicBezTo>
                      <a:pt x="878" y="71"/>
                      <a:pt x="873" y="70"/>
                      <a:pt x="869" y="70"/>
                    </a:cubicBezTo>
                    <a:cubicBezTo>
                      <a:pt x="869" y="70"/>
                      <a:pt x="869" y="70"/>
                      <a:pt x="869" y="69"/>
                    </a:cubicBezTo>
                    <a:close/>
                    <a:moveTo>
                      <a:pt x="388" y="45"/>
                    </a:moveTo>
                    <a:cubicBezTo>
                      <a:pt x="392" y="43"/>
                      <a:pt x="397" y="42"/>
                      <a:pt x="402" y="40"/>
                    </a:cubicBezTo>
                    <a:cubicBezTo>
                      <a:pt x="401" y="45"/>
                      <a:pt x="400" y="51"/>
                      <a:pt x="399" y="56"/>
                    </a:cubicBezTo>
                    <a:cubicBezTo>
                      <a:pt x="398" y="62"/>
                      <a:pt x="397" y="68"/>
                      <a:pt x="397" y="73"/>
                    </a:cubicBezTo>
                    <a:cubicBezTo>
                      <a:pt x="395" y="73"/>
                      <a:pt x="392" y="74"/>
                      <a:pt x="389" y="74"/>
                    </a:cubicBezTo>
                    <a:cubicBezTo>
                      <a:pt x="387" y="64"/>
                      <a:pt x="386" y="55"/>
                      <a:pt x="388" y="45"/>
                    </a:cubicBezTo>
                    <a:close/>
                    <a:moveTo>
                      <a:pt x="382" y="47"/>
                    </a:moveTo>
                    <a:cubicBezTo>
                      <a:pt x="380" y="56"/>
                      <a:pt x="379" y="65"/>
                      <a:pt x="381" y="74"/>
                    </a:cubicBezTo>
                    <a:cubicBezTo>
                      <a:pt x="377" y="74"/>
                      <a:pt x="373" y="74"/>
                      <a:pt x="368" y="74"/>
                    </a:cubicBezTo>
                    <a:cubicBezTo>
                      <a:pt x="369" y="66"/>
                      <a:pt x="369" y="59"/>
                      <a:pt x="368" y="51"/>
                    </a:cubicBezTo>
                    <a:cubicBezTo>
                      <a:pt x="373" y="49"/>
                      <a:pt x="377" y="48"/>
                      <a:pt x="382" y="47"/>
                    </a:cubicBezTo>
                    <a:close/>
                    <a:moveTo>
                      <a:pt x="363" y="52"/>
                    </a:moveTo>
                    <a:cubicBezTo>
                      <a:pt x="363" y="60"/>
                      <a:pt x="362" y="67"/>
                      <a:pt x="361" y="74"/>
                    </a:cubicBezTo>
                    <a:cubicBezTo>
                      <a:pt x="357" y="75"/>
                      <a:pt x="353" y="75"/>
                      <a:pt x="349" y="75"/>
                    </a:cubicBezTo>
                    <a:cubicBezTo>
                      <a:pt x="350" y="73"/>
                      <a:pt x="349" y="72"/>
                      <a:pt x="349" y="70"/>
                    </a:cubicBezTo>
                    <a:cubicBezTo>
                      <a:pt x="349" y="66"/>
                      <a:pt x="349" y="61"/>
                      <a:pt x="348" y="57"/>
                    </a:cubicBezTo>
                    <a:cubicBezTo>
                      <a:pt x="353" y="55"/>
                      <a:pt x="358" y="54"/>
                      <a:pt x="363" y="52"/>
                    </a:cubicBezTo>
                    <a:close/>
                    <a:moveTo>
                      <a:pt x="325" y="71"/>
                    </a:moveTo>
                    <a:cubicBezTo>
                      <a:pt x="325" y="68"/>
                      <a:pt x="325" y="66"/>
                      <a:pt x="325" y="63"/>
                    </a:cubicBezTo>
                    <a:cubicBezTo>
                      <a:pt x="331" y="61"/>
                      <a:pt x="337" y="60"/>
                      <a:pt x="343" y="58"/>
                    </a:cubicBezTo>
                    <a:cubicBezTo>
                      <a:pt x="343" y="62"/>
                      <a:pt x="343" y="66"/>
                      <a:pt x="342" y="70"/>
                    </a:cubicBezTo>
                    <a:cubicBezTo>
                      <a:pt x="342" y="72"/>
                      <a:pt x="342" y="73"/>
                      <a:pt x="342" y="75"/>
                    </a:cubicBezTo>
                    <a:cubicBezTo>
                      <a:pt x="336" y="75"/>
                      <a:pt x="330" y="75"/>
                      <a:pt x="325" y="76"/>
                    </a:cubicBezTo>
                    <a:cubicBezTo>
                      <a:pt x="325" y="74"/>
                      <a:pt x="325" y="72"/>
                      <a:pt x="325" y="71"/>
                    </a:cubicBezTo>
                    <a:close/>
                    <a:moveTo>
                      <a:pt x="320" y="64"/>
                    </a:moveTo>
                    <a:cubicBezTo>
                      <a:pt x="320" y="66"/>
                      <a:pt x="319" y="68"/>
                      <a:pt x="319" y="70"/>
                    </a:cubicBezTo>
                    <a:cubicBezTo>
                      <a:pt x="319" y="72"/>
                      <a:pt x="318" y="74"/>
                      <a:pt x="318" y="76"/>
                    </a:cubicBezTo>
                    <a:cubicBezTo>
                      <a:pt x="313" y="76"/>
                      <a:pt x="309" y="76"/>
                      <a:pt x="304" y="76"/>
                    </a:cubicBezTo>
                    <a:cubicBezTo>
                      <a:pt x="303" y="74"/>
                      <a:pt x="302" y="71"/>
                      <a:pt x="302" y="69"/>
                    </a:cubicBezTo>
                    <a:cubicBezTo>
                      <a:pt x="308" y="67"/>
                      <a:pt x="314" y="66"/>
                      <a:pt x="320" y="64"/>
                    </a:cubicBezTo>
                    <a:close/>
                    <a:moveTo>
                      <a:pt x="298" y="70"/>
                    </a:moveTo>
                    <a:cubicBezTo>
                      <a:pt x="298" y="72"/>
                      <a:pt x="298" y="74"/>
                      <a:pt x="299" y="76"/>
                    </a:cubicBezTo>
                    <a:cubicBezTo>
                      <a:pt x="286" y="77"/>
                      <a:pt x="274" y="77"/>
                      <a:pt x="261" y="78"/>
                    </a:cubicBezTo>
                    <a:cubicBezTo>
                      <a:pt x="273" y="75"/>
                      <a:pt x="286" y="72"/>
                      <a:pt x="298" y="70"/>
                    </a:cubicBezTo>
                    <a:close/>
                    <a:moveTo>
                      <a:pt x="1049" y="289"/>
                    </a:moveTo>
                    <a:cubicBezTo>
                      <a:pt x="1047" y="288"/>
                      <a:pt x="1045" y="289"/>
                      <a:pt x="1042" y="289"/>
                    </a:cubicBezTo>
                    <a:cubicBezTo>
                      <a:pt x="1039" y="289"/>
                      <a:pt x="1037" y="289"/>
                      <a:pt x="1034" y="289"/>
                    </a:cubicBezTo>
                    <a:cubicBezTo>
                      <a:pt x="1031" y="290"/>
                      <a:pt x="1031" y="296"/>
                      <a:pt x="1034" y="297"/>
                    </a:cubicBezTo>
                    <a:cubicBezTo>
                      <a:pt x="1037" y="297"/>
                      <a:pt x="1039" y="297"/>
                      <a:pt x="1042" y="297"/>
                    </a:cubicBezTo>
                    <a:cubicBezTo>
                      <a:pt x="1044" y="297"/>
                      <a:pt x="1046" y="297"/>
                      <a:pt x="1048" y="297"/>
                    </a:cubicBezTo>
                    <a:cubicBezTo>
                      <a:pt x="1048" y="297"/>
                      <a:pt x="1048" y="297"/>
                      <a:pt x="1048" y="297"/>
                    </a:cubicBezTo>
                    <a:cubicBezTo>
                      <a:pt x="1044" y="311"/>
                      <a:pt x="1025" y="308"/>
                      <a:pt x="1015" y="308"/>
                    </a:cubicBezTo>
                    <a:cubicBezTo>
                      <a:pt x="930" y="311"/>
                      <a:pt x="846" y="313"/>
                      <a:pt x="762" y="315"/>
                    </a:cubicBezTo>
                    <a:cubicBezTo>
                      <a:pt x="593" y="319"/>
                      <a:pt x="424" y="321"/>
                      <a:pt x="255" y="323"/>
                    </a:cubicBezTo>
                    <a:cubicBezTo>
                      <a:pt x="244" y="323"/>
                      <a:pt x="233" y="323"/>
                      <a:pt x="222" y="323"/>
                    </a:cubicBezTo>
                    <a:cubicBezTo>
                      <a:pt x="217" y="323"/>
                      <a:pt x="212" y="324"/>
                      <a:pt x="207" y="323"/>
                    </a:cubicBezTo>
                    <a:cubicBezTo>
                      <a:pt x="198" y="321"/>
                      <a:pt x="194" y="316"/>
                      <a:pt x="192" y="310"/>
                    </a:cubicBezTo>
                    <a:cubicBezTo>
                      <a:pt x="192" y="310"/>
                      <a:pt x="193" y="310"/>
                      <a:pt x="193" y="310"/>
                    </a:cubicBezTo>
                    <a:cubicBezTo>
                      <a:pt x="195" y="310"/>
                      <a:pt x="198" y="310"/>
                      <a:pt x="200" y="310"/>
                    </a:cubicBezTo>
                    <a:cubicBezTo>
                      <a:pt x="204" y="311"/>
                      <a:pt x="209" y="311"/>
                      <a:pt x="213" y="310"/>
                    </a:cubicBezTo>
                    <a:cubicBezTo>
                      <a:pt x="217" y="309"/>
                      <a:pt x="217" y="303"/>
                      <a:pt x="213" y="302"/>
                    </a:cubicBezTo>
                    <a:cubicBezTo>
                      <a:pt x="209" y="301"/>
                      <a:pt x="204" y="302"/>
                      <a:pt x="200" y="302"/>
                    </a:cubicBezTo>
                    <a:cubicBezTo>
                      <a:pt x="197" y="302"/>
                      <a:pt x="193" y="302"/>
                      <a:pt x="191" y="304"/>
                    </a:cubicBezTo>
                    <a:cubicBezTo>
                      <a:pt x="190" y="303"/>
                      <a:pt x="190" y="301"/>
                      <a:pt x="190" y="299"/>
                    </a:cubicBezTo>
                    <a:cubicBezTo>
                      <a:pt x="189" y="278"/>
                      <a:pt x="192" y="257"/>
                      <a:pt x="192" y="236"/>
                    </a:cubicBezTo>
                    <a:cubicBezTo>
                      <a:pt x="194" y="195"/>
                      <a:pt x="195" y="154"/>
                      <a:pt x="196" y="112"/>
                    </a:cubicBezTo>
                    <a:cubicBezTo>
                      <a:pt x="196" y="113"/>
                      <a:pt x="197" y="113"/>
                      <a:pt x="198" y="113"/>
                    </a:cubicBezTo>
                    <a:cubicBezTo>
                      <a:pt x="202" y="113"/>
                      <a:pt x="207" y="113"/>
                      <a:pt x="211" y="113"/>
                    </a:cubicBezTo>
                    <a:cubicBezTo>
                      <a:pt x="215" y="113"/>
                      <a:pt x="219" y="113"/>
                      <a:pt x="223" y="111"/>
                    </a:cubicBezTo>
                    <a:cubicBezTo>
                      <a:pt x="225" y="110"/>
                      <a:pt x="225" y="107"/>
                      <a:pt x="223" y="106"/>
                    </a:cubicBezTo>
                    <a:cubicBezTo>
                      <a:pt x="219" y="103"/>
                      <a:pt x="215" y="104"/>
                      <a:pt x="211" y="104"/>
                    </a:cubicBezTo>
                    <a:cubicBezTo>
                      <a:pt x="207" y="104"/>
                      <a:pt x="202" y="104"/>
                      <a:pt x="197" y="104"/>
                    </a:cubicBezTo>
                    <a:cubicBezTo>
                      <a:pt x="197" y="104"/>
                      <a:pt x="196" y="104"/>
                      <a:pt x="196" y="104"/>
                    </a:cubicBezTo>
                    <a:cubicBezTo>
                      <a:pt x="196" y="100"/>
                      <a:pt x="196" y="97"/>
                      <a:pt x="196" y="93"/>
                    </a:cubicBezTo>
                    <a:cubicBezTo>
                      <a:pt x="196" y="92"/>
                      <a:pt x="196" y="91"/>
                      <a:pt x="196" y="91"/>
                    </a:cubicBezTo>
                    <a:cubicBezTo>
                      <a:pt x="475" y="80"/>
                      <a:pt x="754" y="78"/>
                      <a:pt x="1033" y="85"/>
                    </a:cubicBezTo>
                    <a:cubicBezTo>
                      <a:pt x="1034" y="86"/>
                      <a:pt x="1035" y="87"/>
                      <a:pt x="1036" y="88"/>
                    </a:cubicBezTo>
                    <a:cubicBezTo>
                      <a:pt x="1038" y="88"/>
                      <a:pt x="1039" y="90"/>
                      <a:pt x="1040" y="92"/>
                    </a:cubicBezTo>
                    <a:cubicBezTo>
                      <a:pt x="1039" y="92"/>
                      <a:pt x="1037" y="91"/>
                      <a:pt x="1035" y="90"/>
                    </a:cubicBezTo>
                    <a:cubicBezTo>
                      <a:pt x="1031" y="89"/>
                      <a:pt x="1028" y="93"/>
                      <a:pt x="1032" y="96"/>
                    </a:cubicBezTo>
                    <a:cubicBezTo>
                      <a:pt x="1035" y="98"/>
                      <a:pt x="1039" y="99"/>
                      <a:pt x="1043" y="99"/>
                    </a:cubicBezTo>
                    <a:cubicBezTo>
                      <a:pt x="1046" y="113"/>
                      <a:pt x="1044" y="135"/>
                      <a:pt x="1044" y="142"/>
                    </a:cubicBezTo>
                    <a:cubicBezTo>
                      <a:pt x="1045" y="164"/>
                      <a:pt x="1045" y="185"/>
                      <a:pt x="1046" y="207"/>
                    </a:cubicBezTo>
                    <a:cubicBezTo>
                      <a:pt x="1047" y="227"/>
                      <a:pt x="1047" y="247"/>
                      <a:pt x="1048" y="266"/>
                    </a:cubicBezTo>
                    <a:cubicBezTo>
                      <a:pt x="1048" y="272"/>
                      <a:pt x="1050" y="281"/>
                      <a:pt x="1049" y="289"/>
                    </a:cubicBezTo>
                    <a:close/>
                    <a:moveTo>
                      <a:pt x="928" y="45"/>
                    </a:moveTo>
                    <a:cubicBezTo>
                      <a:pt x="934" y="48"/>
                      <a:pt x="940" y="50"/>
                      <a:pt x="946" y="52"/>
                    </a:cubicBezTo>
                    <a:cubicBezTo>
                      <a:pt x="946" y="56"/>
                      <a:pt x="946" y="59"/>
                      <a:pt x="946" y="62"/>
                    </a:cubicBezTo>
                    <a:cubicBezTo>
                      <a:pt x="947" y="66"/>
                      <a:pt x="946" y="69"/>
                      <a:pt x="947" y="72"/>
                    </a:cubicBezTo>
                    <a:cubicBezTo>
                      <a:pt x="942" y="72"/>
                      <a:pt x="937" y="72"/>
                      <a:pt x="932" y="71"/>
                    </a:cubicBezTo>
                    <a:cubicBezTo>
                      <a:pt x="931" y="66"/>
                      <a:pt x="929" y="62"/>
                      <a:pt x="928" y="57"/>
                    </a:cubicBezTo>
                    <a:cubicBezTo>
                      <a:pt x="927" y="53"/>
                      <a:pt x="927" y="49"/>
                      <a:pt x="928" y="45"/>
                    </a:cubicBezTo>
                    <a:close/>
                    <a:moveTo>
                      <a:pt x="952" y="62"/>
                    </a:moveTo>
                    <a:cubicBezTo>
                      <a:pt x="952" y="59"/>
                      <a:pt x="952" y="57"/>
                      <a:pt x="951" y="54"/>
                    </a:cubicBezTo>
                    <a:cubicBezTo>
                      <a:pt x="957" y="56"/>
                      <a:pt x="962" y="58"/>
                      <a:pt x="967" y="60"/>
                    </a:cubicBezTo>
                    <a:cubicBezTo>
                      <a:pt x="968" y="62"/>
                      <a:pt x="968" y="64"/>
                      <a:pt x="968" y="67"/>
                    </a:cubicBezTo>
                    <a:cubicBezTo>
                      <a:pt x="968" y="68"/>
                      <a:pt x="968" y="70"/>
                      <a:pt x="968" y="72"/>
                    </a:cubicBezTo>
                    <a:cubicBezTo>
                      <a:pt x="963" y="72"/>
                      <a:pt x="958" y="72"/>
                      <a:pt x="953" y="72"/>
                    </a:cubicBezTo>
                    <a:cubicBezTo>
                      <a:pt x="954" y="68"/>
                      <a:pt x="953" y="65"/>
                      <a:pt x="952" y="62"/>
                    </a:cubicBezTo>
                    <a:close/>
                    <a:moveTo>
                      <a:pt x="974" y="62"/>
                    </a:moveTo>
                    <a:cubicBezTo>
                      <a:pt x="984" y="66"/>
                      <a:pt x="994" y="69"/>
                      <a:pt x="1004" y="73"/>
                    </a:cubicBezTo>
                    <a:cubicBezTo>
                      <a:pt x="994" y="73"/>
                      <a:pt x="984" y="72"/>
                      <a:pt x="975" y="72"/>
                    </a:cubicBezTo>
                    <a:cubicBezTo>
                      <a:pt x="975" y="69"/>
                      <a:pt x="975" y="66"/>
                      <a:pt x="974" y="62"/>
                    </a:cubicBezTo>
                    <a:close/>
                    <a:moveTo>
                      <a:pt x="1239" y="203"/>
                    </a:moveTo>
                    <a:cubicBezTo>
                      <a:pt x="1218" y="205"/>
                      <a:pt x="1197" y="207"/>
                      <a:pt x="1176" y="209"/>
                    </a:cubicBezTo>
                    <a:cubicBezTo>
                      <a:pt x="1156" y="211"/>
                      <a:pt x="1135" y="213"/>
                      <a:pt x="1114" y="216"/>
                    </a:cubicBezTo>
                    <a:cubicBezTo>
                      <a:pt x="1098" y="218"/>
                      <a:pt x="1080" y="219"/>
                      <a:pt x="1064" y="225"/>
                    </a:cubicBezTo>
                    <a:cubicBezTo>
                      <a:pt x="1062" y="225"/>
                      <a:pt x="1061" y="225"/>
                      <a:pt x="1059" y="225"/>
                    </a:cubicBezTo>
                    <a:cubicBezTo>
                      <a:pt x="1059" y="220"/>
                      <a:pt x="1059" y="215"/>
                      <a:pt x="1059" y="210"/>
                    </a:cubicBezTo>
                    <a:cubicBezTo>
                      <a:pt x="1062" y="212"/>
                      <a:pt x="1065" y="213"/>
                      <a:pt x="1069" y="214"/>
                    </a:cubicBezTo>
                    <a:cubicBezTo>
                      <a:pt x="1073" y="214"/>
                      <a:pt x="1078" y="215"/>
                      <a:pt x="1081" y="212"/>
                    </a:cubicBezTo>
                    <a:cubicBezTo>
                      <a:pt x="1082" y="211"/>
                      <a:pt x="1082" y="210"/>
                      <a:pt x="1081" y="209"/>
                    </a:cubicBezTo>
                    <a:cubicBezTo>
                      <a:pt x="1078" y="206"/>
                      <a:pt x="1075" y="207"/>
                      <a:pt x="1071" y="206"/>
                    </a:cubicBezTo>
                    <a:cubicBezTo>
                      <a:pt x="1067" y="206"/>
                      <a:pt x="1062" y="205"/>
                      <a:pt x="1058" y="204"/>
                    </a:cubicBezTo>
                    <a:cubicBezTo>
                      <a:pt x="1058" y="199"/>
                      <a:pt x="1058" y="193"/>
                      <a:pt x="1058" y="188"/>
                    </a:cubicBezTo>
                    <a:cubicBezTo>
                      <a:pt x="1057" y="161"/>
                      <a:pt x="1056" y="135"/>
                      <a:pt x="1055" y="109"/>
                    </a:cubicBezTo>
                    <a:cubicBezTo>
                      <a:pt x="1055" y="97"/>
                      <a:pt x="1054" y="84"/>
                      <a:pt x="1044" y="78"/>
                    </a:cubicBezTo>
                    <a:cubicBezTo>
                      <a:pt x="1043" y="76"/>
                      <a:pt x="1042" y="75"/>
                      <a:pt x="1040" y="74"/>
                    </a:cubicBezTo>
                    <a:cubicBezTo>
                      <a:pt x="1012" y="64"/>
                      <a:pt x="983" y="53"/>
                      <a:pt x="955" y="43"/>
                    </a:cubicBezTo>
                    <a:cubicBezTo>
                      <a:pt x="957" y="43"/>
                      <a:pt x="959" y="43"/>
                      <a:pt x="962" y="44"/>
                    </a:cubicBezTo>
                    <a:cubicBezTo>
                      <a:pt x="965" y="44"/>
                      <a:pt x="969" y="46"/>
                      <a:pt x="972" y="44"/>
                    </a:cubicBezTo>
                    <a:cubicBezTo>
                      <a:pt x="974" y="44"/>
                      <a:pt x="974" y="42"/>
                      <a:pt x="973" y="40"/>
                    </a:cubicBezTo>
                    <a:cubicBezTo>
                      <a:pt x="972" y="36"/>
                      <a:pt x="966" y="36"/>
                      <a:pt x="962" y="35"/>
                    </a:cubicBezTo>
                    <a:cubicBezTo>
                      <a:pt x="957" y="35"/>
                      <a:pt x="953" y="36"/>
                      <a:pt x="949" y="39"/>
                    </a:cubicBezTo>
                    <a:cubicBezTo>
                      <a:pt x="949" y="40"/>
                      <a:pt x="949" y="40"/>
                      <a:pt x="949" y="41"/>
                    </a:cubicBezTo>
                    <a:cubicBezTo>
                      <a:pt x="937" y="37"/>
                      <a:pt x="926" y="32"/>
                      <a:pt x="914" y="28"/>
                    </a:cubicBezTo>
                    <a:cubicBezTo>
                      <a:pt x="1038" y="37"/>
                      <a:pt x="1162" y="32"/>
                      <a:pt x="1285" y="14"/>
                    </a:cubicBezTo>
                    <a:cubicBezTo>
                      <a:pt x="1273" y="33"/>
                      <a:pt x="1261" y="52"/>
                      <a:pt x="1249" y="71"/>
                    </a:cubicBezTo>
                    <a:cubicBezTo>
                      <a:pt x="1244" y="80"/>
                      <a:pt x="1238" y="89"/>
                      <a:pt x="1232" y="99"/>
                    </a:cubicBezTo>
                    <a:cubicBezTo>
                      <a:pt x="1228" y="105"/>
                      <a:pt x="1222" y="111"/>
                      <a:pt x="1222" y="119"/>
                    </a:cubicBezTo>
                    <a:cubicBezTo>
                      <a:pt x="1221" y="132"/>
                      <a:pt x="1240" y="145"/>
                      <a:pt x="1248" y="153"/>
                    </a:cubicBezTo>
                    <a:cubicBezTo>
                      <a:pt x="1257" y="164"/>
                      <a:pt x="1267" y="174"/>
                      <a:pt x="1276" y="184"/>
                    </a:cubicBezTo>
                    <a:cubicBezTo>
                      <a:pt x="1274" y="184"/>
                      <a:pt x="1272" y="185"/>
                      <a:pt x="1269" y="185"/>
                    </a:cubicBezTo>
                    <a:cubicBezTo>
                      <a:pt x="1266" y="186"/>
                      <a:pt x="1262" y="186"/>
                      <a:pt x="1258" y="186"/>
                    </a:cubicBezTo>
                    <a:cubicBezTo>
                      <a:pt x="1255" y="186"/>
                      <a:pt x="1255" y="190"/>
                      <a:pt x="1257" y="191"/>
                    </a:cubicBezTo>
                    <a:cubicBezTo>
                      <a:pt x="1261" y="192"/>
                      <a:pt x="1265" y="192"/>
                      <a:pt x="1270" y="192"/>
                    </a:cubicBezTo>
                    <a:cubicBezTo>
                      <a:pt x="1273" y="192"/>
                      <a:pt x="1278" y="192"/>
                      <a:pt x="1280" y="189"/>
                    </a:cubicBezTo>
                    <a:cubicBezTo>
                      <a:pt x="1281" y="189"/>
                      <a:pt x="1281" y="189"/>
                      <a:pt x="1281" y="189"/>
                    </a:cubicBezTo>
                    <a:cubicBezTo>
                      <a:pt x="1284" y="192"/>
                      <a:pt x="1288" y="196"/>
                      <a:pt x="1292" y="199"/>
                    </a:cubicBezTo>
                    <a:cubicBezTo>
                      <a:pt x="1274" y="198"/>
                      <a:pt x="1256" y="201"/>
                      <a:pt x="1239" y="20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9" name="Freeform 93"/>
              <p:cNvSpPr>
                <a:spLocks/>
              </p:cNvSpPr>
              <p:nvPr/>
            </p:nvSpPr>
            <p:spPr bwMode="auto">
              <a:xfrm>
                <a:off x="4583754" y="3442044"/>
                <a:ext cx="84343" cy="38883"/>
              </a:xfrm>
              <a:custGeom>
                <a:avLst/>
                <a:gdLst>
                  <a:gd name="T0" fmla="*/ 21 w 27"/>
                  <a:gd name="T1" fmla="*/ 1 h 11"/>
                  <a:gd name="T2" fmla="*/ 3 w 27"/>
                  <a:gd name="T3" fmla="*/ 0 h 11"/>
                  <a:gd name="T4" fmla="*/ 2 w 27"/>
                  <a:gd name="T5" fmla="*/ 5 h 11"/>
                  <a:gd name="T6" fmla="*/ 20 w 27"/>
                  <a:gd name="T7" fmla="*/ 9 h 11"/>
                  <a:gd name="T8" fmla="*/ 21 w 27"/>
                  <a:gd name="T9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21" y="1"/>
                    </a:moveTo>
                    <a:cubicBezTo>
                      <a:pt x="15" y="0"/>
                      <a:pt x="9" y="0"/>
                      <a:pt x="3" y="0"/>
                    </a:cubicBezTo>
                    <a:cubicBezTo>
                      <a:pt x="0" y="0"/>
                      <a:pt x="0" y="4"/>
                      <a:pt x="2" y="5"/>
                    </a:cubicBezTo>
                    <a:cubicBezTo>
                      <a:pt x="8" y="6"/>
                      <a:pt x="14" y="8"/>
                      <a:pt x="20" y="9"/>
                    </a:cubicBezTo>
                    <a:cubicBezTo>
                      <a:pt x="26" y="11"/>
                      <a:pt x="27" y="1"/>
                      <a:pt x="21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0" name="Freeform 94"/>
              <p:cNvSpPr>
                <a:spLocks/>
              </p:cNvSpPr>
              <p:nvPr/>
            </p:nvSpPr>
            <p:spPr bwMode="auto">
              <a:xfrm>
                <a:off x="4712611" y="3439451"/>
                <a:ext cx="117143" cy="33698"/>
              </a:xfrm>
              <a:custGeom>
                <a:avLst/>
                <a:gdLst>
                  <a:gd name="T0" fmla="*/ 32 w 37"/>
                  <a:gd name="T1" fmla="*/ 2 h 10"/>
                  <a:gd name="T2" fmla="*/ 4 w 37"/>
                  <a:gd name="T3" fmla="*/ 0 h 10"/>
                  <a:gd name="T4" fmla="*/ 4 w 37"/>
                  <a:gd name="T5" fmla="*/ 6 h 10"/>
                  <a:gd name="T6" fmla="*/ 31 w 37"/>
                  <a:gd name="T7" fmla="*/ 10 h 10"/>
                  <a:gd name="T8" fmla="*/ 32 w 37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0">
                    <a:moveTo>
                      <a:pt x="32" y="2"/>
                    </a:moveTo>
                    <a:cubicBezTo>
                      <a:pt x="23" y="0"/>
                      <a:pt x="14" y="0"/>
                      <a:pt x="4" y="0"/>
                    </a:cubicBezTo>
                    <a:cubicBezTo>
                      <a:pt x="1" y="0"/>
                      <a:pt x="0" y="5"/>
                      <a:pt x="4" y="6"/>
                    </a:cubicBezTo>
                    <a:cubicBezTo>
                      <a:pt x="13" y="8"/>
                      <a:pt x="22" y="10"/>
                      <a:pt x="31" y="10"/>
                    </a:cubicBezTo>
                    <a:cubicBezTo>
                      <a:pt x="36" y="10"/>
                      <a:pt x="37" y="2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1" name="Freeform 95"/>
              <p:cNvSpPr>
                <a:spLocks/>
              </p:cNvSpPr>
              <p:nvPr/>
            </p:nvSpPr>
            <p:spPr bwMode="auto">
              <a:xfrm>
                <a:off x="4888327" y="3439451"/>
                <a:ext cx="96058" cy="38883"/>
              </a:xfrm>
              <a:custGeom>
                <a:avLst/>
                <a:gdLst>
                  <a:gd name="T0" fmla="*/ 28 w 30"/>
                  <a:gd name="T1" fmla="*/ 3 h 11"/>
                  <a:gd name="T2" fmla="*/ 17 w 30"/>
                  <a:gd name="T3" fmla="*/ 1 h 11"/>
                  <a:gd name="T4" fmla="*/ 4 w 30"/>
                  <a:gd name="T5" fmla="*/ 3 h 11"/>
                  <a:gd name="T6" fmla="*/ 4 w 30"/>
                  <a:gd name="T7" fmla="*/ 9 h 11"/>
                  <a:gd name="T8" fmla="*/ 17 w 30"/>
                  <a:gd name="T9" fmla="*/ 10 h 11"/>
                  <a:gd name="T10" fmla="*/ 28 w 30"/>
                  <a:gd name="T11" fmla="*/ 9 h 11"/>
                  <a:gd name="T12" fmla="*/ 28 w 30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1">
                    <a:moveTo>
                      <a:pt x="28" y="3"/>
                    </a:moveTo>
                    <a:cubicBezTo>
                      <a:pt x="25" y="0"/>
                      <a:pt x="21" y="1"/>
                      <a:pt x="17" y="1"/>
                    </a:cubicBezTo>
                    <a:cubicBezTo>
                      <a:pt x="13" y="2"/>
                      <a:pt x="8" y="2"/>
                      <a:pt x="4" y="3"/>
                    </a:cubicBezTo>
                    <a:cubicBezTo>
                      <a:pt x="0" y="3"/>
                      <a:pt x="0" y="8"/>
                      <a:pt x="4" y="9"/>
                    </a:cubicBezTo>
                    <a:cubicBezTo>
                      <a:pt x="8" y="9"/>
                      <a:pt x="13" y="10"/>
                      <a:pt x="17" y="10"/>
                    </a:cubicBezTo>
                    <a:cubicBezTo>
                      <a:pt x="21" y="11"/>
                      <a:pt x="25" y="11"/>
                      <a:pt x="28" y="9"/>
                    </a:cubicBezTo>
                    <a:cubicBezTo>
                      <a:pt x="30" y="7"/>
                      <a:pt x="30" y="4"/>
                      <a:pt x="28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2" name="Freeform 96"/>
              <p:cNvSpPr>
                <a:spLocks/>
              </p:cNvSpPr>
              <p:nvPr/>
            </p:nvSpPr>
            <p:spPr bwMode="auto">
              <a:xfrm>
                <a:off x="5169471" y="3734953"/>
                <a:ext cx="124173" cy="49251"/>
              </a:xfrm>
              <a:custGeom>
                <a:avLst/>
                <a:gdLst>
                  <a:gd name="T0" fmla="*/ 36 w 39"/>
                  <a:gd name="T1" fmla="*/ 2 h 14"/>
                  <a:gd name="T2" fmla="*/ 22 w 39"/>
                  <a:gd name="T3" fmla="*/ 1 h 14"/>
                  <a:gd name="T4" fmla="*/ 6 w 39"/>
                  <a:gd name="T5" fmla="*/ 2 h 14"/>
                  <a:gd name="T6" fmla="*/ 5 w 39"/>
                  <a:gd name="T7" fmla="*/ 11 h 14"/>
                  <a:gd name="T8" fmla="*/ 37 w 39"/>
                  <a:gd name="T9" fmla="*/ 7 h 14"/>
                  <a:gd name="T10" fmla="*/ 36 w 39"/>
                  <a:gd name="T11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4">
                    <a:moveTo>
                      <a:pt x="36" y="2"/>
                    </a:moveTo>
                    <a:cubicBezTo>
                      <a:pt x="31" y="0"/>
                      <a:pt x="27" y="1"/>
                      <a:pt x="22" y="1"/>
                    </a:cubicBezTo>
                    <a:cubicBezTo>
                      <a:pt x="17" y="2"/>
                      <a:pt x="11" y="2"/>
                      <a:pt x="6" y="2"/>
                    </a:cubicBezTo>
                    <a:cubicBezTo>
                      <a:pt x="2" y="2"/>
                      <a:pt x="0" y="10"/>
                      <a:pt x="5" y="11"/>
                    </a:cubicBezTo>
                    <a:cubicBezTo>
                      <a:pt x="15" y="12"/>
                      <a:pt x="28" y="14"/>
                      <a:pt x="37" y="7"/>
                    </a:cubicBezTo>
                    <a:cubicBezTo>
                      <a:pt x="39" y="5"/>
                      <a:pt x="38" y="3"/>
                      <a:pt x="36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3" name="Freeform 97"/>
              <p:cNvSpPr>
                <a:spLocks/>
              </p:cNvSpPr>
              <p:nvPr/>
            </p:nvSpPr>
            <p:spPr bwMode="auto">
              <a:xfrm>
                <a:off x="5373299" y="3721993"/>
                <a:ext cx="119487" cy="49251"/>
              </a:xfrm>
              <a:custGeom>
                <a:avLst/>
                <a:gdLst>
                  <a:gd name="T0" fmla="*/ 34 w 38"/>
                  <a:gd name="T1" fmla="*/ 3 h 14"/>
                  <a:gd name="T2" fmla="*/ 4 w 38"/>
                  <a:gd name="T3" fmla="*/ 4 h 14"/>
                  <a:gd name="T4" fmla="*/ 4 w 38"/>
                  <a:gd name="T5" fmla="*/ 11 h 14"/>
                  <a:gd name="T6" fmla="*/ 34 w 38"/>
                  <a:gd name="T7" fmla="*/ 11 h 14"/>
                  <a:gd name="T8" fmla="*/ 34 w 38"/>
                  <a:gd name="T9" fmla="*/ 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4">
                    <a:moveTo>
                      <a:pt x="34" y="3"/>
                    </a:moveTo>
                    <a:cubicBezTo>
                      <a:pt x="26" y="0"/>
                      <a:pt x="14" y="3"/>
                      <a:pt x="4" y="4"/>
                    </a:cubicBezTo>
                    <a:cubicBezTo>
                      <a:pt x="0" y="4"/>
                      <a:pt x="0" y="10"/>
                      <a:pt x="4" y="11"/>
                    </a:cubicBezTo>
                    <a:cubicBezTo>
                      <a:pt x="14" y="11"/>
                      <a:pt x="26" y="14"/>
                      <a:pt x="34" y="11"/>
                    </a:cubicBezTo>
                    <a:cubicBezTo>
                      <a:pt x="38" y="10"/>
                      <a:pt x="38" y="5"/>
                      <a:pt x="34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4" name="Freeform 98"/>
              <p:cNvSpPr>
                <a:spLocks/>
              </p:cNvSpPr>
              <p:nvPr/>
            </p:nvSpPr>
            <p:spPr bwMode="auto">
              <a:xfrm>
                <a:off x="5567758" y="3724584"/>
                <a:ext cx="107772" cy="38883"/>
              </a:xfrm>
              <a:custGeom>
                <a:avLst/>
                <a:gdLst>
                  <a:gd name="T0" fmla="*/ 30 w 34"/>
                  <a:gd name="T1" fmla="*/ 1 h 11"/>
                  <a:gd name="T2" fmla="*/ 16 w 34"/>
                  <a:gd name="T3" fmla="*/ 2 h 11"/>
                  <a:gd name="T4" fmla="*/ 2 w 34"/>
                  <a:gd name="T5" fmla="*/ 4 h 11"/>
                  <a:gd name="T6" fmla="*/ 1 w 34"/>
                  <a:gd name="T7" fmla="*/ 8 h 11"/>
                  <a:gd name="T8" fmla="*/ 17 w 34"/>
                  <a:gd name="T9" fmla="*/ 11 h 11"/>
                  <a:gd name="T10" fmla="*/ 32 w 34"/>
                  <a:gd name="T11" fmla="*/ 7 h 11"/>
                  <a:gd name="T12" fmla="*/ 30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0" y="1"/>
                    </a:moveTo>
                    <a:cubicBezTo>
                      <a:pt x="26" y="0"/>
                      <a:pt x="21" y="2"/>
                      <a:pt x="16" y="2"/>
                    </a:cubicBezTo>
                    <a:cubicBezTo>
                      <a:pt x="11" y="2"/>
                      <a:pt x="6" y="2"/>
                      <a:pt x="2" y="4"/>
                    </a:cubicBezTo>
                    <a:cubicBezTo>
                      <a:pt x="0" y="5"/>
                      <a:pt x="0" y="7"/>
                      <a:pt x="1" y="8"/>
                    </a:cubicBezTo>
                    <a:cubicBezTo>
                      <a:pt x="6" y="11"/>
                      <a:pt x="12" y="11"/>
                      <a:pt x="17" y="11"/>
                    </a:cubicBezTo>
                    <a:cubicBezTo>
                      <a:pt x="22" y="11"/>
                      <a:pt x="28" y="11"/>
                      <a:pt x="32" y="7"/>
                    </a:cubicBezTo>
                    <a:cubicBezTo>
                      <a:pt x="34" y="5"/>
                      <a:pt x="33" y="2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5" name="Freeform 99"/>
              <p:cNvSpPr>
                <a:spLocks/>
              </p:cNvSpPr>
              <p:nvPr/>
            </p:nvSpPr>
            <p:spPr bwMode="auto">
              <a:xfrm>
                <a:off x="5720043" y="3729769"/>
                <a:ext cx="107772" cy="33698"/>
              </a:xfrm>
              <a:custGeom>
                <a:avLst/>
                <a:gdLst>
                  <a:gd name="T0" fmla="*/ 28 w 34"/>
                  <a:gd name="T1" fmla="*/ 0 h 10"/>
                  <a:gd name="T2" fmla="*/ 3 w 34"/>
                  <a:gd name="T3" fmla="*/ 3 h 10"/>
                  <a:gd name="T4" fmla="*/ 3 w 34"/>
                  <a:gd name="T5" fmla="*/ 8 h 10"/>
                  <a:gd name="T6" fmla="*/ 28 w 34"/>
                  <a:gd name="T7" fmla="*/ 10 h 10"/>
                  <a:gd name="T8" fmla="*/ 28 w 34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10">
                    <a:moveTo>
                      <a:pt x="28" y="0"/>
                    </a:moveTo>
                    <a:cubicBezTo>
                      <a:pt x="20" y="0"/>
                      <a:pt x="12" y="2"/>
                      <a:pt x="3" y="3"/>
                    </a:cubicBezTo>
                    <a:cubicBezTo>
                      <a:pt x="0" y="3"/>
                      <a:pt x="0" y="7"/>
                      <a:pt x="3" y="8"/>
                    </a:cubicBezTo>
                    <a:cubicBezTo>
                      <a:pt x="12" y="9"/>
                      <a:pt x="20" y="10"/>
                      <a:pt x="28" y="10"/>
                    </a:cubicBezTo>
                    <a:cubicBezTo>
                      <a:pt x="34" y="10"/>
                      <a:pt x="34" y="1"/>
                      <a:pt x="28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6" name="Freeform 100"/>
              <p:cNvSpPr>
                <a:spLocks/>
              </p:cNvSpPr>
              <p:nvPr/>
            </p:nvSpPr>
            <p:spPr bwMode="auto">
              <a:xfrm>
                <a:off x="5893415" y="3719400"/>
                <a:ext cx="110115" cy="44067"/>
              </a:xfrm>
              <a:custGeom>
                <a:avLst/>
                <a:gdLst>
                  <a:gd name="T0" fmla="*/ 32 w 35"/>
                  <a:gd name="T1" fmla="*/ 1 h 13"/>
                  <a:gd name="T2" fmla="*/ 19 w 35"/>
                  <a:gd name="T3" fmla="*/ 2 h 13"/>
                  <a:gd name="T4" fmla="*/ 4 w 35"/>
                  <a:gd name="T5" fmla="*/ 3 h 13"/>
                  <a:gd name="T6" fmla="*/ 3 w 35"/>
                  <a:gd name="T7" fmla="*/ 8 h 13"/>
                  <a:gd name="T8" fmla="*/ 33 w 35"/>
                  <a:gd name="T9" fmla="*/ 7 h 13"/>
                  <a:gd name="T10" fmla="*/ 32 w 35"/>
                  <a:gd name="T11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13">
                    <a:moveTo>
                      <a:pt x="32" y="1"/>
                    </a:moveTo>
                    <a:cubicBezTo>
                      <a:pt x="28" y="0"/>
                      <a:pt x="23" y="2"/>
                      <a:pt x="19" y="2"/>
                    </a:cubicBezTo>
                    <a:cubicBezTo>
                      <a:pt x="14" y="3"/>
                      <a:pt x="9" y="3"/>
                      <a:pt x="4" y="3"/>
                    </a:cubicBezTo>
                    <a:cubicBezTo>
                      <a:pt x="1" y="3"/>
                      <a:pt x="0" y="8"/>
                      <a:pt x="3" y="8"/>
                    </a:cubicBezTo>
                    <a:cubicBezTo>
                      <a:pt x="12" y="10"/>
                      <a:pt x="26" y="13"/>
                      <a:pt x="33" y="7"/>
                    </a:cubicBezTo>
                    <a:cubicBezTo>
                      <a:pt x="35" y="5"/>
                      <a:pt x="34" y="2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7" name="Freeform 101"/>
              <p:cNvSpPr>
                <a:spLocks/>
              </p:cNvSpPr>
              <p:nvPr/>
            </p:nvSpPr>
            <p:spPr bwMode="auto">
              <a:xfrm>
                <a:off x="6073817" y="3721993"/>
                <a:ext cx="121829" cy="51843"/>
              </a:xfrm>
              <a:custGeom>
                <a:avLst/>
                <a:gdLst>
                  <a:gd name="T0" fmla="*/ 32 w 39"/>
                  <a:gd name="T1" fmla="*/ 0 h 15"/>
                  <a:gd name="T2" fmla="*/ 5 w 39"/>
                  <a:gd name="T3" fmla="*/ 2 h 15"/>
                  <a:gd name="T4" fmla="*/ 3 w 39"/>
                  <a:gd name="T5" fmla="*/ 7 h 15"/>
                  <a:gd name="T6" fmla="*/ 35 w 39"/>
                  <a:gd name="T7" fmla="*/ 7 h 15"/>
                  <a:gd name="T8" fmla="*/ 32 w 39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5">
                    <a:moveTo>
                      <a:pt x="32" y="0"/>
                    </a:moveTo>
                    <a:cubicBezTo>
                      <a:pt x="23" y="2"/>
                      <a:pt x="14" y="4"/>
                      <a:pt x="5" y="2"/>
                    </a:cubicBezTo>
                    <a:cubicBezTo>
                      <a:pt x="2" y="1"/>
                      <a:pt x="0" y="5"/>
                      <a:pt x="3" y="7"/>
                    </a:cubicBezTo>
                    <a:cubicBezTo>
                      <a:pt x="13" y="12"/>
                      <a:pt x="26" y="15"/>
                      <a:pt x="35" y="7"/>
                    </a:cubicBezTo>
                    <a:cubicBezTo>
                      <a:pt x="39" y="5"/>
                      <a:pt x="37" y="0"/>
                      <a:pt x="32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8" name="Freeform 102"/>
              <p:cNvSpPr>
                <a:spLocks/>
              </p:cNvSpPr>
              <p:nvPr/>
            </p:nvSpPr>
            <p:spPr bwMode="auto">
              <a:xfrm>
                <a:off x="6261246" y="3711625"/>
                <a:ext cx="126515" cy="44067"/>
              </a:xfrm>
              <a:custGeom>
                <a:avLst/>
                <a:gdLst>
                  <a:gd name="T0" fmla="*/ 34 w 40"/>
                  <a:gd name="T1" fmla="*/ 1 h 13"/>
                  <a:gd name="T2" fmla="*/ 19 w 40"/>
                  <a:gd name="T3" fmla="*/ 1 h 13"/>
                  <a:gd name="T4" fmla="*/ 5 w 40"/>
                  <a:gd name="T5" fmla="*/ 1 h 13"/>
                  <a:gd name="T6" fmla="*/ 4 w 40"/>
                  <a:gd name="T7" fmla="*/ 7 h 13"/>
                  <a:gd name="T8" fmla="*/ 35 w 40"/>
                  <a:gd name="T9" fmla="*/ 10 h 13"/>
                  <a:gd name="T10" fmla="*/ 34 w 40"/>
                  <a:gd name="T11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13">
                    <a:moveTo>
                      <a:pt x="34" y="1"/>
                    </a:moveTo>
                    <a:cubicBezTo>
                      <a:pt x="29" y="1"/>
                      <a:pt x="24" y="1"/>
                      <a:pt x="19" y="1"/>
                    </a:cubicBezTo>
                    <a:cubicBezTo>
                      <a:pt x="14" y="1"/>
                      <a:pt x="10" y="1"/>
                      <a:pt x="5" y="1"/>
                    </a:cubicBezTo>
                    <a:cubicBezTo>
                      <a:pt x="1" y="0"/>
                      <a:pt x="0" y="6"/>
                      <a:pt x="4" y="7"/>
                    </a:cubicBezTo>
                    <a:cubicBezTo>
                      <a:pt x="13" y="10"/>
                      <a:pt x="26" y="13"/>
                      <a:pt x="35" y="10"/>
                    </a:cubicBezTo>
                    <a:cubicBezTo>
                      <a:pt x="40" y="8"/>
                      <a:pt x="39" y="2"/>
                      <a:pt x="34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9" name="Freeform 103"/>
              <p:cNvSpPr>
                <a:spLocks/>
              </p:cNvSpPr>
              <p:nvPr/>
            </p:nvSpPr>
            <p:spPr bwMode="auto">
              <a:xfrm>
                <a:off x="6448675" y="3706440"/>
                <a:ext cx="126515" cy="46658"/>
              </a:xfrm>
              <a:custGeom>
                <a:avLst/>
                <a:gdLst>
                  <a:gd name="T0" fmla="*/ 36 w 40"/>
                  <a:gd name="T1" fmla="*/ 3 h 13"/>
                  <a:gd name="T2" fmla="*/ 4 w 40"/>
                  <a:gd name="T3" fmla="*/ 4 h 13"/>
                  <a:gd name="T4" fmla="*/ 4 w 40"/>
                  <a:gd name="T5" fmla="*/ 10 h 13"/>
                  <a:gd name="T6" fmla="*/ 36 w 40"/>
                  <a:gd name="T7" fmla="*/ 11 h 13"/>
                  <a:gd name="T8" fmla="*/ 36 w 40"/>
                  <a:gd name="T9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3">
                    <a:moveTo>
                      <a:pt x="36" y="3"/>
                    </a:moveTo>
                    <a:cubicBezTo>
                      <a:pt x="26" y="0"/>
                      <a:pt x="14" y="2"/>
                      <a:pt x="4" y="4"/>
                    </a:cubicBezTo>
                    <a:cubicBezTo>
                      <a:pt x="0" y="4"/>
                      <a:pt x="0" y="9"/>
                      <a:pt x="4" y="10"/>
                    </a:cubicBezTo>
                    <a:cubicBezTo>
                      <a:pt x="14" y="11"/>
                      <a:pt x="26" y="13"/>
                      <a:pt x="36" y="11"/>
                    </a:cubicBezTo>
                    <a:cubicBezTo>
                      <a:pt x="40" y="10"/>
                      <a:pt x="40" y="4"/>
                      <a:pt x="36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0" name="Freeform 104"/>
              <p:cNvSpPr>
                <a:spLocks/>
              </p:cNvSpPr>
              <p:nvPr/>
            </p:nvSpPr>
            <p:spPr bwMode="auto">
              <a:xfrm>
                <a:off x="6643132" y="3711625"/>
                <a:ext cx="121829" cy="38883"/>
              </a:xfrm>
              <a:custGeom>
                <a:avLst/>
                <a:gdLst>
                  <a:gd name="T0" fmla="*/ 34 w 38"/>
                  <a:gd name="T1" fmla="*/ 2 h 11"/>
                  <a:gd name="T2" fmla="*/ 20 w 38"/>
                  <a:gd name="T3" fmla="*/ 1 h 11"/>
                  <a:gd name="T4" fmla="*/ 4 w 38"/>
                  <a:gd name="T5" fmla="*/ 2 h 11"/>
                  <a:gd name="T6" fmla="*/ 4 w 38"/>
                  <a:gd name="T7" fmla="*/ 9 h 11"/>
                  <a:gd name="T8" fmla="*/ 20 w 38"/>
                  <a:gd name="T9" fmla="*/ 10 h 11"/>
                  <a:gd name="T10" fmla="*/ 34 w 38"/>
                  <a:gd name="T11" fmla="*/ 10 h 11"/>
                  <a:gd name="T12" fmla="*/ 34 w 38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1">
                    <a:moveTo>
                      <a:pt x="34" y="2"/>
                    </a:moveTo>
                    <a:cubicBezTo>
                      <a:pt x="30" y="0"/>
                      <a:pt x="24" y="1"/>
                      <a:pt x="20" y="1"/>
                    </a:cubicBezTo>
                    <a:cubicBezTo>
                      <a:pt x="15" y="2"/>
                      <a:pt x="9" y="2"/>
                      <a:pt x="4" y="2"/>
                    </a:cubicBezTo>
                    <a:cubicBezTo>
                      <a:pt x="0" y="3"/>
                      <a:pt x="0" y="9"/>
                      <a:pt x="4" y="9"/>
                    </a:cubicBezTo>
                    <a:cubicBezTo>
                      <a:pt x="9" y="9"/>
                      <a:pt x="15" y="10"/>
                      <a:pt x="20" y="10"/>
                    </a:cubicBezTo>
                    <a:cubicBezTo>
                      <a:pt x="24" y="10"/>
                      <a:pt x="30" y="11"/>
                      <a:pt x="34" y="10"/>
                    </a:cubicBezTo>
                    <a:cubicBezTo>
                      <a:pt x="38" y="8"/>
                      <a:pt x="38" y="3"/>
                      <a:pt x="34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1" name="Freeform 105"/>
              <p:cNvSpPr>
                <a:spLocks/>
              </p:cNvSpPr>
              <p:nvPr/>
            </p:nvSpPr>
            <p:spPr bwMode="auto">
              <a:xfrm>
                <a:off x="6828219" y="3711625"/>
                <a:ext cx="93715" cy="44067"/>
              </a:xfrm>
              <a:custGeom>
                <a:avLst/>
                <a:gdLst>
                  <a:gd name="T0" fmla="*/ 27 w 30"/>
                  <a:gd name="T1" fmla="*/ 3 h 13"/>
                  <a:gd name="T2" fmla="*/ 17 w 30"/>
                  <a:gd name="T3" fmla="*/ 2 h 13"/>
                  <a:gd name="T4" fmla="*/ 5 w 30"/>
                  <a:gd name="T5" fmla="*/ 1 h 13"/>
                  <a:gd name="T6" fmla="*/ 3 w 30"/>
                  <a:gd name="T7" fmla="*/ 7 h 13"/>
                  <a:gd name="T8" fmla="*/ 28 w 30"/>
                  <a:gd name="T9" fmla="*/ 8 h 13"/>
                  <a:gd name="T10" fmla="*/ 27 w 30"/>
                  <a:gd name="T11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13">
                    <a:moveTo>
                      <a:pt x="27" y="3"/>
                    </a:moveTo>
                    <a:cubicBezTo>
                      <a:pt x="24" y="2"/>
                      <a:pt x="20" y="2"/>
                      <a:pt x="17" y="2"/>
                    </a:cubicBezTo>
                    <a:cubicBezTo>
                      <a:pt x="13" y="2"/>
                      <a:pt x="9" y="2"/>
                      <a:pt x="5" y="1"/>
                    </a:cubicBezTo>
                    <a:cubicBezTo>
                      <a:pt x="1" y="0"/>
                      <a:pt x="0" y="5"/>
                      <a:pt x="3" y="7"/>
                    </a:cubicBezTo>
                    <a:cubicBezTo>
                      <a:pt x="10" y="9"/>
                      <a:pt x="21" y="13"/>
                      <a:pt x="28" y="8"/>
                    </a:cubicBezTo>
                    <a:cubicBezTo>
                      <a:pt x="30" y="7"/>
                      <a:pt x="30" y="3"/>
                      <a:pt x="27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2" name="Freeform 106"/>
              <p:cNvSpPr>
                <a:spLocks/>
              </p:cNvSpPr>
              <p:nvPr/>
            </p:nvSpPr>
            <p:spPr bwMode="auto">
              <a:xfrm>
                <a:off x="6978163" y="3696072"/>
                <a:ext cx="114801" cy="38883"/>
              </a:xfrm>
              <a:custGeom>
                <a:avLst/>
                <a:gdLst>
                  <a:gd name="T0" fmla="*/ 32 w 36"/>
                  <a:gd name="T1" fmla="*/ 2 h 11"/>
                  <a:gd name="T2" fmla="*/ 19 w 36"/>
                  <a:gd name="T3" fmla="*/ 2 h 11"/>
                  <a:gd name="T4" fmla="*/ 4 w 36"/>
                  <a:gd name="T5" fmla="*/ 5 h 11"/>
                  <a:gd name="T6" fmla="*/ 5 w 36"/>
                  <a:gd name="T7" fmla="*/ 11 h 11"/>
                  <a:gd name="T8" fmla="*/ 20 w 36"/>
                  <a:gd name="T9" fmla="*/ 11 h 11"/>
                  <a:gd name="T10" fmla="*/ 33 w 36"/>
                  <a:gd name="T11" fmla="*/ 8 h 11"/>
                  <a:gd name="T12" fmla="*/ 32 w 36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1">
                    <a:moveTo>
                      <a:pt x="32" y="2"/>
                    </a:moveTo>
                    <a:cubicBezTo>
                      <a:pt x="28" y="0"/>
                      <a:pt x="24" y="1"/>
                      <a:pt x="19" y="2"/>
                    </a:cubicBezTo>
                    <a:cubicBezTo>
                      <a:pt x="14" y="3"/>
                      <a:pt x="9" y="4"/>
                      <a:pt x="4" y="5"/>
                    </a:cubicBezTo>
                    <a:cubicBezTo>
                      <a:pt x="0" y="5"/>
                      <a:pt x="1" y="11"/>
                      <a:pt x="5" y="11"/>
                    </a:cubicBezTo>
                    <a:cubicBezTo>
                      <a:pt x="10" y="11"/>
                      <a:pt x="15" y="11"/>
                      <a:pt x="20" y="11"/>
                    </a:cubicBezTo>
                    <a:cubicBezTo>
                      <a:pt x="25" y="10"/>
                      <a:pt x="30" y="11"/>
                      <a:pt x="33" y="8"/>
                    </a:cubicBezTo>
                    <a:cubicBezTo>
                      <a:pt x="36" y="6"/>
                      <a:pt x="35" y="3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3" name="Freeform 107"/>
              <p:cNvSpPr>
                <a:spLocks/>
              </p:cNvSpPr>
              <p:nvPr/>
            </p:nvSpPr>
            <p:spPr bwMode="auto">
              <a:xfrm>
                <a:off x="7167934" y="3696072"/>
                <a:ext cx="105430" cy="46658"/>
              </a:xfrm>
              <a:custGeom>
                <a:avLst/>
                <a:gdLst>
                  <a:gd name="T0" fmla="*/ 32 w 33"/>
                  <a:gd name="T1" fmla="*/ 6 h 13"/>
                  <a:gd name="T2" fmla="*/ 4 w 33"/>
                  <a:gd name="T3" fmla="*/ 6 h 13"/>
                  <a:gd name="T4" fmla="*/ 6 w 33"/>
                  <a:gd name="T5" fmla="*/ 12 h 13"/>
                  <a:gd name="T6" fmla="*/ 20 w 33"/>
                  <a:gd name="T7" fmla="*/ 11 h 13"/>
                  <a:gd name="T8" fmla="*/ 31 w 33"/>
                  <a:gd name="T9" fmla="*/ 10 h 13"/>
                  <a:gd name="T10" fmla="*/ 32 w 33"/>
                  <a:gd name="T11" fmla="*/ 6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13">
                    <a:moveTo>
                      <a:pt x="32" y="6"/>
                    </a:moveTo>
                    <a:cubicBezTo>
                      <a:pt x="25" y="0"/>
                      <a:pt x="11" y="3"/>
                      <a:pt x="4" y="6"/>
                    </a:cubicBezTo>
                    <a:cubicBezTo>
                      <a:pt x="0" y="7"/>
                      <a:pt x="2" y="13"/>
                      <a:pt x="6" y="12"/>
                    </a:cubicBezTo>
                    <a:cubicBezTo>
                      <a:pt x="10" y="11"/>
                      <a:pt x="15" y="11"/>
                      <a:pt x="20" y="11"/>
                    </a:cubicBezTo>
                    <a:cubicBezTo>
                      <a:pt x="24" y="11"/>
                      <a:pt x="27" y="12"/>
                      <a:pt x="31" y="10"/>
                    </a:cubicBezTo>
                    <a:cubicBezTo>
                      <a:pt x="33" y="9"/>
                      <a:pt x="33" y="7"/>
                      <a:pt x="32" y="6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4" name="Freeform 108"/>
              <p:cNvSpPr>
                <a:spLocks/>
              </p:cNvSpPr>
              <p:nvPr/>
            </p:nvSpPr>
            <p:spPr bwMode="auto">
              <a:xfrm>
                <a:off x="7341306" y="3696072"/>
                <a:ext cx="107772" cy="38883"/>
              </a:xfrm>
              <a:custGeom>
                <a:avLst/>
                <a:gdLst>
                  <a:gd name="T0" fmla="*/ 32 w 34"/>
                  <a:gd name="T1" fmla="*/ 3 h 11"/>
                  <a:gd name="T2" fmla="*/ 19 w 34"/>
                  <a:gd name="T3" fmla="*/ 1 h 11"/>
                  <a:gd name="T4" fmla="*/ 3 w 34"/>
                  <a:gd name="T5" fmla="*/ 2 h 11"/>
                  <a:gd name="T6" fmla="*/ 3 w 34"/>
                  <a:gd name="T7" fmla="*/ 8 h 11"/>
                  <a:gd name="T8" fmla="*/ 19 w 34"/>
                  <a:gd name="T9" fmla="*/ 10 h 11"/>
                  <a:gd name="T10" fmla="*/ 32 w 34"/>
                  <a:gd name="T11" fmla="*/ 7 h 11"/>
                  <a:gd name="T12" fmla="*/ 32 w 34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2" y="3"/>
                    </a:moveTo>
                    <a:cubicBezTo>
                      <a:pt x="28" y="0"/>
                      <a:pt x="24" y="1"/>
                      <a:pt x="19" y="1"/>
                    </a:cubicBezTo>
                    <a:cubicBezTo>
                      <a:pt x="13" y="1"/>
                      <a:pt x="8" y="2"/>
                      <a:pt x="3" y="2"/>
                    </a:cubicBezTo>
                    <a:cubicBezTo>
                      <a:pt x="0" y="3"/>
                      <a:pt x="0" y="8"/>
                      <a:pt x="3" y="8"/>
                    </a:cubicBezTo>
                    <a:cubicBezTo>
                      <a:pt x="8" y="9"/>
                      <a:pt x="13" y="9"/>
                      <a:pt x="19" y="10"/>
                    </a:cubicBezTo>
                    <a:cubicBezTo>
                      <a:pt x="24" y="10"/>
                      <a:pt x="28" y="11"/>
                      <a:pt x="32" y="7"/>
                    </a:cubicBezTo>
                    <a:cubicBezTo>
                      <a:pt x="34" y="6"/>
                      <a:pt x="34" y="4"/>
                      <a:pt x="32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5" name="Freeform 109"/>
              <p:cNvSpPr>
                <a:spLocks/>
              </p:cNvSpPr>
              <p:nvPr/>
            </p:nvSpPr>
            <p:spPr bwMode="auto">
              <a:xfrm>
                <a:off x="7519364" y="3683110"/>
                <a:ext cx="119487" cy="51843"/>
              </a:xfrm>
              <a:custGeom>
                <a:avLst/>
                <a:gdLst>
                  <a:gd name="T0" fmla="*/ 32 w 38"/>
                  <a:gd name="T1" fmla="*/ 1 h 15"/>
                  <a:gd name="T2" fmla="*/ 19 w 38"/>
                  <a:gd name="T3" fmla="*/ 3 h 15"/>
                  <a:gd name="T4" fmla="*/ 6 w 38"/>
                  <a:gd name="T5" fmla="*/ 2 h 15"/>
                  <a:gd name="T6" fmla="*/ 4 w 38"/>
                  <a:gd name="T7" fmla="*/ 8 h 15"/>
                  <a:gd name="T8" fmla="*/ 35 w 38"/>
                  <a:gd name="T9" fmla="*/ 8 h 15"/>
                  <a:gd name="T10" fmla="*/ 32 w 38"/>
                  <a:gd name="T11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15">
                    <a:moveTo>
                      <a:pt x="32" y="1"/>
                    </a:moveTo>
                    <a:cubicBezTo>
                      <a:pt x="28" y="0"/>
                      <a:pt x="24" y="2"/>
                      <a:pt x="19" y="3"/>
                    </a:cubicBezTo>
                    <a:cubicBezTo>
                      <a:pt x="15" y="3"/>
                      <a:pt x="10" y="3"/>
                      <a:pt x="6" y="2"/>
                    </a:cubicBezTo>
                    <a:cubicBezTo>
                      <a:pt x="3" y="2"/>
                      <a:pt x="0" y="6"/>
                      <a:pt x="4" y="8"/>
                    </a:cubicBezTo>
                    <a:cubicBezTo>
                      <a:pt x="12" y="12"/>
                      <a:pt x="27" y="15"/>
                      <a:pt x="35" y="8"/>
                    </a:cubicBezTo>
                    <a:cubicBezTo>
                      <a:pt x="38" y="5"/>
                      <a:pt x="35" y="1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6" name="Freeform 110"/>
              <p:cNvSpPr>
                <a:spLocks/>
              </p:cNvSpPr>
              <p:nvPr/>
            </p:nvSpPr>
            <p:spPr bwMode="auto">
              <a:xfrm>
                <a:off x="7891880" y="3382424"/>
                <a:ext cx="103086" cy="31106"/>
              </a:xfrm>
              <a:custGeom>
                <a:avLst/>
                <a:gdLst>
                  <a:gd name="T0" fmla="*/ 30 w 33"/>
                  <a:gd name="T1" fmla="*/ 1 h 9"/>
                  <a:gd name="T2" fmla="*/ 17 w 33"/>
                  <a:gd name="T3" fmla="*/ 1 h 9"/>
                  <a:gd name="T4" fmla="*/ 2 w 33"/>
                  <a:gd name="T5" fmla="*/ 4 h 9"/>
                  <a:gd name="T6" fmla="*/ 3 w 33"/>
                  <a:gd name="T7" fmla="*/ 9 h 9"/>
                  <a:gd name="T8" fmla="*/ 18 w 33"/>
                  <a:gd name="T9" fmla="*/ 9 h 9"/>
                  <a:gd name="T10" fmla="*/ 31 w 33"/>
                  <a:gd name="T11" fmla="*/ 6 h 9"/>
                  <a:gd name="T12" fmla="*/ 30 w 33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9">
                    <a:moveTo>
                      <a:pt x="30" y="1"/>
                    </a:moveTo>
                    <a:cubicBezTo>
                      <a:pt x="26" y="0"/>
                      <a:pt x="22" y="1"/>
                      <a:pt x="17" y="1"/>
                    </a:cubicBezTo>
                    <a:cubicBezTo>
                      <a:pt x="12" y="2"/>
                      <a:pt x="7" y="3"/>
                      <a:pt x="2" y="4"/>
                    </a:cubicBezTo>
                    <a:cubicBezTo>
                      <a:pt x="0" y="5"/>
                      <a:pt x="0" y="9"/>
                      <a:pt x="3" y="9"/>
                    </a:cubicBezTo>
                    <a:cubicBezTo>
                      <a:pt x="8" y="9"/>
                      <a:pt x="13" y="9"/>
                      <a:pt x="18" y="9"/>
                    </a:cubicBezTo>
                    <a:cubicBezTo>
                      <a:pt x="23" y="9"/>
                      <a:pt x="27" y="9"/>
                      <a:pt x="31" y="6"/>
                    </a:cubicBezTo>
                    <a:cubicBezTo>
                      <a:pt x="33" y="5"/>
                      <a:pt x="33" y="2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7" name="Freeform 111"/>
              <p:cNvSpPr>
                <a:spLocks/>
              </p:cNvSpPr>
              <p:nvPr/>
            </p:nvSpPr>
            <p:spPr bwMode="auto">
              <a:xfrm>
                <a:off x="8055881" y="3353911"/>
                <a:ext cx="100744" cy="38883"/>
              </a:xfrm>
              <a:custGeom>
                <a:avLst/>
                <a:gdLst>
                  <a:gd name="T0" fmla="*/ 30 w 32"/>
                  <a:gd name="T1" fmla="*/ 2 h 11"/>
                  <a:gd name="T2" fmla="*/ 18 w 32"/>
                  <a:gd name="T3" fmla="*/ 2 h 11"/>
                  <a:gd name="T4" fmla="*/ 4 w 32"/>
                  <a:gd name="T5" fmla="*/ 5 h 11"/>
                  <a:gd name="T6" fmla="*/ 4 w 32"/>
                  <a:gd name="T7" fmla="*/ 11 h 11"/>
                  <a:gd name="T8" fmla="*/ 19 w 32"/>
                  <a:gd name="T9" fmla="*/ 10 h 11"/>
                  <a:gd name="T10" fmla="*/ 31 w 32"/>
                  <a:gd name="T11" fmla="*/ 7 h 11"/>
                  <a:gd name="T12" fmla="*/ 30 w 32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1">
                    <a:moveTo>
                      <a:pt x="30" y="2"/>
                    </a:moveTo>
                    <a:cubicBezTo>
                      <a:pt x="26" y="0"/>
                      <a:pt x="22" y="2"/>
                      <a:pt x="18" y="2"/>
                    </a:cubicBezTo>
                    <a:cubicBezTo>
                      <a:pt x="13" y="3"/>
                      <a:pt x="8" y="4"/>
                      <a:pt x="4" y="5"/>
                    </a:cubicBezTo>
                    <a:cubicBezTo>
                      <a:pt x="0" y="6"/>
                      <a:pt x="1" y="10"/>
                      <a:pt x="4" y="11"/>
                    </a:cubicBezTo>
                    <a:cubicBezTo>
                      <a:pt x="9" y="11"/>
                      <a:pt x="14" y="10"/>
                      <a:pt x="19" y="10"/>
                    </a:cubicBezTo>
                    <a:cubicBezTo>
                      <a:pt x="23" y="10"/>
                      <a:pt x="28" y="10"/>
                      <a:pt x="31" y="7"/>
                    </a:cubicBezTo>
                    <a:cubicBezTo>
                      <a:pt x="32" y="6"/>
                      <a:pt x="32" y="3"/>
                      <a:pt x="30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8" name="Freeform 112"/>
              <p:cNvSpPr>
                <a:spLocks/>
              </p:cNvSpPr>
              <p:nvPr/>
            </p:nvSpPr>
            <p:spPr bwMode="auto">
              <a:xfrm>
                <a:off x="8210510" y="3330581"/>
                <a:ext cx="131200" cy="38883"/>
              </a:xfrm>
              <a:custGeom>
                <a:avLst/>
                <a:gdLst>
                  <a:gd name="T0" fmla="*/ 39 w 42"/>
                  <a:gd name="T1" fmla="*/ 1 h 11"/>
                  <a:gd name="T2" fmla="*/ 22 w 42"/>
                  <a:gd name="T3" fmla="*/ 2 h 11"/>
                  <a:gd name="T4" fmla="*/ 3 w 42"/>
                  <a:gd name="T5" fmla="*/ 5 h 11"/>
                  <a:gd name="T6" fmla="*/ 4 w 42"/>
                  <a:gd name="T7" fmla="*/ 11 h 11"/>
                  <a:gd name="T8" fmla="*/ 24 w 42"/>
                  <a:gd name="T9" fmla="*/ 10 h 11"/>
                  <a:gd name="T10" fmla="*/ 40 w 42"/>
                  <a:gd name="T11" fmla="*/ 7 h 11"/>
                  <a:gd name="T12" fmla="*/ 39 w 42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11">
                    <a:moveTo>
                      <a:pt x="39" y="1"/>
                    </a:moveTo>
                    <a:cubicBezTo>
                      <a:pt x="33" y="0"/>
                      <a:pt x="28" y="1"/>
                      <a:pt x="22" y="2"/>
                    </a:cubicBezTo>
                    <a:cubicBezTo>
                      <a:pt x="16" y="3"/>
                      <a:pt x="10" y="4"/>
                      <a:pt x="3" y="5"/>
                    </a:cubicBezTo>
                    <a:cubicBezTo>
                      <a:pt x="0" y="6"/>
                      <a:pt x="1" y="11"/>
                      <a:pt x="4" y="11"/>
                    </a:cubicBezTo>
                    <a:cubicBezTo>
                      <a:pt x="11" y="11"/>
                      <a:pt x="17" y="10"/>
                      <a:pt x="24" y="10"/>
                    </a:cubicBezTo>
                    <a:cubicBezTo>
                      <a:pt x="29" y="10"/>
                      <a:pt x="34" y="10"/>
                      <a:pt x="40" y="7"/>
                    </a:cubicBezTo>
                    <a:cubicBezTo>
                      <a:pt x="42" y="6"/>
                      <a:pt x="42" y="2"/>
                      <a:pt x="3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69" name="Freeform 113"/>
              <p:cNvSpPr>
                <a:spLocks/>
              </p:cNvSpPr>
              <p:nvPr/>
            </p:nvSpPr>
            <p:spPr bwMode="auto">
              <a:xfrm>
                <a:off x="4621240" y="2827709"/>
                <a:ext cx="89029" cy="33698"/>
              </a:xfrm>
              <a:custGeom>
                <a:avLst/>
                <a:gdLst>
                  <a:gd name="T0" fmla="*/ 27 w 28"/>
                  <a:gd name="T1" fmla="*/ 3 h 10"/>
                  <a:gd name="T2" fmla="*/ 17 w 28"/>
                  <a:gd name="T3" fmla="*/ 1 h 10"/>
                  <a:gd name="T4" fmla="*/ 4 w 28"/>
                  <a:gd name="T5" fmla="*/ 2 h 10"/>
                  <a:gd name="T6" fmla="*/ 4 w 28"/>
                  <a:gd name="T7" fmla="*/ 8 h 10"/>
                  <a:gd name="T8" fmla="*/ 17 w 28"/>
                  <a:gd name="T9" fmla="*/ 9 h 10"/>
                  <a:gd name="T10" fmla="*/ 27 w 28"/>
                  <a:gd name="T11" fmla="*/ 7 h 10"/>
                  <a:gd name="T12" fmla="*/ 27 w 28"/>
                  <a:gd name="T13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10">
                    <a:moveTo>
                      <a:pt x="27" y="3"/>
                    </a:moveTo>
                    <a:cubicBezTo>
                      <a:pt x="24" y="0"/>
                      <a:pt x="20" y="1"/>
                      <a:pt x="17" y="1"/>
                    </a:cubicBezTo>
                    <a:cubicBezTo>
                      <a:pt x="13" y="1"/>
                      <a:pt x="9" y="1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9"/>
                      <a:pt x="13" y="9"/>
                      <a:pt x="17" y="9"/>
                    </a:cubicBezTo>
                    <a:cubicBezTo>
                      <a:pt x="20" y="9"/>
                      <a:pt x="24" y="10"/>
                      <a:pt x="27" y="7"/>
                    </a:cubicBezTo>
                    <a:cubicBezTo>
                      <a:pt x="28" y="6"/>
                      <a:pt x="28" y="4"/>
                      <a:pt x="27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0" name="Freeform 114"/>
              <p:cNvSpPr>
                <a:spLocks/>
              </p:cNvSpPr>
              <p:nvPr/>
            </p:nvSpPr>
            <p:spPr bwMode="auto">
              <a:xfrm>
                <a:off x="4775869" y="2835486"/>
                <a:ext cx="103086" cy="33698"/>
              </a:xfrm>
              <a:custGeom>
                <a:avLst/>
                <a:gdLst>
                  <a:gd name="T0" fmla="*/ 31 w 33"/>
                  <a:gd name="T1" fmla="*/ 2 h 10"/>
                  <a:gd name="T2" fmla="*/ 19 w 33"/>
                  <a:gd name="T3" fmla="*/ 1 h 10"/>
                  <a:gd name="T4" fmla="*/ 4 w 33"/>
                  <a:gd name="T5" fmla="*/ 2 h 10"/>
                  <a:gd name="T6" fmla="*/ 4 w 33"/>
                  <a:gd name="T7" fmla="*/ 9 h 10"/>
                  <a:gd name="T8" fmla="*/ 19 w 33"/>
                  <a:gd name="T9" fmla="*/ 10 h 10"/>
                  <a:gd name="T10" fmla="*/ 31 w 33"/>
                  <a:gd name="T11" fmla="*/ 8 h 10"/>
                  <a:gd name="T12" fmla="*/ 31 w 33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10">
                    <a:moveTo>
                      <a:pt x="31" y="2"/>
                    </a:moveTo>
                    <a:cubicBezTo>
                      <a:pt x="27" y="0"/>
                      <a:pt x="23" y="1"/>
                      <a:pt x="19" y="1"/>
                    </a:cubicBezTo>
                    <a:cubicBezTo>
                      <a:pt x="14" y="1"/>
                      <a:pt x="9" y="1"/>
                      <a:pt x="4" y="2"/>
                    </a:cubicBezTo>
                    <a:cubicBezTo>
                      <a:pt x="0" y="2"/>
                      <a:pt x="0" y="8"/>
                      <a:pt x="4" y="9"/>
                    </a:cubicBezTo>
                    <a:cubicBezTo>
                      <a:pt x="9" y="9"/>
                      <a:pt x="14" y="9"/>
                      <a:pt x="19" y="10"/>
                    </a:cubicBezTo>
                    <a:cubicBezTo>
                      <a:pt x="23" y="10"/>
                      <a:pt x="27" y="10"/>
                      <a:pt x="31" y="8"/>
                    </a:cubicBezTo>
                    <a:cubicBezTo>
                      <a:pt x="33" y="7"/>
                      <a:pt x="33" y="3"/>
                      <a:pt x="31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1" name="Freeform 115"/>
              <p:cNvSpPr>
                <a:spLocks/>
              </p:cNvSpPr>
              <p:nvPr/>
            </p:nvSpPr>
            <p:spPr bwMode="auto">
              <a:xfrm>
                <a:off x="4937526" y="2835486"/>
                <a:ext cx="110115" cy="41474"/>
              </a:xfrm>
              <a:custGeom>
                <a:avLst/>
                <a:gdLst>
                  <a:gd name="T0" fmla="*/ 32 w 35"/>
                  <a:gd name="T1" fmla="*/ 1 h 12"/>
                  <a:gd name="T2" fmla="*/ 19 w 35"/>
                  <a:gd name="T3" fmla="*/ 2 h 12"/>
                  <a:gd name="T4" fmla="*/ 5 w 35"/>
                  <a:gd name="T5" fmla="*/ 2 h 12"/>
                  <a:gd name="T6" fmla="*/ 4 w 35"/>
                  <a:gd name="T7" fmla="*/ 8 h 12"/>
                  <a:gd name="T8" fmla="*/ 33 w 35"/>
                  <a:gd name="T9" fmla="*/ 7 h 12"/>
                  <a:gd name="T10" fmla="*/ 32 w 35"/>
                  <a:gd name="T1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12">
                    <a:moveTo>
                      <a:pt x="32" y="1"/>
                    </a:moveTo>
                    <a:cubicBezTo>
                      <a:pt x="28" y="0"/>
                      <a:pt x="23" y="1"/>
                      <a:pt x="19" y="2"/>
                    </a:cubicBezTo>
                    <a:cubicBezTo>
                      <a:pt x="14" y="2"/>
                      <a:pt x="9" y="2"/>
                      <a:pt x="5" y="2"/>
                    </a:cubicBezTo>
                    <a:cubicBezTo>
                      <a:pt x="1" y="2"/>
                      <a:pt x="0" y="7"/>
                      <a:pt x="4" y="8"/>
                    </a:cubicBezTo>
                    <a:cubicBezTo>
                      <a:pt x="12" y="10"/>
                      <a:pt x="25" y="12"/>
                      <a:pt x="33" y="7"/>
                    </a:cubicBezTo>
                    <a:cubicBezTo>
                      <a:pt x="35" y="5"/>
                      <a:pt x="35" y="2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2" name="Freeform 116"/>
              <p:cNvSpPr>
                <a:spLocks/>
              </p:cNvSpPr>
              <p:nvPr/>
            </p:nvSpPr>
            <p:spPr bwMode="auto">
              <a:xfrm>
                <a:off x="5101527" y="2825118"/>
                <a:ext cx="100744" cy="41474"/>
              </a:xfrm>
              <a:custGeom>
                <a:avLst/>
                <a:gdLst>
                  <a:gd name="T0" fmla="*/ 29 w 32"/>
                  <a:gd name="T1" fmla="*/ 1 h 12"/>
                  <a:gd name="T2" fmla="*/ 18 w 32"/>
                  <a:gd name="T3" fmla="*/ 2 h 12"/>
                  <a:gd name="T4" fmla="*/ 4 w 32"/>
                  <a:gd name="T5" fmla="*/ 3 h 12"/>
                  <a:gd name="T6" fmla="*/ 3 w 32"/>
                  <a:gd name="T7" fmla="*/ 9 h 12"/>
                  <a:gd name="T8" fmla="*/ 31 w 32"/>
                  <a:gd name="T9" fmla="*/ 6 h 12"/>
                  <a:gd name="T10" fmla="*/ 29 w 32"/>
                  <a:gd name="T1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12">
                    <a:moveTo>
                      <a:pt x="29" y="1"/>
                    </a:moveTo>
                    <a:cubicBezTo>
                      <a:pt x="25" y="0"/>
                      <a:pt x="22" y="1"/>
                      <a:pt x="18" y="2"/>
                    </a:cubicBezTo>
                    <a:cubicBezTo>
                      <a:pt x="13" y="3"/>
                      <a:pt x="8" y="3"/>
                      <a:pt x="4" y="3"/>
                    </a:cubicBezTo>
                    <a:cubicBezTo>
                      <a:pt x="0" y="3"/>
                      <a:pt x="0" y="8"/>
                      <a:pt x="3" y="9"/>
                    </a:cubicBezTo>
                    <a:cubicBezTo>
                      <a:pt x="10" y="11"/>
                      <a:pt x="24" y="12"/>
                      <a:pt x="31" y="6"/>
                    </a:cubicBezTo>
                    <a:cubicBezTo>
                      <a:pt x="32" y="5"/>
                      <a:pt x="32" y="1"/>
                      <a:pt x="2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3" name="Freeform 117"/>
              <p:cNvSpPr>
                <a:spLocks/>
              </p:cNvSpPr>
              <p:nvPr/>
            </p:nvSpPr>
            <p:spPr bwMode="auto">
              <a:xfrm>
                <a:off x="5237413" y="2817341"/>
                <a:ext cx="105430" cy="38883"/>
              </a:xfrm>
              <a:custGeom>
                <a:avLst/>
                <a:gdLst>
                  <a:gd name="T0" fmla="*/ 31 w 34"/>
                  <a:gd name="T1" fmla="*/ 1 h 11"/>
                  <a:gd name="T2" fmla="*/ 19 w 34"/>
                  <a:gd name="T3" fmla="*/ 2 h 11"/>
                  <a:gd name="T4" fmla="*/ 5 w 34"/>
                  <a:gd name="T5" fmla="*/ 2 h 11"/>
                  <a:gd name="T6" fmla="*/ 4 w 34"/>
                  <a:gd name="T7" fmla="*/ 9 h 11"/>
                  <a:gd name="T8" fmla="*/ 19 w 34"/>
                  <a:gd name="T9" fmla="*/ 10 h 11"/>
                  <a:gd name="T10" fmla="*/ 32 w 34"/>
                  <a:gd name="T11" fmla="*/ 7 h 11"/>
                  <a:gd name="T12" fmla="*/ 31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1" y="1"/>
                    </a:moveTo>
                    <a:cubicBezTo>
                      <a:pt x="27" y="0"/>
                      <a:pt x="23" y="1"/>
                      <a:pt x="19" y="2"/>
                    </a:cubicBezTo>
                    <a:cubicBezTo>
                      <a:pt x="14" y="2"/>
                      <a:pt x="10" y="2"/>
                      <a:pt x="5" y="2"/>
                    </a:cubicBezTo>
                    <a:cubicBezTo>
                      <a:pt x="1" y="2"/>
                      <a:pt x="0" y="8"/>
                      <a:pt x="4" y="9"/>
                    </a:cubicBezTo>
                    <a:cubicBezTo>
                      <a:pt x="9" y="10"/>
                      <a:pt x="14" y="11"/>
                      <a:pt x="19" y="10"/>
                    </a:cubicBezTo>
                    <a:cubicBezTo>
                      <a:pt x="24" y="10"/>
                      <a:pt x="29" y="10"/>
                      <a:pt x="32" y="7"/>
                    </a:cubicBezTo>
                    <a:cubicBezTo>
                      <a:pt x="34" y="5"/>
                      <a:pt x="33" y="2"/>
                      <a:pt x="31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4" name="Freeform 118"/>
              <p:cNvSpPr>
                <a:spLocks/>
              </p:cNvSpPr>
              <p:nvPr/>
            </p:nvSpPr>
            <p:spPr bwMode="auto">
              <a:xfrm>
                <a:off x="5403757" y="2819934"/>
                <a:ext cx="89029" cy="36290"/>
              </a:xfrm>
              <a:custGeom>
                <a:avLst/>
                <a:gdLst>
                  <a:gd name="T0" fmla="*/ 25 w 28"/>
                  <a:gd name="T1" fmla="*/ 2 h 10"/>
                  <a:gd name="T2" fmla="*/ 14 w 28"/>
                  <a:gd name="T3" fmla="*/ 1 h 10"/>
                  <a:gd name="T4" fmla="*/ 3 w 28"/>
                  <a:gd name="T5" fmla="*/ 2 h 10"/>
                  <a:gd name="T6" fmla="*/ 3 w 28"/>
                  <a:gd name="T7" fmla="*/ 8 h 10"/>
                  <a:gd name="T8" fmla="*/ 14 w 28"/>
                  <a:gd name="T9" fmla="*/ 9 h 10"/>
                  <a:gd name="T10" fmla="*/ 25 w 28"/>
                  <a:gd name="T11" fmla="*/ 8 h 10"/>
                  <a:gd name="T12" fmla="*/ 25 w 28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10">
                    <a:moveTo>
                      <a:pt x="25" y="2"/>
                    </a:moveTo>
                    <a:cubicBezTo>
                      <a:pt x="22" y="0"/>
                      <a:pt x="18" y="0"/>
                      <a:pt x="14" y="1"/>
                    </a:cubicBezTo>
                    <a:cubicBezTo>
                      <a:pt x="10" y="1"/>
                      <a:pt x="6" y="1"/>
                      <a:pt x="3" y="2"/>
                    </a:cubicBezTo>
                    <a:cubicBezTo>
                      <a:pt x="0" y="2"/>
                      <a:pt x="0" y="7"/>
                      <a:pt x="3" y="8"/>
                    </a:cubicBezTo>
                    <a:cubicBezTo>
                      <a:pt x="6" y="8"/>
                      <a:pt x="10" y="9"/>
                      <a:pt x="14" y="9"/>
                    </a:cubicBezTo>
                    <a:cubicBezTo>
                      <a:pt x="18" y="9"/>
                      <a:pt x="22" y="10"/>
                      <a:pt x="25" y="8"/>
                    </a:cubicBezTo>
                    <a:cubicBezTo>
                      <a:pt x="28" y="7"/>
                      <a:pt x="28" y="3"/>
                      <a:pt x="25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5" name="Freeform 119"/>
              <p:cNvSpPr>
                <a:spLocks/>
              </p:cNvSpPr>
              <p:nvPr/>
            </p:nvSpPr>
            <p:spPr bwMode="auto">
              <a:xfrm>
                <a:off x="7559194" y="2825118"/>
                <a:ext cx="91372" cy="25921"/>
              </a:xfrm>
              <a:custGeom>
                <a:avLst/>
                <a:gdLst>
                  <a:gd name="T0" fmla="*/ 27 w 29"/>
                  <a:gd name="T1" fmla="*/ 1 h 8"/>
                  <a:gd name="T2" fmla="*/ 16 w 29"/>
                  <a:gd name="T3" fmla="*/ 0 h 8"/>
                  <a:gd name="T4" fmla="*/ 3 w 29"/>
                  <a:gd name="T5" fmla="*/ 1 h 8"/>
                  <a:gd name="T6" fmla="*/ 3 w 29"/>
                  <a:gd name="T7" fmla="*/ 7 h 8"/>
                  <a:gd name="T8" fmla="*/ 16 w 29"/>
                  <a:gd name="T9" fmla="*/ 7 h 8"/>
                  <a:gd name="T10" fmla="*/ 27 w 29"/>
                  <a:gd name="T11" fmla="*/ 6 h 8"/>
                  <a:gd name="T12" fmla="*/ 27 w 2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8">
                    <a:moveTo>
                      <a:pt x="27" y="1"/>
                    </a:moveTo>
                    <a:cubicBezTo>
                      <a:pt x="24" y="0"/>
                      <a:pt x="20" y="0"/>
                      <a:pt x="16" y="0"/>
                    </a:cubicBezTo>
                    <a:cubicBezTo>
                      <a:pt x="12" y="1"/>
                      <a:pt x="8" y="1"/>
                      <a:pt x="3" y="1"/>
                    </a:cubicBezTo>
                    <a:cubicBezTo>
                      <a:pt x="0" y="1"/>
                      <a:pt x="0" y="6"/>
                      <a:pt x="3" y="7"/>
                    </a:cubicBezTo>
                    <a:cubicBezTo>
                      <a:pt x="8" y="7"/>
                      <a:pt x="12" y="7"/>
                      <a:pt x="16" y="7"/>
                    </a:cubicBezTo>
                    <a:cubicBezTo>
                      <a:pt x="20" y="7"/>
                      <a:pt x="24" y="8"/>
                      <a:pt x="27" y="6"/>
                    </a:cubicBezTo>
                    <a:cubicBezTo>
                      <a:pt x="29" y="5"/>
                      <a:pt x="29" y="2"/>
                      <a:pt x="27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6" name="Freeform 120"/>
              <p:cNvSpPr>
                <a:spLocks/>
              </p:cNvSpPr>
              <p:nvPr/>
            </p:nvSpPr>
            <p:spPr bwMode="auto">
              <a:xfrm>
                <a:off x="7711479" y="2819934"/>
                <a:ext cx="110115" cy="36290"/>
              </a:xfrm>
              <a:custGeom>
                <a:avLst/>
                <a:gdLst>
                  <a:gd name="T0" fmla="*/ 32 w 35"/>
                  <a:gd name="T1" fmla="*/ 1 h 10"/>
                  <a:gd name="T2" fmla="*/ 19 w 35"/>
                  <a:gd name="T3" fmla="*/ 1 h 10"/>
                  <a:gd name="T4" fmla="*/ 4 w 35"/>
                  <a:gd name="T5" fmla="*/ 2 h 10"/>
                  <a:gd name="T6" fmla="*/ 4 w 35"/>
                  <a:gd name="T7" fmla="*/ 8 h 10"/>
                  <a:gd name="T8" fmla="*/ 19 w 35"/>
                  <a:gd name="T9" fmla="*/ 9 h 10"/>
                  <a:gd name="T10" fmla="*/ 32 w 35"/>
                  <a:gd name="T11" fmla="*/ 8 h 10"/>
                  <a:gd name="T12" fmla="*/ 32 w 35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0">
                    <a:moveTo>
                      <a:pt x="32" y="1"/>
                    </a:moveTo>
                    <a:cubicBezTo>
                      <a:pt x="28" y="0"/>
                      <a:pt x="23" y="1"/>
                      <a:pt x="19" y="1"/>
                    </a:cubicBezTo>
                    <a:cubicBezTo>
                      <a:pt x="14" y="1"/>
                      <a:pt x="9" y="2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8"/>
                      <a:pt x="14" y="8"/>
                      <a:pt x="19" y="9"/>
                    </a:cubicBezTo>
                    <a:cubicBezTo>
                      <a:pt x="23" y="9"/>
                      <a:pt x="28" y="10"/>
                      <a:pt x="32" y="8"/>
                    </a:cubicBezTo>
                    <a:cubicBezTo>
                      <a:pt x="35" y="7"/>
                      <a:pt x="35" y="3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7" name="Freeform 121"/>
              <p:cNvSpPr>
                <a:spLocks/>
              </p:cNvSpPr>
              <p:nvPr/>
            </p:nvSpPr>
            <p:spPr bwMode="auto">
              <a:xfrm>
                <a:off x="7875480" y="2814749"/>
                <a:ext cx="100744" cy="31106"/>
              </a:xfrm>
              <a:custGeom>
                <a:avLst/>
                <a:gdLst>
                  <a:gd name="T0" fmla="*/ 29 w 32"/>
                  <a:gd name="T1" fmla="*/ 1 h 9"/>
                  <a:gd name="T2" fmla="*/ 17 w 32"/>
                  <a:gd name="T3" fmla="*/ 1 h 9"/>
                  <a:gd name="T4" fmla="*/ 3 w 32"/>
                  <a:gd name="T5" fmla="*/ 2 h 9"/>
                  <a:gd name="T6" fmla="*/ 3 w 32"/>
                  <a:gd name="T7" fmla="*/ 8 h 9"/>
                  <a:gd name="T8" fmla="*/ 17 w 32"/>
                  <a:gd name="T9" fmla="*/ 8 h 9"/>
                  <a:gd name="T10" fmla="*/ 29 w 32"/>
                  <a:gd name="T11" fmla="*/ 8 h 9"/>
                  <a:gd name="T12" fmla="*/ 29 w 32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9">
                    <a:moveTo>
                      <a:pt x="29" y="1"/>
                    </a:moveTo>
                    <a:cubicBezTo>
                      <a:pt x="25" y="0"/>
                      <a:pt x="21" y="1"/>
                      <a:pt x="17" y="1"/>
                    </a:cubicBezTo>
                    <a:cubicBezTo>
                      <a:pt x="12" y="1"/>
                      <a:pt x="8" y="1"/>
                      <a:pt x="3" y="2"/>
                    </a:cubicBezTo>
                    <a:cubicBezTo>
                      <a:pt x="0" y="2"/>
                      <a:pt x="0" y="7"/>
                      <a:pt x="3" y="8"/>
                    </a:cubicBezTo>
                    <a:cubicBezTo>
                      <a:pt x="8" y="8"/>
                      <a:pt x="12" y="8"/>
                      <a:pt x="17" y="8"/>
                    </a:cubicBezTo>
                    <a:cubicBezTo>
                      <a:pt x="21" y="9"/>
                      <a:pt x="25" y="9"/>
                      <a:pt x="29" y="8"/>
                    </a:cubicBezTo>
                    <a:cubicBezTo>
                      <a:pt x="32" y="7"/>
                      <a:pt x="32" y="2"/>
                      <a:pt x="2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8" name="Freeform 122"/>
              <p:cNvSpPr>
                <a:spLocks/>
              </p:cNvSpPr>
              <p:nvPr/>
            </p:nvSpPr>
            <p:spPr bwMode="auto">
              <a:xfrm>
                <a:off x="8046510" y="2796604"/>
                <a:ext cx="105430" cy="38883"/>
              </a:xfrm>
              <a:custGeom>
                <a:avLst/>
                <a:gdLst>
                  <a:gd name="T0" fmla="*/ 30 w 34"/>
                  <a:gd name="T1" fmla="*/ 1 h 11"/>
                  <a:gd name="T2" fmla="*/ 19 w 34"/>
                  <a:gd name="T3" fmla="*/ 3 h 11"/>
                  <a:gd name="T4" fmla="*/ 6 w 34"/>
                  <a:gd name="T5" fmla="*/ 2 h 11"/>
                  <a:gd name="T6" fmla="*/ 4 w 34"/>
                  <a:gd name="T7" fmla="*/ 9 h 11"/>
                  <a:gd name="T8" fmla="*/ 19 w 34"/>
                  <a:gd name="T9" fmla="*/ 11 h 11"/>
                  <a:gd name="T10" fmla="*/ 32 w 34"/>
                  <a:gd name="T11" fmla="*/ 7 h 11"/>
                  <a:gd name="T12" fmla="*/ 30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0" y="1"/>
                    </a:moveTo>
                    <a:cubicBezTo>
                      <a:pt x="26" y="0"/>
                      <a:pt x="23" y="2"/>
                      <a:pt x="19" y="3"/>
                    </a:cubicBezTo>
                    <a:cubicBezTo>
                      <a:pt x="15" y="3"/>
                      <a:pt x="10" y="3"/>
                      <a:pt x="6" y="2"/>
                    </a:cubicBezTo>
                    <a:cubicBezTo>
                      <a:pt x="2" y="2"/>
                      <a:pt x="0" y="7"/>
                      <a:pt x="4" y="9"/>
                    </a:cubicBezTo>
                    <a:cubicBezTo>
                      <a:pt x="9" y="10"/>
                      <a:pt x="14" y="11"/>
                      <a:pt x="19" y="11"/>
                    </a:cubicBezTo>
                    <a:cubicBezTo>
                      <a:pt x="23" y="11"/>
                      <a:pt x="29" y="11"/>
                      <a:pt x="32" y="7"/>
                    </a:cubicBezTo>
                    <a:cubicBezTo>
                      <a:pt x="34" y="5"/>
                      <a:pt x="33" y="1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79" name="Freeform 123"/>
              <p:cNvSpPr>
                <a:spLocks/>
              </p:cNvSpPr>
              <p:nvPr/>
            </p:nvSpPr>
            <p:spPr bwMode="auto">
              <a:xfrm>
                <a:off x="8210510" y="2778460"/>
                <a:ext cx="110115" cy="38883"/>
              </a:xfrm>
              <a:custGeom>
                <a:avLst/>
                <a:gdLst>
                  <a:gd name="T0" fmla="*/ 32 w 35"/>
                  <a:gd name="T1" fmla="*/ 2 h 11"/>
                  <a:gd name="T2" fmla="*/ 19 w 35"/>
                  <a:gd name="T3" fmla="*/ 3 h 11"/>
                  <a:gd name="T4" fmla="*/ 3 w 35"/>
                  <a:gd name="T5" fmla="*/ 5 h 11"/>
                  <a:gd name="T6" fmla="*/ 4 w 35"/>
                  <a:gd name="T7" fmla="*/ 11 h 11"/>
                  <a:gd name="T8" fmla="*/ 20 w 35"/>
                  <a:gd name="T9" fmla="*/ 11 h 11"/>
                  <a:gd name="T10" fmla="*/ 33 w 35"/>
                  <a:gd name="T11" fmla="*/ 8 h 11"/>
                  <a:gd name="T12" fmla="*/ 32 w 35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1">
                    <a:moveTo>
                      <a:pt x="32" y="2"/>
                    </a:moveTo>
                    <a:cubicBezTo>
                      <a:pt x="28" y="0"/>
                      <a:pt x="23" y="2"/>
                      <a:pt x="19" y="3"/>
                    </a:cubicBezTo>
                    <a:cubicBezTo>
                      <a:pt x="13" y="3"/>
                      <a:pt x="8" y="4"/>
                      <a:pt x="3" y="5"/>
                    </a:cubicBezTo>
                    <a:cubicBezTo>
                      <a:pt x="0" y="6"/>
                      <a:pt x="1" y="11"/>
                      <a:pt x="4" y="11"/>
                    </a:cubicBezTo>
                    <a:cubicBezTo>
                      <a:pt x="9" y="11"/>
                      <a:pt x="14" y="11"/>
                      <a:pt x="20" y="11"/>
                    </a:cubicBezTo>
                    <a:cubicBezTo>
                      <a:pt x="24" y="10"/>
                      <a:pt x="29" y="11"/>
                      <a:pt x="33" y="8"/>
                    </a:cubicBezTo>
                    <a:cubicBezTo>
                      <a:pt x="35" y="7"/>
                      <a:pt x="35" y="3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0" name="Freeform 124"/>
              <p:cNvSpPr>
                <a:spLocks/>
              </p:cNvSpPr>
              <p:nvPr/>
            </p:nvSpPr>
            <p:spPr bwMode="auto">
              <a:xfrm>
                <a:off x="8365139" y="2768091"/>
                <a:ext cx="86687" cy="31106"/>
              </a:xfrm>
              <a:custGeom>
                <a:avLst/>
                <a:gdLst>
                  <a:gd name="T0" fmla="*/ 26 w 28"/>
                  <a:gd name="T1" fmla="*/ 1 h 9"/>
                  <a:gd name="T2" fmla="*/ 16 w 28"/>
                  <a:gd name="T3" fmla="*/ 1 h 9"/>
                  <a:gd name="T4" fmla="*/ 4 w 28"/>
                  <a:gd name="T5" fmla="*/ 1 h 9"/>
                  <a:gd name="T6" fmla="*/ 4 w 28"/>
                  <a:gd name="T7" fmla="*/ 7 h 9"/>
                  <a:gd name="T8" fmla="*/ 16 w 28"/>
                  <a:gd name="T9" fmla="*/ 8 h 9"/>
                  <a:gd name="T10" fmla="*/ 26 w 28"/>
                  <a:gd name="T11" fmla="*/ 7 h 9"/>
                  <a:gd name="T12" fmla="*/ 26 w 28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9">
                    <a:moveTo>
                      <a:pt x="26" y="1"/>
                    </a:moveTo>
                    <a:cubicBezTo>
                      <a:pt x="23" y="0"/>
                      <a:pt x="19" y="0"/>
                      <a:pt x="16" y="1"/>
                    </a:cubicBezTo>
                    <a:cubicBezTo>
                      <a:pt x="12" y="1"/>
                      <a:pt x="8" y="1"/>
                      <a:pt x="4" y="1"/>
                    </a:cubicBezTo>
                    <a:cubicBezTo>
                      <a:pt x="0" y="1"/>
                      <a:pt x="0" y="7"/>
                      <a:pt x="4" y="7"/>
                    </a:cubicBezTo>
                    <a:cubicBezTo>
                      <a:pt x="8" y="8"/>
                      <a:pt x="12" y="8"/>
                      <a:pt x="16" y="8"/>
                    </a:cubicBezTo>
                    <a:cubicBezTo>
                      <a:pt x="19" y="8"/>
                      <a:pt x="23" y="9"/>
                      <a:pt x="26" y="7"/>
                    </a:cubicBezTo>
                    <a:cubicBezTo>
                      <a:pt x="28" y="6"/>
                      <a:pt x="28" y="2"/>
                      <a:pt x="26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1" name="Freeform 125"/>
              <p:cNvSpPr>
                <a:spLocks/>
              </p:cNvSpPr>
              <p:nvPr/>
            </p:nvSpPr>
            <p:spPr bwMode="auto">
              <a:xfrm>
                <a:off x="5209299" y="3055816"/>
                <a:ext cx="93715" cy="33698"/>
              </a:xfrm>
              <a:custGeom>
                <a:avLst/>
                <a:gdLst>
                  <a:gd name="T0" fmla="*/ 26 w 30"/>
                  <a:gd name="T1" fmla="*/ 1 h 10"/>
                  <a:gd name="T2" fmla="*/ 13 w 30"/>
                  <a:gd name="T3" fmla="*/ 1 h 10"/>
                  <a:gd name="T4" fmla="*/ 2 w 30"/>
                  <a:gd name="T5" fmla="*/ 2 h 10"/>
                  <a:gd name="T6" fmla="*/ 1 w 30"/>
                  <a:gd name="T7" fmla="*/ 5 h 10"/>
                  <a:gd name="T8" fmla="*/ 13 w 30"/>
                  <a:gd name="T9" fmla="*/ 9 h 10"/>
                  <a:gd name="T10" fmla="*/ 27 w 30"/>
                  <a:gd name="T11" fmla="*/ 7 h 10"/>
                  <a:gd name="T12" fmla="*/ 26 w 30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0">
                    <a:moveTo>
                      <a:pt x="26" y="1"/>
                    </a:moveTo>
                    <a:cubicBezTo>
                      <a:pt x="22" y="0"/>
                      <a:pt x="17" y="1"/>
                      <a:pt x="13" y="1"/>
                    </a:cubicBezTo>
                    <a:cubicBezTo>
                      <a:pt x="9" y="1"/>
                      <a:pt x="5" y="0"/>
                      <a:pt x="2" y="2"/>
                    </a:cubicBezTo>
                    <a:cubicBezTo>
                      <a:pt x="1" y="2"/>
                      <a:pt x="0" y="4"/>
                      <a:pt x="1" y="5"/>
                    </a:cubicBezTo>
                    <a:cubicBezTo>
                      <a:pt x="4" y="8"/>
                      <a:pt x="9" y="8"/>
                      <a:pt x="13" y="9"/>
                    </a:cubicBezTo>
                    <a:cubicBezTo>
                      <a:pt x="18" y="9"/>
                      <a:pt x="23" y="10"/>
                      <a:pt x="27" y="7"/>
                    </a:cubicBezTo>
                    <a:cubicBezTo>
                      <a:pt x="30" y="6"/>
                      <a:pt x="29" y="2"/>
                      <a:pt x="26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2" name="Freeform 126"/>
              <p:cNvSpPr>
                <a:spLocks/>
              </p:cNvSpPr>
              <p:nvPr/>
            </p:nvSpPr>
            <p:spPr bwMode="auto">
              <a:xfrm>
                <a:off x="5375643" y="3040263"/>
                <a:ext cx="117143" cy="41474"/>
              </a:xfrm>
              <a:custGeom>
                <a:avLst/>
                <a:gdLst>
                  <a:gd name="T0" fmla="*/ 33 w 37"/>
                  <a:gd name="T1" fmla="*/ 3 h 12"/>
                  <a:gd name="T2" fmla="*/ 3 w 37"/>
                  <a:gd name="T3" fmla="*/ 6 h 12"/>
                  <a:gd name="T4" fmla="*/ 4 w 37"/>
                  <a:gd name="T5" fmla="*/ 11 h 12"/>
                  <a:gd name="T6" fmla="*/ 19 w 37"/>
                  <a:gd name="T7" fmla="*/ 10 h 12"/>
                  <a:gd name="T8" fmla="*/ 33 w 37"/>
                  <a:gd name="T9" fmla="*/ 9 h 12"/>
                  <a:gd name="T10" fmla="*/ 33 w 37"/>
                  <a:gd name="T11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2">
                    <a:moveTo>
                      <a:pt x="33" y="3"/>
                    </a:moveTo>
                    <a:cubicBezTo>
                      <a:pt x="25" y="0"/>
                      <a:pt x="11" y="4"/>
                      <a:pt x="3" y="6"/>
                    </a:cubicBezTo>
                    <a:cubicBezTo>
                      <a:pt x="0" y="7"/>
                      <a:pt x="1" y="12"/>
                      <a:pt x="4" y="11"/>
                    </a:cubicBezTo>
                    <a:cubicBezTo>
                      <a:pt x="9" y="11"/>
                      <a:pt x="14" y="10"/>
                      <a:pt x="19" y="10"/>
                    </a:cubicBezTo>
                    <a:cubicBezTo>
                      <a:pt x="24" y="10"/>
                      <a:pt x="29" y="11"/>
                      <a:pt x="33" y="9"/>
                    </a:cubicBezTo>
                    <a:cubicBezTo>
                      <a:pt x="37" y="9"/>
                      <a:pt x="36" y="4"/>
                      <a:pt x="33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3" name="Freeform 127"/>
              <p:cNvSpPr>
                <a:spLocks/>
              </p:cNvSpPr>
              <p:nvPr/>
            </p:nvSpPr>
            <p:spPr bwMode="auto">
              <a:xfrm>
                <a:off x="5579471" y="3027304"/>
                <a:ext cx="117143" cy="41474"/>
              </a:xfrm>
              <a:custGeom>
                <a:avLst/>
                <a:gdLst>
                  <a:gd name="T0" fmla="*/ 34 w 37"/>
                  <a:gd name="T1" fmla="*/ 3 h 12"/>
                  <a:gd name="T2" fmla="*/ 15 w 37"/>
                  <a:gd name="T3" fmla="*/ 1 h 12"/>
                  <a:gd name="T4" fmla="*/ 1 w 37"/>
                  <a:gd name="T5" fmla="*/ 4 h 12"/>
                  <a:gd name="T6" fmla="*/ 0 w 37"/>
                  <a:gd name="T7" fmla="*/ 8 h 12"/>
                  <a:gd name="T8" fmla="*/ 4 w 37"/>
                  <a:gd name="T9" fmla="*/ 10 h 12"/>
                  <a:gd name="T10" fmla="*/ 4 w 37"/>
                  <a:gd name="T11" fmla="*/ 10 h 12"/>
                  <a:gd name="T12" fmla="*/ 15 w 37"/>
                  <a:gd name="T13" fmla="*/ 10 h 12"/>
                  <a:gd name="T14" fmla="*/ 33 w 37"/>
                  <a:gd name="T15" fmla="*/ 10 h 12"/>
                  <a:gd name="T16" fmla="*/ 34 w 37"/>
                  <a:gd name="T17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12">
                    <a:moveTo>
                      <a:pt x="34" y="3"/>
                    </a:moveTo>
                    <a:cubicBezTo>
                      <a:pt x="28" y="0"/>
                      <a:pt x="21" y="1"/>
                      <a:pt x="15" y="1"/>
                    </a:cubicBezTo>
                    <a:cubicBezTo>
                      <a:pt x="11" y="1"/>
                      <a:pt x="4" y="1"/>
                      <a:pt x="1" y="4"/>
                    </a:cubicBezTo>
                    <a:cubicBezTo>
                      <a:pt x="0" y="5"/>
                      <a:pt x="0" y="7"/>
                      <a:pt x="0" y="8"/>
                    </a:cubicBezTo>
                    <a:cubicBezTo>
                      <a:pt x="1" y="10"/>
                      <a:pt x="2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8" y="10"/>
                      <a:pt x="12" y="10"/>
                      <a:pt x="15" y="10"/>
                    </a:cubicBezTo>
                    <a:cubicBezTo>
                      <a:pt x="21" y="11"/>
                      <a:pt x="28" y="12"/>
                      <a:pt x="33" y="10"/>
                    </a:cubicBezTo>
                    <a:cubicBezTo>
                      <a:pt x="36" y="9"/>
                      <a:pt x="37" y="5"/>
                      <a:pt x="34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4" name="Freeform 128"/>
              <p:cNvSpPr>
                <a:spLocks/>
              </p:cNvSpPr>
              <p:nvPr/>
            </p:nvSpPr>
            <p:spPr bwMode="auto">
              <a:xfrm>
                <a:off x="5757529" y="3027304"/>
                <a:ext cx="107772" cy="38883"/>
              </a:xfrm>
              <a:custGeom>
                <a:avLst/>
                <a:gdLst>
                  <a:gd name="T0" fmla="*/ 31 w 34"/>
                  <a:gd name="T1" fmla="*/ 3 h 11"/>
                  <a:gd name="T2" fmla="*/ 19 w 34"/>
                  <a:gd name="T3" fmla="*/ 1 h 11"/>
                  <a:gd name="T4" fmla="*/ 5 w 34"/>
                  <a:gd name="T5" fmla="*/ 0 h 11"/>
                  <a:gd name="T6" fmla="*/ 4 w 34"/>
                  <a:gd name="T7" fmla="*/ 6 h 11"/>
                  <a:gd name="T8" fmla="*/ 18 w 34"/>
                  <a:gd name="T9" fmla="*/ 9 h 11"/>
                  <a:gd name="T10" fmla="*/ 30 w 34"/>
                  <a:gd name="T11" fmla="*/ 9 h 11"/>
                  <a:gd name="T12" fmla="*/ 31 w 34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1" y="3"/>
                    </a:moveTo>
                    <a:cubicBezTo>
                      <a:pt x="27" y="1"/>
                      <a:pt x="23" y="1"/>
                      <a:pt x="19" y="1"/>
                    </a:cubicBezTo>
                    <a:cubicBezTo>
                      <a:pt x="14" y="1"/>
                      <a:pt x="10" y="0"/>
                      <a:pt x="5" y="0"/>
                    </a:cubicBezTo>
                    <a:cubicBezTo>
                      <a:pt x="1" y="0"/>
                      <a:pt x="0" y="6"/>
                      <a:pt x="4" y="6"/>
                    </a:cubicBezTo>
                    <a:cubicBezTo>
                      <a:pt x="9" y="7"/>
                      <a:pt x="13" y="8"/>
                      <a:pt x="18" y="9"/>
                    </a:cubicBezTo>
                    <a:cubicBezTo>
                      <a:pt x="22" y="9"/>
                      <a:pt x="26" y="11"/>
                      <a:pt x="30" y="9"/>
                    </a:cubicBezTo>
                    <a:cubicBezTo>
                      <a:pt x="33" y="9"/>
                      <a:pt x="34" y="4"/>
                      <a:pt x="31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5" name="Freeform 129"/>
              <p:cNvSpPr>
                <a:spLocks/>
              </p:cNvSpPr>
              <p:nvPr/>
            </p:nvSpPr>
            <p:spPr bwMode="auto">
              <a:xfrm>
                <a:off x="5937930" y="3011751"/>
                <a:ext cx="93715" cy="38883"/>
              </a:xfrm>
              <a:custGeom>
                <a:avLst/>
                <a:gdLst>
                  <a:gd name="T0" fmla="*/ 27 w 30"/>
                  <a:gd name="T1" fmla="*/ 2 h 11"/>
                  <a:gd name="T2" fmla="*/ 13 w 30"/>
                  <a:gd name="T3" fmla="*/ 2 h 11"/>
                  <a:gd name="T4" fmla="*/ 0 w 30"/>
                  <a:gd name="T5" fmla="*/ 4 h 11"/>
                  <a:gd name="T6" fmla="*/ 0 w 30"/>
                  <a:gd name="T7" fmla="*/ 7 h 11"/>
                  <a:gd name="T8" fmla="*/ 13 w 30"/>
                  <a:gd name="T9" fmla="*/ 9 h 11"/>
                  <a:gd name="T10" fmla="*/ 27 w 30"/>
                  <a:gd name="T11" fmla="*/ 8 h 11"/>
                  <a:gd name="T12" fmla="*/ 27 w 30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1">
                    <a:moveTo>
                      <a:pt x="27" y="2"/>
                    </a:moveTo>
                    <a:cubicBezTo>
                      <a:pt x="23" y="0"/>
                      <a:pt x="18" y="1"/>
                      <a:pt x="13" y="2"/>
                    </a:cubicBezTo>
                    <a:cubicBezTo>
                      <a:pt x="9" y="2"/>
                      <a:pt x="4" y="2"/>
                      <a:pt x="0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4" y="9"/>
                      <a:pt x="9" y="9"/>
                      <a:pt x="13" y="9"/>
                    </a:cubicBezTo>
                    <a:cubicBezTo>
                      <a:pt x="18" y="10"/>
                      <a:pt x="23" y="11"/>
                      <a:pt x="27" y="8"/>
                    </a:cubicBezTo>
                    <a:cubicBezTo>
                      <a:pt x="30" y="7"/>
                      <a:pt x="30" y="4"/>
                      <a:pt x="27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6" name="Freeform 130"/>
              <p:cNvSpPr>
                <a:spLocks/>
              </p:cNvSpPr>
              <p:nvPr/>
            </p:nvSpPr>
            <p:spPr bwMode="auto">
              <a:xfrm>
                <a:off x="6120674" y="3006567"/>
                <a:ext cx="93715" cy="38883"/>
              </a:xfrm>
              <a:custGeom>
                <a:avLst/>
                <a:gdLst>
                  <a:gd name="T0" fmla="*/ 27 w 30"/>
                  <a:gd name="T1" fmla="*/ 1 h 11"/>
                  <a:gd name="T2" fmla="*/ 12 w 30"/>
                  <a:gd name="T3" fmla="*/ 1 h 11"/>
                  <a:gd name="T4" fmla="*/ 6 w 30"/>
                  <a:gd name="T5" fmla="*/ 2 h 11"/>
                  <a:gd name="T6" fmla="*/ 1 w 30"/>
                  <a:gd name="T7" fmla="*/ 4 h 11"/>
                  <a:gd name="T8" fmla="*/ 1 w 30"/>
                  <a:gd name="T9" fmla="*/ 6 h 11"/>
                  <a:gd name="T10" fmla="*/ 6 w 30"/>
                  <a:gd name="T11" fmla="*/ 8 h 11"/>
                  <a:gd name="T12" fmla="*/ 12 w 30"/>
                  <a:gd name="T13" fmla="*/ 9 h 11"/>
                  <a:gd name="T14" fmla="*/ 27 w 30"/>
                  <a:gd name="T15" fmla="*/ 9 h 11"/>
                  <a:gd name="T16" fmla="*/ 27 w 30"/>
                  <a:gd name="T1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11">
                    <a:moveTo>
                      <a:pt x="27" y="1"/>
                    </a:moveTo>
                    <a:cubicBezTo>
                      <a:pt x="22" y="0"/>
                      <a:pt x="17" y="1"/>
                      <a:pt x="12" y="1"/>
                    </a:cubicBezTo>
                    <a:cubicBezTo>
                      <a:pt x="10" y="2"/>
                      <a:pt x="8" y="2"/>
                      <a:pt x="6" y="2"/>
                    </a:cubicBezTo>
                    <a:cubicBezTo>
                      <a:pt x="3" y="2"/>
                      <a:pt x="3" y="3"/>
                      <a:pt x="1" y="4"/>
                    </a:cubicBezTo>
                    <a:cubicBezTo>
                      <a:pt x="0" y="5"/>
                      <a:pt x="0" y="6"/>
                      <a:pt x="1" y="6"/>
                    </a:cubicBezTo>
                    <a:cubicBezTo>
                      <a:pt x="3" y="7"/>
                      <a:pt x="3" y="8"/>
                      <a:pt x="6" y="8"/>
                    </a:cubicBezTo>
                    <a:cubicBezTo>
                      <a:pt x="8" y="9"/>
                      <a:pt x="10" y="9"/>
                      <a:pt x="12" y="9"/>
                    </a:cubicBezTo>
                    <a:cubicBezTo>
                      <a:pt x="17" y="9"/>
                      <a:pt x="22" y="11"/>
                      <a:pt x="27" y="9"/>
                    </a:cubicBezTo>
                    <a:cubicBezTo>
                      <a:pt x="30" y="8"/>
                      <a:pt x="30" y="3"/>
                      <a:pt x="27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7" name="Freeform 131"/>
              <p:cNvSpPr>
                <a:spLocks/>
              </p:cNvSpPr>
              <p:nvPr/>
            </p:nvSpPr>
            <p:spPr bwMode="auto">
              <a:xfrm>
                <a:off x="6277645" y="2991014"/>
                <a:ext cx="126515" cy="38883"/>
              </a:xfrm>
              <a:custGeom>
                <a:avLst/>
                <a:gdLst>
                  <a:gd name="T0" fmla="*/ 37 w 40"/>
                  <a:gd name="T1" fmla="*/ 4 h 11"/>
                  <a:gd name="T2" fmla="*/ 21 w 40"/>
                  <a:gd name="T3" fmla="*/ 0 h 11"/>
                  <a:gd name="T4" fmla="*/ 4 w 40"/>
                  <a:gd name="T5" fmla="*/ 2 h 11"/>
                  <a:gd name="T6" fmla="*/ 4 w 40"/>
                  <a:gd name="T7" fmla="*/ 8 h 11"/>
                  <a:gd name="T8" fmla="*/ 21 w 40"/>
                  <a:gd name="T9" fmla="*/ 9 h 11"/>
                  <a:gd name="T10" fmla="*/ 37 w 40"/>
                  <a:gd name="T11" fmla="*/ 10 h 11"/>
                  <a:gd name="T12" fmla="*/ 37 w 40"/>
                  <a:gd name="T13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1">
                    <a:moveTo>
                      <a:pt x="37" y="4"/>
                    </a:moveTo>
                    <a:cubicBezTo>
                      <a:pt x="33" y="1"/>
                      <a:pt x="26" y="1"/>
                      <a:pt x="21" y="0"/>
                    </a:cubicBezTo>
                    <a:cubicBezTo>
                      <a:pt x="15" y="0"/>
                      <a:pt x="9" y="1"/>
                      <a:pt x="4" y="2"/>
                    </a:cubicBezTo>
                    <a:cubicBezTo>
                      <a:pt x="0" y="2"/>
                      <a:pt x="1" y="8"/>
                      <a:pt x="4" y="8"/>
                    </a:cubicBezTo>
                    <a:cubicBezTo>
                      <a:pt x="10" y="8"/>
                      <a:pt x="16" y="8"/>
                      <a:pt x="21" y="9"/>
                    </a:cubicBezTo>
                    <a:cubicBezTo>
                      <a:pt x="26" y="9"/>
                      <a:pt x="31" y="11"/>
                      <a:pt x="37" y="10"/>
                    </a:cubicBezTo>
                    <a:cubicBezTo>
                      <a:pt x="40" y="9"/>
                      <a:pt x="40" y="5"/>
                      <a:pt x="37" y="4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8" name="Freeform 132"/>
              <p:cNvSpPr>
                <a:spLocks/>
              </p:cNvSpPr>
              <p:nvPr/>
            </p:nvSpPr>
            <p:spPr bwMode="auto">
              <a:xfrm>
                <a:off x="6474446" y="2998789"/>
                <a:ext cx="112458" cy="38883"/>
              </a:xfrm>
              <a:custGeom>
                <a:avLst/>
                <a:gdLst>
                  <a:gd name="T0" fmla="*/ 33 w 36"/>
                  <a:gd name="T1" fmla="*/ 2 h 11"/>
                  <a:gd name="T2" fmla="*/ 19 w 36"/>
                  <a:gd name="T3" fmla="*/ 1 h 11"/>
                  <a:gd name="T4" fmla="*/ 4 w 36"/>
                  <a:gd name="T5" fmla="*/ 4 h 11"/>
                  <a:gd name="T6" fmla="*/ 5 w 36"/>
                  <a:gd name="T7" fmla="*/ 10 h 11"/>
                  <a:gd name="T8" fmla="*/ 20 w 36"/>
                  <a:gd name="T9" fmla="*/ 9 h 11"/>
                  <a:gd name="T10" fmla="*/ 32 w 36"/>
                  <a:gd name="T11" fmla="*/ 9 h 11"/>
                  <a:gd name="T12" fmla="*/ 33 w 36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1">
                    <a:moveTo>
                      <a:pt x="33" y="2"/>
                    </a:moveTo>
                    <a:cubicBezTo>
                      <a:pt x="29" y="0"/>
                      <a:pt x="24" y="0"/>
                      <a:pt x="19" y="1"/>
                    </a:cubicBezTo>
                    <a:cubicBezTo>
                      <a:pt x="14" y="1"/>
                      <a:pt x="9" y="2"/>
                      <a:pt x="4" y="4"/>
                    </a:cubicBezTo>
                    <a:cubicBezTo>
                      <a:pt x="0" y="5"/>
                      <a:pt x="2" y="11"/>
                      <a:pt x="5" y="10"/>
                    </a:cubicBezTo>
                    <a:cubicBezTo>
                      <a:pt x="10" y="9"/>
                      <a:pt x="15" y="9"/>
                      <a:pt x="20" y="9"/>
                    </a:cubicBezTo>
                    <a:cubicBezTo>
                      <a:pt x="24" y="9"/>
                      <a:pt x="28" y="10"/>
                      <a:pt x="32" y="9"/>
                    </a:cubicBezTo>
                    <a:cubicBezTo>
                      <a:pt x="35" y="8"/>
                      <a:pt x="36" y="4"/>
                      <a:pt x="33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9" name="Freeform 133"/>
              <p:cNvSpPr>
                <a:spLocks/>
              </p:cNvSpPr>
              <p:nvPr/>
            </p:nvSpPr>
            <p:spPr bwMode="auto">
              <a:xfrm>
                <a:off x="6673590" y="3009158"/>
                <a:ext cx="110115" cy="41474"/>
              </a:xfrm>
              <a:custGeom>
                <a:avLst/>
                <a:gdLst>
                  <a:gd name="T0" fmla="*/ 32 w 35"/>
                  <a:gd name="T1" fmla="*/ 4 h 12"/>
                  <a:gd name="T2" fmla="*/ 16 w 35"/>
                  <a:gd name="T3" fmla="*/ 1 h 12"/>
                  <a:gd name="T4" fmla="*/ 1 w 35"/>
                  <a:gd name="T5" fmla="*/ 3 h 12"/>
                  <a:gd name="T6" fmla="*/ 1 w 35"/>
                  <a:gd name="T7" fmla="*/ 5 h 12"/>
                  <a:gd name="T8" fmla="*/ 14 w 35"/>
                  <a:gd name="T9" fmla="*/ 9 h 12"/>
                  <a:gd name="T10" fmla="*/ 32 w 35"/>
                  <a:gd name="T11" fmla="*/ 10 h 12"/>
                  <a:gd name="T12" fmla="*/ 32 w 35"/>
                  <a:gd name="T13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2">
                    <a:moveTo>
                      <a:pt x="32" y="4"/>
                    </a:moveTo>
                    <a:cubicBezTo>
                      <a:pt x="28" y="1"/>
                      <a:pt x="22" y="2"/>
                      <a:pt x="16" y="1"/>
                    </a:cubicBezTo>
                    <a:cubicBezTo>
                      <a:pt x="11" y="1"/>
                      <a:pt x="5" y="0"/>
                      <a:pt x="1" y="3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4" y="9"/>
                      <a:pt x="9" y="8"/>
                      <a:pt x="14" y="9"/>
                    </a:cubicBezTo>
                    <a:cubicBezTo>
                      <a:pt x="20" y="10"/>
                      <a:pt x="26" y="12"/>
                      <a:pt x="32" y="10"/>
                    </a:cubicBezTo>
                    <a:cubicBezTo>
                      <a:pt x="34" y="9"/>
                      <a:pt x="35" y="5"/>
                      <a:pt x="32" y="4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0" name="Freeform 134"/>
              <p:cNvSpPr>
                <a:spLocks/>
              </p:cNvSpPr>
              <p:nvPr/>
            </p:nvSpPr>
            <p:spPr bwMode="auto">
              <a:xfrm>
                <a:off x="6846962" y="3001382"/>
                <a:ext cx="107772" cy="31106"/>
              </a:xfrm>
              <a:custGeom>
                <a:avLst/>
                <a:gdLst>
                  <a:gd name="T0" fmla="*/ 33 w 34"/>
                  <a:gd name="T1" fmla="*/ 3 h 9"/>
                  <a:gd name="T2" fmla="*/ 19 w 34"/>
                  <a:gd name="T3" fmla="*/ 2 h 9"/>
                  <a:gd name="T4" fmla="*/ 2 w 34"/>
                  <a:gd name="T5" fmla="*/ 3 h 9"/>
                  <a:gd name="T6" fmla="*/ 2 w 34"/>
                  <a:gd name="T7" fmla="*/ 7 h 9"/>
                  <a:gd name="T8" fmla="*/ 19 w 34"/>
                  <a:gd name="T9" fmla="*/ 8 h 9"/>
                  <a:gd name="T10" fmla="*/ 33 w 34"/>
                  <a:gd name="T11" fmla="*/ 7 h 9"/>
                  <a:gd name="T12" fmla="*/ 33 w 34"/>
                  <a:gd name="T13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9">
                    <a:moveTo>
                      <a:pt x="33" y="3"/>
                    </a:moveTo>
                    <a:cubicBezTo>
                      <a:pt x="28" y="0"/>
                      <a:pt x="24" y="1"/>
                      <a:pt x="19" y="2"/>
                    </a:cubicBezTo>
                    <a:cubicBezTo>
                      <a:pt x="14" y="2"/>
                      <a:pt x="8" y="2"/>
                      <a:pt x="2" y="3"/>
                    </a:cubicBezTo>
                    <a:cubicBezTo>
                      <a:pt x="0" y="3"/>
                      <a:pt x="0" y="7"/>
                      <a:pt x="2" y="7"/>
                    </a:cubicBezTo>
                    <a:cubicBezTo>
                      <a:pt x="8" y="8"/>
                      <a:pt x="14" y="8"/>
                      <a:pt x="19" y="8"/>
                    </a:cubicBezTo>
                    <a:cubicBezTo>
                      <a:pt x="24" y="9"/>
                      <a:pt x="28" y="9"/>
                      <a:pt x="33" y="7"/>
                    </a:cubicBezTo>
                    <a:cubicBezTo>
                      <a:pt x="34" y="6"/>
                      <a:pt x="34" y="4"/>
                      <a:pt x="33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1" name="Freeform 135"/>
              <p:cNvSpPr>
                <a:spLocks/>
              </p:cNvSpPr>
              <p:nvPr/>
            </p:nvSpPr>
            <p:spPr bwMode="auto">
              <a:xfrm>
                <a:off x="7010963" y="2998789"/>
                <a:ext cx="121829" cy="38883"/>
              </a:xfrm>
              <a:custGeom>
                <a:avLst/>
                <a:gdLst>
                  <a:gd name="T0" fmla="*/ 36 w 39"/>
                  <a:gd name="T1" fmla="*/ 2 h 11"/>
                  <a:gd name="T2" fmla="*/ 22 w 39"/>
                  <a:gd name="T3" fmla="*/ 2 h 11"/>
                  <a:gd name="T4" fmla="*/ 4 w 39"/>
                  <a:gd name="T5" fmla="*/ 0 h 11"/>
                  <a:gd name="T6" fmla="*/ 3 w 39"/>
                  <a:gd name="T7" fmla="*/ 6 h 11"/>
                  <a:gd name="T8" fmla="*/ 36 w 39"/>
                  <a:gd name="T9" fmla="*/ 8 h 11"/>
                  <a:gd name="T10" fmla="*/ 36 w 39"/>
                  <a:gd name="T11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1">
                    <a:moveTo>
                      <a:pt x="36" y="2"/>
                    </a:moveTo>
                    <a:cubicBezTo>
                      <a:pt x="31" y="1"/>
                      <a:pt x="26" y="2"/>
                      <a:pt x="22" y="2"/>
                    </a:cubicBezTo>
                    <a:cubicBezTo>
                      <a:pt x="16" y="2"/>
                      <a:pt x="10" y="1"/>
                      <a:pt x="4" y="0"/>
                    </a:cubicBezTo>
                    <a:cubicBezTo>
                      <a:pt x="1" y="0"/>
                      <a:pt x="0" y="5"/>
                      <a:pt x="3" y="6"/>
                    </a:cubicBezTo>
                    <a:cubicBezTo>
                      <a:pt x="13" y="9"/>
                      <a:pt x="26" y="11"/>
                      <a:pt x="36" y="8"/>
                    </a:cubicBezTo>
                    <a:cubicBezTo>
                      <a:pt x="39" y="7"/>
                      <a:pt x="39" y="2"/>
                      <a:pt x="36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2" name="Freeform 136"/>
              <p:cNvSpPr>
                <a:spLocks/>
              </p:cNvSpPr>
              <p:nvPr/>
            </p:nvSpPr>
            <p:spPr bwMode="auto">
              <a:xfrm>
                <a:off x="7181991" y="3001382"/>
                <a:ext cx="100744" cy="36290"/>
              </a:xfrm>
              <a:custGeom>
                <a:avLst/>
                <a:gdLst>
                  <a:gd name="T0" fmla="*/ 28 w 32"/>
                  <a:gd name="T1" fmla="*/ 1 h 10"/>
                  <a:gd name="T2" fmla="*/ 15 w 32"/>
                  <a:gd name="T3" fmla="*/ 2 h 10"/>
                  <a:gd name="T4" fmla="*/ 3 w 32"/>
                  <a:gd name="T5" fmla="*/ 4 h 10"/>
                  <a:gd name="T6" fmla="*/ 3 w 32"/>
                  <a:gd name="T7" fmla="*/ 9 h 10"/>
                  <a:gd name="T8" fmla="*/ 29 w 32"/>
                  <a:gd name="T9" fmla="*/ 7 h 10"/>
                  <a:gd name="T10" fmla="*/ 28 w 32"/>
                  <a:gd name="T11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10">
                    <a:moveTo>
                      <a:pt x="28" y="1"/>
                    </a:moveTo>
                    <a:cubicBezTo>
                      <a:pt x="24" y="0"/>
                      <a:pt x="20" y="1"/>
                      <a:pt x="15" y="2"/>
                    </a:cubicBezTo>
                    <a:cubicBezTo>
                      <a:pt x="11" y="3"/>
                      <a:pt x="7" y="3"/>
                      <a:pt x="3" y="4"/>
                    </a:cubicBezTo>
                    <a:cubicBezTo>
                      <a:pt x="0" y="5"/>
                      <a:pt x="0" y="9"/>
                      <a:pt x="3" y="9"/>
                    </a:cubicBezTo>
                    <a:cubicBezTo>
                      <a:pt x="11" y="10"/>
                      <a:pt x="21" y="10"/>
                      <a:pt x="29" y="7"/>
                    </a:cubicBezTo>
                    <a:cubicBezTo>
                      <a:pt x="32" y="6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3" name="Freeform 137"/>
              <p:cNvSpPr>
                <a:spLocks/>
              </p:cNvSpPr>
              <p:nvPr/>
            </p:nvSpPr>
            <p:spPr bwMode="auto">
              <a:xfrm>
                <a:off x="7355363" y="3006567"/>
                <a:ext cx="100744" cy="33698"/>
              </a:xfrm>
              <a:custGeom>
                <a:avLst/>
                <a:gdLst>
                  <a:gd name="T0" fmla="*/ 30 w 32"/>
                  <a:gd name="T1" fmla="*/ 2 h 10"/>
                  <a:gd name="T2" fmla="*/ 18 w 32"/>
                  <a:gd name="T3" fmla="*/ 1 h 10"/>
                  <a:gd name="T4" fmla="*/ 4 w 32"/>
                  <a:gd name="T5" fmla="*/ 2 h 10"/>
                  <a:gd name="T6" fmla="*/ 4 w 32"/>
                  <a:gd name="T7" fmla="*/ 8 h 10"/>
                  <a:gd name="T8" fmla="*/ 18 w 32"/>
                  <a:gd name="T9" fmla="*/ 9 h 10"/>
                  <a:gd name="T10" fmla="*/ 30 w 32"/>
                  <a:gd name="T11" fmla="*/ 8 h 10"/>
                  <a:gd name="T12" fmla="*/ 30 w 32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0">
                    <a:moveTo>
                      <a:pt x="30" y="2"/>
                    </a:moveTo>
                    <a:cubicBezTo>
                      <a:pt x="26" y="0"/>
                      <a:pt x="22" y="1"/>
                      <a:pt x="18" y="1"/>
                    </a:cubicBezTo>
                    <a:cubicBezTo>
                      <a:pt x="13" y="2"/>
                      <a:pt x="9" y="2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8"/>
                      <a:pt x="13" y="9"/>
                      <a:pt x="18" y="9"/>
                    </a:cubicBezTo>
                    <a:cubicBezTo>
                      <a:pt x="22" y="9"/>
                      <a:pt x="26" y="10"/>
                      <a:pt x="30" y="8"/>
                    </a:cubicBezTo>
                    <a:cubicBezTo>
                      <a:pt x="32" y="7"/>
                      <a:pt x="32" y="4"/>
                      <a:pt x="30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4" name="Freeform 138"/>
              <p:cNvSpPr>
                <a:spLocks/>
              </p:cNvSpPr>
              <p:nvPr/>
            </p:nvSpPr>
            <p:spPr bwMode="auto">
              <a:xfrm>
                <a:off x="7521708" y="2996198"/>
                <a:ext cx="112458" cy="44067"/>
              </a:xfrm>
              <a:custGeom>
                <a:avLst/>
                <a:gdLst>
                  <a:gd name="T0" fmla="*/ 31 w 36"/>
                  <a:gd name="T1" fmla="*/ 0 h 13"/>
                  <a:gd name="T2" fmla="*/ 18 w 36"/>
                  <a:gd name="T3" fmla="*/ 3 h 13"/>
                  <a:gd name="T4" fmla="*/ 5 w 36"/>
                  <a:gd name="T5" fmla="*/ 2 h 13"/>
                  <a:gd name="T6" fmla="*/ 3 w 36"/>
                  <a:gd name="T7" fmla="*/ 6 h 13"/>
                  <a:gd name="T8" fmla="*/ 33 w 36"/>
                  <a:gd name="T9" fmla="*/ 7 h 13"/>
                  <a:gd name="T10" fmla="*/ 31 w 36"/>
                  <a:gd name="T1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13">
                    <a:moveTo>
                      <a:pt x="31" y="0"/>
                    </a:moveTo>
                    <a:cubicBezTo>
                      <a:pt x="27" y="1"/>
                      <a:pt x="23" y="3"/>
                      <a:pt x="18" y="3"/>
                    </a:cubicBezTo>
                    <a:cubicBezTo>
                      <a:pt x="14" y="3"/>
                      <a:pt x="9" y="3"/>
                      <a:pt x="5" y="2"/>
                    </a:cubicBezTo>
                    <a:cubicBezTo>
                      <a:pt x="2" y="2"/>
                      <a:pt x="0" y="5"/>
                      <a:pt x="3" y="6"/>
                    </a:cubicBezTo>
                    <a:cubicBezTo>
                      <a:pt x="11" y="10"/>
                      <a:pt x="25" y="13"/>
                      <a:pt x="33" y="7"/>
                    </a:cubicBezTo>
                    <a:cubicBezTo>
                      <a:pt x="36" y="5"/>
                      <a:pt x="35" y="0"/>
                      <a:pt x="31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sp>
          <p:nvSpPr>
            <p:cNvPr id="47" name="文本框 46"/>
            <p:cNvSpPr txBox="1"/>
            <p:nvPr/>
          </p:nvSpPr>
          <p:spPr>
            <a:xfrm>
              <a:off x="4386948" y="1218172"/>
              <a:ext cx="28631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2. </a:t>
              </a:r>
              <a:r>
                <a:rPr lang="ja-JP" altLang="en-US" sz="28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主要機能</a:t>
              </a:r>
              <a:endParaRPr lang="zh-CN" altLang="en-US" sz="2800" dirty="0">
                <a:solidFill>
                  <a:srgbClr val="9DC3E6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7432389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32BAD87-5809-8F7F-58EF-3862BDFE5BF2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C2F51AF8-C472-E4EB-DA56-E5A7BB3C80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8CE4F103-7CF2-9F2D-E9D0-481A4623746C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65BFE4A-2385-C75A-34E0-0EE7352F55C2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2.1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主要機能（自然言語による問い合わせ）</a:t>
            </a:r>
            <a:endParaRPr lang="zh-CN" altLang="en-US" sz="1600" b="1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FC34E4D-52FA-3F30-541B-81F45FDDA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93" y="1026387"/>
            <a:ext cx="7195479" cy="349623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A294025-B084-B712-9659-2161CBAFF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137" y="3077957"/>
            <a:ext cx="6920137" cy="334973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B04BB7B-BC4A-75B5-8F66-8681CAC8E4E4}"/>
              </a:ext>
            </a:extLst>
          </p:cNvPr>
          <p:cNvSpPr txBox="1"/>
          <p:nvPr/>
        </p:nvSpPr>
        <p:spPr>
          <a:xfrm>
            <a:off x="8495295" y="1313703"/>
            <a:ext cx="1921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日本語・中国語・英語で質問でき、原則として質問と同じ言語で回答します。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0D04B95A-4995-99F6-FF57-424C16A603DD}"/>
              </a:ext>
            </a:extLst>
          </p:cNvPr>
          <p:cNvGrpSpPr/>
          <p:nvPr/>
        </p:nvGrpSpPr>
        <p:grpSpPr>
          <a:xfrm flipH="1">
            <a:off x="7974782" y="719839"/>
            <a:ext cx="2698523" cy="1980244"/>
            <a:chOff x="3246438" y="1068388"/>
            <a:chExt cx="5711825" cy="4678363"/>
          </a:xfrm>
          <a:solidFill>
            <a:schemeClr val="tx1"/>
          </a:solidFill>
        </p:grpSpPr>
        <p:sp>
          <p:nvSpPr>
            <p:cNvPr id="70" name="Freeform 5">
              <a:extLst>
                <a:ext uri="{FF2B5EF4-FFF2-40B4-BE49-F238E27FC236}">
                  <a16:creationId xmlns:a16="http://schemas.microsoft.com/office/drawing/2014/main" id="{EEF707A3-7542-8F17-07AF-AF543DFDC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201" y="3335338"/>
              <a:ext cx="1773238" cy="1609725"/>
            </a:xfrm>
            <a:custGeom>
              <a:avLst/>
              <a:gdLst>
                <a:gd name="T0" fmla="*/ 1697 w 1708"/>
                <a:gd name="T1" fmla="*/ 1365 h 1551"/>
                <a:gd name="T2" fmla="*/ 1422 w 1708"/>
                <a:gd name="T3" fmla="*/ 1470 h 1551"/>
                <a:gd name="T4" fmla="*/ 1072 w 1708"/>
                <a:gd name="T5" fmla="*/ 1471 h 1551"/>
                <a:gd name="T6" fmla="*/ 478 w 1708"/>
                <a:gd name="T7" fmla="*/ 1262 h 1551"/>
                <a:gd name="T8" fmla="*/ 166 w 1708"/>
                <a:gd name="T9" fmla="*/ 672 h 1551"/>
                <a:gd name="T10" fmla="*/ 422 w 1708"/>
                <a:gd name="T11" fmla="*/ 54 h 1551"/>
                <a:gd name="T12" fmla="*/ 393 w 1708"/>
                <a:gd name="T13" fmla="*/ 16 h 1551"/>
                <a:gd name="T14" fmla="*/ 349 w 1708"/>
                <a:gd name="T15" fmla="*/ 1214 h 1551"/>
                <a:gd name="T16" fmla="*/ 906 w 1708"/>
                <a:gd name="T17" fmla="*/ 1500 h 1551"/>
                <a:gd name="T18" fmla="*/ 1579 w 1708"/>
                <a:gd name="T19" fmla="*/ 1467 h 1551"/>
                <a:gd name="T20" fmla="*/ 1704 w 1708"/>
                <a:gd name="T21" fmla="*/ 1373 h 1551"/>
                <a:gd name="T22" fmla="*/ 1697 w 1708"/>
                <a:gd name="T23" fmla="*/ 1365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08" h="1551">
                  <a:moveTo>
                    <a:pt x="1697" y="1365"/>
                  </a:moveTo>
                  <a:cubicBezTo>
                    <a:pt x="1630" y="1437"/>
                    <a:pt x="1515" y="1458"/>
                    <a:pt x="1422" y="1470"/>
                  </a:cubicBezTo>
                  <a:cubicBezTo>
                    <a:pt x="1307" y="1486"/>
                    <a:pt x="1188" y="1481"/>
                    <a:pt x="1072" y="1471"/>
                  </a:cubicBezTo>
                  <a:cubicBezTo>
                    <a:pt x="854" y="1452"/>
                    <a:pt x="649" y="1407"/>
                    <a:pt x="478" y="1262"/>
                  </a:cubicBezTo>
                  <a:cubicBezTo>
                    <a:pt x="305" y="1115"/>
                    <a:pt x="190" y="898"/>
                    <a:pt x="166" y="672"/>
                  </a:cubicBezTo>
                  <a:cubicBezTo>
                    <a:pt x="142" y="434"/>
                    <a:pt x="242" y="210"/>
                    <a:pt x="422" y="54"/>
                  </a:cubicBezTo>
                  <a:cubicBezTo>
                    <a:pt x="442" y="36"/>
                    <a:pt x="414" y="0"/>
                    <a:pt x="393" y="16"/>
                  </a:cubicBezTo>
                  <a:cubicBezTo>
                    <a:pt x="0" y="317"/>
                    <a:pt x="41" y="866"/>
                    <a:pt x="349" y="1214"/>
                  </a:cubicBezTo>
                  <a:cubicBezTo>
                    <a:pt x="495" y="1380"/>
                    <a:pt x="690" y="1468"/>
                    <a:pt x="906" y="1500"/>
                  </a:cubicBezTo>
                  <a:cubicBezTo>
                    <a:pt x="1121" y="1532"/>
                    <a:pt x="1372" y="1551"/>
                    <a:pt x="1579" y="1467"/>
                  </a:cubicBezTo>
                  <a:cubicBezTo>
                    <a:pt x="1629" y="1447"/>
                    <a:pt x="1671" y="1415"/>
                    <a:pt x="1704" y="1373"/>
                  </a:cubicBezTo>
                  <a:cubicBezTo>
                    <a:pt x="1708" y="1368"/>
                    <a:pt x="1702" y="1361"/>
                    <a:pt x="1697" y="13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922D2FF5-81E5-E731-A6C7-BE0BB05C0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438" y="1457326"/>
              <a:ext cx="2112963" cy="1933575"/>
            </a:xfrm>
            <a:custGeom>
              <a:avLst/>
              <a:gdLst>
                <a:gd name="T0" fmla="*/ 394 w 2035"/>
                <a:gd name="T1" fmla="*/ 1839 h 1862"/>
                <a:gd name="T2" fmla="*/ 299 w 2035"/>
                <a:gd name="T3" fmla="*/ 1656 h 1862"/>
                <a:gd name="T4" fmla="*/ 221 w 2035"/>
                <a:gd name="T5" fmla="*/ 1452 h 1862"/>
                <a:gd name="T6" fmla="*/ 241 w 2035"/>
                <a:gd name="T7" fmla="*/ 997 h 1862"/>
                <a:gd name="T8" fmla="*/ 650 w 2035"/>
                <a:gd name="T9" fmla="*/ 365 h 1862"/>
                <a:gd name="T10" fmla="*/ 1301 w 2035"/>
                <a:gd name="T11" fmla="*/ 65 h 1862"/>
                <a:gd name="T12" fmla="*/ 1991 w 2035"/>
                <a:gd name="T13" fmla="*/ 323 h 1862"/>
                <a:gd name="T14" fmla="*/ 2019 w 2035"/>
                <a:gd name="T15" fmla="*/ 295 h 1862"/>
                <a:gd name="T16" fmla="*/ 1371 w 2035"/>
                <a:gd name="T17" fmla="*/ 0 h 1862"/>
                <a:gd name="T18" fmla="*/ 709 w 2035"/>
                <a:gd name="T19" fmla="*/ 241 h 1862"/>
                <a:gd name="T20" fmla="*/ 226 w 2035"/>
                <a:gd name="T21" fmla="*/ 1619 h 1862"/>
                <a:gd name="T22" fmla="*/ 375 w 2035"/>
                <a:gd name="T23" fmla="*/ 1851 h 1862"/>
                <a:gd name="T24" fmla="*/ 394 w 2035"/>
                <a:gd name="T25" fmla="*/ 1839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5" h="1862">
                  <a:moveTo>
                    <a:pt x="394" y="1839"/>
                  </a:moveTo>
                  <a:cubicBezTo>
                    <a:pt x="360" y="1781"/>
                    <a:pt x="330" y="1716"/>
                    <a:pt x="299" y="1656"/>
                  </a:cubicBezTo>
                  <a:cubicBezTo>
                    <a:pt x="266" y="1591"/>
                    <a:pt x="240" y="1523"/>
                    <a:pt x="221" y="1452"/>
                  </a:cubicBezTo>
                  <a:cubicBezTo>
                    <a:pt x="181" y="1301"/>
                    <a:pt x="199" y="1146"/>
                    <a:pt x="241" y="997"/>
                  </a:cubicBezTo>
                  <a:cubicBezTo>
                    <a:pt x="310" y="752"/>
                    <a:pt x="461" y="533"/>
                    <a:pt x="650" y="365"/>
                  </a:cubicBezTo>
                  <a:cubicBezTo>
                    <a:pt x="830" y="204"/>
                    <a:pt x="1059" y="88"/>
                    <a:pt x="1301" y="65"/>
                  </a:cubicBezTo>
                  <a:cubicBezTo>
                    <a:pt x="1565" y="40"/>
                    <a:pt x="1795" y="154"/>
                    <a:pt x="1991" y="323"/>
                  </a:cubicBezTo>
                  <a:cubicBezTo>
                    <a:pt x="2010" y="340"/>
                    <a:pt x="2035" y="315"/>
                    <a:pt x="2019" y="295"/>
                  </a:cubicBezTo>
                  <a:cubicBezTo>
                    <a:pt x="1859" y="102"/>
                    <a:pt x="1621" y="0"/>
                    <a:pt x="1371" y="0"/>
                  </a:cubicBezTo>
                  <a:cubicBezTo>
                    <a:pt x="1131" y="0"/>
                    <a:pt x="899" y="101"/>
                    <a:pt x="709" y="241"/>
                  </a:cubicBezTo>
                  <a:cubicBezTo>
                    <a:pt x="298" y="545"/>
                    <a:pt x="0" y="1121"/>
                    <a:pt x="226" y="1619"/>
                  </a:cubicBezTo>
                  <a:cubicBezTo>
                    <a:pt x="266" y="1706"/>
                    <a:pt x="320" y="1775"/>
                    <a:pt x="375" y="1851"/>
                  </a:cubicBezTo>
                  <a:cubicBezTo>
                    <a:pt x="384" y="1862"/>
                    <a:pt x="402" y="1852"/>
                    <a:pt x="394" y="18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63B723BB-0196-16FD-79C9-564A5FB2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2726" y="1068388"/>
              <a:ext cx="2541588" cy="1016000"/>
            </a:xfrm>
            <a:custGeom>
              <a:avLst/>
              <a:gdLst>
                <a:gd name="T0" fmla="*/ 38 w 2447"/>
                <a:gd name="T1" fmla="*/ 664 h 979"/>
                <a:gd name="T2" fmla="*/ 1375 w 2447"/>
                <a:gd name="T3" fmla="*/ 104 h 979"/>
                <a:gd name="T4" fmla="*/ 2005 w 2447"/>
                <a:gd name="T5" fmla="*/ 373 h 979"/>
                <a:gd name="T6" fmla="*/ 2402 w 2447"/>
                <a:gd name="T7" fmla="*/ 953 h 979"/>
                <a:gd name="T8" fmla="*/ 2442 w 2447"/>
                <a:gd name="T9" fmla="*/ 943 h 979"/>
                <a:gd name="T10" fmla="*/ 1377 w 2447"/>
                <a:gd name="T11" fmla="*/ 41 h 979"/>
                <a:gd name="T12" fmla="*/ 622 w 2447"/>
                <a:gd name="T13" fmla="*/ 99 h 979"/>
                <a:gd name="T14" fmla="*/ 15 w 2447"/>
                <a:gd name="T15" fmla="*/ 622 h 979"/>
                <a:gd name="T16" fmla="*/ 6 w 2447"/>
                <a:gd name="T17" fmla="*/ 656 h 979"/>
                <a:gd name="T18" fmla="*/ 38 w 2447"/>
                <a:gd name="T19" fmla="*/ 664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7" h="979">
                  <a:moveTo>
                    <a:pt x="38" y="664"/>
                  </a:moveTo>
                  <a:cubicBezTo>
                    <a:pt x="235" y="159"/>
                    <a:pt x="897" y="25"/>
                    <a:pt x="1375" y="104"/>
                  </a:cubicBezTo>
                  <a:cubicBezTo>
                    <a:pt x="1602" y="141"/>
                    <a:pt x="1823" y="231"/>
                    <a:pt x="2005" y="373"/>
                  </a:cubicBezTo>
                  <a:cubicBezTo>
                    <a:pt x="2195" y="521"/>
                    <a:pt x="2325" y="727"/>
                    <a:pt x="2402" y="953"/>
                  </a:cubicBezTo>
                  <a:cubicBezTo>
                    <a:pt x="2411" y="979"/>
                    <a:pt x="2447" y="968"/>
                    <a:pt x="2442" y="943"/>
                  </a:cubicBezTo>
                  <a:cubicBezTo>
                    <a:pt x="2340" y="436"/>
                    <a:pt x="1862" y="118"/>
                    <a:pt x="1377" y="41"/>
                  </a:cubicBezTo>
                  <a:cubicBezTo>
                    <a:pt x="1125" y="0"/>
                    <a:pt x="864" y="21"/>
                    <a:pt x="622" y="99"/>
                  </a:cubicBezTo>
                  <a:cubicBezTo>
                    <a:pt x="370" y="180"/>
                    <a:pt x="103" y="360"/>
                    <a:pt x="15" y="622"/>
                  </a:cubicBezTo>
                  <a:cubicBezTo>
                    <a:pt x="13" y="633"/>
                    <a:pt x="10" y="645"/>
                    <a:pt x="6" y="656"/>
                  </a:cubicBezTo>
                  <a:cubicBezTo>
                    <a:pt x="0" y="676"/>
                    <a:pt x="30" y="683"/>
                    <a:pt x="38" y="6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70778468-7B3D-CB03-E3CB-BA319B826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7163" y="1998663"/>
              <a:ext cx="1181100" cy="2060575"/>
            </a:xfrm>
            <a:custGeom>
              <a:avLst/>
              <a:gdLst>
                <a:gd name="T0" fmla="*/ 20 w 1137"/>
                <a:gd name="T1" fmla="*/ 63 h 1984"/>
                <a:gd name="T2" fmla="*/ 215 w 1137"/>
                <a:gd name="T3" fmla="*/ 53 h 1984"/>
                <a:gd name="T4" fmla="*/ 400 w 1137"/>
                <a:gd name="T5" fmla="*/ 98 h 1984"/>
                <a:gd name="T6" fmla="*/ 735 w 1137"/>
                <a:gd name="T7" fmla="*/ 336 h 1984"/>
                <a:gd name="T8" fmla="*/ 1044 w 1137"/>
                <a:gd name="T9" fmla="*/ 988 h 1984"/>
                <a:gd name="T10" fmla="*/ 897 w 1137"/>
                <a:gd name="T11" fmla="*/ 1554 h 1984"/>
                <a:gd name="T12" fmla="*/ 343 w 1137"/>
                <a:gd name="T13" fmla="*/ 1942 h 1984"/>
                <a:gd name="T14" fmla="*/ 358 w 1137"/>
                <a:gd name="T15" fmla="*/ 1980 h 1984"/>
                <a:gd name="T16" fmla="*/ 953 w 1137"/>
                <a:gd name="T17" fmla="*/ 1587 h 1984"/>
                <a:gd name="T18" fmla="*/ 1107 w 1137"/>
                <a:gd name="T19" fmla="*/ 964 h 1984"/>
                <a:gd name="T20" fmla="*/ 752 w 1137"/>
                <a:gd name="T21" fmla="*/ 266 h 1984"/>
                <a:gd name="T22" fmla="*/ 415 w 1137"/>
                <a:gd name="T23" fmla="*/ 44 h 1984"/>
                <a:gd name="T24" fmla="*/ 215 w 1137"/>
                <a:gd name="T25" fmla="*/ 2 h 1984"/>
                <a:gd name="T26" fmla="*/ 119 w 1137"/>
                <a:gd name="T27" fmla="*/ 7 h 1984"/>
                <a:gd name="T28" fmla="*/ 14 w 1137"/>
                <a:gd name="T29" fmla="*/ 41 h 1984"/>
                <a:gd name="T30" fmla="*/ 20 w 1137"/>
                <a:gd name="T31" fmla="*/ 63 h 1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7" h="1984">
                  <a:moveTo>
                    <a:pt x="20" y="63"/>
                  </a:moveTo>
                  <a:cubicBezTo>
                    <a:pt x="80" y="48"/>
                    <a:pt x="154" y="49"/>
                    <a:pt x="215" y="53"/>
                  </a:cubicBezTo>
                  <a:cubicBezTo>
                    <a:pt x="278" y="57"/>
                    <a:pt x="341" y="76"/>
                    <a:pt x="400" y="98"/>
                  </a:cubicBezTo>
                  <a:cubicBezTo>
                    <a:pt x="528" y="148"/>
                    <a:pt x="641" y="238"/>
                    <a:pt x="735" y="336"/>
                  </a:cubicBezTo>
                  <a:cubicBezTo>
                    <a:pt x="900" y="510"/>
                    <a:pt x="1016" y="750"/>
                    <a:pt x="1044" y="988"/>
                  </a:cubicBezTo>
                  <a:cubicBezTo>
                    <a:pt x="1069" y="1190"/>
                    <a:pt x="1016" y="1389"/>
                    <a:pt x="897" y="1554"/>
                  </a:cubicBezTo>
                  <a:cubicBezTo>
                    <a:pt x="757" y="1747"/>
                    <a:pt x="548" y="1839"/>
                    <a:pt x="343" y="1942"/>
                  </a:cubicBezTo>
                  <a:cubicBezTo>
                    <a:pt x="321" y="1953"/>
                    <a:pt x="337" y="1984"/>
                    <a:pt x="358" y="1980"/>
                  </a:cubicBezTo>
                  <a:cubicBezTo>
                    <a:pt x="592" y="1933"/>
                    <a:pt x="812" y="1776"/>
                    <a:pt x="953" y="1587"/>
                  </a:cubicBezTo>
                  <a:cubicBezTo>
                    <a:pt x="1086" y="1410"/>
                    <a:pt x="1137" y="1182"/>
                    <a:pt x="1107" y="964"/>
                  </a:cubicBezTo>
                  <a:cubicBezTo>
                    <a:pt x="1071" y="703"/>
                    <a:pt x="938" y="452"/>
                    <a:pt x="752" y="266"/>
                  </a:cubicBezTo>
                  <a:cubicBezTo>
                    <a:pt x="656" y="170"/>
                    <a:pt x="542" y="93"/>
                    <a:pt x="415" y="44"/>
                  </a:cubicBezTo>
                  <a:cubicBezTo>
                    <a:pt x="351" y="19"/>
                    <a:pt x="283" y="6"/>
                    <a:pt x="215" y="2"/>
                  </a:cubicBezTo>
                  <a:cubicBezTo>
                    <a:pt x="183" y="0"/>
                    <a:pt x="150" y="2"/>
                    <a:pt x="119" y="7"/>
                  </a:cubicBezTo>
                  <a:cubicBezTo>
                    <a:pt x="78" y="13"/>
                    <a:pt x="52" y="27"/>
                    <a:pt x="14" y="41"/>
                  </a:cubicBezTo>
                  <a:cubicBezTo>
                    <a:pt x="0" y="46"/>
                    <a:pt x="6" y="66"/>
                    <a:pt x="2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4" name="Freeform 9">
              <a:extLst>
                <a:ext uri="{FF2B5EF4-FFF2-40B4-BE49-F238E27FC236}">
                  <a16:creationId xmlns:a16="http://schemas.microsoft.com/office/drawing/2014/main" id="{A14B0B33-16F7-DC01-DFD1-DC021937F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6751" y="4010026"/>
              <a:ext cx="1208088" cy="1095375"/>
            </a:xfrm>
            <a:custGeom>
              <a:avLst/>
              <a:gdLst>
                <a:gd name="T0" fmla="*/ 1056 w 1164"/>
                <a:gd name="T1" fmla="*/ 16 h 1055"/>
                <a:gd name="T2" fmla="*/ 1085 w 1164"/>
                <a:gd name="T3" fmla="*/ 64 h 1055"/>
                <a:gd name="T4" fmla="*/ 1110 w 1164"/>
                <a:gd name="T5" fmla="*/ 176 h 1055"/>
                <a:gd name="T6" fmla="*/ 1081 w 1164"/>
                <a:gd name="T7" fmla="*/ 362 h 1055"/>
                <a:gd name="T8" fmla="*/ 828 w 1164"/>
                <a:gd name="T9" fmla="*/ 714 h 1055"/>
                <a:gd name="T10" fmla="*/ 30 w 1164"/>
                <a:gd name="T11" fmla="*/ 996 h 1055"/>
                <a:gd name="T12" fmla="*/ 30 w 1164"/>
                <a:gd name="T13" fmla="*/ 1042 h 1055"/>
                <a:gd name="T14" fmla="*/ 893 w 1164"/>
                <a:gd name="T15" fmla="*/ 736 h 1055"/>
                <a:gd name="T16" fmla="*/ 1143 w 1164"/>
                <a:gd name="T17" fmla="*/ 346 h 1055"/>
                <a:gd name="T18" fmla="*/ 1154 w 1164"/>
                <a:gd name="T19" fmla="*/ 140 h 1055"/>
                <a:gd name="T20" fmla="*/ 1121 w 1164"/>
                <a:gd name="T21" fmla="*/ 43 h 1055"/>
                <a:gd name="T22" fmla="*/ 1066 w 1164"/>
                <a:gd name="T23" fmla="*/ 4 h 1055"/>
                <a:gd name="T24" fmla="*/ 1056 w 1164"/>
                <a:gd name="T25" fmla="*/ 1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4" h="1055">
                  <a:moveTo>
                    <a:pt x="1056" y="16"/>
                  </a:moveTo>
                  <a:cubicBezTo>
                    <a:pt x="1068" y="25"/>
                    <a:pt x="1078" y="52"/>
                    <a:pt x="1085" y="64"/>
                  </a:cubicBezTo>
                  <a:cubicBezTo>
                    <a:pt x="1104" y="97"/>
                    <a:pt x="1108" y="139"/>
                    <a:pt x="1110" y="176"/>
                  </a:cubicBezTo>
                  <a:cubicBezTo>
                    <a:pt x="1115" y="240"/>
                    <a:pt x="1103" y="302"/>
                    <a:pt x="1081" y="362"/>
                  </a:cubicBezTo>
                  <a:cubicBezTo>
                    <a:pt x="1032" y="501"/>
                    <a:pt x="939" y="620"/>
                    <a:pt x="828" y="714"/>
                  </a:cubicBezTo>
                  <a:cubicBezTo>
                    <a:pt x="609" y="901"/>
                    <a:pt x="312" y="981"/>
                    <a:pt x="30" y="996"/>
                  </a:cubicBezTo>
                  <a:cubicBezTo>
                    <a:pt x="0" y="998"/>
                    <a:pt x="0" y="1041"/>
                    <a:pt x="30" y="1042"/>
                  </a:cubicBezTo>
                  <a:cubicBezTo>
                    <a:pt x="339" y="1055"/>
                    <a:pt x="661" y="941"/>
                    <a:pt x="893" y="736"/>
                  </a:cubicBezTo>
                  <a:cubicBezTo>
                    <a:pt x="1011" y="632"/>
                    <a:pt x="1097" y="496"/>
                    <a:pt x="1143" y="346"/>
                  </a:cubicBezTo>
                  <a:cubicBezTo>
                    <a:pt x="1163" y="279"/>
                    <a:pt x="1164" y="208"/>
                    <a:pt x="1154" y="140"/>
                  </a:cubicBezTo>
                  <a:cubicBezTo>
                    <a:pt x="1150" y="106"/>
                    <a:pt x="1138" y="73"/>
                    <a:pt x="1121" y="43"/>
                  </a:cubicBezTo>
                  <a:cubicBezTo>
                    <a:pt x="1105" y="16"/>
                    <a:pt x="1089" y="17"/>
                    <a:pt x="1066" y="4"/>
                  </a:cubicBezTo>
                  <a:cubicBezTo>
                    <a:pt x="1058" y="0"/>
                    <a:pt x="1049" y="11"/>
                    <a:pt x="105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5" name="Freeform 10">
              <a:extLst>
                <a:ext uri="{FF2B5EF4-FFF2-40B4-BE49-F238E27FC236}">
                  <a16:creationId xmlns:a16="http://schemas.microsoft.com/office/drawing/2014/main" id="{C3D4C610-5A9A-3BF6-F78F-DB52B510B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226" y="4775201"/>
              <a:ext cx="1274763" cy="733425"/>
            </a:xfrm>
            <a:custGeom>
              <a:avLst/>
              <a:gdLst>
                <a:gd name="T0" fmla="*/ 28 w 1229"/>
                <a:gd name="T1" fmla="*/ 8 h 706"/>
                <a:gd name="T2" fmla="*/ 139 w 1229"/>
                <a:gd name="T3" fmla="*/ 371 h 706"/>
                <a:gd name="T4" fmla="*/ 420 w 1229"/>
                <a:gd name="T5" fmla="*/ 595 h 706"/>
                <a:gd name="T6" fmla="*/ 1199 w 1229"/>
                <a:gd name="T7" fmla="*/ 617 h 706"/>
                <a:gd name="T8" fmla="*/ 1186 w 1229"/>
                <a:gd name="T9" fmla="*/ 571 h 706"/>
                <a:gd name="T10" fmla="*/ 469 w 1229"/>
                <a:gd name="T11" fmla="*/ 549 h 706"/>
                <a:gd name="T12" fmla="*/ 191 w 1229"/>
                <a:gd name="T13" fmla="*/ 341 h 706"/>
                <a:gd name="T14" fmla="*/ 105 w 1229"/>
                <a:gd name="T15" fmla="*/ 187 h 706"/>
                <a:gd name="T16" fmla="*/ 43 w 1229"/>
                <a:gd name="T17" fmla="*/ 7 h 706"/>
                <a:gd name="T18" fmla="*/ 28 w 1229"/>
                <a:gd name="T19" fmla="*/ 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9" h="706">
                  <a:moveTo>
                    <a:pt x="28" y="8"/>
                  </a:moveTo>
                  <a:cubicBezTo>
                    <a:pt x="0" y="129"/>
                    <a:pt x="72" y="275"/>
                    <a:pt x="139" y="371"/>
                  </a:cubicBezTo>
                  <a:cubicBezTo>
                    <a:pt x="210" y="470"/>
                    <a:pt x="310" y="545"/>
                    <a:pt x="420" y="595"/>
                  </a:cubicBezTo>
                  <a:cubicBezTo>
                    <a:pt x="664" y="706"/>
                    <a:pt x="948" y="698"/>
                    <a:pt x="1199" y="617"/>
                  </a:cubicBezTo>
                  <a:cubicBezTo>
                    <a:pt x="1229" y="608"/>
                    <a:pt x="1217" y="563"/>
                    <a:pt x="1186" y="571"/>
                  </a:cubicBezTo>
                  <a:cubicBezTo>
                    <a:pt x="954" y="630"/>
                    <a:pt x="695" y="637"/>
                    <a:pt x="469" y="549"/>
                  </a:cubicBezTo>
                  <a:cubicBezTo>
                    <a:pt x="360" y="506"/>
                    <a:pt x="262" y="433"/>
                    <a:pt x="191" y="341"/>
                  </a:cubicBezTo>
                  <a:cubicBezTo>
                    <a:pt x="155" y="294"/>
                    <a:pt x="127" y="241"/>
                    <a:pt x="105" y="187"/>
                  </a:cubicBezTo>
                  <a:cubicBezTo>
                    <a:pt x="81" y="128"/>
                    <a:pt x="72" y="63"/>
                    <a:pt x="43" y="7"/>
                  </a:cubicBezTo>
                  <a:cubicBezTo>
                    <a:pt x="40" y="0"/>
                    <a:pt x="30" y="2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6" name="Freeform 11">
              <a:extLst>
                <a:ext uri="{FF2B5EF4-FFF2-40B4-BE49-F238E27FC236}">
                  <a16:creationId xmlns:a16="http://schemas.microsoft.com/office/drawing/2014/main" id="{F58E6ED2-FCA7-1DE7-2991-8DB795558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1" y="5040313"/>
              <a:ext cx="1285875" cy="706438"/>
            </a:xfrm>
            <a:custGeom>
              <a:avLst/>
              <a:gdLst>
                <a:gd name="T0" fmla="*/ 9 w 1238"/>
                <a:gd name="T1" fmla="*/ 343 h 681"/>
                <a:gd name="T2" fmla="*/ 575 w 1238"/>
                <a:gd name="T3" fmla="*/ 605 h 681"/>
                <a:gd name="T4" fmla="*/ 1222 w 1238"/>
                <a:gd name="T5" fmla="*/ 529 h 681"/>
                <a:gd name="T6" fmla="*/ 1222 w 1238"/>
                <a:gd name="T7" fmla="*/ 485 h 681"/>
                <a:gd name="T8" fmla="*/ 968 w 1238"/>
                <a:gd name="T9" fmla="*/ 314 h 681"/>
                <a:gd name="T10" fmla="*/ 825 w 1238"/>
                <a:gd name="T11" fmla="*/ 32 h 681"/>
                <a:gd name="T12" fmla="*/ 776 w 1238"/>
                <a:gd name="T13" fmla="*/ 46 h 681"/>
                <a:gd name="T14" fmla="*/ 921 w 1238"/>
                <a:gd name="T15" fmla="*/ 340 h 681"/>
                <a:gd name="T16" fmla="*/ 1196 w 1238"/>
                <a:gd name="T17" fmla="*/ 529 h 681"/>
                <a:gd name="T18" fmla="*/ 1196 w 1238"/>
                <a:gd name="T19" fmla="*/ 485 h 681"/>
                <a:gd name="T20" fmla="*/ 23 w 1238"/>
                <a:gd name="T21" fmla="*/ 324 h 681"/>
                <a:gd name="T22" fmla="*/ 9 w 1238"/>
                <a:gd name="T23" fmla="*/ 34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8" h="681">
                  <a:moveTo>
                    <a:pt x="9" y="343"/>
                  </a:moveTo>
                  <a:cubicBezTo>
                    <a:pt x="152" y="493"/>
                    <a:pt x="376" y="569"/>
                    <a:pt x="575" y="605"/>
                  </a:cubicBezTo>
                  <a:cubicBezTo>
                    <a:pt x="792" y="644"/>
                    <a:pt x="1024" y="631"/>
                    <a:pt x="1222" y="529"/>
                  </a:cubicBezTo>
                  <a:cubicBezTo>
                    <a:pt x="1238" y="520"/>
                    <a:pt x="1238" y="494"/>
                    <a:pt x="1222" y="485"/>
                  </a:cubicBezTo>
                  <a:cubicBezTo>
                    <a:pt x="1131" y="437"/>
                    <a:pt x="1041" y="387"/>
                    <a:pt x="968" y="314"/>
                  </a:cubicBezTo>
                  <a:cubicBezTo>
                    <a:pt x="889" y="238"/>
                    <a:pt x="847" y="138"/>
                    <a:pt x="825" y="32"/>
                  </a:cubicBezTo>
                  <a:cubicBezTo>
                    <a:pt x="819" y="0"/>
                    <a:pt x="770" y="14"/>
                    <a:pt x="776" y="46"/>
                  </a:cubicBezTo>
                  <a:cubicBezTo>
                    <a:pt x="799" y="157"/>
                    <a:pt x="844" y="256"/>
                    <a:pt x="921" y="340"/>
                  </a:cubicBezTo>
                  <a:cubicBezTo>
                    <a:pt x="997" y="422"/>
                    <a:pt x="1098" y="479"/>
                    <a:pt x="1196" y="529"/>
                  </a:cubicBezTo>
                  <a:cubicBezTo>
                    <a:pt x="1196" y="514"/>
                    <a:pt x="1196" y="500"/>
                    <a:pt x="1196" y="485"/>
                  </a:cubicBezTo>
                  <a:cubicBezTo>
                    <a:pt x="821" y="681"/>
                    <a:pt x="352" y="551"/>
                    <a:pt x="23" y="324"/>
                  </a:cubicBezTo>
                  <a:cubicBezTo>
                    <a:pt x="12" y="316"/>
                    <a:pt x="0" y="333"/>
                    <a:pt x="9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DB73B698-4A57-C806-A34B-C46D2F21FE91}"/>
                </a:ext>
              </a:extLst>
            </p:cNvPr>
            <p:cNvGrpSpPr/>
            <p:nvPr/>
          </p:nvGrpSpPr>
          <p:grpSpPr>
            <a:xfrm>
              <a:off x="3517901" y="1225551"/>
              <a:ext cx="5260975" cy="4090987"/>
              <a:chOff x="3517901" y="1225551"/>
              <a:chExt cx="5260975" cy="4090987"/>
            </a:xfrm>
            <a:grpFill/>
          </p:grpSpPr>
          <p:sp>
            <p:nvSpPr>
              <p:cNvPr id="78" name="Freeform 12">
                <a:extLst>
                  <a:ext uri="{FF2B5EF4-FFF2-40B4-BE49-F238E27FC236}">
                    <a16:creationId xmlns:a16="http://schemas.microsoft.com/office/drawing/2014/main" id="{2EC0ED18-C4B1-B077-02E8-52D9602FD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5738" y="2135188"/>
                <a:ext cx="109538" cy="38100"/>
              </a:xfrm>
              <a:custGeom>
                <a:avLst/>
                <a:gdLst>
                  <a:gd name="T0" fmla="*/ 6 w 106"/>
                  <a:gd name="T1" fmla="*/ 35 h 37"/>
                  <a:gd name="T2" fmla="*/ 45 w 106"/>
                  <a:gd name="T3" fmla="*/ 33 h 37"/>
                  <a:gd name="T4" fmla="*/ 97 w 106"/>
                  <a:gd name="T5" fmla="*/ 22 h 37"/>
                  <a:gd name="T6" fmla="*/ 97 w 106"/>
                  <a:gd name="T7" fmla="*/ 6 h 37"/>
                  <a:gd name="T8" fmla="*/ 52 w 106"/>
                  <a:gd name="T9" fmla="*/ 6 h 37"/>
                  <a:gd name="T10" fmla="*/ 4 w 106"/>
                  <a:gd name="T11" fmla="*/ 24 h 37"/>
                  <a:gd name="T12" fmla="*/ 6 w 106"/>
                  <a:gd name="T13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37">
                    <a:moveTo>
                      <a:pt x="6" y="35"/>
                    </a:moveTo>
                    <a:cubicBezTo>
                      <a:pt x="20" y="37"/>
                      <a:pt x="32" y="35"/>
                      <a:pt x="45" y="33"/>
                    </a:cubicBezTo>
                    <a:cubicBezTo>
                      <a:pt x="63" y="30"/>
                      <a:pt x="80" y="29"/>
                      <a:pt x="97" y="22"/>
                    </a:cubicBezTo>
                    <a:cubicBezTo>
                      <a:pt x="105" y="19"/>
                      <a:pt x="106" y="9"/>
                      <a:pt x="97" y="6"/>
                    </a:cubicBezTo>
                    <a:cubicBezTo>
                      <a:pt x="81" y="0"/>
                      <a:pt x="68" y="2"/>
                      <a:pt x="52" y="6"/>
                    </a:cubicBezTo>
                    <a:cubicBezTo>
                      <a:pt x="34" y="9"/>
                      <a:pt x="17" y="13"/>
                      <a:pt x="4" y="24"/>
                    </a:cubicBezTo>
                    <a:cubicBezTo>
                      <a:pt x="0" y="27"/>
                      <a:pt x="2" y="34"/>
                      <a:pt x="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9" name="Freeform 13">
                <a:extLst>
                  <a:ext uri="{FF2B5EF4-FFF2-40B4-BE49-F238E27FC236}">
                    <a16:creationId xmlns:a16="http://schemas.microsoft.com/office/drawing/2014/main" id="{1793F957-71D6-9EFB-1DEF-21F1B4F7B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8463" y="2144713"/>
                <a:ext cx="92075" cy="34925"/>
              </a:xfrm>
              <a:custGeom>
                <a:avLst/>
                <a:gdLst>
                  <a:gd name="T0" fmla="*/ 4 w 89"/>
                  <a:gd name="T1" fmla="*/ 9 h 35"/>
                  <a:gd name="T2" fmla="*/ 79 w 89"/>
                  <a:gd name="T3" fmla="*/ 34 h 35"/>
                  <a:gd name="T4" fmla="*/ 83 w 89"/>
                  <a:gd name="T5" fmla="*/ 20 h 35"/>
                  <a:gd name="T6" fmla="*/ 7 w 89"/>
                  <a:gd name="T7" fmla="*/ 0 h 35"/>
                  <a:gd name="T8" fmla="*/ 4 w 89"/>
                  <a:gd name="T9" fmla="*/ 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35">
                    <a:moveTo>
                      <a:pt x="4" y="9"/>
                    </a:moveTo>
                    <a:cubicBezTo>
                      <a:pt x="28" y="23"/>
                      <a:pt x="52" y="31"/>
                      <a:pt x="79" y="34"/>
                    </a:cubicBezTo>
                    <a:cubicBezTo>
                      <a:pt x="87" y="35"/>
                      <a:pt x="89" y="24"/>
                      <a:pt x="83" y="20"/>
                    </a:cubicBezTo>
                    <a:cubicBezTo>
                      <a:pt x="59" y="6"/>
                      <a:pt x="34" y="3"/>
                      <a:pt x="7" y="0"/>
                    </a:cubicBezTo>
                    <a:cubicBezTo>
                      <a:pt x="2" y="0"/>
                      <a:pt x="0" y="7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0" name="Freeform 14">
                <a:extLst>
                  <a:ext uri="{FF2B5EF4-FFF2-40B4-BE49-F238E27FC236}">
                    <a16:creationId xmlns:a16="http://schemas.microsoft.com/office/drawing/2014/main" id="{4154FE1D-57D1-4EA3-1969-052A08FE2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3" y="2225676"/>
                <a:ext cx="107950" cy="61913"/>
              </a:xfrm>
              <a:custGeom>
                <a:avLst/>
                <a:gdLst>
                  <a:gd name="T0" fmla="*/ 6 w 105"/>
                  <a:gd name="T1" fmla="*/ 10 h 59"/>
                  <a:gd name="T2" fmla="*/ 91 w 105"/>
                  <a:gd name="T3" fmla="*/ 55 h 59"/>
                  <a:gd name="T4" fmla="*/ 99 w 105"/>
                  <a:gd name="T5" fmla="*/ 44 h 59"/>
                  <a:gd name="T6" fmla="*/ 9 w 105"/>
                  <a:gd name="T7" fmla="*/ 1 h 59"/>
                  <a:gd name="T8" fmla="*/ 6 w 105"/>
                  <a:gd name="T9" fmla="*/ 1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59">
                    <a:moveTo>
                      <a:pt x="6" y="10"/>
                    </a:moveTo>
                    <a:cubicBezTo>
                      <a:pt x="35" y="21"/>
                      <a:pt x="64" y="39"/>
                      <a:pt x="91" y="55"/>
                    </a:cubicBezTo>
                    <a:cubicBezTo>
                      <a:pt x="97" y="59"/>
                      <a:pt x="105" y="49"/>
                      <a:pt x="99" y="44"/>
                    </a:cubicBezTo>
                    <a:cubicBezTo>
                      <a:pt x="72" y="20"/>
                      <a:pt x="44" y="7"/>
                      <a:pt x="9" y="1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1" name="Freeform 15">
                <a:extLst>
                  <a:ext uri="{FF2B5EF4-FFF2-40B4-BE49-F238E27FC236}">
                    <a16:creationId xmlns:a16="http://schemas.microsoft.com/office/drawing/2014/main" id="{D6BE7159-D612-5EE3-DE06-1DE13B7B27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1688" y="2389188"/>
                <a:ext cx="77788" cy="84138"/>
              </a:xfrm>
              <a:custGeom>
                <a:avLst/>
                <a:gdLst>
                  <a:gd name="T0" fmla="*/ 1 w 75"/>
                  <a:gd name="T1" fmla="*/ 1 h 81"/>
                  <a:gd name="T2" fmla="*/ 14 w 75"/>
                  <a:gd name="T3" fmla="*/ 20 h 81"/>
                  <a:gd name="T4" fmla="*/ 31 w 75"/>
                  <a:gd name="T5" fmla="*/ 42 h 81"/>
                  <a:gd name="T6" fmla="*/ 62 w 75"/>
                  <a:gd name="T7" fmla="*/ 77 h 81"/>
                  <a:gd name="T8" fmla="*/ 72 w 75"/>
                  <a:gd name="T9" fmla="*/ 71 h 81"/>
                  <a:gd name="T10" fmla="*/ 45 w 75"/>
                  <a:gd name="T11" fmla="*/ 35 h 81"/>
                  <a:gd name="T12" fmla="*/ 24 w 75"/>
                  <a:gd name="T13" fmla="*/ 16 h 81"/>
                  <a:gd name="T14" fmla="*/ 2 w 75"/>
                  <a:gd name="T15" fmla="*/ 0 h 81"/>
                  <a:gd name="T16" fmla="*/ 1 w 75"/>
                  <a:gd name="T1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1" y="1"/>
                    </a:moveTo>
                    <a:cubicBezTo>
                      <a:pt x="6" y="6"/>
                      <a:pt x="9" y="14"/>
                      <a:pt x="14" y="20"/>
                    </a:cubicBezTo>
                    <a:cubicBezTo>
                      <a:pt x="19" y="27"/>
                      <a:pt x="25" y="35"/>
                      <a:pt x="31" y="42"/>
                    </a:cubicBezTo>
                    <a:cubicBezTo>
                      <a:pt x="41" y="54"/>
                      <a:pt x="51" y="66"/>
                      <a:pt x="62" y="77"/>
                    </a:cubicBezTo>
                    <a:cubicBezTo>
                      <a:pt x="66" y="81"/>
                      <a:pt x="75" y="77"/>
                      <a:pt x="72" y="71"/>
                    </a:cubicBezTo>
                    <a:cubicBezTo>
                      <a:pt x="66" y="57"/>
                      <a:pt x="57" y="46"/>
                      <a:pt x="45" y="35"/>
                    </a:cubicBezTo>
                    <a:cubicBezTo>
                      <a:pt x="38" y="28"/>
                      <a:pt x="31" y="22"/>
                      <a:pt x="24" y="16"/>
                    </a:cubicBezTo>
                    <a:cubicBezTo>
                      <a:pt x="17" y="10"/>
                      <a:pt x="8" y="6"/>
                      <a:pt x="2" y="0"/>
                    </a:cubicBezTo>
                    <a:cubicBezTo>
                      <a:pt x="1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2" name="Freeform 16">
                <a:extLst>
                  <a:ext uri="{FF2B5EF4-FFF2-40B4-BE49-F238E27FC236}">
                    <a16:creationId xmlns:a16="http://schemas.microsoft.com/office/drawing/2014/main" id="{66035C35-E422-2B32-2022-3AC6B135F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2501" y="2570163"/>
                <a:ext cx="60325" cy="90488"/>
              </a:xfrm>
              <a:custGeom>
                <a:avLst/>
                <a:gdLst>
                  <a:gd name="T0" fmla="*/ 3 w 57"/>
                  <a:gd name="T1" fmla="*/ 10 h 88"/>
                  <a:gd name="T2" fmla="*/ 47 w 57"/>
                  <a:gd name="T3" fmla="*/ 83 h 88"/>
                  <a:gd name="T4" fmla="*/ 55 w 57"/>
                  <a:gd name="T5" fmla="*/ 77 h 88"/>
                  <a:gd name="T6" fmla="*/ 11 w 57"/>
                  <a:gd name="T7" fmla="*/ 5 h 88"/>
                  <a:gd name="T8" fmla="*/ 3 w 57"/>
                  <a:gd name="T9" fmla="*/ 1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88">
                    <a:moveTo>
                      <a:pt x="3" y="10"/>
                    </a:moveTo>
                    <a:cubicBezTo>
                      <a:pt x="17" y="35"/>
                      <a:pt x="27" y="63"/>
                      <a:pt x="47" y="83"/>
                    </a:cubicBezTo>
                    <a:cubicBezTo>
                      <a:pt x="51" y="88"/>
                      <a:pt x="57" y="82"/>
                      <a:pt x="55" y="77"/>
                    </a:cubicBezTo>
                    <a:cubicBezTo>
                      <a:pt x="44" y="51"/>
                      <a:pt x="28" y="27"/>
                      <a:pt x="11" y="5"/>
                    </a:cubicBezTo>
                    <a:cubicBezTo>
                      <a:pt x="8" y="0"/>
                      <a:pt x="0" y="4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3" name="Freeform 17">
                <a:extLst>
                  <a:ext uri="{FF2B5EF4-FFF2-40B4-BE49-F238E27FC236}">
                    <a16:creationId xmlns:a16="http://schemas.microsoft.com/office/drawing/2014/main" id="{04AD142E-7905-D65F-37A8-B74CB937C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4576" y="2767013"/>
                <a:ext cx="42863" cy="88900"/>
              </a:xfrm>
              <a:custGeom>
                <a:avLst/>
                <a:gdLst>
                  <a:gd name="T0" fmla="*/ 3 w 41"/>
                  <a:gd name="T1" fmla="*/ 7 h 86"/>
                  <a:gd name="T2" fmla="*/ 30 w 41"/>
                  <a:gd name="T3" fmla="*/ 79 h 86"/>
                  <a:gd name="T4" fmla="*/ 40 w 41"/>
                  <a:gd name="T5" fmla="*/ 76 h 86"/>
                  <a:gd name="T6" fmla="*/ 9 w 41"/>
                  <a:gd name="T7" fmla="*/ 4 h 86"/>
                  <a:gd name="T8" fmla="*/ 3 w 41"/>
                  <a:gd name="T9" fmla="*/ 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86">
                    <a:moveTo>
                      <a:pt x="3" y="7"/>
                    </a:moveTo>
                    <a:cubicBezTo>
                      <a:pt x="16" y="29"/>
                      <a:pt x="21" y="56"/>
                      <a:pt x="30" y="79"/>
                    </a:cubicBezTo>
                    <a:cubicBezTo>
                      <a:pt x="32" y="86"/>
                      <a:pt x="41" y="83"/>
                      <a:pt x="40" y="76"/>
                    </a:cubicBezTo>
                    <a:cubicBezTo>
                      <a:pt x="36" y="48"/>
                      <a:pt x="25" y="27"/>
                      <a:pt x="9" y="4"/>
                    </a:cubicBezTo>
                    <a:cubicBezTo>
                      <a:pt x="7" y="0"/>
                      <a:pt x="0" y="3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4" name="Freeform 18">
                <a:extLst>
                  <a:ext uri="{FF2B5EF4-FFF2-40B4-BE49-F238E27FC236}">
                    <a16:creationId xmlns:a16="http://schemas.microsoft.com/office/drawing/2014/main" id="{EE7DC3B6-DE75-82A4-99BD-08B200B89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0776" y="2992438"/>
                <a:ext cx="26988" cy="107950"/>
              </a:xfrm>
              <a:custGeom>
                <a:avLst/>
                <a:gdLst>
                  <a:gd name="T0" fmla="*/ 2 w 27"/>
                  <a:gd name="T1" fmla="*/ 7 h 104"/>
                  <a:gd name="T2" fmla="*/ 17 w 27"/>
                  <a:gd name="T3" fmla="*/ 100 h 104"/>
                  <a:gd name="T4" fmla="*/ 23 w 27"/>
                  <a:gd name="T5" fmla="*/ 100 h 104"/>
                  <a:gd name="T6" fmla="*/ 9 w 27"/>
                  <a:gd name="T7" fmla="*/ 4 h 104"/>
                  <a:gd name="T8" fmla="*/ 2 w 27"/>
                  <a:gd name="T9" fmla="*/ 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4">
                    <a:moveTo>
                      <a:pt x="2" y="7"/>
                    </a:moveTo>
                    <a:cubicBezTo>
                      <a:pt x="14" y="36"/>
                      <a:pt x="13" y="68"/>
                      <a:pt x="17" y="100"/>
                    </a:cubicBezTo>
                    <a:cubicBezTo>
                      <a:pt x="17" y="104"/>
                      <a:pt x="23" y="104"/>
                      <a:pt x="23" y="100"/>
                    </a:cubicBezTo>
                    <a:cubicBezTo>
                      <a:pt x="27" y="67"/>
                      <a:pt x="24" y="33"/>
                      <a:pt x="9" y="4"/>
                    </a:cubicBezTo>
                    <a:cubicBezTo>
                      <a:pt x="7" y="0"/>
                      <a:pt x="0" y="3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5" name="Freeform 19">
                <a:extLst>
                  <a:ext uri="{FF2B5EF4-FFF2-40B4-BE49-F238E27FC236}">
                    <a16:creationId xmlns:a16="http://schemas.microsoft.com/office/drawing/2014/main" id="{03C7C406-47E5-C507-C06F-DD40D0B837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3476" y="3206751"/>
                <a:ext cx="25400" cy="80963"/>
              </a:xfrm>
              <a:custGeom>
                <a:avLst/>
                <a:gdLst>
                  <a:gd name="T0" fmla="*/ 13 w 24"/>
                  <a:gd name="T1" fmla="*/ 2 h 78"/>
                  <a:gd name="T2" fmla="*/ 4 w 24"/>
                  <a:gd name="T3" fmla="*/ 32 h 78"/>
                  <a:gd name="T4" fmla="*/ 2 w 24"/>
                  <a:gd name="T5" fmla="*/ 46 h 78"/>
                  <a:gd name="T6" fmla="*/ 0 w 24"/>
                  <a:gd name="T7" fmla="*/ 66 h 78"/>
                  <a:gd name="T8" fmla="*/ 13 w 24"/>
                  <a:gd name="T9" fmla="*/ 71 h 78"/>
                  <a:gd name="T10" fmla="*/ 23 w 24"/>
                  <a:gd name="T11" fmla="*/ 39 h 78"/>
                  <a:gd name="T12" fmla="*/ 15 w 24"/>
                  <a:gd name="T13" fmla="*/ 2 h 78"/>
                  <a:gd name="T14" fmla="*/ 13 w 24"/>
                  <a:gd name="T15" fmla="*/ 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8">
                    <a:moveTo>
                      <a:pt x="13" y="2"/>
                    </a:moveTo>
                    <a:cubicBezTo>
                      <a:pt x="9" y="12"/>
                      <a:pt x="6" y="21"/>
                      <a:pt x="4" y="32"/>
                    </a:cubicBezTo>
                    <a:cubicBezTo>
                      <a:pt x="3" y="37"/>
                      <a:pt x="2" y="41"/>
                      <a:pt x="2" y="46"/>
                    </a:cubicBezTo>
                    <a:cubicBezTo>
                      <a:pt x="1" y="53"/>
                      <a:pt x="1" y="59"/>
                      <a:pt x="0" y="66"/>
                    </a:cubicBezTo>
                    <a:cubicBezTo>
                      <a:pt x="0" y="72"/>
                      <a:pt x="9" y="78"/>
                      <a:pt x="13" y="71"/>
                    </a:cubicBezTo>
                    <a:cubicBezTo>
                      <a:pt x="18" y="60"/>
                      <a:pt x="21" y="52"/>
                      <a:pt x="23" y="39"/>
                    </a:cubicBezTo>
                    <a:cubicBezTo>
                      <a:pt x="24" y="25"/>
                      <a:pt x="20" y="15"/>
                      <a:pt x="15" y="2"/>
                    </a:cubicBezTo>
                    <a:cubicBezTo>
                      <a:pt x="15" y="0"/>
                      <a:pt x="13" y="1"/>
                      <a:pt x="1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6" name="Freeform 20">
                <a:extLst>
                  <a:ext uri="{FF2B5EF4-FFF2-40B4-BE49-F238E27FC236}">
                    <a16:creationId xmlns:a16="http://schemas.microsoft.com/office/drawing/2014/main" id="{16F9485D-A254-C46C-2E18-348791E8B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2513" y="3368676"/>
                <a:ext cx="61913" cy="100013"/>
              </a:xfrm>
              <a:custGeom>
                <a:avLst/>
                <a:gdLst>
                  <a:gd name="T0" fmla="*/ 46 w 61"/>
                  <a:gd name="T1" fmla="*/ 3 h 97"/>
                  <a:gd name="T2" fmla="*/ 6 w 61"/>
                  <a:gd name="T3" fmla="*/ 81 h 97"/>
                  <a:gd name="T4" fmla="*/ 20 w 61"/>
                  <a:gd name="T5" fmla="*/ 91 h 97"/>
                  <a:gd name="T6" fmla="*/ 52 w 61"/>
                  <a:gd name="T7" fmla="*/ 51 h 97"/>
                  <a:gd name="T8" fmla="*/ 53 w 61"/>
                  <a:gd name="T9" fmla="*/ 3 h 97"/>
                  <a:gd name="T10" fmla="*/ 46 w 61"/>
                  <a:gd name="T11" fmla="*/ 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97">
                    <a:moveTo>
                      <a:pt x="46" y="3"/>
                    </a:moveTo>
                    <a:cubicBezTo>
                      <a:pt x="33" y="29"/>
                      <a:pt x="23" y="57"/>
                      <a:pt x="6" y="81"/>
                    </a:cubicBezTo>
                    <a:cubicBezTo>
                      <a:pt x="0" y="89"/>
                      <a:pt x="13" y="97"/>
                      <a:pt x="20" y="91"/>
                    </a:cubicBezTo>
                    <a:cubicBezTo>
                      <a:pt x="34" y="80"/>
                      <a:pt x="45" y="69"/>
                      <a:pt x="52" y="51"/>
                    </a:cubicBezTo>
                    <a:cubicBezTo>
                      <a:pt x="58" y="35"/>
                      <a:pt x="61" y="20"/>
                      <a:pt x="53" y="3"/>
                    </a:cubicBezTo>
                    <a:cubicBezTo>
                      <a:pt x="52" y="0"/>
                      <a:pt x="47" y="1"/>
                      <a:pt x="4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7" name="Freeform 21">
                <a:extLst>
                  <a:ext uri="{FF2B5EF4-FFF2-40B4-BE49-F238E27FC236}">
                    <a16:creationId xmlns:a16="http://schemas.microsoft.com/office/drawing/2014/main" id="{17E482F3-820F-AC10-8321-007AAAD48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3544888"/>
                <a:ext cx="68263" cy="84138"/>
              </a:xfrm>
              <a:custGeom>
                <a:avLst/>
                <a:gdLst>
                  <a:gd name="T0" fmla="*/ 51 w 66"/>
                  <a:gd name="T1" fmla="*/ 4 h 81"/>
                  <a:gd name="T2" fmla="*/ 24 w 66"/>
                  <a:gd name="T3" fmla="*/ 33 h 81"/>
                  <a:gd name="T4" fmla="*/ 14 w 66"/>
                  <a:gd name="T5" fmla="*/ 46 h 81"/>
                  <a:gd name="T6" fmla="*/ 5 w 66"/>
                  <a:gd name="T7" fmla="*/ 62 h 81"/>
                  <a:gd name="T8" fmla="*/ 18 w 66"/>
                  <a:gd name="T9" fmla="*/ 75 h 81"/>
                  <a:gd name="T10" fmla="*/ 32 w 66"/>
                  <a:gd name="T11" fmla="*/ 65 h 81"/>
                  <a:gd name="T12" fmla="*/ 45 w 66"/>
                  <a:gd name="T13" fmla="*/ 49 h 81"/>
                  <a:gd name="T14" fmla="*/ 63 w 66"/>
                  <a:gd name="T15" fmla="*/ 11 h 81"/>
                  <a:gd name="T16" fmla="*/ 51 w 66"/>
                  <a:gd name="T17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81">
                    <a:moveTo>
                      <a:pt x="51" y="4"/>
                    </a:moveTo>
                    <a:cubicBezTo>
                      <a:pt x="41" y="13"/>
                      <a:pt x="32" y="22"/>
                      <a:pt x="24" y="33"/>
                    </a:cubicBezTo>
                    <a:cubicBezTo>
                      <a:pt x="21" y="37"/>
                      <a:pt x="17" y="41"/>
                      <a:pt x="14" y="46"/>
                    </a:cubicBezTo>
                    <a:cubicBezTo>
                      <a:pt x="10" y="51"/>
                      <a:pt x="9" y="57"/>
                      <a:pt x="5" y="62"/>
                    </a:cubicBezTo>
                    <a:cubicBezTo>
                      <a:pt x="0" y="70"/>
                      <a:pt x="10" y="81"/>
                      <a:pt x="18" y="75"/>
                    </a:cubicBezTo>
                    <a:cubicBezTo>
                      <a:pt x="22" y="72"/>
                      <a:pt x="29" y="69"/>
                      <a:pt x="32" y="65"/>
                    </a:cubicBezTo>
                    <a:cubicBezTo>
                      <a:pt x="37" y="60"/>
                      <a:pt x="41" y="55"/>
                      <a:pt x="45" y="49"/>
                    </a:cubicBezTo>
                    <a:cubicBezTo>
                      <a:pt x="53" y="37"/>
                      <a:pt x="59" y="25"/>
                      <a:pt x="63" y="11"/>
                    </a:cubicBezTo>
                    <a:cubicBezTo>
                      <a:pt x="66" y="4"/>
                      <a:pt x="56" y="0"/>
                      <a:pt x="5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8" name="Freeform 22">
                <a:extLst>
                  <a:ext uri="{FF2B5EF4-FFF2-40B4-BE49-F238E27FC236}">
                    <a16:creationId xmlns:a16="http://schemas.microsoft.com/office/drawing/2014/main" id="{F72D771D-8701-E3B5-6748-913A9E0EC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4063" y="3732213"/>
                <a:ext cx="80963" cy="65088"/>
              </a:xfrm>
              <a:custGeom>
                <a:avLst/>
                <a:gdLst>
                  <a:gd name="T0" fmla="*/ 66 w 79"/>
                  <a:gd name="T1" fmla="*/ 3 h 62"/>
                  <a:gd name="T2" fmla="*/ 35 w 79"/>
                  <a:gd name="T3" fmla="*/ 23 h 62"/>
                  <a:gd name="T4" fmla="*/ 6 w 79"/>
                  <a:gd name="T5" fmla="*/ 48 h 62"/>
                  <a:gd name="T6" fmla="*/ 14 w 79"/>
                  <a:gd name="T7" fmla="*/ 58 h 62"/>
                  <a:gd name="T8" fmla="*/ 45 w 79"/>
                  <a:gd name="T9" fmla="*/ 38 h 62"/>
                  <a:gd name="T10" fmla="*/ 73 w 79"/>
                  <a:gd name="T11" fmla="*/ 13 h 62"/>
                  <a:gd name="T12" fmla="*/ 66 w 79"/>
                  <a:gd name="T13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62">
                    <a:moveTo>
                      <a:pt x="66" y="3"/>
                    </a:moveTo>
                    <a:cubicBezTo>
                      <a:pt x="55" y="9"/>
                      <a:pt x="45" y="15"/>
                      <a:pt x="35" y="23"/>
                    </a:cubicBezTo>
                    <a:cubicBezTo>
                      <a:pt x="25" y="31"/>
                      <a:pt x="16" y="39"/>
                      <a:pt x="6" y="48"/>
                    </a:cubicBezTo>
                    <a:cubicBezTo>
                      <a:pt x="0" y="53"/>
                      <a:pt x="8" y="62"/>
                      <a:pt x="14" y="58"/>
                    </a:cubicBezTo>
                    <a:cubicBezTo>
                      <a:pt x="25" y="52"/>
                      <a:pt x="35" y="46"/>
                      <a:pt x="45" y="38"/>
                    </a:cubicBezTo>
                    <a:cubicBezTo>
                      <a:pt x="55" y="30"/>
                      <a:pt x="64" y="21"/>
                      <a:pt x="73" y="13"/>
                    </a:cubicBezTo>
                    <a:cubicBezTo>
                      <a:pt x="79" y="9"/>
                      <a:pt x="72" y="0"/>
                      <a:pt x="6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89" name="Freeform 23">
                <a:extLst>
                  <a:ext uri="{FF2B5EF4-FFF2-40B4-BE49-F238E27FC236}">
                    <a16:creationId xmlns:a16="http://schemas.microsoft.com/office/drawing/2014/main" id="{0169CF81-4026-9DA2-C7F8-164E07DD5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3376" y="3932238"/>
                <a:ext cx="93663" cy="30163"/>
              </a:xfrm>
              <a:custGeom>
                <a:avLst/>
                <a:gdLst>
                  <a:gd name="T0" fmla="*/ 82 w 91"/>
                  <a:gd name="T1" fmla="*/ 1 h 30"/>
                  <a:gd name="T2" fmla="*/ 42 w 91"/>
                  <a:gd name="T3" fmla="*/ 5 h 30"/>
                  <a:gd name="T4" fmla="*/ 9 w 91"/>
                  <a:gd name="T5" fmla="*/ 11 h 30"/>
                  <a:gd name="T6" fmla="*/ 9 w 91"/>
                  <a:gd name="T7" fmla="*/ 28 h 30"/>
                  <a:gd name="T8" fmla="*/ 45 w 91"/>
                  <a:gd name="T9" fmla="*/ 27 h 30"/>
                  <a:gd name="T10" fmla="*/ 86 w 91"/>
                  <a:gd name="T11" fmla="*/ 9 h 30"/>
                  <a:gd name="T12" fmla="*/ 82 w 91"/>
                  <a:gd name="T13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30">
                    <a:moveTo>
                      <a:pt x="82" y="1"/>
                    </a:moveTo>
                    <a:cubicBezTo>
                      <a:pt x="69" y="3"/>
                      <a:pt x="55" y="3"/>
                      <a:pt x="42" y="5"/>
                    </a:cubicBezTo>
                    <a:cubicBezTo>
                      <a:pt x="31" y="6"/>
                      <a:pt x="20" y="9"/>
                      <a:pt x="9" y="11"/>
                    </a:cubicBezTo>
                    <a:cubicBezTo>
                      <a:pt x="0" y="13"/>
                      <a:pt x="0" y="27"/>
                      <a:pt x="9" y="28"/>
                    </a:cubicBezTo>
                    <a:cubicBezTo>
                      <a:pt x="22" y="30"/>
                      <a:pt x="32" y="30"/>
                      <a:pt x="45" y="27"/>
                    </a:cubicBezTo>
                    <a:cubicBezTo>
                      <a:pt x="60" y="23"/>
                      <a:pt x="72" y="15"/>
                      <a:pt x="86" y="9"/>
                    </a:cubicBezTo>
                    <a:cubicBezTo>
                      <a:pt x="91" y="7"/>
                      <a:pt x="87" y="0"/>
                      <a:pt x="8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0" name="Freeform 24">
                <a:extLst>
                  <a:ext uri="{FF2B5EF4-FFF2-40B4-BE49-F238E27FC236}">
                    <a16:creationId xmlns:a16="http://schemas.microsoft.com/office/drawing/2014/main" id="{420E8EE2-A653-4B2B-72B2-047A7F355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1476" y="3992563"/>
                <a:ext cx="65088" cy="77788"/>
              </a:xfrm>
              <a:custGeom>
                <a:avLst/>
                <a:gdLst>
                  <a:gd name="T0" fmla="*/ 2 w 63"/>
                  <a:gd name="T1" fmla="*/ 6 h 74"/>
                  <a:gd name="T2" fmla="*/ 12 w 63"/>
                  <a:gd name="T3" fmla="*/ 18 h 74"/>
                  <a:gd name="T4" fmla="*/ 24 w 63"/>
                  <a:gd name="T5" fmla="*/ 34 h 74"/>
                  <a:gd name="T6" fmla="*/ 36 w 63"/>
                  <a:gd name="T7" fmla="*/ 51 h 74"/>
                  <a:gd name="T8" fmla="*/ 47 w 63"/>
                  <a:gd name="T9" fmla="*/ 66 h 74"/>
                  <a:gd name="T10" fmla="*/ 61 w 63"/>
                  <a:gd name="T11" fmla="*/ 60 h 74"/>
                  <a:gd name="T12" fmla="*/ 37 w 63"/>
                  <a:gd name="T13" fmla="*/ 16 h 74"/>
                  <a:gd name="T14" fmla="*/ 18 w 63"/>
                  <a:gd name="T15" fmla="*/ 3 h 74"/>
                  <a:gd name="T16" fmla="*/ 3 w 63"/>
                  <a:gd name="T17" fmla="*/ 2 h 74"/>
                  <a:gd name="T18" fmla="*/ 2 w 63"/>
                  <a:gd name="T19" fmla="*/ 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3" h="74">
                    <a:moveTo>
                      <a:pt x="2" y="6"/>
                    </a:moveTo>
                    <a:cubicBezTo>
                      <a:pt x="6" y="7"/>
                      <a:pt x="10" y="15"/>
                      <a:pt x="12" y="18"/>
                    </a:cubicBezTo>
                    <a:cubicBezTo>
                      <a:pt x="15" y="24"/>
                      <a:pt x="20" y="29"/>
                      <a:pt x="24" y="34"/>
                    </a:cubicBezTo>
                    <a:cubicBezTo>
                      <a:pt x="29" y="39"/>
                      <a:pt x="32" y="45"/>
                      <a:pt x="36" y="51"/>
                    </a:cubicBezTo>
                    <a:cubicBezTo>
                      <a:pt x="39" y="56"/>
                      <a:pt x="44" y="60"/>
                      <a:pt x="47" y="66"/>
                    </a:cubicBezTo>
                    <a:cubicBezTo>
                      <a:pt x="51" y="74"/>
                      <a:pt x="63" y="68"/>
                      <a:pt x="61" y="60"/>
                    </a:cubicBezTo>
                    <a:cubicBezTo>
                      <a:pt x="57" y="43"/>
                      <a:pt x="50" y="29"/>
                      <a:pt x="37" y="16"/>
                    </a:cubicBezTo>
                    <a:cubicBezTo>
                      <a:pt x="32" y="10"/>
                      <a:pt x="26" y="6"/>
                      <a:pt x="18" y="3"/>
                    </a:cubicBezTo>
                    <a:cubicBezTo>
                      <a:pt x="13" y="0"/>
                      <a:pt x="8" y="1"/>
                      <a:pt x="3" y="2"/>
                    </a:cubicBezTo>
                    <a:cubicBezTo>
                      <a:pt x="0" y="2"/>
                      <a:pt x="0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1" name="Freeform 25">
                <a:extLst>
                  <a:ext uri="{FF2B5EF4-FFF2-40B4-BE49-F238E27FC236}">
                    <a16:creationId xmlns:a16="http://schemas.microsoft.com/office/drawing/2014/main" id="{2D1FEE19-2A72-A02F-F501-5A9B4ACC9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5138" y="4160838"/>
                <a:ext cx="26988" cy="95250"/>
              </a:xfrm>
              <a:custGeom>
                <a:avLst/>
                <a:gdLst>
                  <a:gd name="T0" fmla="*/ 0 w 26"/>
                  <a:gd name="T1" fmla="*/ 8 h 91"/>
                  <a:gd name="T2" fmla="*/ 6 w 26"/>
                  <a:gd name="T3" fmla="*/ 83 h 91"/>
                  <a:gd name="T4" fmla="*/ 22 w 26"/>
                  <a:gd name="T5" fmla="*/ 83 h 91"/>
                  <a:gd name="T6" fmla="*/ 13 w 26"/>
                  <a:gd name="T7" fmla="*/ 5 h 91"/>
                  <a:gd name="T8" fmla="*/ 0 w 26"/>
                  <a:gd name="T9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91">
                    <a:moveTo>
                      <a:pt x="0" y="8"/>
                    </a:moveTo>
                    <a:cubicBezTo>
                      <a:pt x="1" y="33"/>
                      <a:pt x="2" y="59"/>
                      <a:pt x="6" y="83"/>
                    </a:cubicBezTo>
                    <a:cubicBezTo>
                      <a:pt x="8" y="91"/>
                      <a:pt x="20" y="91"/>
                      <a:pt x="22" y="83"/>
                    </a:cubicBezTo>
                    <a:cubicBezTo>
                      <a:pt x="26" y="58"/>
                      <a:pt x="26" y="27"/>
                      <a:pt x="13" y="5"/>
                    </a:cubicBezTo>
                    <a:cubicBezTo>
                      <a:pt x="9" y="0"/>
                      <a:pt x="0" y="2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2" name="Freeform 26">
                <a:extLst>
                  <a:ext uri="{FF2B5EF4-FFF2-40B4-BE49-F238E27FC236}">
                    <a16:creationId xmlns:a16="http://schemas.microsoft.com/office/drawing/2014/main" id="{21E5B929-0E05-8A9C-FCEB-9859ED76C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4338" y="4348163"/>
                <a:ext cx="44450" cy="106363"/>
              </a:xfrm>
              <a:custGeom>
                <a:avLst/>
                <a:gdLst>
                  <a:gd name="T0" fmla="*/ 8 w 43"/>
                  <a:gd name="T1" fmla="*/ 99 h 102"/>
                  <a:gd name="T2" fmla="*/ 32 w 43"/>
                  <a:gd name="T3" fmla="*/ 61 h 102"/>
                  <a:gd name="T4" fmla="*/ 42 w 43"/>
                  <a:gd name="T5" fmla="*/ 9 h 102"/>
                  <a:gd name="T6" fmla="*/ 27 w 43"/>
                  <a:gd name="T7" fmla="*/ 7 h 102"/>
                  <a:gd name="T8" fmla="*/ 13 w 43"/>
                  <a:gd name="T9" fmla="*/ 50 h 102"/>
                  <a:gd name="T10" fmla="*/ 1 w 43"/>
                  <a:gd name="T11" fmla="*/ 95 h 102"/>
                  <a:gd name="T12" fmla="*/ 8 w 43"/>
                  <a:gd name="T13" fmla="*/ 9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102">
                    <a:moveTo>
                      <a:pt x="8" y="99"/>
                    </a:moveTo>
                    <a:cubicBezTo>
                      <a:pt x="19" y="87"/>
                      <a:pt x="26" y="76"/>
                      <a:pt x="32" y="61"/>
                    </a:cubicBezTo>
                    <a:cubicBezTo>
                      <a:pt x="38" y="44"/>
                      <a:pt x="40" y="27"/>
                      <a:pt x="42" y="9"/>
                    </a:cubicBezTo>
                    <a:cubicBezTo>
                      <a:pt x="43" y="0"/>
                      <a:pt x="30" y="0"/>
                      <a:pt x="27" y="7"/>
                    </a:cubicBezTo>
                    <a:cubicBezTo>
                      <a:pt x="21" y="22"/>
                      <a:pt x="16" y="35"/>
                      <a:pt x="13" y="50"/>
                    </a:cubicBezTo>
                    <a:cubicBezTo>
                      <a:pt x="9" y="64"/>
                      <a:pt x="7" y="81"/>
                      <a:pt x="1" y="95"/>
                    </a:cubicBezTo>
                    <a:cubicBezTo>
                      <a:pt x="0" y="99"/>
                      <a:pt x="6" y="102"/>
                      <a:pt x="8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3" name="Freeform 27">
                <a:extLst>
                  <a:ext uri="{FF2B5EF4-FFF2-40B4-BE49-F238E27FC236}">
                    <a16:creationId xmlns:a16="http://schemas.microsoft.com/office/drawing/2014/main" id="{87B34886-6C37-E555-B42F-667E868EA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3526" y="4581526"/>
                <a:ext cx="80963" cy="74613"/>
              </a:xfrm>
              <a:custGeom>
                <a:avLst/>
                <a:gdLst>
                  <a:gd name="T0" fmla="*/ 7 w 78"/>
                  <a:gd name="T1" fmla="*/ 69 h 72"/>
                  <a:gd name="T2" fmla="*/ 45 w 78"/>
                  <a:gd name="T3" fmla="*/ 47 h 72"/>
                  <a:gd name="T4" fmla="*/ 75 w 78"/>
                  <a:gd name="T5" fmla="*/ 11 h 72"/>
                  <a:gd name="T6" fmla="*/ 67 w 78"/>
                  <a:gd name="T7" fmla="*/ 5 h 72"/>
                  <a:gd name="T8" fmla="*/ 37 w 78"/>
                  <a:gd name="T9" fmla="*/ 33 h 72"/>
                  <a:gd name="T10" fmla="*/ 4 w 78"/>
                  <a:gd name="T11" fmla="*/ 63 h 72"/>
                  <a:gd name="T12" fmla="*/ 7 w 78"/>
                  <a:gd name="T13" fmla="*/ 6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72">
                    <a:moveTo>
                      <a:pt x="7" y="69"/>
                    </a:moveTo>
                    <a:cubicBezTo>
                      <a:pt x="20" y="62"/>
                      <a:pt x="33" y="56"/>
                      <a:pt x="45" y="47"/>
                    </a:cubicBezTo>
                    <a:cubicBezTo>
                      <a:pt x="57" y="37"/>
                      <a:pt x="68" y="26"/>
                      <a:pt x="75" y="11"/>
                    </a:cubicBezTo>
                    <a:cubicBezTo>
                      <a:pt x="78" y="6"/>
                      <a:pt x="71" y="0"/>
                      <a:pt x="67" y="5"/>
                    </a:cubicBezTo>
                    <a:cubicBezTo>
                      <a:pt x="57" y="15"/>
                      <a:pt x="47" y="24"/>
                      <a:pt x="37" y="33"/>
                    </a:cubicBezTo>
                    <a:cubicBezTo>
                      <a:pt x="26" y="43"/>
                      <a:pt x="15" y="55"/>
                      <a:pt x="4" y="63"/>
                    </a:cubicBezTo>
                    <a:cubicBezTo>
                      <a:pt x="0" y="66"/>
                      <a:pt x="3" y="72"/>
                      <a:pt x="7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4" name="Freeform 28">
                <a:extLst>
                  <a:ext uri="{FF2B5EF4-FFF2-40B4-BE49-F238E27FC236}">
                    <a16:creationId xmlns:a16="http://schemas.microsoft.com/office/drawing/2014/main" id="{78370842-BB3A-FCA9-01F0-58FF678C7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6038" y="4762501"/>
                <a:ext cx="120650" cy="58738"/>
              </a:xfrm>
              <a:custGeom>
                <a:avLst/>
                <a:gdLst>
                  <a:gd name="T0" fmla="*/ 6 w 117"/>
                  <a:gd name="T1" fmla="*/ 56 h 56"/>
                  <a:gd name="T2" fmla="*/ 111 w 117"/>
                  <a:gd name="T3" fmla="*/ 13 h 56"/>
                  <a:gd name="T4" fmla="*/ 105 w 117"/>
                  <a:gd name="T5" fmla="*/ 2 h 56"/>
                  <a:gd name="T6" fmla="*/ 5 w 117"/>
                  <a:gd name="T7" fmla="*/ 48 h 56"/>
                  <a:gd name="T8" fmla="*/ 6 w 117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56">
                    <a:moveTo>
                      <a:pt x="6" y="56"/>
                    </a:moveTo>
                    <a:cubicBezTo>
                      <a:pt x="44" y="51"/>
                      <a:pt x="81" y="37"/>
                      <a:pt x="111" y="13"/>
                    </a:cubicBezTo>
                    <a:cubicBezTo>
                      <a:pt x="117" y="9"/>
                      <a:pt x="111" y="0"/>
                      <a:pt x="105" y="2"/>
                    </a:cubicBezTo>
                    <a:cubicBezTo>
                      <a:pt x="70" y="12"/>
                      <a:pt x="40" y="36"/>
                      <a:pt x="5" y="48"/>
                    </a:cubicBezTo>
                    <a:cubicBezTo>
                      <a:pt x="0" y="49"/>
                      <a:pt x="1" y="56"/>
                      <a:pt x="6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5" name="Freeform 29">
                <a:extLst>
                  <a:ext uri="{FF2B5EF4-FFF2-40B4-BE49-F238E27FC236}">
                    <a16:creationId xmlns:a16="http://schemas.microsoft.com/office/drawing/2014/main" id="{2DABC04C-3A94-9FDD-7E30-D074484360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4263" y="4868863"/>
                <a:ext cx="123825" cy="47625"/>
              </a:xfrm>
              <a:custGeom>
                <a:avLst/>
                <a:gdLst>
                  <a:gd name="T0" fmla="*/ 4 w 120"/>
                  <a:gd name="T1" fmla="*/ 46 h 46"/>
                  <a:gd name="T2" fmla="*/ 117 w 120"/>
                  <a:gd name="T3" fmla="*/ 10 h 46"/>
                  <a:gd name="T4" fmla="*/ 112 w 120"/>
                  <a:gd name="T5" fmla="*/ 2 h 46"/>
                  <a:gd name="T6" fmla="*/ 3 w 120"/>
                  <a:gd name="T7" fmla="*/ 39 h 46"/>
                  <a:gd name="T8" fmla="*/ 4 w 12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46">
                    <a:moveTo>
                      <a:pt x="4" y="46"/>
                    </a:moveTo>
                    <a:cubicBezTo>
                      <a:pt x="43" y="44"/>
                      <a:pt x="86" y="36"/>
                      <a:pt x="117" y="10"/>
                    </a:cubicBezTo>
                    <a:cubicBezTo>
                      <a:pt x="120" y="7"/>
                      <a:pt x="116" y="0"/>
                      <a:pt x="112" y="2"/>
                    </a:cubicBezTo>
                    <a:cubicBezTo>
                      <a:pt x="75" y="14"/>
                      <a:pt x="40" y="27"/>
                      <a:pt x="3" y="39"/>
                    </a:cubicBezTo>
                    <a:cubicBezTo>
                      <a:pt x="0" y="40"/>
                      <a:pt x="0" y="46"/>
                      <a:pt x="4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6" name="Freeform 30">
                <a:extLst>
                  <a:ext uri="{FF2B5EF4-FFF2-40B4-BE49-F238E27FC236}">
                    <a16:creationId xmlns:a16="http://schemas.microsoft.com/office/drawing/2014/main" id="{BD5B1E23-9DA4-0F6D-6016-B675C2CCA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2963" y="4932363"/>
                <a:ext cx="153988" cy="38100"/>
              </a:xfrm>
              <a:custGeom>
                <a:avLst/>
                <a:gdLst>
                  <a:gd name="T0" fmla="*/ 6 w 148"/>
                  <a:gd name="T1" fmla="*/ 36 h 37"/>
                  <a:gd name="T2" fmla="*/ 137 w 148"/>
                  <a:gd name="T3" fmla="*/ 20 h 37"/>
                  <a:gd name="T4" fmla="*/ 133 w 148"/>
                  <a:gd name="T5" fmla="*/ 3 h 37"/>
                  <a:gd name="T6" fmla="*/ 3 w 148"/>
                  <a:gd name="T7" fmla="*/ 31 h 37"/>
                  <a:gd name="T8" fmla="*/ 6 w 148"/>
                  <a:gd name="T9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37">
                    <a:moveTo>
                      <a:pt x="6" y="36"/>
                    </a:moveTo>
                    <a:cubicBezTo>
                      <a:pt x="51" y="28"/>
                      <a:pt x="94" y="36"/>
                      <a:pt x="137" y="20"/>
                    </a:cubicBezTo>
                    <a:cubicBezTo>
                      <a:pt x="148" y="16"/>
                      <a:pt x="144" y="0"/>
                      <a:pt x="133" y="3"/>
                    </a:cubicBezTo>
                    <a:cubicBezTo>
                      <a:pt x="88" y="13"/>
                      <a:pt x="46" y="13"/>
                      <a:pt x="3" y="31"/>
                    </a:cubicBezTo>
                    <a:cubicBezTo>
                      <a:pt x="0" y="32"/>
                      <a:pt x="2" y="37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7" name="Freeform 31">
                <a:extLst>
                  <a:ext uri="{FF2B5EF4-FFF2-40B4-BE49-F238E27FC236}">
                    <a16:creationId xmlns:a16="http://schemas.microsoft.com/office/drawing/2014/main" id="{0D9FB474-2D50-1F79-6A0C-13FB4AD32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763" y="4945063"/>
                <a:ext cx="88900" cy="22225"/>
              </a:xfrm>
              <a:custGeom>
                <a:avLst/>
                <a:gdLst>
                  <a:gd name="T0" fmla="*/ 4 w 86"/>
                  <a:gd name="T1" fmla="*/ 18 h 22"/>
                  <a:gd name="T2" fmla="*/ 80 w 86"/>
                  <a:gd name="T3" fmla="*/ 10 h 22"/>
                  <a:gd name="T4" fmla="*/ 77 w 86"/>
                  <a:gd name="T5" fmla="*/ 1 h 22"/>
                  <a:gd name="T6" fmla="*/ 4 w 86"/>
                  <a:gd name="T7" fmla="*/ 8 h 22"/>
                  <a:gd name="T8" fmla="*/ 4 w 86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2">
                    <a:moveTo>
                      <a:pt x="4" y="18"/>
                    </a:moveTo>
                    <a:cubicBezTo>
                      <a:pt x="30" y="22"/>
                      <a:pt x="56" y="21"/>
                      <a:pt x="80" y="10"/>
                    </a:cubicBezTo>
                    <a:cubicBezTo>
                      <a:pt x="86" y="8"/>
                      <a:pt x="82" y="0"/>
                      <a:pt x="77" y="1"/>
                    </a:cubicBezTo>
                    <a:cubicBezTo>
                      <a:pt x="53" y="5"/>
                      <a:pt x="28" y="5"/>
                      <a:pt x="4" y="8"/>
                    </a:cubicBezTo>
                    <a:cubicBezTo>
                      <a:pt x="0" y="9"/>
                      <a:pt x="0" y="17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8" name="Freeform 32">
                <a:extLst>
                  <a:ext uri="{FF2B5EF4-FFF2-40B4-BE49-F238E27FC236}">
                    <a16:creationId xmlns:a16="http://schemas.microsoft.com/office/drawing/2014/main" id="{CD7A7528-4743-5CE1-E2B4-14A26CD0E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8463" y="4924426"/>
                <a:ext cx="80963" cy="31750"/>
              </a:xfrm>
              <a:custGeom>
                <a:avLst/>
                <a:gdLst>
                  <a:gd name="T0" fmla="*/ 6 w 79"/>
                  <a:gd name="T1" fmla="*/ 17 h 31"/>
                  <a:gd name="T2" fmla="*/ 37 w 79"/>
                  <a:gd name="T3" fmla="*/ 24 h 31"/>
                  <a:gd name="T4" fmla="*/ 72 w 79"/>
                  <a:gd name="T5" fmla="*/ 31 h 31"/>
                  <a:gd name="T6" fmla="*/ 75 w 79"/>
                  <a:gd name="T7" fmla="*/ 21 h 31"/>
                  <a:gd name="T8" fmla="*/ 6 w 79"/>
                  <a:gd name="T9" fmla="*/ 6 h 31"/>
                  <a:gd name="T10" fmla="*/ 6 w 79"/>
                  <a:gd name="T11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31">
                    <a:moveTo>
                      <a:pt x="6" y="17"/>
                    </a:moveTo>
                    <a:cubicBezTo>
                      <a:pt x="16" y="20"/>
                      <a:pt x="27" y="22"/>
                      <a:pt x="37" y="24"/>
                    </a:cubicBezTo>
                    <a:cubicBezTo>
                      <a:pt x="49" y="27"/>
                      <a:pt x="60" y="31"/>
                      <a:pt x="72" y="31"/>
                    </a:cubicBezTo>
                    <a:cubicBezTo>
                      <a:pt x="78" y="31"/>
                      <a:pt x="79" y="24"/>
                      <a:pt x="75" y="21"/>
                    </a:cubicBezTo>
                    <a:cubicBezTo>
                      <a:pt x="56" y="8"/>
                      <a:pt x="28" y="0"/>
                      <a:pt x="6" y="6"/>
                    </a:cubicBezTo>
                    <a:cubicBezTo>
                      <a:pt x="0" y="8"/>
                      <a:pt x="1" y="15"/>
                      <a:pt x="6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99" name="Freeform 33">
                <a:extLst>
                  <a:ext uri="{FF2B5EF4-FFF2-40B4-BE49-F238E27FC236}">
                    <a16:creationId xmlns:a16="http://schemas.microsoft.com/office/drawing/2014/main" id="{938EC175-0DC3-7B37-B367-E0C582662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9551" y="4949826"/>
                <a:ext cx="68263" cy="61913"/>
              </a:xfrm>
              <a:custGeom>
                <a:avLst/>
                <a:gdLst>
                  <a:gd name="T0" fmla="*/ 11 w 67"/>
                  <a:gd name="T1" fmla="*/ 56 h 59"/>
                  <a:gd name="T2" fmla="*/ 39 w 67"/>
                  <a:gd name="T3" fmla="*/ 37 h 59"/>
                  <a:gd name="T4" fmla="*/ 63 w 67"/>
                  <a:gd name="T5" fmla="*/ 12 h 59"/>
                  <a:gd name="T6" fmla="*/ 55 w 67"/>
                  <a:gd name="T7" fmla="*/ 4 h 59"/>
                  <a:gd name="T8" fmla="*/ 31 w 67"/>
                  <a:gd name="T9" fmla="*/ 25 h 59"/>
                  <a:gd name="T10" fmla="*/ 4 w 67"/>
                  <a:gd name="T11" fmla="*/ 48 h 59"/>
                  <a:gd name="T12" fmla="*/ 11 w 67"/>
                  <a:gd name="T13" fmla="*/ 5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59">
                    <a:moveTo>
                      <a:pt x="11" y="56"/>
                    </a:moveTo>
                    <a:cubicBezTo>
                      <a:pt x="21" y="50"/>
                      <a:pt x="30" y="44"/>
                      <a:pt x="39" y="37"/>
                    </a:cubicBezTo>
                    <a:cubicBezTo>
                      <a:pt x="48" y="29"/>
                      <a:pt x="55" y="21"/>
                      <a:pt x="63" y="12"/>
                    </a:cubicBezTo>
                    <a:cubicBezTo>
                      <a:pt x="67" y="7"/>
                      <a:pt x="60" y="0"/>
                      <a:pt x="55" y="4"/>
                    </a:cubicBezTo>
                    <a:cubicBezTo>
                      <a:pt x="47" y="11"/>
                      <a:pt x="39" y="17"/>
                      <a:pt x="31" y="25"/>
                    </a:cubicBezTo>
                    <a:cubicBezTo>
                      <a:pt x="22" y="33"/>
                      <a:pt x="14" y="41"/>
                      <a:pt x="4" y="48"/>
                    </a:cubicBezTo>
                    <a:cubicBezTo>
                      <a:pt x="0" y="52"/>
                      <a:pt x="6" y="59"/>
                      <a:pt x="11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0" name="Freeform 34">
                <a:extLst>
                  <a:ext uri="{FF2B5EF4-FFF2-40B4-BE49-F238E27FC236}">
                    <a16:creationId xmlns:a16="http://schemas.microsoft.com/office/drawing/2014/main" id="{C583997C-E89A-BA1D-864B-22FDC28084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5401" y="5078413"/>
                <a:ext cx="80963" cy="49213"/>
              </a:xfrm>
              <a:custGeom>
                <a:avLst/>
                <a:gdLst>
                  <a:gd name="T0" fmla="*/ 5 w 78"/>
                  <a:gd name="T1" fmla="*/ 46 h 46"/>
                  <a:gd name="T2" fmla="*/ 41 w 78"/>
                  <a:gd name="T3" fmla="*/ 34 h 46"/>
                  <a:gd name="T4" fmla="*/ 73 w 78"/>
                  <a:gd name="T5" fmla="*/ 11 h 46"/>
                  <a:gd name="T6" fmla="*/ 67 w 78"/>
                  <a:gd name="T7" fmla="*/ 2 h 46"/>
                  <a:gd name="T8" fmla="*/ 33 w 78"/>
                  <a:gd name="T9" fmla="*/ 21 h 46"/>
                  <a:gd name="T10" fmla="*/ 3 w 78"/>
                  <a:gd name="T11" fmla="*/ 41 h 46"/>
                  <a:gd name="T12" fmla="*/ 5 w 78"/>
                  <a:gd name="T13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46">
                    <a:moveTo>
                      <a:pt x="5" y="46"/>
                    </a:moveTo>
                    <a:cubicBezTo>
                      <a:pt x="17" y="42"/>
                      <a:pt x="29" y="41"/>
                      <a:pt x="41" y="34"/>
                    </a:cubicBezTo>
                    <a:cubicBezTo>
                      <a:pt x="53" y="28"/>
                      <a:pt x="63" y="20"/>
                      <a:pt x="73" y="11"/>
                    </a:cubicBezTo>
                    <a:cubicBezTo>
                      <a:pt x="78" y="6"/>
                      <a:pt x="72" y="0"/>
                      <a:pt x="67" y="2"/>
                    </a:cubicBezTo>
                    <a:cubicBezTo>
                      <a:pt x="55" y="8"/>
                      <a:pt x="44" y="14"/>
                      <a:pt x="33" y="21"/>
                    </a:cubicBezTo>
                    <a:cubicBezTo>
                      <a:pt x="23" y="28"/>
                      <a:pt x="14" y="37"/>
                      <a:pt x="3" y="41"/>
                    </a:cubicBezTo>
                    <a:cubicBezTo>
                      <a:pt x="0" y="42"/>
                      <a:pt x="2" y="46"/>
                      <a:pt x="5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1" name="Freeform 35">
                <a:extLst>
                  <a:ext uri="{FF2B5EF4-FFF2-40B4-BE49-F238E27FC236}">
                    <a16:creationId xmlns:a16="http://schemas.microsoft.com/office/drawing/2014/main" id="{AA4DE481-AA1F-C91A-3782-0C1B78E5E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7438" y="5192713"/>
                <a:ext cx="114300" cy="50800"/>
              </a:xfrm>
              <a:custGeom>
                <a:avLst/>
                <a:gdLst>
                  <a:gd name="T0" fmla="*/ 10 w 110"/>
                  <a:gd name="T1" fmla="*/ 48 h 50"/>
                  <a:gd name="T2" fmla="*/ 105 w 110"/>
                  <a:gd name="T3" fmla="*/ 11 h 50"/>
                  <a:gd name="T4" fmla="*/ 102 w 110"/>
                  <a:gd name="T5" fmla="*/ 2 h 50"/>
                  <a:gd name="T6" fmla="*/ 7 w 110"/>
                  <a:gd name="T7" fmla="*/ 37 h 50"/>
                  <a:gd name="T8" fmla="*/ 10 w 110"/>
                  <a:gd name="T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50">
                    <a:moveTo>
                      <a:pt x="10" y="48"/>
                    </a:moveTo>
                    <a:cubicBezTo>
                      <a:pt x="45" y="42"/>
                      <a:pt x="75" y="29"/>
                      <a:pt x="105" y="11"/>
                    </a:cubicBezTo>
                    <a:cubicBezTo>
                      <a:pt x="110" y="8"/>
                      <a:pt x="107" y="0"/>
                      <a:pt x="102" y="2"/>
                    </a:cubicBezTo>
                    <a:cubicBezTo>
                      <a:pt x="71" y="15"/>
                      <a:pt x="40" y="30"/>
                      <a:pt x="7" y="37"/>
                    </a:cubicBezTo>
                    <a:cubicBezTo>
                      <a:pt x="0" y="39"/>
                      <a:pt x="3" y="50"/>
                      <a:pt x="1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2" name="Freeform 36">
                <a:extLst>
                  <a:ext uri="{FF2B5EF4-FFF2-40B4-BE49-F238E27FC236}">
                    <a16:creationId xmlns:a16="http://schemas.microsoft.com/office/drawing/2014/main" id="{3AAFD73A-9421-F2C4-AAF0-86FF4FFAB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9313" y="5272088"/>
                <a:ext cx="131763" cy="36513"/>
              </a:xfrm>
              <a:custGeom>
                <a:avLst/>
                <a:gdLst>
                  <a:gd name="T0" fmla="*/ 7 w 128"/>
                  <a:gd name="T1" fmla="*/ 30 h 35"/>
                  <a:gd name="T2" fmla="*/ 120 w 128"/>
                  <a:gd name="T3" fmla="*/ 16 h 35"/>
                  <a:gd name="T4" fmla="*/ 114 w 128"/>
                  <a:gd name="T5" fmla="*/ 2 h 35"/>
                  <a:gd name="T6" fmla="*/ 7 w 128"/>
                  <a:gd name="T7" fmla="*/ 18 h 35"/>
                  <a:gd name="T8" fmla="*/ 7 w 128"/>
                  <a:gd name="T9" fmla="*/ 3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35">
                    <a:moveTo>
                      <a:pt x="7" y="30"/>
                    </a:moveTo>
                    <a:cubicBezTo>
                      <a:pt x="47" y="33"/>
                      <a:pt x="84" y="35"/>
                      <a:pt x="120" y="16"/>
                    </a:cubicBezTo>
                    <a:cubicBezTo>
                      <a:pt x="128" y="11"/>
                      <a:pt x="122" y="0"/>
                      <a:pt x="114" y="2"/>
                    </a:cubicBezTo>
                    <a:cubicBezTo>
                      <a:pt x="79" y="10"/>
                      <a:pt x="43" y="15"/>
                      <a:pt x="7" y="18"/>
                    </a:cubicBezTo>
                    <a:cubicBezTo>
                      <a:pt x="0" y="18"/>
                      <a:pt x="0" y="29"/>
                      <a:pt x="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3" name="Freeform 37">
                <a:extLst>
                  <a:ext uri="{FF2B5EF4-FFF2-40B4-BE49-F238E27FC236}">
                    <a16:creationId xmlns:a16="http://schemas.microsoft.com/office/drawing/2014/main" id="{EFA21978-A054-6909-D041-B61E826B1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9763" y="5281613"/>
                <a:ext cx="104775" cy="34925"/>
              </a:xfrm>
              <a:custGeom>
                <a:avLst/>
                <a:gdLst>
                  <a:gd name="T0" fmla="*/ 3 w 101"/>
                  <a:gd name="T1" fmla="*/ 11 h 33"/>
                  <a:gd name="T2" fmla="*/ 94 w 101"/>
                  <a:gd name="T3" fmla="*/ 29 h 33"/>
                  <a:gd name="T4" fmla="*/ 94 w 101"/>
                  <a:gd name="T5" fmla="*/ 15 h 33"/>
                  <a:gd name="T6" fmla="*/ 6 w 101"/>
                  <a:gd name="T7" fmla="*/ 3 h 33"/>
                  <a:gd name="T8" fmla="*/ 3 w 101"/>
                  <a:gd name="T9" fmla="*/ 1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33">
                    <a:moveTo>
                      <a:pt x="3" y="11"/>
                    </a:moveTo>
                    <a:cubicBezTo>
                      <a:pt x="29" y="28"/>
                      <a:pt x="65" y="33"/>
                      <a:pt x="94" y="29"/>
                    </a:cubicBezTo>
                    <a:cubicBezTo>
                      <a:pt x="101" y="28"/>
                      <a:pt x="101" y="16"/>
                      <a:pt x="94" y="15"/>
                    </a:cubicBezTo>
                    <a:cubicBezTo>
                      <a:pt x="66" y="10"/>
                      <a:pt x="34" y="0"/>
                      <a:pt x="6" y="3"/>
                    </a:cubicBezTo>
                    <a:cubicBezTo>
                      <a:pt x="1" y="3"/>
                      <a:pt x="0" y="9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4" name="Freeform 38">
                <a:extLst>
                  <a:ext uri="{FF2B5EF4-FFF2-40B4-BE49-F238E27FC236}">
                    <a16:creationId xmlns:a16="http://schemas.microsoft.com/office/drawing/2014/main" id="{52C1B593-E695-23CD-0254-D7B01B8234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6563" y="5238751"/>
                <a:ext cx="103188" cy="33338"/>
              </a:xfrm>
              <a:custGeom>
                <a:avLst/>
                <a:gdLst>
                  <a:gd name="T0" fmla="*/ 5 w 100"/>
                  <a:gd name="T1" fmla="*/ 9 h 32"/>
                  <a:gd name="T2" fmla="*/ 92 w 100"/>
                  <a:gd name="T3" fmla="*/ 31 h 32"/>
                  <a:gd name="T4" fmla="*/ 94 w 100"/>
                  <a:gd name="T5" fmla="*/ 22 h 32"/>
                  <a:gd name="T6" fmla="*/ 7 w 100"/>
                  <a:gd name="T7" fmla="*/ 1 h 32"/>
                  <a:gd name="T8" fmla="*/ 5 w 100"/>
                  <a:gd name="T9" fmla="*/ 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2">
                    <a:moveTo>
                      <a:pt x="5" y="9"/>
                    </a:moveTo>
                    <a:cubicBezTo>
                      <a:pt x="34" y="18"/>
                      <a:pt x="62" y="26"/>
                      <a:pt x="92" y="31"/>
                    </a:cubicBezTo>
                    <a:cubicBezTo>
                      <a:pt x="98" y="32"/>
                      <a:pt x="100" y="24"/>
                      <a:pt x="94" y="22"/>
                    </a:cubicBezTo>
                    <a:cubicBezTo>
                      <a:pt x="66" y="13"/>
                      <a:pt x="37" y="6"/>
                      <a:pt x="7" y="1"/>
                    </a:cubicBezTo>
                    <a:cubicBezTo>
                      <a:pt x="2" y="0"/>
                      <a:pt x="0" y="7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5" name="Freeform 39">
                <a:extLst>
                  <a:ext uri="{FF2B5EF4-FFF2-40B4-BE49-F238E27FC236}">
                    <a16:creationId xmlns:a16="http://schemas.microsoft.com/office/drawing/2014/main" id="{A9BEEAC4-0B52-3B23-6327-C1FB62974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7651" y="5132388"/>
                <a:ext cx="85725" cy="60325"/>
              </a:xfrm>
              <a:custGeom>
                <a:avLst/>
                <a:gdLst>
                  <a:gd name="T0" fmla="*/ 2 w 82"/>
                  <a:gd name="T1" fmla="*/ 8 h 58"/>
                  <a:gd name="T2" fmla="*/ 71 w 82"/>
                  <a:gd name="T3" fmla="*/ 57 h 58"/>
                  <a:gd name="T4" fmla="*/ 74 w 82"/>
                  <a:gd name="T5" fmla="*/ 44 h 58"/>
                  <a:gd name="T6" fmla="*/ 11 w 82"/>
                  <a:gd name="T7" fmla="*/ 3 h 58"/>
                  <a:gd name="T8" fmla="*/ 2 w 82"/>
                  <a:gd name="T9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58">
                    <a:moveTo>
                      <a:pt x="2" y="8"/>
                    </a:moveTo>
                    <a:cubicBezTo>
                      <a:pt x="14" y="38"/>
                      <a:pt x="41" y="52"/>
                      <a:pt x="71" y="57"/>
                    </a:cubicBezTo>
                    <a:cubicBezTo>
                      <a:pt x="79" y="58"/>
                      <a:pt x="82" y="47"/>
                      <a:pt x="74" y="44"/>
                    </a:cubicBezTo>
                    <a:cubicBezTo>
                      <a:pt x="51" y="35"/>
                      <a:pt x="30" y="19"/>
                      <a:pt x="11" y="3"/>
                    </a:cubicBezTo>
                    <a:cubicBezTo>
                      <a:pt x="8" y="0"/>
                      <a:pt x="0" y="3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6" name="Freeform 40">
                <a:extLst>
                  <a:ext uri="{FF2B5EF4-FFF2-40B4-BE49-F238E27FC236}">
                    <a16:creationId xmlns:a16="http://schemas.microsoft.com/office/drawing/2014/main" id="{082884C6-EEAD-ACBB-4770-8ED3EC936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7313" y="4940301"/>
                <a:ext cx="87313" cy="103188"/>
              </a:xfrm>
              <a:custGeom>
                <a:avLst/>
                <a:gdLst>
                  <a:gd name="T0" fmla="*/ 4 w 83"/>
                  <a:gd name="T1" fmla="*/ 13 h 98"/>
                  <a:gd name="T2" fmla="*/ 72 w 83"/>
                  <a:gd name="T3" fmla="*/ 94 h 98"/>
                  <a:gd name="T4" fmla="*/ 80 w 83"/>
                  <a:gd name="T5" fmla="*/ 87 h 98"/>
                  <a:gd name="T6" fmla="*/ 13 w 83"/>
                  <a:gd name="T7" fmla="*/ 4 h 98"/>
                  <a:gd name="T8" fmla="*/ 4 w 83"/>
                  <a:gd name="T9" fmla="*/ 1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98">
                    <a:moveTo>
                      <a:pt x="4" y="13"/>
                    </a:moveTo>
                    <a:cubicBezTo>
                      <a:pt x="23" y="41"/>
                      <a:pt x="44" y="74"/>
                      <a:pt x="72" y="94"/>
                    </a:cubicBezTo>
                    <a:cubicBezTo>
                      <a:pt x="76" y="98"/>
                      <a:pt x="83" y="91"/>
                      <a:pt x="80" y="87"/>
                    </a:cubicBezTo>
                    <a:cubicBezTo>
                      <a:pt x="61" y="58"/>
                      <a:pt x="41" y="25"/>
                      <a:pt x="13" y="4"/>
                    </a:cubicBezTo>
                    <a:cubicBezTo>
                      <a:pt x="8" y="0"/>
                      <a:pt x="0" y="8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7" name="Freeform 41">
                <a:extLst>
                  <a:ext uri="{FF2B5EF4-FFF2-40B4-BE49-F238E27FC236}">
                    <a16:creationId xmlns:a16="http://schemas.microsoft.com/office/drawing/2014/main" id="{76C8DC1B-A66E-8B46-A261-3FE0E6085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3338" y="4803776"/>
                <a:ext cx="50800" cy="74613"/>
              </a:xfrm>
              <a:custGeom>
                <a:avLst/>
                <a:gdLst>
                  <a:gd name="T0" fmla="*/ 2 w 49"/>
                  <a:gd name="T1" fmla="*/ 6 h 71"/>
                  <a:gd name="T2" fmla="*/ 15 w 49"/>
                  <a:gd name="T3" fmla="*/ 35 h 71"/>
                  <a:gd name="T4" fmla="*/ 35 w 49"/>
                  <a:gd name="T5" fmla="*/ 65 h 71"/>
                  <a:gd name="T6" fmla="*/ 45 w 49"/>
                  <a:gd name="T7" fmla="*/ 59 h 71"/>
                  <a:gd name="T8" fmla="*/ 26 w 49"/>
                  <a:gd name="T9" fmla="*/ 28 h 71"/>
                  <a:gd name="T10" fmla="*/ 5 w 49"/>
                  <a:gd name="T11" fmla="*/ 3 h 71"/>
                  <a:gd name="T12" fmla="*/ 2 w 49"/>
                  <a:gd name="T13" fmla="*/ 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71">
                    <a:moveTo>
                      <a:pt x="2" y="6"/>
                    </a:moveTo>
                    <a:cubicBezTo>
                      <a:pt x="6" y="15"/>
                      <a:pt x="10" y="25"/>
                      <a:pt x="15" y="35"/>
                    </a:cubicBezTo>
                    <a:cubicBezTo>
                      <a:pt x="21" y="46"/>
                      <a:pt x="27" y="55"/>
                      <a:pt x="35" y="65"/>
                    </a:cubicBezTo>
                    <a:cubicBezTo>
                      <a:pt x="39" y="71"/>
                      <a:pt x="49" y="66"/>
                      <a:pt x="45" y="59"/>
                    </a:cubicBezTo>
                    <a:cubicBezTo>
                      <a:pt x="39" y="49"/>
                      <a:pt x="33" y="38"/>
                      <a:pt x="26" y="28"/>
                    </a:cubicBezTo>
                    <a:cubicBezTo>
                      <a:pt x="20" y="19"/>
                      <a:pt x="13" y="11"/>
                      <a:pt x="5" y="3"/>
                    </a:cubicBezTo>
                    <a:cubicBezTo>
                      <a:pt x="4" y="0"/>
                      <a:pt x="0" y="3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8" name="Freeform 42">
                <a:extLst>
                  <a:ext uri="{FF2B5EF4-FFF2-40B4-BE49-F238E27FC236}">
                    <a16:creationId xmlns:a16="http://schemas.microsoft.com/office/drawing/2014/main" id="{C6409306-DAFA-4EBE-CBD3-953AF8E91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5551" y="4613276"/>
                <a:ext cx="60325" cy="101600"/>
              </a:xfrm>
              <a:custGeom>
                <a:avLst/>
                <a:gdLst>
                  <a:gd name="T0" fmla="*/ 2 w 58"/>
                  <a:gd name="T1" fmla="*/ 8 h 97"/>
                  <a:gd name="T2" fmla="*/ 45 w 58"/>
                  <a:gd name="T3" fmla="*/ 91 h 97"/>
                  <a:gd name="T4" fmla="*/ 56 w 58"/>
                  <a:gd name="T5" fmla="*/ 84 h 97"/>
                  <a:gd name="T6" fmla="*/ 11 w 58"/>
                  <a:gd name="T7" fmla="*/ 4 h 97"/>
                  <a:gd name="T8" fmla="*/ 2 w 58"/>
                  <a:gd name="T9" fmla="*/ 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7">
                    <a:moveTo>
                      <a:pt x="2" y="8"/>
                    </a:moveTo>
                    <a:cubicBezTo>
                      <a:pt x="10" y="37"/>
                      <a:pt x="25" y="67"/>
                      <a:pt x="45" y="91"/>
                    </a:cubicBezTo>
                    <a:cubicBezTo>
                      <a:pt x="50" y="97"/>
                      <a:pt x="58" y="91"/>
                      <a:pt x="56" y="84"/>
                    </a:cubicBezTo>
                    <a:cubicBezTo>
                      <a:pt x="49" y="54"/>
                      <a:pt x="29" y="28"/>
                      <a:pt x="11" y="4"/>
                    </a:cubicBezTo>
                    <a:cubicBezTo>
                      <a:pt x="7" y="0"/>
                      <a:pt x="0" y="2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09" name="Freeform 43">
                <a:extLst>
                  <a:ext uri="{FF2B5EF4-FFF2-40B4-BE49-F238E27FC236}">
                    <a16:creationId xmlns:a16="http://schemas.microsoft.com/office/drawing/2014/main" id="{28F2F107-FE76-D120-0C9E-34D4CD705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163" y="4760913"/>
                <a:ext cx="82550" cy="20638"/>
              </a:xfrm>
              <a:custGeom>
                <a:avLst/>
                <a:gdLst>
                  <a:gd name="T0" fmla="*/ 2 w 79"/>
                  <a:gd name="T1" fmla="*/ 4 h 19"/>
                  <a:gd name="T2" fmla="*/ 74 w 79"/>
                  <a:gd name="T3" fmla="*/ 19 h 19"/>
                  <a:gd name="T4" fmla="*/ 76 w 79"/>
                  <a:gd name="T5" fmla="*/ 14 h 19"/>
                  <a:gd name="T6" fmla="*/ 3 w 79"/>
                  <a:gd name="T7" fmla="*/ 0 h 19"/>
                  <a:gd name="T8" fmla="*/ 2 w 79"/>
                  <a:gd name="T9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9">
                    <a:moveTo>
                      <a:pt x="2" y="4"/>
                    </a:moveTo>
                    <a:cubicBezTo>
                      <a:pt x="26" y="11"/>
                      <a:pt x="50" y="14"/>
                      <a:pt x="74" y="19"/>
                    </a:cubicBezTo>
                    <a:cubicBezTo>
                      <a:pt x="77" y="19"/>
                      <a:pt x="79" y="15"/>
                      <a:pt x="76" y="14"/>
                    </a:cubicBezTo>
                    <a:cubicBezTo>
                      <a:pt x="52" y="8"/>
                      <a:pt x="27" y="7"/>
                      <a:pt x="3" y="0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0" name="Freeform 44">
                <a:extLst>
                  <a:ext uri="{FF2B5EF4-FFF2-40B4-BE49-F238E27FC236}">
                    <a16:creationId xmlns:a16="http://schemas.microsoft.com/office/drawing/2014/main" id="{0AC92231-2D5A-BCC9-19F7-E63B410EF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676" y="4772026"/>
                <a:ext cx="106363" cy="17463"/>
              </a:xfrm>
              <a:custGeom>
                <a:avLst/>
                <a:gdLst>
                  <a:gd name="T0" fmla="*/ 5 w 102"/>
                  <a:gd name="T1" fmla="*/ 16 h 17"/>
                  <a:gd name="T2" fmla="*/ 98 w 102"/>
                  <a:gd name="T3" fmla="*/ 10 h 17"/>
                  <a:gd name="T4" fmla="*/ 98 w 102"/>
                  <a:gd name="T5" fmla="*/ 3 h 17"/>
                  <a:gd name="T6" fmla="*/ 3 w 102"/>
                  <a:gd name="T7" fmla="*/ 11 h 17"/>
                  <a:gd name="T8" fmla="*/ 5 w 102"/>
                  <a:gd name="T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7">
                    <a:moveTo>
                      <a:pt x="5" y="16"/>
                    </a:moveTo>
                    <a:cubicBezTo>
                      <a:pt x="35" y="11"/>
                      <a:pt x="67" y="13"/>
                      <a:pt x="98" y="10"/>
                    </a:cubicBezTo>
                    <a:cubicBezTo>
                      <a:pt x="102" y="10"/>
                      <a:pt x="102" y="3"/>
                      <a:pt x="98" y="3"/>
                    </a:cubicBezTo>
                    <a:cubicBezTo>
                      <a:pt x="66" y="0"/>
                      <a:pt x="34" y="2"/>
                      <a:pt x="3" y="11"/>
                    </a:cubicBezTo>
                    <a:cubicBezTo>
                      <a:pt x="0" y="12"/>
                      <a:pt x="1" y="17"/>
                      <a:pt x="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1" name="Freeform 45">
                <a:extLst>
                  <a:ext uri="{FF2B5EF4-FFF2-40B4-BE49-F238E27FC236}">
                    <a16:creationId xmlns:a16="http://schemas.microsoft.com/office/drawing/2014/main" id="{F6D78077-449C-9F0D-FC4B-633B28FB7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701" y="4762501"/>
                <a:ext cx="90488" cy="34925"/>
              </a:xfrm>
              <a:custGeom>
                <a:avLst/>
                <a:gdLst>
                  <a:gd name="T0" fmla="*/ 4 w 87"/>
                  <a:gd name="T1" fmla="*/ 20 h 33"/>
                  <a:gd name="T2" fmla="*/ 83 w 87"/>
                  <a:gd name="T3" fmla="*/ 12 h 33"/>
                  <a:gd name="T4" fmla="*/ 77 w 87"/>
                  <a:gd name="T5" fmla="*/ 2 h 33"/>
                  <a:gd name="T6" fmla="*/ 6 w 87"/>
                  <a:gd name="T7" fmla="*/ 10 h 33"/>
                  <a:gd name="T8" fmla="*/ 4 w 87"/>
                  <a:gd name="T9" fmla="*/ 2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3">
                    <a:moveTo>
                      <a:pt x="4" y="20"/>
                    </a:moveTo>
                    <a:cubicBezTo>
                      <a:pt x="29" y="33"/>
                      <a:pt x="61" y="33"/>
                      <a:pt x="83" y="12"/>
                    </a:cubicBezTo>
                    <a:cubicBezTo>
                      <a:pt x="87" y="9"/>
                      <a:pt x="83" y="0"/>
                      <a:pt x="77" y="2"/>
                    </a:cubicBezTo>
                    <a:cubicBezTo>
                      <a:pt x="55" y="11"/>
                      <a:pt x="30" y="13"/>
                      <a:pt x="6" y="10"/>
                    </a:cubicBezTo>
                    <a:cubicBezTo>
                      <a:pt x="1" y="10"/>
                      <a:pt x="0" y="17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2" name="Freeform 46">
                <a:extLst>
                  <a:ext uri="{FF2B5EF4-FFF2-40B4-BE49-F238E27FC236}">
                    <a16:creationId xmlns:a16="http://schemas.microsoft.com/office/drawing/2014/main" id="{D458F6A8-EAD3-D937-459A-678418C89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388" y="4727576"/>
                <a:ext cx="88900" cy="25400"/>
              </a:xfrm>
              <a:custGeom>
                <a:avLst/>
                <a:gdLst>
                  <a:gd name="T0" fmla="*/ 5 w 86"/>
                  <a:gd name="T1" fmla="*/ 24 h 25"/>
                  <a:gd name="T2" fmla="*/ 79 w 86"/>
                  <a:gd name="T3" fmla="*/ 11 h 25"/>
                  <a:gd name="T4" fmla="*/ 76 w 86"/>
                  <a:gd name="T5" fmla="*/ 1 h 25"/>
                  <a:gd name="T6" fmla="*/ 41 w 86"/>
                  <a:gd name="T7" fmla="*/ 8 h 25"/>
                  <a:gd name="T8" fmla="*/ 5 w 86"/>
                  <a:gd name="T9" fmla="*/ 17 h 25"/>
                  <a:gd name="T10" fmla="*/ 5 w 86"/>
                  <a:gd name="T11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6" h="25">
                    <a:moveTo>
                      <a:pt x="5" y="24"/>
                    </a:moveTo>
                    <a:cubicBezTo>
                      <a:pt x="32" y="25"/>
                      <a:pt x="54" y="20"/>
                      <a:pt x="79" y="11"/>
                    </a:cubicBezTo>
                    <a:cubicBezTo>
                      <a:pt x="86" y="9"/>
                      <a:pt x="83" y="0"/>
                      <a:pt x="76" y="1"/>
                    </a:cubicBezTo>
                    <a:cubicBezTo>
                      <a:pt x="64" y="3"/>
                      <a:pt x="53" y="5"/>
                      <a:pt x="41" y="8"/>
                    </a:cubicBezTo>
                    <a:cubicBezTo>
                      <a:pt x="30" y="11"/>
                      <a:pt x="17" y="16"/>
                      <a:pt x="5" y="17"/>
                    </a:cubicBezTo>
                    <a:cubicBezTo>
                      <a:pt x="0" y="17"/>
                      <a:pt x="0" y="2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3" name="Freeform 47">
                <a:extLst>
                  <a:ext uri="{FF2B5EF4-FFF2-40B4-BE49-F238E27FC236}">
                    <a16:creationId xmlns:a16="http://schemas.microsoft.com/office/drawing/2014/main" id="{FF188E1A-1FA4-D539-65EF-D6E48F333E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2676" y="4657726"/>
                <a:ext cx="92075" cy="52388"/>
              </a:xfrm>
              <a:custGeom>
                <a:avLst/>
                <a:gdLst>
                  <a:gd name="T0" fmla="*/ 9 w 89"/>
                  <a:gd name="T1" fmla="*/ 48 h 50"/>
                  <a:gd name="T2" fmla="*/ 43 w 89"/>
                  <a:gd name="T3" fmla="*/ 32 h 50"/>
                  <a:gd name="T4" fmla="*/ 81 w 89"/>
                  <a:gd name="T5" fmla="*/ 15 h 50"/>
                  <a:gd name="T6" fmla="*/ 77 w 89"/>
                  <a:gd name="T7" fmla="*/ 1 h 50"/>
                  <a:gd name="T8" fmla="*/ 38 w 89"/>
                  <a:gd name="T9" fmla="*/ 14 h 50"/>
                  <a:gd name="T10" fmla="*/ 4 w 89"/>
                  <a:gd name="T11" fmla="*/ 41 h 50"/>
                  <a:gd name="T12" fmla="*/ 9 w 89"/>
                  <a:gd name="T13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50">
                    <a:moveTo>
                      <a:pt x="9" y="48"/>
                    </a:moveTo>
                    <a:cubicBezTo>
                      <a:pt x="20" y="42"/>
                      <a:pt x="32" y="37"/>
                      <a:pt x="43" y="32"/>
                    </a:cubicBezTo>
                    <a:cubicBezTo>
                      <a:pt x="55" y="26"/>
                      <a:pt x="68" y="20"/>
                      <a:pt x="81" y="15"/>
                    </a:cubicBezTo>
                    <a:cubicBezTo>
                      <a:pt x="89" y="11"/>
                      <a:pt x="86" y="0"/>
                      <a:pt x="77" y="1"/>
                    </a:cubicBezTo>
                    <a:cubicBezTo>
                      <a:pt x="62" y="4"/>
                      <a:pt x="51" y="7"/>
                      <a:pt x="38" y="14"/>
                    </a:cubicBezTo>
                    <a:cubicBezTo>
                      <a:pt x="25" y="22"/>
                      <a:pt x="15" y="32"/>
                      <a:pt x="4" y="41"/>
                    </a:cubicBezTo>
                    <a:cubicBezTo>
                      <a:pt x="0" y="44"/>
                      <a:pt x="5" y="50"/>
                      <a:pt x="9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4" name="Freeform 48">
                <a:extLst>
                  <a:ext uri="{FF2B5EF4-FFF2-40B4-BE49-F238E27FC236}">
                    <a16:creationId xmlns:a16="http://schemas.microsoft.com/office/drawing/2014/main" id="{AA0FA1B8-3BAE-B5A3-168C-03297E4D1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313" y="4714876"/>
                <a:ext cx="93663" cy="31750"/>
              </a:xfrm>
              <a:custGeom>
                <a:avLst/>
                <a:gdLst>
                  <a:gd name="T0" fmla="*/ 3 w 91"/>
                  <a:gd name="T1" fmla="*/ 6 h 31"/>
                  <a:gd name="T2" fmla="*/ 83 w 91"/>
                  <a:gd name="T3" fmla="*/ 30 h 31"/>
                  <a:gd name="T4" fmla="*/ 85 w 91"/>
                  <a:gd name="T5" fmla="*/ 21 h 31"/>
                  <a:gd name="T6" fmla="*/ 5 w 91"/>
                  <a:gd name="T7" fmla="*/ 1 h 31"/>
                  <a:gd name="T8" fmla="*/ 3 w 91"/>
                  <a:gd name="T9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1">
                    <a:moveTo>
                      <a:pt x="3" y="6"/>
                    </a:moveTo>
                    <a:cubicBezTo>
                      <a:pt x="29" y="18"/>
                      <a:pt x="55" y="25"/>
                      <a:pt x="83" y="30"/>
                    </a:cubicBezTo>
                    <a:cubicBezTo>
                      <a:pt x="89" y="31"/>
                      <a:pt x="91" y="23"/>
                      <a:pt x="85" y="21"/>
                    </a:cubicBezTo>
                    <a:cubicBezTo>
                      <a:pt x="59" y="12"/>
                      <a:pt x="33" y="6"/>
                      <a:pt x="5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5" name="Freeform 49">
                <a:extLst>
                  <a:ext uri="{FF2B5EF4-FFF2-40B4-BE49-F238E27FC236}">
                    <a16:creationId xmlns:a16="http://schemas.microsoft.com/office/drawing/2014/main" id="{A4A94B23-3DF0-0FEF-3BA8-DD98A1126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276" y="4625976"/>
                <a:ext cx="98425" cy="63500"/>
              </a:xfrm>
              <a:custGeom>
                <a:avLst/>
                <a:gdLst>
                  <a:gd name="T0" fmla="*/ 2 w 94"/>
                  <a:gd name="T1" fmla="*/ 4 h 61"/>
                  <a:gd name="T2" fmla="*/ 82 w 94"/>
                  <a:gd name="T3" fmla="*/ 60 h 61"/>
                  <a:gd name="T4" fmla="*/ 88 w 94"/>
                  <a:gd name="T5" fmla="*/ 49 h 61"/>
                  <a:gd name="T6" fmla="*/ 5 w 94"/>
                  <a:gd name="T7" fmla="*/ 1 h 61"/>
                  <a:gd name="T8" fmla="*/ 2 w 94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61">
                    <a:moveTo>
                      <a:pt x="2" y="4"/>
                    </a:moveTo>
                    <a:cubicBezTo>
                      <a:pt x="26" y="27"/>
                      <a:pt x="50" y="51"/>
                      <a:pt x="82" y="60"/>
                    </a:cubicBezTo>
                    <a:cubicBezTo>
                      <a:pt x="88" y="61"/>
                      <a:pt x="94" y="53"/>
                      <a:pt x="88" y="49"/>
                    </a:cubicBezTo>
                    <a:cubicBezTo>
                      <a:pt x="64" y="28"/>
                      <a:pt x="35" y="13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6" name="Freeform 50">
                <a:extLst>
                  <a:ext uri="{FF2B5EF4-FFF2-40B4-BE49-F238E27FC236}">
                    <a16:creationId xmlns:a16="http://schemas.microsoft.com/office/drawing/2014/main" id="{C8AF2A62-0C0C-2BFD-C9A7-92E085099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813" y="4486276"/>
                <a:ext cx="82550" cy="73025"/>
              </a:xfrm>
              <a:custGeom>
                <a:avLst/>
                <a:gdLst>
                  <a:gd name="T0" fmla="*/ 2 w 79"/>
                  <a:gd name="T1" fmla="*/ 9 h 71"/>
                  <a:gd name="T2" fmla="*/ 68 w 79"/>
                  <a:gd name="T3" fmla="*/ 69 h 71"/>
                  <a:gd name="T4" fmla="*/ 75 w 79"/>
                  <a:gd name="T5" fmla="*/ 61 h 71"/>
                  <a:gd name="T6" fmla="*/ 9 w 79"/>
                  <a:gd name="T7" fmla="*/ 4 h 71"/>
                  <a:gd name="T8" fmla="*/ 2 w 79"/>
                  <a:gd name="T9" fmla="*/ 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71">
                    <a:moveTo>
                      <a:pt x="2" y="9"/>
                    </a:moveTo>
                    <a:cubicBezTo>
                      <a:pt x="15" y="34"/>
                      <a:pt x="42" y="57"/>
                      <a:pt x="68" y="69"/>
                    </a:cubicBezTo>
                    <a:cubicBezTo>
                      <a:pt x="73" y="71"/>
                      <a:pt x="79" y="65"/>
                      <a:pt x="75" y="61"/>
                    </a:cubicBezTo>
                    <a:cubicBezTo>
                      <a:pt x="53" y="40"/>
                      <a:pt x="28" y="25"/>
                      <a:pt x="9" y="4"/>
                    </a:cubicBezTo>
                    <a:cubicBezTo>
                      <a:pt x="5" y="0"/>
                      <a:pt x="0" y="5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7" name="Freeform 51">
                <a:extLst>
                  <a:ext uri="{FF2B5EF4-FFF2-40B4-BE49-F238E27FC236}">
                    <a16:creationId xmlns:a16="http://schemas.microsoft.com/office/drawing/2014/main" id="{23B8C8F2-7432-F3AC-2C72-B9321EAFF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4313238"/>
                <a:ext cx="57150" cy="82550"/>
              </a:xfrm>
              <a:custGeom>
                <a:avLst/>
                <a:gdLst>
                  <a:gd name="T0" fmla="*/ 1 w 56"/>
                  <a:gd name="T1" fmla="*/ 6 h 79"/>
                  <a:gd name="T2" fmla="*/ 45 w 56"/>
                  <a:gd name="T3" fmla="*/ 75 h 79"/>
                  <a:gd name="T4" fmla="*/ 52 w 56"/>
                  <a:gd name="T5" fmla="*/ 68 h 79"/>
                  <a:gd name="T6" fmla="*/ 9 w 56"/>
                  <a:gd name="T7" fmla="*/ 4 h 79"/>
                  <a:gd name="T8" fmla="*/ 1 w 56"/>
                  <a:gd name="T9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9">
                    <a:moveTo>
                      <a:pt x="1" y="6"/>
                    </a:moveTo>
                    <a:cubicBezTo>
                      <a:pt x="5" y="35"/>
                      <a:pt x="24" y="56"/>
                      <a:pt x="45" y="75"/>
                    </a:cubicBezTo>
                    <a:cubicBezTo>
                      <a:pt x="50" y="79"/>
                      <a:pt x="56" y="73"/>
                      <a:pt x="52" y="68"/>
                    </a:cubicBezTo>
                    <a:cubicBezTo>
                      <a:pt x="35" y="48"/>
                      <a:pt x="22" y="26"/>
                      <a:pt x="9" y="4"/>
                    </a:cubicBezTo>
                    <a:cubicBezTo>
                      <a:pt x="7" y="0"/>
                      <a:pt x="0" y="2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8" name="Freeform 52">
                <a:extLst>
                  <a:ext uri="{FF2B5EF4-FFF2-40B4-BE49-F238E27FC236}">
                    <a16:creationId xmlns:a16="http://schemas.microsoft.com/office/drawing/2014/main" id="{046BC9D9-8CDC-06BC-91D0-5FB864CE1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776" y="4113213"/>
                <a:ext cx="42863" cy="101600"/>
              </a:xfrm>
              <a:custGeom>
                <a:avLst/>
                <a:gdLst>
                  <a:gd name="T0" fmla="*/ 2 w 42"/>
                  <a:gd name="T1" fmla="*/ 5 h 99"/>
                  <a:gd name="T2" fmla="*/ 31 w 42"/>
                  <a:gd name="T3" fmla="*/ 94 h 99"/>
                  <a:gd name="T4" fmla="*/ 39 w 42"/>
                  <a:gd name="T5" fmla="*/ 89 h 99"/>
                  <a:gd name="T6" fmla="*/ 10 w 42"/>
                  <a:gd name="T7" fmla="*/ 5 h 99"/>
                  <a:gd name="T8" fmla="*/ 2 w 42"/>
                  <a:gd name="T9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99">
                    <a:moveTo>
                      <a:pt x="2" y="5"/>
                    </a:moveTo>
                    <a:cubicBezTo>
                      <a:pt x="0" y="37"/>
                      <a:pt x="13" y="68"/>
                      <a:pt x="31" y="94"/>
                    </a:cubicBezTo>
                    <a:cubicBezTo>
                      <a:pt x="35" y="99"/>
                      <a:pt x="42" y="94"/>
                      <a:pt x="39" y="89"/>
                    </a:cubicBezTo>
                    <a:cubicBezTo>
                      <a:pt x="24" y="64"/>
                      <a:pt x="14" y="34"/>
                      <a:pt x="10" y="5"/>
                    </a:cubicBezTo>
                    <a:cubicBezTo>
                      <a:pt x="9" y="0"/>
                      <a:pt x="3" y="0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19" name="Freeform 53">
                <a:extLst>
                  <a:ext uri="{FF2B5EF4-FFF2-40B4-BE49-F238E27FC236}">
                    <a16:creationId xmlns:a16="http://schemas.microsoft.com/office/drawing/2014/main" id="{510B45CD-90D4-11F5-A036-3C4291F27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901" y="3932238"/>
                <a:ext cx="20638" cy="79375"/>
              </a:xfrm>
              <a:custGeom>
                <a:avLst/>
                <a:gdLst>
                  <a:gd name="T0" fmla="*/ 4 w 19"/>
                  <a:gd name="T1" fmla="*/ 4 h 76"/>
                  <a:gd name="T2" fmla="*/ 10 w 19"/>
                  <a:gd name="T3" fmla="*/ 71 h 76"/>
                  <a:gd name="T4" fmla="*/ 18 w 19"/>
                  <a:gd name="T5" fmla="*/ 68 h 76"/>
                  <a:gd name="T6" fmla="*/ 10 w 19"/>
                  <a:gd name="T7" fmla="*/ 4 h 76"/>
                  <a:gd name="T8" fmla="*/ 4 w 19"/>
                  <a:gd name="T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6">
                    <a:moveTo>
                      <a:pt x="4" y="4"/>
                    </a:moveTo>
                    <a:cubicBezTo>
                      <a:pt x="2" y="27"/>
                      <a:pt x="0" y="50"/>
                      <a:pt x="10" y="71"/>
                    </a:cubicBezTo>
                    <a:cubicBezTo>
                      <a:pt x="13" y="76"/>
                      <a:pt x="19" y="72"/>
                      <a:pt x="18" y="68"/>
                    </a:cubicBezTo>
                    <a:cubicBezTo>
                      <a:pt x="15" y="47"/>
                      <a:pt x="12" y="25"/>
                      <a:pt x="10" y="4"/>
                    </a:cubicBezTo>
                    <a:cubicBezTo>
                      <a:pt x="10" y="0"/>
                      <a:pt x="4" y="0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0" name="Freeform 54">
                <a:extLst>
                  <a:ext uri="{FF2B5EF4-FFF2-40B4-BE49-F238E27FC236}">
                    <a16:creationId xmlns:a16="http://schemas.microsoft.com/office/drawing/2014/main" id="{377DB9C5-45C4-2662-46CD-F1A1CD62B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663" y="3695701"/>
                <a:ext cx="47625" cy="131763"/>
              </a:xfrm>
              <a:custGeom>
                <a:avLst/>
                <a:gdLst>
                  <a:gd name="T0" fmla="*/ 4 w 46"/>
                  <a:gd name="T1" fmla="*/ 125 h 127"/>
                  <a:gd name="T2" fmla="*/ 43 w 46"/>
                  <a:gd name="T3" fmla="*/ 12 h 127"/>
                  <a:gd name="T4" fmla="*/ 33 w 46"/>
                  <a:gd name="T5" fmla="*/ 6 h 127"/>
                  <a:gd name="T6" fmla="*/ 0 w 46"/>
                  <a:gd name="T7" fmla="*/ 124 h 127"/>
                  <a:gd name="T8" fmla="*/ 4 w 46"/>
                  <a:gd name="T9" fmla="*/ 12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27">
                    <a:moveTo>
                      <a:pt x="4" y="125"/>
                    </a:moveTo>
                    <a:cubicBezTo>
                      <a:pt x="17" y="88"/>
                      <a:pt x="25" y="47"/>
                      <a:pt x="43" y="12"/>
                    </a:cubicBezTo>
                    <a:cubicBezTo>
                      <a:pt x="46" y="5"/>
                      <a:pt x="37" y="0"/>
                      <a:pt x="33" y="6"/>
                    </a:cubicBezTo>
                    <a:cubicBezTo>
                      <a:pt x="10" y="43"/>
                      <a:pt x="6" y="82"/>
                      <a:pt x="0" y="124"/>
                    </a:cubicBezTo>
                    <a:cubicBezTo>
                      <a:pt x="0" y="126"/>
                      <a:pt x="3" y="127"/>
                      <a:pt x="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1" name="Freeform 55">
                <a:extLst>
                  <a:ext uri="{FF2B5EF4-FFF2-40B4-BE49-F238E27FC236}">
                    <a16:creationId xmlns:a16="http://schemas.microsoft.com/office/drawing/2014/main" id="{1D66AA32-F015-3C4A-7102-03921FE08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163" y="3575051"/>
                <a:ext cx="50800" cy="66675"/>
              </a:xfrm>
              <a:custGeom>
                <a:avLst/>
                <a:gdLst>
                  <a:gd name="T0" fmla="*/ 9 w 48"/>
                  <a:gd name="T1" fmla="*/ 61 h 64"/>
                  <a:gd name="T2" fmla="*/ 21 w 48"/>
                  <a:gd name="T3" fmla="*/ 53 h 64"/>
                  <a:gd name="T4" fmla="*/ 31 w 48"/>
                  <a:gd name="T5" fmla="*/ 40 h 64"/>
                  <a:gd name="T6" fmla="*/ 47 w 48"/>
                  <a:gd name="T7" fmla="*/ 9 h 64"/>
                  <a:gd name="T8" fmla="*/ 39 w 48"/>
                  <a:gd name="T9" fmla="*/ 3 h 64"/>
                  <a:gd name="T10" fmla="*/ 18 w 48"/>
                  <a:gd name="T11" fmla="*/ 29 h 64"/>
                  <a:gd name="T12" fmla="*/ 11 w 48"/>
                  <a:gd name="T13" fmla="*/ 41 h 64"/>
                  <a:gd name="T14" fmla="*/ 3 w 48"/>
                  <a:gd name="T15" fmla="*/ 57 h 64"/>
                  <a:gd name="T16" fmla="*/ 9 w 48"/>
                  <a:gd name="T17" fmla="*/ 6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64">
                    <a:moveTo>
                      <a:pt x="9" y="61"/>
                    </a:moveTo>
                    <a:cubicBezTo>
                      <a:pt x="13" y="58"/>
                      <a:pt x="17" y="56"/>
                      <a:pt x="21" y="53"/>
                    </a:cubicBezTo>
                    <a:cubicBezTo>
                      <a:pt x="25" y="49"/>
                      <a:pt x="28" y="45"/>
                      <a:pt x="31" y="40"/>
                    </a:cubicBezTo>
                    <a:cubicBezTo>
                      <a:pt x="39" y="31"/>
                      <a:pt x="44" y="21"/>
                      <a:pt x="47" y="9"/>
                    </a:cubicBezTo>
                    <a:cubicBezTo>
                      <a:pt x="48" y="5"/>
                      <a:pt x="43" y="0"/>
                      <a:pt x="39" y="3"/>
                    </a:cubicBezTo>
                    <a:cubicBezTo>
                      <a:pt x="30" y="11"/>
                      <a:pt x="24" y="19"/>
                      <a:pt x="18" y="29"/>
                    </a:cubicBezTo>
                    <a:cubicBezTo>
                      <a:pt x="15" y="33"/>
                      <a:pt x="13" y="37"/>
                      <a:pt x="11" y="41"/>
                    </a:cubicBezTo>
                    <a:cubicBezTo>
                      <a:pt x="8" y="46"/>
                      <a:pt x="6" y="52"/>
                      <a:pt x="3" y="57"/>
                    </a:cubicBezTo>
                    <a:cubicBezTo>
                      <a:pt x="0" y="60"/>
                      <a:pt x="5" y="64"/>
                      <a:pt x="9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2" name="Freeform 56">
                <a:extLst>
                  <a:ext uri="{FF2B5EF4-FFF2-40B4-BE49-F238E27FC236}">
                    <a16:creationId xmlns:a16="http://schemas.microsoft.com/office/drawing/2014/main" id="{9B66C55A-CAA9-60B5-596A-690400CB2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876" y="3435351"/>
                <a:ext cx="66675" cy="74613"/>
              </a:xfrm>
              <a:custGeom>
                <a:avLst/>
                <a:gdLst>
                  <a:gd name="T0" fmla="*/ 11 w 64"/>
                  <a:gd name="T1" fmla="*/ 66 h 71"/>
                  <a:gd name="T2" fmla="*/ 60 w 64"/>
                  <a:gd name="T3" fmla="*/ 9 h 71"/>
                  <a:gd name="T4" fmla="*/ 56 w 64"/>
                  <a:gd name="T5" fmla="*/ 1 h 71"/>
                  <a:gd name="T6" fmla="*/ 2 w 64"/>
                  <a:gd name="T7" fmla="*/ 62 h 71"/>
                  <a:gd name="T8" fmla="*/ 11 w 64"/>
                  <a:gd name="T9" fmla="*/ 6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1">
                    <a:moveTo>
                      <a:pt x="11" y="66"/>
                    </a:moveTo>
                    <a:cubicBezTo>
                      <a:pt x="22" y="42"/>
                      <a:pt x="41" y="26"/>
                      <a:pt x="60" y="9"/>
                    </a:cubicBezTo>
                    <a:cubicBezTo>
                      <a:pt x="64" y="6"/>
                      <a:pt x="60" y="0"/>
                      <a:pt x="56" y="1"/>
                    </a:cubicBezTo>
                    <a:cubicBezTo>
                      <a:pt x="26" y="8"/>
                      <a:pt x="8" y="34"/>
                      <a:pt x="2" y="62"/>
                    </a:cubicBezTo>
                    <a:cubicBezTo>
                      <a:pt x="0" y="67"/>
                      <a:pt x="8" y="71"/>
                      <a:pt x="11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3" name="Freeform 57">
                <a:extLst>
                  <a:ext uri="{FF2B5EF4-FFF2-40B4-BE49-F238E27FC236}">
                    <a16:creationId xmlns:a16="http://schemas.microsoft.com/office/drawing/2014/main" id="{C1AF042A-8EE9-49E4-5BEC-11340EBB7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888" y="3357563"/>
                <a:ext cx="57150" cy="34925"/>
              </a:xfrm>
              <a:custGeom>
                <a:avLst/>
                <a:gdLst>
                  <a:gd name="T0" fmla="*/ 5 w 56"/>
                  <a:gd name="T1" fmla="*/ 33 h 34"/>
                  <a:gd name="T2" fmla="*/ 16 w 56"/>
                  <a:gd name="T3" fmla="*/ 32 h 34"/>
                  <a:gd name="T4" fmla="*/ 29 w 56"/>
                  <a:gd name="T5" fmla="*/ 28 h 34"/>
                  <a:gd name="T6" fmla="*/ 51 w 56"/>
                  <a:gd name="T7" fmla="*/ 13 h 34"/>
                  <a:gd name="T8" fmla="*/ 46 w 56"/>
                  <a:gd name="T9" fmla="*/ 2 h 34"/>
                  <a:gd name="T10" fmla="*/ 22 w 56"/>
                  <a:gd name="T11" fmla="*/ 11 h 34"/>
                  <a:gd name="T12" fmla="*/ 10 w 56"/>
                  <a:gd name="T13" fmla="*/ 19 h 34"/>
                  <a:gd name="T14" fmla="*/ 3 w 56"/>
                  <a:gd name="T15" fmla="*/ 27 h 34"/>
                  <a:gd name="T16" fmla="*/ 5 w 56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34">
                    <a:moveTo>
                      <a:pt x="5" y="33"/>
                    </a:moveTo>
                    <a:cubicBezTo>
                      <a:pt x="9" y="32"/>
                      <a:pt x="12" y="33"/>
                      <a:pt x="16" y="32"/>
                    </a:cubicBezTo>
                    <a:cubicBezTo>
                      <a:pt x="20" y="31"/>
                      <a:pt x="24" y="29"/>
                      <a:pt x="29" y="28"/>
                    </a:cubicBezTo>
                    <a:cubicBezTo>
                      <a:pt x="38" y="24"/>
                      <a:pt x="43" y="19"/>
                      <a:pt x="51" y="13"/>
                    </a:cubicBezTo>
                    <a:cubicBezTo>
                      <a:pt x="56" y="10"/>
                      <a:pt x="53" y="0"/>
                      <a:pt x="46" y="2"/>
                    </a:cubicBezTo>
                    <a:cubicBezTo>
                      <a:pt x="37" y="5"/>
                      <a:pt x="30" y="7"/>
                      <a:pt x="22" y="11"/>
                    </a:cubicBezTo>
                    <a:cubicBezTo>
                      <a:pt x="18" y="14"/>
                      <a:pt x="14" y="16"/>
                      <a:pt x="10" y="19"/>
                    </a:cubicBezTo>
                    <a:cubicBezTo>
                      <a:pt x="7" y="21"/>
                      <a:pt x="5" y="25"/>
                      <a:pt x="3" y="27"/>
                    </a:cubicBezTo>
                    <a:cubicBezTo>
                      <a:pt x="0" y="29"/>
                      <a:pt x="1" y="34"/>
                      <a:pt x="5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4" name="Freeform 58">
                <a:extLst>
                  <a:ext uri="{FF2B5EF4-FFF2-40B4-BE49-F238E27FC236}">
                    <a16:creationId xmlns:a16="http://schemas.microsoft.com/office/drawing/2014/main" id="{B6C5A286-C992-B165-47A6-76D19E039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863" y="3227388"/>
                <a:ext cx="76200" cy="69850"/>
              </a:xfrm>
              <a:custGeom>
                <a:avLst/>
                <a:gdLst>
                  <a:gd name="T0" fmla="*/ 69 w 74"/>
                  <a:gd name="T1" fmla="*/ 58 h 68"/>
                  <a:gd name="T2" fmla="*/ 42 w 74"/>
                  <a:gd name="T3" fmla="*/ 36 h 68"/>
                  <a:gd name="T4" fmla="*/ 14 w 74"/>
                  <a:gd name="T5" fmla="*/ 6 h 68"/>
                  <a:gd name="T6" fmla="*/ 3 w 74"/>
                  <a:gd name="T7" fmla="*/ 15 h 68"/>
                  <a:gd name="T8" fmla="*/ 66 w 74"/>
                  <a:gd name="T9" fmla="*/ 66 h 68"/>
                  <a:gd name="T10" fmla="*/ 69 w 74"/>
                  <a:gd name="T11" fmla="*/ 5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8">
                    <a:moveTo>
                      <a:pt x="69" y="58"/>
                    </a:moveTo>
                    <a:cubicBezTo>
                      <a:pt x="59" y="53"/>
                      <a:pt x="50" y="44"/>
                      <a:pt x="42" y="36"/>
                    </a:cubicBezTo>
                    <a:cubicBezTo>
                      <a:pt x="32" y="26"/>
                      <a:pt x="23" y="16"/>
                      <a:pt x="14" y="6"/>
                    </a:cubicBezTo>
                    <a:cubicBezTo>
                      <a:pt x="9" y="0"/>
                      <a:pt x="0" y="8"/>
                      <a:pt x="3" y="15"/>
                    </a:cubicBezTo>
                    <a:cubicBezTo>
                      <a:pt x="17" y="41"/>
                      <a:pt x="38" y="58"/>
                      <a:pt x="66" y="66"/>
                    </a:cubicBezTo>
                    <a:cubicBezTo>
                      <a:pt x="71" y="68"/>
                      <a:pt x="74" y="60"/>
                      <a:pt x="69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5" name="Freeform 59">
                <a:extLst>
                  <a:ext uri="{FF2B5EF4-FFF2-40B4-BE49-F238E27FC236}">
                    <a16:creationId xmlns:a16="http://schemas.microsoft.com/office/drawing/2014/main" id="{61BDE961-C37E-370F-493A-480E23766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676" y="3065463"/>
                <a:ext cx="60325" cy="96838"/>
              </a:xfrm>
              <a:custGeom>
                <a:avLst/>
                <a:gdLst>
                  <a:gd name="T0" fmla="*/ 54 w 58"/>
                  <a:gd name="T1" fmla="*/ 85 h 94"/>
                  <a:gd name="T2" fmla="*/ 12 w 58"/>
                  <a:gd name="T3" fmla="*/ 6 h 94"/>
                  <a:gd name="T4" fmla="*/ 2 w 58"/>
                  <a:gd name="T5" fmla="*/ 9 h 94"/>
                  <a:gd name="T6" fmla="*/ 47 w 58"/>
                  <a:gd name="T7" fmla="*/ 91 h 94"/>
                  <a:gd name="T8" fmla="*/ 54 w 58"/>
                  <a:gd name="T9" fmla="*/ 8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4">
                    <a:moveTo>
                      <a:pt x="54" y="85"/>
                    </a:moveTo>
                    <a:cubicBezTo>
                      <a:pt x="37" y="61"/>
                      <a:pt x="23" y="35"/>
                      <a:pt x="12" y="6"/>
                    </a:cubicBezTo>
                    <a:cubicBezTo>
                      <a:pt x="10" y="0"/>
                      <a:pt x="0" y="2"/>
                      <a:pt x="2" y="9"/>
                    </a:cubicBezTo>
                    <a:cubicBezTo>
                      <a:pt x="7" y="41"/>
                      <a:pt x="22" y="71"/>
                      <a:pt x="47" y="91"/>
                    </a:cubicBezTo>
                    <a:cubicBezTo>
                      <a:pt x="51" y="94"/>
                      <a:pt x="58" y="90"/>
                      <a:pt x="54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6" name="Freeform 60">
                <a:extLst>
                  <a:ext uri="{FF2B5EF4-FFF2-40B4-BE49-F238E27FC236}">
                    <a16:creationId xmlns:a16="http://schemas.microsoft.com/office/drawing/2014/main" id="{B5FB9EFB-B4C2-B842-4B17-C340B9BBE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526" y="2909888"/>
                <a:ext cx="22225" cy="68263"/>
              </a:xfrm>
              <a:custGeom>
                <a:avLst/>
                <a:gdLst>
                  <a:gd name="T0" fmla="*/ 22 w 22"/>
                  <a:gd name="T1" fmla="*/ 62 h 66"/>
                  <a:gd name="T2" fmla="*/ 9 w 22"/>
                  <a:gd name="T3" fmla="*/ 4 h 66"/>
                  <a:gd name="T4" fmla="*/ 1 w 22"/>
                  <a:gd name="T5" fmla="*/ 6 h 66"/>
                  <a:gd name="T6" fmla="*/ 18 w 22"/>
                  <a:gd name="T7" fmla="*/ 64 h 66"/>
                  <a:gd name="T8" fmla="*/ 22 w 22"/>
                  <a:gd name="T9" fmla="*/ 6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66">
                    <a:moveTo>
                      <a:pt x="22" y="62"/>
                    </a:moveTo>
                    <a:cubicBezTo>
                      <a:pt x="17" y="43"/>
                      <a:pt x="16" y="23"/>
                      <a:pt x="9" y="4"/>
                    </a:cubicBezTo>
                    <a:cubicBezTo>
                      <a:pt x="7" y="0"/>
                      <a:pt x="0" y="1"/>
                      <a:pt x="1" y="6"/>
                    </a:cubicBezTo>
                    <a:cubicBezTo>
                      <a:pt x="6" y="25"/>
                      <a:pt x="6" y="47"/>
                      <a:pt x="18" y="64"/>
                    </a:cubicBezTo>
                    <a:cubicBezTo>
                      <a:pt x="19" y="66"/>
                      <a:pt x="22" y="65"/>
                      <a:pt x="22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7" name="Freeform 61">
                <a:extLst>
                  <a:ext uri="{FF2B5EF4-FFF2-40B4-BE49-F238E27FC236}">
                    <a16:creationId xmlns:a16="http://schemas.microsoft.com/office/drawing/2014/main" id="{8A29F3EE-2BC1-678F-2843-9A3C9C1F3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538" y="2741613"/>
                <a:ext cx="28575" cy="100013"/>
              </a:xfrm>
              <a:custGeom>
                <a:avLst/>
                <a:gdLst>
                  <a:gd name="T0" fmla="*/ 22 w 27"/>
                  <a:gd name="T1" fmla="*/ 89 h 96"/>
                  <a:gd name="T2" fmla="*/ 15 w 27"/>
                  <a:gd name="T3" fmla="*/ 8 h 96"/>
                  <a:gd name="T4" fmla="*/ 2 w 27"/>
                  <a:gd name="T5" fmla="*/ 8 h 96"/>
                  <a:gd name="T6" fmla="*/ 9 w 27"/>
                  <a:gd name="T7" fmla="*/ 89 h 96"/>
                  <a:gd name="T8" fmla="*/ 22 w 27"/>
                  <a:gd name="T9" fmla="*/ 8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96">
                    <a:moveTo>
                      <a:pt x="22" y="89"/>
                    </a:moveTo>
                    <a:cubicBezTo>
                      <a:pt x="27" y="62"/>
                      <a:pt x="18" y="35"/>
                      <a:pt x="15" y="8"/>
                    </a:cubicBezTo>
                    <a:cubicBezTo>
                      <a:pt x="14" y="0"/>
                      <a:pt x="3" y="0"/>
                      <a:pt x="2" y="8"/>
                    </a:cubicBezTo>
                    <a:cubicBezTo>
                      <a:pt x="0" y="35"/>
                      <a:pt x="4" y="62"/>
                      <a:pt x="9" y="89"/>
                    </a:cubicBezTo>
                    <a:cubicBezTo>
                      <a:pt x="10" y="96"/>
                      <a:pt x="21" y="96"/>
                      <a:pt x="22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8" name="Freeform 62">
                <a:extLst>
                  <a:ext uri="{FF2B5EF4-FFF2-40B4-BE49-F238E27FC236}">
                    <a16:creationId xmlns:a16="http://schemas.microsoft.com/office/drawing/2014/main" id="{1D7844E1-0B87-3946-D7C5-5C794EBA3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476" y="2592388"/>
                <a:ext cx="22225" cy="73025"/>
              </a:xfrm>
              <a:custGeom>
                <a:avLst/>
                <a:gdLst>
                  <a:gd name="T0" fmla="*/ 13 w 22"/>
                  <a:gd name="T1" fmla="*/ 66 h 70"/>
                  <a:gd name="T2" fmla="*/ 21 w 22"/>
                  <a:gd name="T3" fmla="*/ 8 h 70"/>
                  <a:gd name="T4" fmla="*/ 11 w 22"/>
                  <a:gd name="T5" fmla="*/ 6 h 70"/>
                  <a:gd name="T6" fmla="*/ 5 w 22"/>
                  <a:gd name="T7" fmla="*/ 66 h 70"/>
                  <a:gd name="T8" fmla="*/ 13 w 22"/>
                  <a:gd name="T9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70">
                    <a:moveTo>
                      <a:pt x="13" y="66"/>
                    </a:moveTo>
                    <a:cubicBezTo>
                      <a:pt x="17" y="47"/>
                      <a:pt x="16" y="27"/>
                      <a:pt x="21" y="8"/>
                    </a:cubicBezTo>
                    <a:cubicBezTo>
                      <a:pt x="22" y="2"/>
                      <a:pt x="13" y="0"/>
                      <a:pt x="11" y="6"/>
                    </a:cubicBezTo>
                    <a:cubicBezTo>
                      <a:pt x="4" y="26"/>
                      <a:pt x="0" y="45"/>
                      <a:pt x="5" y="66"/>
                    </a:cubicBezTo>
                    <a:cubicBezTo>
                      <a:pt x="6" y="70"/>
                      <a:pt x="12" y="70"/>
                      <a:pt x="1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29" name="Freeform 63">
                <a:extLst>
                  <a:ext uri="{FF2B5EF4-FFF2-40B4-BE49-F238E27FC236}">
                    <a16:creationId xmlns:a16="http://schemas.microsoft.com/office/drawing/2014/main" id="{1673B5CC-F99E-B30D-CF09-F669A16F2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2397126"/>
                <a:ext cx="49213" cy="103188"/>
              </a:xfrm>
              <a:custGeom>
                <a:avLst/>
                <a:gdLst>
                  <a:gd name="T0" fmla="*/ 7 w 47"/>
                  <a:gd name="T1" fmla="*/ 96 h 99"/>
                  <a:gd name="T2" fmla="*/ 45 w 47"/>
                  <a:gd name="T3" fmla="*/ 8 h 99"/>
                  <a:gd name="T4" fmla="*/ 36 w 47"/>
                  <a:gd name="T5" fmla="*/ 5 h 99"/>
                  <a:gd name="T6" fmla="*/ 0 w 47"/>
                  <a:gd name="T7" fmla="*/ 94 h 99"/>
                  <a:gd name="T8" fmla="*/ 7 w 47"/>
                  <a:gd name="T9" fmla="*/ 9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99">
                    <a:moveTo>
                      <a:pt x="7" y="96"/>
                    </a:moveTo>
                    <a:cubicBezTo>
                      <a:pt x="20" y="67"/>
                      <a:pt x="33" y="38"/>
                      <a:pt x="45" y="8"/>
                    </a:cubicBezTo>
                    <a:cubicBezTo>
                      <a:pt x="47" y="3"/>
                      <a:pt x="39" y="0"/>
                      <a:pt x="36" y="5"/>
                    </a:cubicBezTo>
                    <a:cubicBezTo>
                      <a:pt x="19" y="33"/>
                      <a:pt x="4" y="61"/>
                      <a:pt x="0" y="94"/>
                    </a:cubicBezTo>
                    <a:cubicBezTo>
                      <a:pt x="0" y="97"/>
                      <a:pt x="6" y="99"/>
                      <a:pt x="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0" name="Freeform 64">
                <a:extLst>
                  <a:ext uri="{FF2B5EF4-FFF2-40B4-BE49-F238E27FC236}">
                    <a16:creationId xmlns:a16="http://schemas.microsoft.com/office/drawing/2014/main" id="{21F80E79-2018-2258-1305-A32F20C40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301" y="2254251"/>
                <a:ext cx="57150" cy="80963"/>
              </a:xfrm>
              <a:custGeom>
                <a:avLst/>
                <a:gdLst>
                  <a:gd name="T0" fmla="*/ 8 w 55"/>
                  <a:gd name="T1" fmla="*/ 74 h 78"/>
                  <a:gd name="T2" fmla="*/ 27 w 55"/>
                  <a:gd name="T3" fmla="*/ 44 h 78"/>
                  <a:gd name="T4" fmla="*/ 52 w 55"/>
                  <a:gd name="T5" fmla="*/ 10 h 78"/>
                  <a:gd name="T6" fmla="*/ 45 w 55"/>
                  <a:gd name="T7" fmla="*/ 3 h 78"/>
                  <a:gd name="T8" fmla="*/ 16 w 55"/>
                  <a:gd name="T9" fmla="*/ 33 h 78"/>
                  <a:gd name="T10" fmla="*/ 1 w 55"/>
                  <a:gd name="T11" fmla="*/ 72 h 78"/>
                  <a:gd name="T12" fmla="*/ 8 w 55"/>
                  <a:gd name="T13" fmla="*/ 7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78">
                    <a:moveTo>
                      <a:pt x="8" y="74"/>
                    </a:moveTo>
                    <a:cubicBezTo>
                      <a:pt x="12" y="63"/>
                      <a:pt x="21" y="53"/>
                      <a:pt x="27" y="44"/>
                    </a:cubicBezTo>
                    <a:cubicBezTo>
                      <a:pt x="35" y="32"/>
                      <a:pt x="45" y="22"/>
                      <a:pt x="52" y="10"/>
                    </a:cubicBezTo>
                    <a:cubicBezTo>
                      <a:pt x="55" y="6"/>
                      <a:pt x="50" y="0"/>
                      <a:pt x="45" y="3"/>
                    </a:cubicBezTo>
                    <a:cubicBezTo>
                      <a:pt x="34" y="11"/>
                      <a:pt x="25" y="21"/>
                      <a:pt x="16" y="33"/>
                    </a:cubicBezTo>
                    <a:cubicBezTo>
                      <a:pt x="7" y="45"/>
                      <a:pt x="5" y="57"/>
                      <a:pt x="1" y="72"/>
                    </a:cubicBezTo>
                    <a:cubicBezTo>
                      <a:pt x="0" y="76"/>
                      <a:pt x="6" y="78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1" name="Freeform 65">
                <a:extLst>
                  <a:ext uri="{FF2B5EF4-FFF2-40B4-BE49-F238E27FC236}">
                    <a16:creationId xmlns:a16="http://schemas.microsoft.com/office/drawing/2014/main" id="{65558286-BEB4-7441-DE2D-DB9387ACD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438" y="2087563"/>
                <a:ext cx="73025" cy="87313"/>
              </a:xfrm>
              <a:custGeom>
                <a:avLst/>
                <a:gdLst>
                  <a:gd name="T0" fmla="*/ 6 w 71"/>
                  <a:gd name="T1" fmla="*/ 84 h 85"/>
                  <a:gd name="T2" fmla="*/ 66 w 71"/>
                  <a:gd name="T3" fmla="*/ 14 h 85"/>
                  <a:gd name="T4" fmla="*/ 58 w 71"/>
                  <a:gd name="T5" fmla="*/ 5 h 85"/>
                  <a:gd name="T6" fmla="*/ 1 w 71"/>
                  <a:gd name="T7" fmla="*/ 81 h 85"/>
                  <a:gd name="T8" fmla="*/ 6 w 71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85">
                    <a:moveTo>
                      <a:pt x="6" y="84"/>
                    </a:moveTo>
                    <a:cubicBezTo>
                      <a:pt x="31" y="64"/>
                      <a:pt x="46" y="37"/>
                      <a:pt x="66" y="14"/>
                    </a:cubicBezTo>
                    <a:cubicBezTo>
                      <a:pt x="71" y="8"/>
                      <a:pt x="64" y="0"/>
                      <a:pt x="58" y="5"/>
                    </a:cubicBezTo>
                    <a:cubicBezTo>
                      <a:pt x="33" y="26"/>
                      <a:pt x="11" y="49"/>
                      <a:pt x="1" y="81"/>
                    </a:cubicBezTo>
                    <a:cubicBezTo>
                      <a:pt x="0" y="84"/>
                      <a:pt x="4" y="85"/>
                      <a:pt x="6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2" name="Freeform 66">
                <a:extLst>
                  <a:ext uri="{FF2B5EF4-FFF2-40B4-BE49-F238E27FC236}">
                    <a16:creationId xmlns:a16="http://schemas.microsoft.com/office/drawing/2014/main" id="{17C45B3D-90FF-5E21-9A4B-809DCBD9A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563" y="1936751"/>
                <a:ext cx="80963" cy="104775"/>
              </a:xfrm>
              <a:custGeom>
                <a:avLst/>
                <a:gdLst>
                  <a:gd name="T0" fmla="*/ 8 w 79"/>
                  <a:gd name="T1" fmla="*/ 98 h 101"/>
                  <a:gd name="T2" fmla="*/ 74 w 79"/>
                  <a:gd name="T3" fmla="*/ 12 h 101"/>
                  <a:gd name="T4" fmla="*/ 67 w 79"/>
                  <a:gd name="T5" fmla="*/ 5 h 101"/>
                  <a:gd name="T6" fmla="*/ 31 w 79"/>
                  <a:gd name="T7" fmla="*/ 43 h 101"/>
                  <a:gd name="T8" fmla="*/ 2 w 79"/>
                  <a:gd name="T9" fmla="*/ 94 h 101"/>
                  <a:gd name="T10" fmla="*/ 8 w 79"/>
                  <a:gd name="T11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01">
                    <a:moveTo>
                      <a:pt x="8" y="98"/>
                    </a:moveTo>
                    <a:cubicBezTo>
                      <a:pt x="34" y="72"/>
                      <a:pt x="51" y="41"/>
                      <a:pt x="74" y="12"/>
                    </a:cubicBezTo>
                    <a:cubicBezTo>
                      <a:pt x="79" y="7"/>
                      <a:pt x="72" y="0"/>
                      <a:pt x="67" y="5"/>
                    </a:cubicBezTo>
                    <a:cubicBezTo>
                      <a:pt x="53" y="17"/>
                      <a:pt x="41" y="28"/>
                      <a:pt x="31" y="43"/>
                    </a:cubicBezTo>
                    <a:cubicBezTo>
                      <a:pt x="20" y="59"/>
                      <a:pt x="12" y="76"/>
                      <a:pt x="2" y="94"/>
                    </a:cubicBezTo>
                    <a:cubicBezTo>
                      <a:pt x="0" y="97"/>
                      <a:pt x="5" y="101"/>
                      <a:pt x="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3" name="Freeform 67">
                <a:extLst>
                  <a:ext uri="{FF2B5EF4-FFF2-40B4-BE49-F238E27FC236}">
                    <a16:creationId xmlns:a16="http://schemas.microsoft.com/office/drawing/2014/main" id="{78A1B1AF-59C7-9690-26CF-9FE2897A9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626" y="1827213"/>
                <a:ext cx="87313" cy="65088"/>
              </a:xfrm>
              <a:custGeom>
                <a:avLst/>
                <a:gdLst>
                  <a:gd name="T0" fmla="*/ 8 w 85"/>
                  <a:gd name="T1" fmla="*/ 61 h 63"/>
                  <a:gd name="T2" fmla="*/ 23 w 85"/>
                  <a:gd name="T3" fmla="*/ 57 h 63"/>
                  <a:gd name="T4" fmla="*/ 40 w 85"/>
                  <a:gd name="T5" fmla="*/ 47 h 63"/>
                  <a:gd name="T6" fmla="*/ 76 w 85"/>
                  <a:gd name="T7" fmla="*/ 21 h 63"/>
                  <a:gd name="T8" fmla="*/ 67 w 85"/>
                  <a:gd name="T9" fmla="*/ 6 h 63"/>
                  <a:gd name="T10" fmla="*/ 34 w 85"/>
                  <a:gd name="T11" fmla="*/ 26 h 63"/>
                  <a:gd name="T12" fmla="*/ 18 w 85"/>
                  <a:gd name="T13" fmla="*/ 38 h 63"/>
                  <a:gd name="T14" fmla="*/ 3 w 85"/>
                  <a:gd name="T15" fmla="*/ 53 h 63"/>
                  <a:gd name="T16" fmla="*/ 8 w 85"/>
                  <a:gd name="T17" fmla="*/ 6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3">
                    <a:moveTo>
                      <a:pt x="8" y="61"/>
                    </a:moveTo>
                    <a:cubicBezTo>
                      <a:pt x="13" y="59"/>
                      <a:pt x="18" y="59"/>
                      <a:pt x="23" y="57"/>
                    </a:cubicBezTo>
                    <a:cubicBezTo>
                      <a:pt x="29" y="54"/>
                      <a:pt x="35" y="50"/>
                      <a:pt x="40" y="47"/>
                    </a:cubicBezTo>
                    <a:cubicBezTo>
                      <a:pt x="53" y="39"/>
                      <a:pt x="64" y="30"/>
                      <a:pt x="76" y="21"/>
                    </a:cubicBezTo>
                    <a:cubicBezTo>
                      <a:pt x="85" y="14"/>
                      <a:pt x="77" y="0"/>
                      <a:pt x="67" y="6"/>
                    </a:cubicBezTo>
                    <a:cubicBezTo>
                      <a:pt x="56" y="12"/>
                      <a:pt x="44" y="18"/>
                      <a:pt x="34" y="26"/>
                    </a:cubicBezTo>
                    <a:cubicBezTo>
                      <a:pt x="28" y="30"/>
                      <a:pt x="23" y="34"/>
                      <a:pt x="18" y="38"/>
                    </a:cubicBezTo>
                    <a:cubicBezTo>
                      <a:pt x="11" y="42"/>
                      <a:pt x="8" y="48"/>
                      <a:pt x="3" y="53"/>
                    </a:cubicBezTo>
                    <a:cubicBezTo>
                      <a:pt x="0" y="57"/>
                      <a:pt x="3" y="63"/>
                      <a:pt x="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4" name="Freeform 68">
                <a:extLst>
                  <a:ext uri="{FF2B5EF4-FFF2-40B4-BE49-F238E27FC236}">
                    <a16:creationId xmlns:a16="http://schemas.microsoft.com/office/drawing/2014/main" id="{1A88E1B2-6AB7-AE58-FAC9-9732C8BE2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1" y="1725613"/>
                <a:ext cx="109538" cy="76200"/>
              </a:xfrm>
              <a:custGeom>
                <a:avLst/>
                <a:gdLst>
                  <a:gd name="T0" fmla="*/ 9 w 105"/>
                  <a:gd name="T1" fmla="*/ 71 h 74"/>
                  <a:gd name="T2" fmla="*/ 96 w 105"/>
                  <a:gd name="T3" fmla="*/ 16 h 74"/>
                  <a:gd name="T4" fmla="*/ 89 w 105"/>
                  <a:gd name="T5" fmla="*/ 4 h 74"/>
                  <a:gd name="T6" fmla="*/ 2 w 105"/>
                  <a:gd name="T7" fmla="*/ 66 h 74"/>
                  <a:gd name="T8" fmla="*/ 9 w 105"/>
                  <a:gd name="T9" fmla="*/ 7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74">
                    <a:moveTo>
                      <a:pt x="9" y="71"/>
                    </a:moveTo>
                    <a:cubicBezTo>
                      <a:pt x="33" y="47"/>
                      <a:pt x="67" y="33"/>
                      <a:pt x="96" y="16"/>
                    </a:cubicBezTo>
                    <a:cubicBezTo>
                      <a:pt x="105" y="12"/>
                      <a:pt x="97" y="0"/>
                      <a:pt x="89" y="4"/>
                    </a:cubicBezTo>
                    <a:cubicBezTo>
                      <a:pt x="55" y="19"/>
                      <a:pt x="22" y="32"/>
                      <a:pt x="2" y="66"/>
                    </a:cubicBezTo>
                    <a:cubicBezTo>
                      <a:pt x="0" y="70"/>
                      <a:pt x="5" y="74"/>
                      <a:pt x="9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5" name="Freeform 69">
                <a:extLst>
                  <a:ext uri="{FF2B5EF4-FFF2-40B4-BE49-F238E27FC236}">
                    <a16:creationId xmlns:a16="http://schemas.microsoft.com/office/drawing/2014/main" id="{9600E081-C57B-D8E5-B505-C0F9EC702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538" y="1655763"/>
                <a:ext cx="87313" cy="47625"/>
              </a:xfrm>
              <a:custGeom>
                <a:avLst/>
                <a:gdLst>
                  <a:gd name="T0" fmla="*/ 7 w 84"/>
                  <a:gd name="T1" fmla="*/ 46 h 47"/>
                  <a:gd name="T2" fmla="*/ 80 w 84"/>
                  <a:gd name="T3" fmla="*/ 9 h 47"/>
                  <a:gd name="T4" fmla="*/ 77 w 84"/>
                  <a:gd name="T5" fmla="*/ 3 h 47"/>
                  <a:gd name="T6" fmla="*/ 5 w 84"/>
                  <a:gd name="T7" fmla="*/ 38 h 47"/>
                  <a:gd name="T8" fmla="*/ 7 w 84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47">
                    <a:moveTo>
                      <a:pt x="7" y="46"/>
                    </a:moveTo>
                    <a:cubicBezTo>
                      <a:pt x="36" y="41"/>
                      <a:pt x="58" y="26"/>
                      <a:pt x="80" y="9"/>
                    </a:cubicBezTo>
                    <a:cubicBezTo>
                      <a:pt x="84" y="6"/>
                      <a:pt x="81" y="0"/>
                      <a:pt x="77" y="3"/>
                    </a:cubicBezTo>
                    <a:cubicBezTo>
                      <a:pt x="54" y="16"/>
                      <a:pt x="30" y="29"/>
                      <a:pt x="5" y="38"/>
                    </a:cubicBezTo>
                    <a:cubicBezTo>
                      <a:pt x="0" y="40"/>
                      <a:pt x="2" y="47"/>
                      <a:pt x="7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6" name="Freeform 70">
                <a:extLst>
                  <a:ext uri="{FF2B5EF4-FFF2-40B4-BE49-F238E27FC236}">
                    <a16:creationId xmlns:a16="http://schemas.microsoft.com/office/drawing/2014/main" id="{24DABD64-E850-2AB5-54C2-91B1B2F000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351" y="1609726"/>
                <a:ext cx="103188" cy="31750"/>
              </a:xfrm>
              <a:custGeom>
                <a:avLst/>
                <a:gdLst>
                  <a:gd name="T0" fmla="*/ 4 w 100"/>
                  <a:gd name="T1" fmla="*/ 25 h 31"/>
                  <a:gd name="T2" fmla="*/ 95 w 100"/>
                  <a:gd name="T3" fmla="*/ 11 h 31"/>
                  <a:gd name="T4" fmla="*/ 92 w 100"/>
                  <a:gd name="T5" fmla="*/ 1 h 31"/>
                  <a:gd name="T6" fmla="*/ 4 w 100"/>
                  <a:gd name="T7" fmla="*/ 17 h 31"/>
                  <a:gd name="T8" fmla="*/ 4 w 100"/>
                  <a:gd name="T9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1">
                    <a:moveTo>
                      <a:pt x="4" y="25"/>
                    </a:moveTo>
                    <a:cubicBezTo>
                      <a:pt x="34" y="31"/>
                      <a:pt x="67" y="23"/>
                      <a:pt x="95" y="11"/>
                    </a:cubicBezTo>
                    <a:cubicBezTo>
                      <a:pt x="100" y="9"/>
                      <a:pt x="97" y="0"/>
                      <a:pt x="92" y="1"/>
                    </a:cubicBezTo>
                    <a:cubicBezTo>
                      <a:pt x="63" y="3"/>
                      <a:pt x="32" y="9"/>
                      <a:pt x="4" y="17"/>
                    </a:cubicBezTo>
                    <a:cubicBezTo>
                      <a:pt x="0" y="18"/>
                      <a:pt x="0" y="24"/>
                      <a:pt x="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7" name="Freeform 71">
                <a:extLst>
                  <a:ext uri="{FF2B5EF4-FFF2-40B4-BE49-F238E27FC236}">
                    <a16:creationId xmlns:a16="http://schemas.microsoft.com/office/drawing/2014/main" id="{8CFB01C9-AD2B-8941-E034-9EDFCBAB2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1628776"/>
                <a:ext cx="109538" cy="19050"/>
              </a:xfrm>
              <a:custGeom>
                <a:avLst/>
                <a:gdLst>
                  <a:gd name="T0" fmla="*/ 4 w 105"/>
                  <a:gd name="T1" fmla="*/ 13 h 18"/>
                  <a:gd name="T2" fmla="*/ 99 w 105"/>
                  <a:gd name="T3" fmla="*/ 14 h 18"/>
                  <a:gd name="T4" fmla="*/ 99 w 105"/>
                  <a:gd name="T5" fmla="*/ 4 h 18"/>
                  <a:gd name="T6" fmla="*/ 4 w 105"/>
                  <a:gd name="T7" fmla="*/ 5 h 18"/>
                  <a:gd name="T8" fmla="*/ 4 w 105"/>
                  <a:gd name="T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18">
                    <a:moveTo>
                      <a:pt x="4" y="13"/>
                    </a:moveTo>
                    <a:cubicBezTo>
                      <a:pt x="35" y="18"/>
                      <a:pt x="67" y="17"/>
                      <a:pt x="99" y="14"/>
                    </a:cubicBezTo>
                    <a:cubicBezTo>
                      <a:pt x="105" y="13"/>
                      <a:pt x="105" y="5"/>
                      <a:pt x="99" y="4"/>
                    </a:cubicBezTo>
                    <a:cubicBezTo>
                      <a:pt x="67" y="1"/>
                      <a:pt x="35" y="0"/>
                      <a:pt x="4" y="5"/>
                    </a:cubicBezTo>
                    <a:cubicBezTo>
                      <a:pt x="0" y="6"/>
                      <a:pt x="0" y="12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8" name="Freeform 72">
                <a:extLst>
                  <a:ext uri="{FF2B5EF4-FFF2-40B4-BE49-F238E27FC236}">
                    <a16:creationId xmlns:a16="http://schemas.microsoft.com/office/drawing/2014/main" id="{F1D9C5E5-54B1-F2BE-6A50-C88B1E51F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1401" y="1643063"/>
                <a:ext cx="68263" cy="30163"/>
              </a:xfrm>
              <a:custGeom>
                <a:avLst/>
                <a:gdLst>
                  <a:gd name="T0" fmla="*/ 2 w 65"/>
                  <a:gd name="T1" fmla="*/ 4 h 28"/>
                  <a:gd name="T2" fmla="*/ 59 w 65"/>
                  <a:gd name="T3" fmla="*/ 27 h 28"/>
                  <a:gd name="T4" fmla="*/ 62 w 65"/>
                  <a:gd name="T5" fmla="*/ 21 h 28"/>
                  <a:gd name="T6" fmla="*/ 3 w 65"/>
                  <a:gd name="T7" fmla="*/ 1 h 28"/>
                  <a:gd name="T8" fmla="*/ 2 w 65"/>
                  <a:gd name="T9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8">
                    <a:moveTo>
                      <a:pt x="2" y="4"/>
                    </a:moveTo>
                    <a:cubicBezTo>
                      <a:pt x="19" y="15"/>
                      <a:pt x="40" y="22"/>
                      <a:pt x="59" y="27"/>
                    </a:cubicBezTo>
                    <a:cubicBezTo>
                      <a:pt x="63" y="28"/>
                      <a:pt x="65" y="23"/>
                      <a:pt x="62" y="21"/>
                    </a:cubicBezTo>
                    <a:cubicBezTo>
                      <a:pt x="43" y="13"/>
                      <a:pt x="23" y="7"/>
                      <a:pt x="3" y="1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39" name="Freeform 73">
                <a:extLst>
                  <a:ext uri="{FF2B5EF4-FFF2-40B4-BE49-F238E27FC236}">
                    <a16:creationId xmlns:a16="http://schemas.microsoft.com/office/drawing/2014/main" id="{E3AAE56C-D5BC-BE19-9720-5797B7DB9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563" y="1714501"/>
                <a:ext cx="71438" cy="33338"/>
              </a:xfrm>
              <a:custGeom>
                <a:avLst/>
                <a:gdLst>
                  <a:gd name="T0" fmla="*/ 3 w 68"/>
                  <a:gd name="T1" fmla="*/ 10 h 33"/>
                  <a:gd name="T2" fmla="*/ 59 w 68"/>
                  <a:gd name="T3" fmla="*/ 32 h 33"/>
                  <a:gd name="T4" fmla="*/ 64 w 68"/>
                  <a:gd name="T5" fmla="*/ 26 h 33"/>
                  <a:gd name="T6" fmla="*/ 3 w 68"/>
                  <a:gd name="T7" fmla="*/ 4 h 33"/>
                  <a:gd name="T8" fmla="*/ 3 w 68"/>
                  <a:gd name="T9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3">
                    <a:moveTo>
                      <a:pt x="3" y="10"/>
                    </a:moveTo>
                    <a:cubicBezTo>
                      <a:pt x="23" y="14"/>
                      <a:pt x="40" y="23"/>
                      <a:pt x="59" y="32"/>
                    </a:cubicBezTo>
                    <a:cubicBezTo>
                      <a:pt x="63" y="33"/>
                      <a:pt x="68" y="29"/>
                      <a:pt x="64" y="26"/>
                    </a:cubicBezTo>
                    <a:cubicBezTo>
                      <a:pt x="46" y="10"/>
                      <a:pt x="26" y="0"/>
                      <a:pt x="3" y="4"/>
                    </a:cubicBezTo>
                    <a:cubicBezTo>
                      <a:pt x="0" y="4"/>
                      <a:pt x="0" y="9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0" name="Freeform 74">
                <a:extLst>
                  <a:ext uri="{FF2B5EF4-FFF2-40B4-BE49-F238E27FC236}">
                    <a16:creationId xmlns:a16="http://schemas.microsoft.com/office/drawing/2014/main" id="{655FAA36-2AE8-2481-3476-79A9650F2A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9851" y="1784351"/>
                <a:ext cx="85725" cy="47625"/>
              </a:xfrm>
              <a:custGeom>
                <a:avLst/>
                <a:gdLst>
                  <a:gd name="T0" fmla="*/ 3 w 83"/>
                  <a:gd name="T1" fmla="*/ 6 h 46"/>
                  <a:gd name="T2" fmla="*/ 75 w 83"/>
                  <a:gd name="T3" fmla="*/ 43 h 46"/>
                  <a:gd name="T4" fmla="*/ 79 w 83"/>
                  <a:gd name="T5" fmla="*/ 37 h 46"/>
                  <a:gd name="T6" fmla="*/ 6 w 83"/>
                  <a:gd name="T7" fmla="*/ 1 h 46"/>
                  <a:gd name="T8" fmla="*/ 3 w 83"/>
                  <a:gd name="T9" fmla="*/ 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46">
                    <a:moveTo>
                      <a:pt x="3" y="6"/>
                    </a:moveTo>
                    <a:cubicBezTo>
                      <a:pt x="28" y="18"/>
                      <a:pt x="52" y="30"/>
                      <a:pt x="75" y="43"/>
                    </a:cubicBezTo>
                    <a:cubicBezTo>
                      <a:pt x="80" y="46"/>
                      <a:pt x="83" y="39"/>
                      <a:pt x="79" y="37"/>
                    </a:cubicBezTo>
                    <a:cubicBezTo>
                      <a:pt x="57" y="20"/>
                      <a:pt x="33" y="7"/>
                      <a:pt x="6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1" name="Freeform 75">
                <a:extLst>
                  <a:ext uri="{FF2B5EF4-FFF2-40B4-BE49-F238E27FC236}">
                    <a16:creationId xmlns:a16="http://schemas.microsoft.com/office/drawing/2014/main" id="{11197D29-6759-0426-14BB-0556900EA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5426" y="1847851"/>
                <a:ext cx="66675" cy="61913"/>
              </a:xfrm>
              <a:custGeom>
                <a:avLst/>
                <a:gdLst>
                  <a:gd name="T0" fmla="*/ 5 w 65"/>
                  <a:gd name="T1" fmla="*/ 12 h 59"/>
                  <a:gd name="T2" fmla="*/ 55 w 65"/>
                  <a:gd name="T3" fmla="*/ 55 h 59"/>
                  <a:gd name="T4" fmla="*/ 62 w 65"/>
                  <a:gd name="T5" fmla="*/ 49 h 59"/>
                  <a:gd name="T6" fmla="*/ 42 w 65"/>
                  <a:gd name="T7" fmla="*/ 23 h 59"/>
                  <a:gd name="T8" fmla="*/ 10 w 65"/>
                  <a:gd name="T9" fmla="*/ 4 h 59"/>
                  <a:gd name="T10" fmla="*/ 5 w 65"/>
                  <a:gd name="T11" fmla="*/ 1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59">
                    <a:moveTo>
                      <a:pt x="5" y="12"/>
                    </a:moveTo>
                    <a:cubicBezTo>
                      <a:pt x="23" y="25"/>
                      <a:pt x="42" y="37"/>
                      <a:pt x="55" y="55"/>
                    </a:cubicBezTo>
                    <a:cubicBezTo>
                      <a:pt x="58" y="59"/>
                      <a:pt x="65" y="53"/>
                      <a:pt x="62" y="49"/>
                    </a:cubicBezTo>
                    <a:cubicBezTo>
                      <a:pt x="57" y="39"/>
                      <a:pt x="50" y="31"/>
                      <a:pt x="42" y="23"/>
                    </a:cubicBezTo>
                    <a:cubicBezTo>
                      <a:pt x="33" y="15"/>
                      <a:pt x="21" y="9"/>
                      <a:pt x="10" y="4"/>
                    </a:cubicBezTo>
                    <a:cubicBezTo>
                      <a:pt x="5" y="0"/>
                      <a:pt x="0" y="8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2" name="Freeform 76">
                <a:extLst>
                  <a:ext uri="{FF2B5EF4-FFF2-40B4-BE49-F238E27FC236}">
                    <a16:creationId xmlns:a16="http://schemas.microsoft.com/office/drawing/2014/main" id="{C33B456D-134C-832F-0B79-FAA5C21D4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0038" y="1765301"/>
                <a:ext cx="30163" cy="87313"/>
              </a:xfrm>
              <a:custGeom>
                <a:avLst/>
                <a:gdLst>
                  <a:gd name="T0" fmla="*/ 10 w 28"/>
                  <a:gd name="T1" fmla="*/ 81 h 84"/>
                  <a:gd name="T2" fmla="*/ 27 w 28"/>
                  <a:gd name="T3" fmla="*/ 10 h 84"/>
                  <a:gd name="T4" fmla="*/ 17 w 28"/>
                  <a:gd name="T5" fmla="*/ 6 h 84"/>
                  <a:gd name="T6" fmla="*/ 4 w 28"/>
                  <a:gd name="T7" fmla="*/ 81 h 84"/>
                  <a:gd name="T8" fmla="*/ 10 w 28"/>
                  <a:gd name="T9" fmla="*/ 8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84">
                    <a:moveTo>
                      <a:pt x="10" y="81"/>
                    </a:moveTo>
                    <a:cubicBezTo>
                      <a:pt x="15" y="57"/>
                      <a:pt x="22" y="34"/>
                      <a:pt x="27" y="10"/>
                    </a:cubicBezTo>
                    <a:cubicBezTo>
                      <a:pt x="28" y="4"/>
                      <a:pt x="20" y="0"/>
                      <a:pt x="17" y="6"/>
                    </a:cubicBezTo>
                    <a:cubicBezTo>
                      <a:pt x="6" y="29"/>
                      <a:pt x="0" y="55"/>
                      <a:pt x="4" y="81"/>
                    </a:cubicBezTo>
                    <a:cubicBezTo>
                      <a:pt x="5" y="84"/>
                      <a:pt x="10" y="84"/>
                      <a:pt x="10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3" name="Freeform 77">
                <a:extLst>
                  <a:ext uri="{FF2B5EF4-FFF2-40B4-BE49-F238E27FC236}">
                    <a16:creationId xmlns:a16="http://schemas.microsoft.com/office/drawing/2014/main" id="{CE9A5DD0-ED6F-1DB6-2F0D-C189C4069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1476" y="1625601"/>
                <a:ext cx="39688" cy="63500"/>
              </a:xfrm>
              <a:custGeom>
                <a:avLst/>
                <a:gdLst>
                  <a:gd name="T0" fmla="*/ 7 w 39"/>
                  <a:gd name="T1" fmla="*/ 58 h 62"/>
                  <a:gd name="T2" fmla="*/ 38 w 39"/>
                  <a:gd name="T3" fmla="*/ 7 h 62"/>
                  <a:gd name="T4" fmla="*/ 29 w 39"/>
                  <a:gd name="T5" fmla="*/ 3 h 62"/>
                  <a:gd name="T6" fmla="*/ 13 w 39"/>
                  <a:gd name="T7" fmla="*/ 25 h 62"/>
                  <a:gd name="T8" fmla="*/ 1 w 39"/>
                  <a:gd name="T9" fmla="*/ 56 h 62"/>
                  <a:gd name="T10" fmla="*/ 7 w 39"/>
                  <a:gd name="T11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62">
                    <a:moveTo>
                      <a:pt x="7" y="58"/>
                    </a:moveTo>
                    <a:cubicBezTo>
                      <a:pt x="16" y="40"/>
                      <a:pt x="30" y="26"/>
                      <a:pt x="38" y="7"/>
                    </a:cubicBezTo>
                    <a:cubicBezTo>
                      <a:pt x="39" y="2"/>
                      <a:pt x="32" y="0"/>
                      <a:pt x="29" y="3"/>
                    </a:cubicBezTo>
                    <a:cubicBezTo>
                      <a:pt x="24" y="11"/>
                      <a:pt x="18" y="18"/>
                      <a:pt x="13" y="25"/>
                    </a:cubicBezTo>
                    <a:cubicBezTo>
                      <a:pt x="7" y="34"/>
                      <a:pt x="4" y="45"/>
                      <a:pt x="1" y="56"/>
                    </a:cubicBezTo>
                    <a:cubicBezTo>
                      <a:pt x="0" y="59"/>
                      <a:pt x="5" y="62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4" name="Freeform 78">
                <a:extLst>
                  <a:ext uri="{FF2B5EF4-FFF2-40B4-BE49-F238E27FC236}">
                    <a16:creationId xmlns:a16="http://schemas.microsoft.com/office/drawing/2014/main" id="{A2835763-B8F6-8F71-36B3-F2671FF72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6" y="1449388"/>
                <a:ext cx="88900" cy="112713"/>
              </a:xfrm>
              <a:custGeom>
                <a:avLst/>
                <a:gdLst>
                  <a:gd name="T0" fmla="*/ 8 w 86"/>
                  <a:gd name="T1" fmla="*/ 105 h 108"/>
                  <a:gd name="T2" fmla="*/ 81 w 86"/>
                  <a:gd name="T3" fmla="*/ 12 h 108"/>
                  <a:gd name="T4" fmla="*/ 75 w 86"/>
                  <a:gd name="T5" fmla="*/ 4 h 108"/>
                  <a:gd name="T6" fmla="*/ 1 w 86"/>
                  <a:gd name="T7" fmla="*/ 101 h 108"/>
                  <a:gd name="T8" fmla="*/ 8 w 86"/>
                  <a:gd name="T9" fmla="*/ 10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08">
                    <a:moveTo>
                      <a:pt x="8" y="105"/>
                    </a:moveTo>
                    <a:cubicBezTo>
                      <a:pt x="34" y="75"/>
                      <a:pt x="53" y="41"/>
                      <a:pt x="81" y="12"/>
                    </a:cubicBezTo>
                    <a:cubicBezTo>
                      <a:pt x="86" y="8"/>
                      <a:pt x="80" y="0"/>
                      <a:pt x="75" y="4"/>
                    </a:cubicBezTo>
                    <a:cubicBezTo>
                      <a:pt x="39" y="25"/>
                      <a:pt x="16" y="63"/>
                      <a:pt x="1" y="101"/>
                    </a:cubicBezTo>
                    <a:cubicBezTo>
                      <a:pt x="0" y="105"/>
                      <a:pt x="5" y="108"/>
                      <a:pt x="8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5" name="Freeform 79">
                <a:extLst>
                  <a:ext uri="{FF2B5EF4-FFF2-40B4-BE49-F238E27FC236}">
                    <a16:creationId xmlns:a16="http://schemas.microsoft.com/office/drawing/2014/main" id="{DFBD0065-4920-F22E-22A2-65734F912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5313" y="1382713"/>
                <a:ext cx="88900" cy="57150"/>
              </a:xfrm>
              <a:custGeom>
                <a:avLst/>
                <a:gdLst>
                  <a:gd name="T0" fmla="*/ 7 w 86"/>
                  <a:gd name="T1" fmla="*/ 53 h 55"/>
                  <a:gd name="T2" fmla="*/ 79 w 86"/>
                  <a:gd name="T3" fmla="*/ 13 h 55"/>
                  <a:gd name="T4" fmla="*/ 76 w 86"/>
                  <a:gd name="T5" fmla="*/ 2 h 55"/>
                  <a:gd name="T6" fmla="*/ 3 w 86"/>
                  <a:gd name="T7" fmla="*/ 48 h 55"/>
                  <a:gd name="T8" fmla="*/ 7 w 86"/>
                  <a:gd name="T9" fmla="*/ 5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55">
                    <a:moveTo>
                      <a:pt x="7" y="53"/>
                    </a:moveTo>
                    <a:cubicBezTo>
                      <a:pt x="32" y="43"/>
                      <a:pt x="53" y="22"/>
                      <a:pt x="79" y="13"/>
                    </a:cubicBezTo>
                    <a:cubicBezTo>
                      <a:pt x="86" y="10"/>
                      <a:pt x="83" y="0"/>
                      <a:pt x="76" y="2"/>
                    </a:cubicBezTo>
                    <a:cubicBezTo>
                      <a:pt x="46" y="8"/>
                      <a:pt x="24" y="27"/>
                      <a:pt x="3" y="48"/>
                    </a:cubicBezTo>
                    <a:cubicBezTo>
                      <a:pt x="0" y="51"/>
                      <a:pt x="4" y="55"/>
                      <a:pt x="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6" name="Freeform 80">
                <a:extLst>
                  <a:ext uri="{FF2B5EF4-FFF2-40B4-BE49-F238E27FC236}">
                    <a16:creationId xmlns:a16="http://schemas.microsoft.com/office/drawing/2014/main" id="{840CC858-70FC-9C0C-3E28-30BC08AC2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5976" y="1304926"/>
                <a:ext cx="57150" cy="28575"/>
              </a:xfrm>
              <a:custGeom>
                <a:avLst/>
                <a:gdLst>
                  <a:gd name="T0" fmla="*/ 4 w 56"/>
                  <a:gd name="T1" fmla="*/ 26 h 27"/>
                  <a:gd name="T2" fmla="*/ 55 w 56"/>
                  <a:gd name="T3" fmla="*/ 4 h 27"/>
                  <a:gd name="T4" fmla="*/ 53 w 56"/>
                  <a:gd name="T5" fmla="*/ 2 h 27"/>
                  <a:gd name="T6" fmla="*/ 2 w 56"/>
                  <a:gd name="T7" fmla="*/ 23 h 27"/>
                  <a:gd name="T8" fmla="*/ 4 w 56"/>
                  <a:gd name="T9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7">
                    <a:moveTo>
                      <a:pt x="4" y="26"/>
                    </a:moveTo>
                    <a:cubicBezTo>
                      <a:pt x="21" y="18"/>
                      <a:pt x="41" y="18"/>
                      <a:pt x="55" y="4"/>
                    </a:cubicBezTo>
                    <a:cubicBezTo>
                      <a:pt x="56" y="2"/>
                      <a:pt x="54" y="0"/>
                      <a:pt x="53" y="2"/>
                    </a:cubicBezTo>
                    <a:cubicBezTo>
                      <a:pt x="38" y="14"/>
                      <a:pt x="19" y="15"/>
                      <a:pt x="2" y="23"/>
                    </a:cubicBezTo>
                    <a:cubicBezTo>
                      <a:pt x="0" y="24"/>
                      <a:pt x="2" y="27"/>
                      <a:pt x="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7" name="Freeform 81">
                <a:extLst>
                  <a:ext uri="{FF2B5EF4-FFF2-40B4-BE49-F238E27FC236}">
                    <a16:creationId xmlns:a16="http://schemas.microsoft.com/office/drawing/2014/main" id="{54FC0B49-199A-EC49-0C7A-EF6B7819F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9488" y="1247776"/>
                <a:ext cx="125413" cy="41275"/>
              </a:xfrm>
              <a:custGeom>
                <a:avLst/>
                <a:gdLst>
                  <a:gd name="T0" fmla="*/ 6 w 121"/>
                  <a:gd name="T1" fmla="*/ 38 h 40"/>
                  <a:gd name="T2" fmla="*/ 115 w 121"/>
                  <a:gd name="T3" fmla="*/ 13 h 40"/>
                  <a:gd name="T4" fmla="*/ 113 w 121"/>
                  <a:gd name="T5" fmla="*/ 0 h 40"/>
                  <a:gd name="T6" fmla="*/ 3 w 121"/>
                  <a:gd name="T7" fmla="*/ 34 h 40"/>
                  <a:gd name="T8" fmla="*/ 6 w 121"/>
                  <a:gd name="T9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40">
                    <a:moveTo>
                      <a:pt x="6" y="38"/>
                    </a:moveTo>
                    <a:cubicBezTo>
                      <a:pt x="40" y="23"/>
                      <a:pt x="79" y="25"/>
                      <a:pt x="115" y="13"/>
                    </a:cubicBezTo>
                    <a:cubicBezTo>
                      <a:pt x="121" y="11"/>
                      <a:pt x="121" y="0"/>
                      <a:pt x="113" y="0"/>
                    </a:cubicBezTo>
                    <a:cubicBezTo>
                      <a:pt x="72" y="3"/>
                      <a:pt x="37" y="11"/>
                      <a:pt x="3" y="34"/>
                    </a:cubicBezTo>
                    <a:cubicBezTo>
                      <a:pt x="0" y="36"/>
                      <a:pt x="3" y="40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8" name="Freeform 82">
                <a:extLst>
                  <a:ext uri="{FF2B5EF4-FFF2-40B4-BE49-F238E27FC236}">
                    <a16:creationId xmlns:a16="http://schemas.microsoft.com/office/drawing/2014/main" id="{7F8AA939-6480-7766-4CAB-8C4AA9130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9838" y="1225551"/>
                <a:ext cx="120650" cy="30163"/>
              </a:xfrm>
              <a:custGeom>
                <a:avLst/>
                <a:gdLst>
                  <a:gd name="T0" fmla="*/ 8 w 116"/>
                  <a:gd name="T1" fmla="*/ 25 h 28"/>
                  <a:gd name="T2" fmla="*/ 108 w 116"/>
                  <a:gd name="T3" fmla="*/ 27 h 28"/>
                  <a:gd name="T4" fmla="*/ 110 w 116"/>
                  <a:gd name="T5" fmla="*/ 15 h 28"/>
                  <a:gd name="T6" fmla="*/ 4 w 116"/>
                  <a:gd name="T7" fmla="*/ 17 h 28"/>
                  <a:gd name="T8" fmla="*/ 8 w 116"/>
                  <a:gd name="T9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8">
                    <a:moveTo>
                      <a:pt x="8" y="25"/>
                    </a:moveTo>
                    <a:cubicBezTo>
                      <a:pt x="41" y="16"/>
                      <a:pt x="74" y="23"/>
                      <a:pt x="108" y="27"/>
                    </a:cubicBezTo>
                    <a:cubicBezTo>
                      <a:pt x="115" y="28"/>
                      <a:pt x="116" y="17"/>
                      <a:pt x="110" y="15"/>
                    </a:cubicBezTo>
                    <a:cubicBezTo>
                      <a:pt x="72" y="4"/>
                      <a:pt x="40" y="0"/>
                      <a:pt x="4" y="17"/>
                    </a:cubicBezTo>
                    <a:cubicBezTo>
                      <a:pt x="0" y="19"/>
                      <a:pt x="3" y="26"/>
                      <a:pt x="8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49" name="Freeform 83">
                <a:extLst>
                  <a:ext uri="{FF2B5EF4-FFF2-40B4-BE49-F238E27FC236}">
                    <a16:creationId xmlns:a16="http://schemas.microsoft.com/office/drawing/2014/main" id="{918AC1AC-F37A-781E-B84A-197E5564B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951" y="1241426"/>
                <a:ext cx="109538" cy="19050"/>
              </a:xfrm>
              <a:custGeom>
                <a:avLst/>
                <a:gdLst>
                  <a:gd name="T0" fmla="*/ 5 w 106"/>
                  <a:gd name="T1" fmla="*/ 9 h 18"/>
                  <a:gd name="T2" fmla="*/ 98 w 106"/>
                  <a:gd name="T3" fmla="*/ 17 h 18"/>
                  <a:gd name="T4" fmla="*/ 100 w 106"/>
                  <a:gd name="T5" fmla="*/ 9 h 18"/>
                  <a:gd name="T6" fmla="*/ 5 w 106"/>
                  <a:gd name="T7" fmla="*/ 2 h 18"/>
                  <a:gd name="T8" fmla="*/ 5 w 106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8">
                    <a:moveTo>
                      <a:pt x="5" y="9"/>
                    </a:moveTo>
                    <a:cubicBezTo>
                      <a:pt x="35" y="11"/>
                      <a:pt x="68" y="12"/>
                      <a:pt x="98" y="17"/>
                    </a:cubicBezTo>
                    <a:cubicBezTo>
                      <a:pt x="103" y="18"/>
                      <a:pt x="106" y="10"/>
                      <a:pt x="100" y="9"/>
                    </a:cubicBezTo>
                    <a:cubicBezTo>
                      <a:pt x="68" y="0"/>
                      <a:pt x="38" y="1"/>
                      <a:pt x="5" y="2"/>
                    </a:cubicBezTo>
                    <a:cubicBezTo>
                      <a:pt x="0" y="2"/>
                      <a:pt x="0" y="9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0" name="Freeform 84">
                <a:extLst>
                  <a:ext uri="{FF2B5EF4-FFF2-40B4-BE49-F238E27FC236}">
                    <a16:creationId xmlns:a16="http://schemas.microsoft.com/office/drawing/2014/main" id="{8157BBF7-1993-5D32-5671-66E4A98E9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9263" y="1285876"/>
                <a:ext cx="117475" cy="47625"/>
              </a:xfrm>
              <a:custGeom>
                <a:avLst/>
                <a:gdLst>
                  <a:gd name="T0" fmla="*/ 5 w 112"/>
                  <a:gd name="T1" fmla="*/ 11 h 45"/>
                  <a:gd name="T2" fmla="*/ 100 w 112"/>
                  <a:gd name="T3" fmla="*/ 42 h 45"/>
                  <a:gd name="T4" fmla="*/ 105 w 112"/>
                  <a:gd name="T5" fmla="*/ 29 h 45"/>
                  <a:gd name="T6" fmla="*/ 8 w 112"/>
                  <a:gd name="T7" fmla="*/ 1 h 45"/>
                  <a:gd name="T8" fmla="*/ 5 w 112"/>
                  <a:gd name="T9" fmla="*/ 1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5">
                    <a:moveTo>
                      <a:pt x="5" y="11"/>
                    </a:moveTo>
                    <a:cubicBezTo>
                      <a:pt x="35" y="25"/>
                      <a:pt x="69" y="29"/>
                      <a:pt x="100" y="42"/>
                    </a:cubicBezTo>
                    <a:cubicBezTo>
                      <a:pt x="107" y="45"/>
                      <a:pt x="112" y="33"/>
                      <a:pt x="105" y="29"/>
                    </a:cubicBezTo>
                    <a:cubicBezTo>
                      <a:pt x="76" y="13"/>
                      <a:pt x="41" y="2"/>
                      <a:pt x="8" y="1"/>
                    </a:cubicBezTo>
                    <a:cubicBezTo>
                      <a:pt x="2" y="0"/>
                      <a:pt x="0" y="9"/>
                      <a:pt x="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1" name="Freeform 85">
                <a:extLst>
                  <a:ext uri="{FF2B5EF4-FFF2-40B4-BE49-F238E27FC236}">
                    <a16:creationId xmlns:a16="http://schemas.microsoft.com/office/drawing/2014/main" id="{27F61975-E1F2-2406-FFBF-A7B8F54E1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2776" y="1343026"/>
                <a:ext cx="122238" cy="44450"/>
              </a:xfrm>
              <a:custGeom>
                <a:avLst/>
                <a:gdLst>
                  <a:gd name="T0" fmla="*/ 3 w 117"/>
                  <a:gd name="T1" fmla="*/ 4 h 43"/>
                  <a:gd name="T2" fmla="*/ 109 w 117"/>
                  <a:gd name="T3" fmla="*/ 41 h 43"/>
                  <a:gd name="T4" fmla="*/ 113 w 117"/>
                  <a:gd name="T5" fmla="*/ 35 h 43"/>
                  <a:gd name="T6" fmla="*/ 3 w 117"/>
                  <a:gd name="T7" fmla="*/ 0 h 43"/>
                  <a:gd name="T8" fmla="*/ 3 w 117"/>
                  <a:gd name="T9" fmla="*/ 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43">
                    <a:moveTo>
                      <a:pt x="3" y="4"/>
                    </a:moveTo>
                    <a:cubicBezTo>
                      <a:pt x="41" y="6"/>
                      <a:pt x="76" y="23"/>
                      <a:pt x="109" y="41"/>
                    </a:cubicBezTo>
                    <a:cubicBezTo>
                      <a:pt x="113" y="43"/>
                      <a:pt x="117" y="37"/>
                      <a:pt x="113" y="35"/>
                    </a:cubicBezTo>
                    <a:cubicBezTo>
                      <a:pt x="79" y="13"/>
                      <a:pt x="43" y="0"/>
                      <a:pt x="3" y="0"/>
                    </a:cubicBezTo>
                    <a:cubicBezTo>
                      <a:pt x="0" y="0"/>
                      <a:pt x="0" y="4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2" name="Freeform 86">
                <a:extLst>
                  <a:ext uri="{FF2B5EF4-FFF2-40B4-BE49-F238E27FC236}">
                    <a16:creationId xmlns:a16="http://schemas.microsoft.com/office/drawing/2014/main" id="{B98DC206-B887-6D0D-965B-6B0065368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8513" y="1409701"/>
                <a:ext cx="104775" cy="49213"/>
              </a:xfrm>
              <a:custGeom>
                <a:avLst/>
                <a:gdLst>
                  <a:gd name="T0" fmla="*/ 3 w 101"/>
                  <a:gd name="T1" fmla="*/ 6 h 47"/>
                  <a:gd name="T2" fmla="*/ 90 w 101"/>
                  <a:gd name="T3" fmla="*/ 45 h 47"/>
                  <a:gd name="T4" fmla="*/ 96 w 101"/>
                  <a:gd name="T5" fmla="*/ 35 h 47"/>
                  <a:gd name="T6" fmla="*/ 4 w 101"/>
                  <a:gd name="T7" fmla="*/ 0 h 47"/>
                  <a:gd name="T8" fmla="*/ 3 w 101"/>
                  <a:gd name="T9" fmla="*/ 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47">
                    <a:moveTo>
                      <a:pt x="3" y="6"/>
                    </a:moveTo>
                    <a:cubicBezTo>
                      <a:pt x="31" y="18"/>
                      <a:pt x="59" y="37"/>
                      <a:pt x="90" y="45"/>
                    </a:cubicBezTo>
                    <a:cubicBezTo>
                      <a:pt x="95" y="47"/>
                      <a:pt x="101" y="39"/>
                      <a:pt x="96" y="35"/>
                    </a:cubicBezTo>
                    <a:cubicBezTo>
                      <a:pt x="70" y="15"/>
                      <a:pt x="36" y="3"/>
                      <a:pt x="4" y="0"/>
                    </a:cubicBezTo>
                    <a:cubicBezTo>
                      <a:pt x="1" y="0"/>
                      <a:pt x="0" y="4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3" name="Freeform 87">
                <a:extLst>
                  <a:ext uri="{FF2B5EF4-FFF2-40B4-BE49-F238E27FC236}">
                    <a16:creationId xmlns:a16="http://schemas.microsoft.com/office/drawing/2014/main" id="{10616B77-9F88-E2B4-C2DE-2D83A860D0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3926" y="1504951"/>
                <a:ext cx="114300" cy="74613"/>
              </a:xfrm>
              <a:custGeom>
                <a:avLst/>
                <a:gdLst>
                  <a:gd name="T0" fmla="*/ 6 w 110"/>
                  <a:gd name="T1" fmla="*/ 10 h 71"/>
                  <a:gd name="T2" fmla="*/ 55 w 110"/>
                  <a:gd name="T3" fmla="*/ 40 h 71"/>
                  <a:gd name="T4" fmla="*/ 99 w 110"/>
                  <a:gd name="T5" fmla="*/ 67 h 71"/>
                  <a:gd name="T6" fmla="*/ 104 w 110"/>
                  <a:gd name="T7" fmla="*/ 58 h 71"/>
                  <a:gd name="T8" fmla="*/ 9 w 110"/>
                  <a:gd name="T9" fmla="*/ 0 h 71"/>
                  <a:gd name="T10" fmla="*/ 6 w 110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71">
                    <a:moveTo>
                      <a:pt x="6" y="10"/>
                    </a:moveTo>
                    <a:cubicBezTo>
                      <a:pt x="24" y="16"/>
                      <a:pt x="41" y="28"/>
                      <a:pt x="55" y="40"/>
                    </a:cubicBezTo>
                    <a:cubicBezTo>
                      <a:pt x="69" y="51"/>
                      <a:pt x="83" y="59"/>
                      <a:pt x="99" y="67"/>
                    </a:cubicBezTo>
                    <a:cubicBezTo>
                      <a:pt x="105" y="71"/>
                      <a:pt x="110" y="62"/>
                      <a:pt x="104" y="58"/>
                    </a:cubicBezTo>
                    <a:cubicBezTo>
                      <a:pt x="73" y="35"/>
                      <a:pt x="49" y="6"/>
                      <a:pt x="9" y="0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4" name="Freeform 88">
                <a:extLst>
                  <a:ext uri="{FF2B5EF4-FFF2-40B4-BE49-F238E27FC236}">
                    <a16:creationId xmlns:a16="http://schemas.microsoft.com/office/drawing/2014/main" id="{08CED8C6-E948-EBC2-6ECF-7F3CD6A94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4738" y="1631951"/>
                <a:ext cx="88900" cy="96838"/>
              </a:xfrm>
              <a:custGeom>
                <a:avLst/>
                <a:gdLst>
                  <a:gd name="T0" fmla="*/ 3 w 85"/>
                  <a:gd name="T1" fmla="*/ 9 h 93"/>
                  <a:gd name="T2" fmla="*/ 75 w 85"/>
                  <a:gd name="T3" fmla="*/ 89 h 93"/>
                  <a:gd name="T4" fmla="*/ 83 w 85"/>
                  <a:gd name="T5" fmla="*/ 83 h 93"/>
                  <a:gd name="T6" fmla="*/ 8 w 85"/>
                  <a:gd name="T7" fmla="*/ 2 h 93"/>
                  <a:gd name="T8" fmla="*/ 3 w 85"/>
                  <a:gd name="T9" fmla="*/ 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93">
                    <a:moveTo>
                      <a:pt x="3" y="9"/>
                    </a:moveTo>
                    <a:cubicBezTo>
                      <a:pt x="28" y="35"/>
                      <a:pt x="50" y="63"/>
                      <a:pt x="75" y="89"/>
                    </a:cubicBezTo>
                    <a:cubicBezTo>
                      <a:pt x="79" y="93"/>
                      <a:pt x="85" y="88"/>
                      <a:pt x="83" y="83"/>
                    </a:cubicBezTo>
                    <a:cubicBezTo>
                      <a:pt x="64" y="52"/>
                      <a:pt x="41" y="20"/>
                      <a:pt x="8" y="2"/>
                    </a:cubicBezTo>
                    <a:cubicBezTo>
                      <a:pt x="4" y="0"/>
                      <a:pt x="0" y="5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5" name="Freeform 89">
                <a:extLst>
                  <a:ext uri="{FF2B5EF4-FFF2-40B4-BE49-F238E27FC236}">
                    <a16:creationId xmlns:a16="http://schemas.microsoft.com/office/drawing/2014/main" id="{3E2F469F-59F2-C05F-6575-532B15D08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0626" y="1792288"/>
                <a:ext cx="53975" cy="84138"/>
              </a:xfrm>
              <a:custGeom>
                <a:avLst/>
                <a:gdLst>
                  <a:gd name="T0" fmla="*/ 2 w 52"/>
                  <a:gd name="T1" fmla="*/ 4 h 81"/>
                  <a:gd name="T2" fmla="*/ 22 w 52"/>
                  <a:gd name="T3" fmla="*/ 44 h 81"/>
                  <a:gd name="T4" fmla="*/ 45 w 52"/>
                  <a:gd name="T5" fmla="*/ 78 h 81"/>
                  <a:gd name="T6" fmla="*/ 50 w 52"/>
                  <a:gd name="T7" fmla="*/ 74 h 81"/>
                  <a:gd name="T8" fmla="*/ 32 w 52"/>
                  <a:gd name="T9" fmla="*/ 39 h 81"/>
                  <a:gd name="T10" fmla="*/ 6 w 52"/>
                  <a:gd name="T11" fmla="*/ 2 h 81"/>
                  <a:gd name="T12" fmla="*/ 2 w 52"/>
                  <a:gd name="T13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1">
                    <a:moveTo>
                      <a:pt x="2" y="4"/>
                    </a:moveTo>
                    <a:cubicBezTo>
                      <a:pt x="9" y="17"/>
                      <a:pt x="15" y="31"/>
                      <a:pt x="22" y="44"/>
                    </a:cubicBezTo>
                    <a:cubicBezTo>
                      <a:pt x="29" y="56"/>
                      <a:pt x="36" y="67"/>
                      <a:pt x="45" y="78"/>
                    </a:cubicBezTo>
                    <a:cubicBezTo>
                      <a:pt x="47" y="81"/>
                      <a:pt x="52" y="77"/>
                      <a:pt x="50" y="74"/>
                    </a:cubicBezTo>
                    <a:cubicBezTo>
                      <a:pt x="44" y="62"/>
                      <a:pt x="38" y="50"/>
                      <a:pt x="32" y="39"/>
                    </a:cubicBezTo>
                    <a:cubicBezTo>
                      <a:pt x="24" y="25"/>
                      <a:pt x="14" y="14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6" name="Freeform 90">
                <a:extLst>
                  <a:ext uri="{FF2B5EF4-FFF2-40B4-BE49-F238E27FC236}">
                    <a16:creationId xmlns:a16="http://schemas.microsoft.com/office/drawing/2014/main" id="{A14896C1-07AD-911E-7B65-F3905219C3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7938" y="1963738"/>
                <a:ext cx="57150" cy="109538"/>
              </a:xfrm>
              <a:custGeom>
                <a:avLst/>
                <a:gdLst>
                  <a:gd name="T0" fmla="*/ 2 w 55"/>
                  <a:gd name="T1" fmla="*/ 6 h 106"/>
                  <a:gd name="T2" fmla="*/ 45 w 55"/>
                  <a:gd name="T3" fmla="*/ 102 h 106"/>
                  <a:gd name="T4" fmla="*/ 53 w 55"/>
                  <a:gd name="T5" fmla="*/ 98 h 106"/>
                  <a:gd name="T6" fmla="*/ 9 w 55"/>
                  <a:gd name="T7" fmla="*/ 3 h 106"/>
                  <a:gd name="T8" fmla="*/ 2 w 55"/>
                  <a:gd name="T9" fmla="*/ 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106">
                    <a:moveTo>
                      <a:pt x="2" y="6"/>
                    </a:moveTo>
                    <a:cubicBezTo>
                      <a:pt x="14" y="39"/>
                      <a:pt x="30" y="70"/>
                      <a:pt x="45" y="102"/>
                    </a:cubicBezTo>
                    <a:cubicBezTo>
                      <a:pt x="47" y="106"/>
                      <a:pt x="55" y="103"/>
                      <a:pt x="53" y="98"/>
                    </a:cubicBezTo>
                    <a:cubicBezTo>
                      <a:pt x="42" y="65"/>
                      <a:pt x="28" y="33"/>
                      <a:pt x="9" y="3"/>
                    </a:cubicBezTo>
                    <a:cubicBezTo>
                      <a:pt x="7" y="0"/>
                      <a:pt x="0" y="2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7" name="Freeform 91">
                <a:extLst>
                  <a:ext uri="{FF2B5EF4-FFF2-40B4-BE49-F238E27FC236}">
                    <a16:creationId xmlns:a16="http://schemas.microsoft.com/office/drawing/2014/main" id="{AA99E576-A34D-96DE-2183-28CAA1509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0963" y="2119313"/>
                <a:ext cx="49213" cy="73025"/>
              </a:xfrm>
              <a:custGeom>
                <a:avLst/>
                <a:gdLst>
                  <a:gd name="T0" fmla="*/ 2 w 47"/>
                  <a:gd name="T1" fmla="*/ 9 h 70"/>
                  <a:gd name="T2" fmla="*/ 32 w 47"/>
                  <a:gd name="T3" fmla="*/ 63 h 70"/>
                  <a:gd name="T4" fmla="*/ 43 w 47"/>
                  <a:gd name="T5" fmla="*/ 54 h 70"/>
                  <a:gd name="T6" fmla="*/ 13 w 47"/>
                  <a:gd name="T7" fmla="*/ 4 h 70"/>
                  <a:gd name="T8" fmla="*/ 2 w 47"/>
                  <a:gd name="T9" fmla="*/ 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70">
                    <a:moveTo>
                      <a:pt x="2" y="9"/>
                    </a:moveTo>
                    <a:cubicBezTo>
                      <a:pt x="9" y="29"/>
                      <a:pt x="18" y="47"/>
                      <a:pt x="32" y="63"/>
                    </a:cubicBezTo>
                    <a:cubicBezTo>
                      <a:pt x="37" y="70"/>
                      <a:pt x="47" y="61"/>
                      <a:pt x="43" y="54"/>
                    </a:cubicBezTo>
                    <a:cubicBezTo>
                      <a:pt x="34" y="37"/>
                      <a:pt x="24" y="20"/>
                      <a:pt x="13" y="4"/>
                    </a:cubicBezTo>
                    <a:cubicBezTo>
                      <a:pt x="9" y="0"/>
                      <a:pt x="0" y="2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158" name="Freeform 92">
                <a:extLst>
                  <a:ext uri="{FF2B5EF4-FFF2-40B4-BE49-F238E27FC236}">
                    <a16:creationId xmlns:a16="http://schemas.microsoft.com/office/drawing/2014/main" id="{EB7C4530-2ADF-8CBB-7879-41D9469B8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4513" y="3827463"/>
                <a:ext cx="123825" cy="60325"/>
              </a:xfrm>
              <a:custGeom>
                <a:avLst/>
                <a:gdLst>
                  <a:gd name="T0" fmla="*/ 1 w 118"/>
                  <a:gd name="T1" fmla="*/ 59 h 59"/>
                  <a:gd name="T2" fmla="*/ 115 w 118"/>
                  <a:gd name="T3" fmla="*/ 6 h 59"/>
                  <a:gd name="T4" fmla="*/ 112 w 118"/>
                  <a:gd name="T5" fmla="*/ 0 h 59"/>
                  <a:gd name="T6" fmla="*/ 0 w 118"/>
                  <a:gd name="T7" fmla="*/ 58 h 59"/>
                  <a:gd name="T8" fmla="*/ 1 w 118"/>
                  <a:gd name="T9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" h="59">
                    <a:moveTo>
                      <a:pt x="1" y="59"/>
                    </a:moveTo>
                    <a:cubicBezTo>
                      <a:pt x="41" y="56"/>
                      <a:pt x="81" y="26"/>
                      <a:pt x="115" y="6"/>
                    </a:cubicBezTo>
                    <a:cubicBezTo>
                      <a:pt x="118" y="4"/>
                      <a:pt x="116" y="0"/>
                      <a:pt x="112" y="0"/>
                    </a:cubicBezTo>
                    <a:cubicBezTo>
                      <a:pt x="73" y="9"/>
                      <a:pt x="33" y="35"/>
                      <a:pt x="0" y="58"/>
                    </a:cubicBezTo>
                    <a:cubicBezTo>
                      <a:pt x="0" y="58"/>
                      <a:pt x="0" y="59"/>
                      <a:pt x="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</p:grpSp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7585CF15-691E-A28A-5BAE-3F9729F7D213}"/>
              </a:ext>
            </a:extLst>
          </p:cNvPr>
          <p:cNvGrpSpPr/>
          <p:nvPr/>
        </p:nvGrpSpPr>
        <p:grpSpPr>
          <a:xfrm rot="20550789">
            <a:off x="901625" y="4671736"/>
            <a:ext cx="2195955" cy="1643551"/>
            <a:chOff x="3246438" y="1068388"/>
            <a:chExt cx="5711825" cy="4678363"/>
          </a:xfrm>
          <a:solidFill>
            <a:schemeClr val="tx1"/>
          </a:solidFill>
        </p:grpSpPr>
        <p:sp>
          <p:nvSpPr>
            <p:cNvPr id="203" name="Freeform 5">
              <a:extLst>
                <a:ext uri="{FF2B5EF4-FFF2-40B4-BE49-F238E27FC236}">
                  <a16:creationId xmlns:a16="http://schemas.microsoft.com/office/drawing/2014/main" id="{E6054699-6C8E-55FA-EC5A-136087203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201" y="3335338"/>
              <a:ext cx="1773238" cy="1609725"/>
            </a:xfrm>
            <a:custGeom>
              <a:avLst/>
              <a:gdLst>
                <a:gd name="T0" fmla="*/ 1697 w 1708"/>
                <a:gd name="T1" fmla="*/ 1365 h 1551"/>
                <a:gd name="T2" fmla="*/ 1422 w 1708"/>
                <a:gd name="T3" fmla="*/ 1470 h 1551"/>
                <a:gd name="T4" fmla="*/ 1072 w 1708"/>
                <a:gd name="T5" fmla="*/ 1471 h 1551"/>
                <a:gd name="T6" fmla="*/ 478 w 1708"/>
                <a:gd name="T7" fmla="*/ 1262 h 1551"/>
                <a:gd name="T8" fmla="*/ 166 w 1708"/>
                <a:gd name="T9" fmla="*/ 672 h 1551"/>
                <a:gd name="T10" fmla="*/ 422 w 1708"/>
                <a:gd name="T11" fmla="*/ 54 h 1551"/>
                <a:gd name="T12" fmla="*/ 393 w 1708"/>
                <a:gd name="T13" fmla="*/ 16 h 1551"/>
                <a:gd name="T14" fmla="*/ 349 w 1708"/>
                <a:gd name="T15" fmla="*/ 1214 h 1551"/>
                <a:gd name="T16" fmla="*/ 906 w 1708"/>
                <a:gd name="T17" fmla="*/ 1500 h 1551"/>
                <a:gd name="T18" fmla="*/ 1579 w 1708"/>
                <a:gd name="T19" fmla="*/ 1467 h 1551"/>
                <a:gd name="T20" fmla="*/ 1704 w 1708"/>
                <a:gd name="T21" fmla="*/ 1373 h 1551"/>
                <a:gd name="T22" fmla="*/ 1697 w 1708"/>
                <a:gd name="T23" fmla="*/ 1365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08" h="1551">
                  <a:moveTo>
                    <a:pt x="1697" y="1365"/>
                  </a:moveTo>
                  <a:cubicBezTo>
                    <a:pt x="1630" y="1437"/>
                    <a:pt x="1515" y="1458"/>
                    <a:pt x="1422" y="1470"/>
                  </a:cubicBezTo>
                  <a:cubicBezTo>
                    <a:pt x="1307" y="1486"/>
                    <a:pt x="1188" y="1481"/>
                    <a:pt x="1072" y="1471"/>
                  </a:cubicBezTo>
                  <a:cubicBezTo>
                    <a:pt x="854" y="1452"/>
                    <a:pt x="649" y="1407"/>
                    <a:pt x="478" y="1262"/>
                  </a:cubicBezTo>
                  <a:cubicBezTo>
                    <a:pt x="305" y="1115"/>
                    <a:pt x="190" y="898"/>
                    <a:pt x="166" y="672"/>
                  </a:cubicBezTo>
                  <a:cubicBezTo>
                    <a:pt x="142" y="434"/>
                    <a:pt x="242" y="210"/>
                    <a:pt x="422" y="54"/>
                  </a:cubicBezTo>
                  <a:cubicBezTo>
                    <a:pt x="442" y="36"/>
                    <a:pt x="414" y="0"/>
                    <a:pt x="393" y="16"/>
                  </a:cubicBezTo>
                  <a:cubicBezTo>
                    <a:pt x="0" y="317"/>
                    <a:pt x="41" y="866"/>
                    <a:pt x="349" y="1214"/>
                  </a:cubicBezTo>
                  <a:cubicBezTo>
                    <a:pt x="495" y="1380"/>
                    <a:pt x="690" y="1468"/>
                    <a:pt x="906" y="1500"/>
                  </a:cubicBezTo>
                  <a:cubicBezTo>
                    <a:pt x="1121" y="1532"/>
                    <a:pt x="1372" y="1551"/>
                    <a:pt x="1579" y="1467"/>
                  </a:cubicBezTo>
                  <a:cubicBezTo>
                    <a:pt x="1629" y="1447"/>
                    <a:pt x="1671" y="1415"/>
                    <a:pt x="1704" y="1373"/>
                  </a:cubicBezTo>
                  <a:cubicBezTo>
                    <a:pt x="1708" y="1368"/>
                    <a:pt x="1702" y="1361"/>
                    <a:pt x="1697" y="13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204" name="Freeform 6">
              <a:extLst>
                <a:ext uri="{FF2B5EF4-FFF2-40B4-BE49-F238E27FC236}">
                  <a16:creationId xmlns:a16="http://schemas.microsoft.com/office/drawing/2014/main" id="{5E070234-2288-02F3-0B05-77D4DA255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438" y="1457326"/>
              <a:ext cx="2112963" cy="1933575"/>
            </a:xfrm>
            <a:custGeom>
              <a:avLst/>
              <a:gdLst>
                <a:gd name="T0" fmla="*/ 394 w 2035"/>
                <a:gd name="T1" fmla="*/ 1839 h 1862"/>
                <a:gd name="T2" fmla="*/ 299 w 2035"/>
                <a:gd name="T3" fmla="*/ 1656 h 1862"/>
                <a:gd name="T4" fmla="*/ 221 w 2035"/>
                <a:gd name="T5" fmla="*/ 1452 h 1862"/>
                <a:gd name="T6" fmla="*/ 241 w 2035"/>
                <a:gd name="T7" fmla="*/ 997 h 1862"/>
                <a:gd name="T8" fmla="*/ 650 w 2035"/>
                <a:gd name="T9" fmla="*/ 365 h 1862"/>
                <a:gd name="T10" fmla="*/ 1301 w 2035"/>
                <a:gd name="T11" fmla="*/ 65 h 1862"/>
                <a:gd name="T12" fmla="*/ 1991 w 2035"/>
                <a:gd name="T13" fmla="*/ 323 h 1862"/>
                <a:gd name="T14" fmla="*/ 2019 w 2035"/>
                <a:gd name="T15" fmla="*/ 295 h 1862"/>
                <a:gd name="T16" fmla="*/ 1371 w 2035"/>
                <a:gd name="T17" fmla="*/ 0 h 1862"/>
                <a:gd name="T18" fmla="*/ 709 w 2035"/>
                <a:gd name="T19" fmla="*/ 241 h 1862"/>
                <a:gd name="T20" fmla="*/ 226 w 2035"/>
                <a:gd name="T21" fmla="*/ 1619 h 1862"/>
                <a:gd name="T22" fmla="*/ 375 w 2035"/>
                <a:gd name="T23" fmla="*/ 1851 h 1862"/>
                <a:gd name="T24" fmla="*/ 394 w 2035"/>
                <a:gd name="T25" fmla="*/ 1839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5" h="1862">
                  <a:moveTo>
                    <a:pt x="394" y="1839"/>
                  </a:moveTo>
                  <a:cubicBezTo>
                    <a:pt x="360" y="1781"/>
                    <a:pt x="330" y="1716"/>
                    <a:pt x="299" y="1656"/>
                  </a:cubicBezTo>
                  <a:cubicBezTo>
                    <a:pt x="266" y="1591"/>
                    <a:pt x="240" y="1523"/>
                    <a:pt x="221" y="1452"/>
                  </a:cubicBezTo>
                  <a:cubicBezTo>
                    <a:pt x="181" y="1301"/>
                    <a:pt x="199" y="1146"/>
                    <a:pt x="241" y="997"/>
                  </a:cubicBezTo>
                  <a:cubicBezTo>
                    <a:pt x="310" y="752"/>
                    <a:pt x="461" y="533"/>
                    <a:pt x="650" y="365"/>
                  </a:cubicBezTo>
                  <a:cubicBezTo>
                    <a:pt x="830" y="204"/>
                    <a:pt x="1059" y="88"/>
                    <a:pt x="1301" y="65"/>
                  </a:cubicBezTo>
                  <a:cubicBezTo>
                    <a:pt x="1565" y="40"/>
                    <a:pt x="1795" y="154"/>
                    <a:pt x="1991" y="323"/>
                  </a:cubicBezTo>
                  <a:cubicBezTo>
                    <a:pt x="2010" y="340"/>
                    <a:pt x="2035" y="315"/>
                    <a:pt x="2019" y="295"/>
                  </a:cubicBezTo>
                  <a:cubicBezTo>
                    <a:pt x="1859" y="102"/>
                    <a:pt x="1621" y="0"/>
                    <a:pt x="1371" y="0"/>
                  </a:cubicBezTo>
                  <a:cubicBezTo>
                    <a:pt x="1131" y="0"/>
                    <a:pt x="899" y="101"/>
                    <a:pt x="709" y="241"/>
                  </a:cubicBezTo>
                  <a:cubicBezTo>
                    <a:pt x="298" y="545"/>
                    <a:pt x="0" y="1121"/>
                    <a:pt x="226" y="1619"/>
                  </a:cubicBezTo>
                  <a:cubicBezTo>
                    <a:pt x="266" y="1706"/>
                    <a:pt x="320" y="1775"/>
                    <a:pt x="375" y="1851"/>
                  </a:cubicBezTo>
                  <a:cubicBezTo>
                    <a:pt x="384" y="1862"/>
                    <a:pt x="402" y="1852"/>
                    <a:pt x="394" y="18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205" name="Freeform 7">
              <a:extLst>
                <a:ext uri="{FF2B5EF4-FFF2-40B4-BE49-F238E27FC236}">
                  <a16:creationId xmlns:a16="http://schemas.microsoft.com/office/drawing/2014/main" id="{B8D0C297-7F86-B3AC-0087-638CD0DF5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2726" y="1068388"/>
              <a:ext cx="2541588" cy="1016000"/>
            </a:xfrm>
            <a:custGeom>
              <a:avLst/>
              <a:gdLst>
                <a:gd name="T0" fmla="*/ 38 w 2447"/>
                <a:gd name="T1" fmla="*/ 664 h 979"/>
                <a:gd name="T2" fmla="*/ 1375 w 2447"/>
                <a:gd name="T3" fmla="*/ 104 h 979"/>
                <a:gd name="T4" fmla="*/ 2005 w 2447"/>
                <a:gd name="T5" fmla="*/ 373 h 979"/>
                <a:gd name="T6" fmla="*/ 2402 w 2447"/>
                <a:gd name="T7" fmla="*/ 953 h 979"/>
                <a:gd name="T8" fmla="*/ 2442 w 2447"/>
                <a:gd name="T9" fmla="*/ 943 h 979"/>
                <a:gd name="T10" fmla="*/ 1377 w 2447"/>
                <a:gd name="T11" fmla="*/ 41 h 979"/>
                <a:gd name="T12" fmla="*/ 622 w 2447"/>
                <a:gd name="T13" fmla="*/ 99 h 979"/>
                <a:gd name="T14" fmla="*/ 15 w 2447"/>
                <a:gd name="T15" fmla="*/ 622 h 979"/>
                <a:gd name="T16" fmla="*/ 6 w 2447"/>
                <a:gd name="T17" fmla="*/ 656 h 979"/>
                <a:gd name="T18" fmla="*/ 38 w 2447"/>
                <a:gd name="T19" fmla="*/ 664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7" h="979">
                  <a:moveTo>
                    <a:pt x="38" y="664"/>
                  </a:moveTo>
                  <a:cubicBezTo>
                    <a:pt x="235" y="159"/>
                    <a:pt x="897" y="25"/>
                    <a:pt x="1375" y="104"/>
                  </a:cubicBezTo>
                  <a:cubicBezTo>
                    <a:pt x="1602" y="141"/>
                    <a:pt x="1823" y="231"/>
                    <a:pt x="2005" y="373"/>
                  </a:cubicBezTo>
                  <a:cubicBezTo>
                    <a:pt x="2195" y="521"/>
                    <a:pt x="2325" y="727"/>
                    <a:pt x="2402" y="953"/>
                  </a:cubicBezTo>
                  <a:cubicBezTo>
                    <a:pt x="2411" y="979"/>
                    <a:pt x="2447" y="968"/>
                    <a:pt x="2442" y="943"/>
                  </a:cubicBezTo>
                  <a:cubicBezTo>
                    <a:pt x="2340" y="436"/>
                    <a:pt x="1862" y="118"/>
                    <a:pt x="1377" y="41"/>
                  </a:cubicBezTo>
                  <a:cubicBezTo>
                    <a:pt x="1125" y="0"/>
                    <a:pt x="864" y="21"/>
                    <a:pt x="622" y="99"/>
                  </a:cubicBezTo>
                  <a:cubicBezTo>
                    <a:pt x="370" y="180"/>
                    <a:pt x="103" y="360"/>
                    <a:pt x="15" y="622"/>
                  </a:cubicBezTo>
                  <a:cubicBezTo>
                    <a:pt x="13" y="633"/>
                    <a:pt x="10" y="645"/>
                    <a:pt x="6" y="656"/>
                  </a:cubicBezTo>
                  <a:cubicBezTo>
                    <a:pt x="0" y="676"/>
                    <a:pt x="30" y="683"/>
                    <a:pt x="38" y="6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206" name="Freeform 8">
              <a:extLst>
                <a:ext uri="{FF2B5EF4-FFF2-40B4-BE49-F238E27FC236}">
                  <a16:creationId xmlns:a16="http://schemas.microsoft.com/office/drawing/2014/main" id="{9F1C62C5-3DC8-D3F8-4618-8C213B4C1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7163" y="1998663"/>
              <a:ext cx="1181100" cy="2060575"/>
            </a:xfrm>
            <a:custGeom>
              <a:avLst/>
              <a:gdLst>
                <a:gd name="T0" fmla="*/ 20 w 1137"/>
                <a:gd name="T1" fmla="*/ 63 h 1984"/>
                <a:gd name="T2" fmla="*/ 215 w 1137"/>
                <a:gd name="T3" fmla="*/ 53 h 1984"/>
                <a:gd name="T4" fmla="*/ 400 w 1137"/>
                <a:gd name="T5" fmla="*/ 98 h 1984"/>
                <a:gd name="T6" fmla="*/ 735 w 1137"/>
                <a:gd name="T7" fmla="*/ 336 h 1984"/>
                <a:gd name="T8" fmla="*/ 1044 w 1137"/>
                <a:gd name="T9" fmla="*/ 988 h 1984"/>
                <a:gd name="T10" fmla="*/ 897 w 1137"/>
                <a:gd name="T11" fmla="*/ 1554 h 1984"/>
                <a:gd name="T12" fmla="*/ 343 w 1137"/>
                <a:gd name="T13" fmla="*/ 1942 h 1984"/>
                <a:gd name="T14" fmla="*/ 358 w 1137"/>
                <a:gd name="T15" fmla="*/ 1980 h 1984"/>
                <a:gd name="T16" fmla="*/ 953 w 1137"/>
                <a:gd name="T17" fmla="*/ 1587 h 1984"/>
                <a:gd name="T18" fmla="*/ 1107 w 1137"/>
                <a:gd name="T19" fmla="*/ 964 h 1984"/>
                <a:gd name="T20" fmla="*/ 752 w 1137"/>
                <a:gd name="T21" fmla="*/ 266 h 1984"/>
                <a:gd name="T22" fmla="*/ 415 w 1137"/>
                <a:gd name="T23" fmla="*/ 44 h 1984"/>
                <a:gd name="T24" fmla="*/ 215 w 1137"/>
                <a:gd name="T25" fmla="*/ 2 h 1984"/>
                <a:gd name="T26" fmla="*/ 119 w 1137"/>
                <a:gd name="T27" fmla="*/ 7 h 1984"/>
                <a:gd name="T28" fmla="*/ 14 w 1137"/>
                <a:gd name="T29" fmla="*/ 41 h 1984"/>
                <a:gd name="T30" fmla="*/ 20 w 1137"/>
                <a:gd name="T31" fmla="*/ 63 h 1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7" h="1984">
                  <a:moveTo>
                    <a:pt x="20" y="63"/>
                  </a:moveTo>
                  <a:cubicBezTo>
                    <a:pt x="80" y="48"/>
                    <a:pt x="154" y="49"/>
                    <a:pt x="215" y="53"/>
                  </a:cubicBezTo>
                  <a:cubicBezTo>
                    <a:pt x="278" y="57"/>
                    <a:pt x="341" y="76"/>
                    <a:pt x="400" y="98"/>
                  </a:cubicBezTo>
                  <a:cubicBezTo>
                    <a:pt x="528" y="148"/>
                    <a:pt x="641" y="238"/>
                    <a:pt x="735" y="336"/>
                  </a:cubicBezTo>
                  <a:cubicBezTo>
                    <a:pt x="900" y="510"/>
                    <a:pt x="1016" y="750"/>
                    <a:pt x="1044" y="988"/>
                  </a:cubicBezTo>
                  <a:cubicBezTo>
                    <a:pt x="1069" y="1190"/>
                    <a:pt x="1016" y="1389"/>
                    <a:pt x="897" y="1554"/>
                  </a:cubicBezTo>
                  <a:cubicBezTo>
                    <a:pt x="757" y="1747"/>
                    <a:pt x="548" y="1839"/>
                    <a:pt x="343" y="1942"/>
                  </a:cubicBezTo>
                  <a:cubicBezTo>
                    <a:pt x="321" y="1953"/>
                    <a:pt x="337" y="1984"/>
                    <a:pt x="358" y="1980"/>
                  </a:cubicBezTo>
                  <a:cubicBezTo>
                    <a:pt x="592" y="1933"/>
                    <a:pt x="812" y="1776"/>
                    <a:pt x="953" y="1587"/>
                  </a:cubicBezTo>
                  <a:cubicBezTo>
                    <a:pt x="1086" y="1410"/>
                    <a:pt x="1137" y="1182"/>
                    <a:pt x="1107" y="964"/>
                  </a:cubicBezTo>
                  <a:cubicBezTo>
                    <a:pt x="1071" y="703"/>
                    <a:pt x="938" y="452"/>
                    <a:pt x="752" y="266"/>
                  </a:cubicBezTo>
                  <a:cubicBezTo>
                    <a:pt x="656" y="170"/>
                    <a:pt x="542" y="93"/>
                    <a:pt x="415" y="44"/>
                  </a:cubicBezTo>
                  <a:cubicBezTo>
                    <a:pt x="351" y="19"/>
                    <a:pt x="283" y="6"/>
                    <a:pt x="215" y="2"/>
                  </a:cubicBezTo>
                  <a:cubicBezTo>
                    <a:pt x="183" y="0"/>
                    <a:pt x="150" y="2"/>
                    <a:pt x="119" y="7"/>
                  </a:cubicBezTo>
                  <a:cubicBezTo>
                    <a:pt x="78" y="13"/>
                    <a:pt x="52" y="27"/>
                    <a:pt x="14" y="41"/>
                  </a:cubicBezTo>
                  <a:cubicBezTo>
                    <a:pt x="0" y="46"/>
                    <a:pt x="6" y="66"/>
                    <a:pt x="2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207" name="Freeform 9">
              <a:extLst>
                <a:ext uri="{FF2B5EF4-FFF2-40B4-BE49-F238E27FC236}">
                  <a16:creationId xmlns:a16="http://schemas.microsoft.com/office/drawing/2014/main" id="{F198EF17-7619-3945-A507-0A341D833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6751" y="4010026"/>
              <a:ext cx="1208088" cy="1095375"/>
            </a:xfrm>
            <a:custGeom>
              <a:avLst/>
              <a:gdLst>
                <a:gd name="T0" fmla="*/ 1056 w 1164"/>
                <a:gd name="T1" fmla="*/ 16 h 1055"/>
                <a:gd name="T2" fmla="*/ 1085 w 1164"/>
                <a:gd name="T3" fmla="*/ 64 h 1055"/>
                <a:gd name="T4" fmla="*/ 1110 w 1164"/>
                <a:gd name="T5" fmla="*/ 176 h 1055"/>
                <a:gd name="T6" fmla="*/ 1081 w 1164"/>
                <a:gd name="T7" fmla="*/ 362 h 1055"/>
                <a:gd name="T8" fmla="*/ 828 w 1164"/>
                <a:gd name="T9" fmla="*/ 714 h 1055"/>
                <a:gd name="T10" fmla="*/ 30 w 1164"/>
                <a:gd name="T11" fmla="*/ 996 h 1055"/>
                <a:gd name="T12" fmla="*/ 30 w 1164"/>
                <a:gd name="T13" fmla="*/ 1042 h 1055"/>
                <a:gd name="T14" fmla="*/ 893 w 1164"/>
                <a:gd name="T15" fmla="*/ 736 h 1055"/>
                <a:gd name="T16" fmla="*/ 1143 w 1164"/>
                <a:gd name="T17" fmla="*/ 346 h 1055"/>
                <a:gd name="T18" fmla="*/ 1154 w 1164"/>
                <a:gd name="T19" fmla="*/ 140 h 1055"/>
                <a:gd name="T20" fmla="*/ 1121 w 1164"/>
                <a:gd name="T21" fmla="*/ 43 h 1055"/>
                <a:gd name="T22" fmla="*/ 1066 w 1164"/>
                <a:gd name="T23" fmla="*/ 4 h 1055"/>
                <a:gd name="T24" fmla="*/ 1056 w 1164"/>
                <a:gd name="T25" fmla="*/ 1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4" h="1055">
                  <a:moveTo>
                    <a:pt x="1056" y="16"/>
                  </a:moveTo>
                  <a:cubicBezTo>
                    <a:pt x="1068" y="25"/>
                    <a:pt x="1078" y="52"/>
                    <a:pt x="1085" y="64"/>
                  </a:cubicBezTo>
                  <a:cubicBezTo>
                    <a:pt x="1104" y="97"/>
                    <a:pt x="1108" y="139"/>
                    <a:pt x="1110" y="176"/>
                  </a:cubicBezTo>
                  <a:cubicBezTo>
                    <a:pt x="1115" y="240"/>
                    <a:pt x="1103" y="302"/>
                    <a:pt x="1081" y="362"/>
                  </a:cubicBezTo>
                  <a:cubicBezTo>
                    <a:pt x="1032" y="501"/>
                    <a:pt x="939" y="620"/>
                    <a:pt x="828" y="714"/>
                  </a:cubicBezTo>
                  <a:cubicBezTo>
                    <a:pt x="609" y="901"/>
                    <a:pt x="312" y="981"/>
                    <a:pt x="30" y="996"/>
                  </a:cubicBezTo>
                  <a:cubicBezTo>
                    <a:pt x="0" y="998"/>
                    <a:pt x="0" y="1041"/>
                    <a:pt x="30" y="1042"/>
                  </a:cubicBezTo>
                  <a:cubicBezTo>
                    <a:pt x="339" y="1055"/>
                    <a:pt x="661" y="941"/>
                    <a:pt x="893" y="736"/>
                  </a:cubicBezTo>
                  <a:cubicBezTo>
                    <a:pt x="1011" y="632"/>
                    <a:pt x="1097" y="496"/>
                    <a:pt x="1143" y="346"/>
                  </a:cubicBezTo>
                  <a:cubicBezTo>
                    <a:pt x="1163" y="279"/>
                    <a:pt x="1164" y="208"/>
                    <a:pt x="1154" y="140"/>
                  </a:cubicBezTo>
                  <a:cubicBezTo>
                    <a:pt x="1150" y="106"/>
                    <a:pt x="1138" y="73"/>
                    <a:pt x="1121" y="43"/>
                  </a:cubicBezTo>
                  <a:cubicBezTo>
                    <a:pt x="1105" y="16"/>
                    <a:pt x="1089" y="17"/>
                    <a:pt x="1066" y="4"/>
                  </a:cubicBezTo>
                  <a:cubicBezTo>
                    <a:pt x="1058" y="0"/>
                    <a:pt x="1049" y="11"/>
                    <a:pt x="105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208" name="Freeform 10">
              <a:extLst>
                <a:ext uri="{FF2B5EF4-FFF2-40B4-BE49-F238E27FC236}">
                  <a16:creationId xmlns:a16="http://schemas.microsoft.com/office/drawing/2014/main" id="{E4FB24C4-0DA0-5E8E-529D-AB4ED073D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226" y="4775201"/>
              <a:ext cx="1274763" cy="733425"/>
            </a:xfrm>
            <a:custGeom>
              <a:avLst/>
              <a:gdLst>
                <a:gd name="T0" fmla="*/ 28 w 1229"/>
                <a:gd name="T1" fmla="*/ 8 h 706"/>
                <a:gd name="T2" fmla="*/ 139 w 1229"/>
                <a:gd name="T3" fmla="*/ 371 h 706"/>
                <a:gd name="T4" fmla="*/ 420 w 1229"/>
                <a:gd name="T5" fmla="*/ 595 h 706"/>
                <a:gd name="T6" fmla="*/ 1199 w 1229"/>
                <a:gd name="T7" fmla="*/ 617 h 706"/>
                <a:gd name="T8" fmla="*/ 1186 w 1229"/>
                <a:gd name="T9" fmla="*/ 571 h 706"/>
                <a:gd name="T10" fmla="*/ 469 w 1229"/>
                <a:gd name="T11" fmla="*/ 549 h 706"/>
                <a:gd name="T12" fmla="*/ 191 w 1229"/>
                <a:gd name="T13" fmla="*/ 341 h 706"/>
                <a:gd name="T14" fmla="*/ 105 w 1229"/>
                <a:gd name="T15" fmla="*/ 187 h 706"/>
                <a:gd name="T16" fmla="*/ 43 w 1229"/>
                <a:gd name="T17" fmla="*/ 7 h 706"/>
                <a:gd name="T18" fmla="*/ 28 w 1229"/>
                <a:gd name="T19" fmla="*/ 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9" h="706">
                  <a:moveTo>
                    <a:pt x="28" y="8"/>
                  </a:moveTo>
                  <a:cubicBezTo>
                    <a:pt x="0" y="129"/>
                    <a:pt x="72" y="275"/>
                    <a:pt x="139" y="371"/>
                  </a:cubicBezTo>
                  <a:cubicBezTo>
                    <a:pt x="210" y="470"/>
                    <a:pt x="310" y="545"/>
                    <a:pt x="420" y="595"/>
                  </a:cubicBezTo>
                  <a:cubicBezTo>
                    <a:pt x="664" y="706"/>
                    <a:pt x="948" y="698"/>
                    <a:pt x="1199" y="617"/>
                  </a:cubicBezTo>
                  <a:cubicBezTo>
                    <a:pt x="1229" y="608"/>
                    <a:pt x="1217" y="563"/>
                    <a:pt x="1186" y="571"/>
                  </a:cubicBezTo>
                  <a:cubicBezTo>
                    <a:pt x="954" y="630"/>
                    <a:pt x="695" y="637"/>
                    <a:pt x="469" y="549"/>
                  </a:cubicBezTo>
                  <a:cubicBezTo>
                    <a:pt x="360" y="506"/>
                    <a:pt x="262" y="433"/>
                    <a:pt x="191" y="341"/>
                  </a:cubicBezTo>
                  <a:cubicBezTo>
                    <a:pt x="155" y="294"/>
                    <a:pt x="127" y="241"/>
                    <a:pt x="105" y="187"/>
                  </a:cubicBezTo>
                  <a:cubicBezTo>
                    <a:pt x="81" y="128"/>
                    <a:pt x="72" y="63"/>
                    <a:pt x="43" y="7"/>
                  </a:cubicBezTo>
                  <a:cubicBezTo>
                    <a:pt x="40" y="0"/>
                    <a:pt x="30" y="2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209" name="Freeform 11">
              <a:extLst>
                <a:ext uri="{FF2B5EF4-FFF2-40B4-BE49-F238E27FC236}">
                  <a16:creationId xmlns:a16="http://schemas.microsoft.com/office/drawing/2014/main" id="{9006790E-84EC-5158-A43E-BEAFCF5AA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1" y="5040313"/>
              <a:ext cx="1285875" cy="706438"/>
            </a:xfrm>
            <a:custGeom>
              <a:avLst/>
              <a:gdLst>
                <a:gd name="T0" fmla="*/ 9 w 1238"/>
                <a:gd name="T1" fmla="*/ 343 h 681"/>
                <a:gd name="T2" fmla="*/ 575 w 1238"/>
                <a:gd name="T3" fmla="*/ 605 h 681"/>
                <a:gd name="T4" fmla="*/ 1222 w 1238"/>
                <a:gd name="T5" fmla="*/ 529 h 681"/>
                <a:gd name="T6" fmla="*/ 1222 w 1238"/>
                <a:gd name="T7" fmla="*/ 485 h 681"/>
                <a:gd name="T8" fmla="*/ 968 w 1238"/>
                <a:gd name="T9" fmla="*/ 314 h 681"/>
                <a:gd name="T10" fmla="*/ 825 w 1238"/>
                <a:gd name="T11" fmla="*/ 32 h 681"/>
                <a:gd name="T12" fmla="*/ 776 w 1238"/>
                <a:gd name="T13" fmla="*/ 46 h 681"/>
                <a:gd name="T14" fmla="*/ 921 w 1238"/>
                <a:gd name="T15" fmla="*/ 340 h 681"/>
                <a:gd name="T16" fmla="*/ 1196 w 1238"/>
                <a:gd name="T17" fmla="*/ 529 h 681"/>
                <a:gd name="T18" fmla="*/ 1196 w 1238"/>
                <a:gd name="T19" fmla="*/ 485 h 681"/>
                <a:gd name="T20" fmla="*/ 23 w 1238"/>
                <a:gd name="T21" fmla="*/ 324 h 681"/>
                <a:gd name="T22" fmla="*/ 9 w 1238"/>
                <a:gd name="T23" fmla="*/ 34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8" h="681">
                  <a:moveTo>
                    <a:pt x="9" y="343"/>
                  </a:moveTo>
                  <a:cubicBezTo>
                    <a:pt x="152" y="493"/>
                    <a:pt x="376" y="569"/>
                    <a:pt x="575" y="605"/>
                  </a:cubicBezTo>
                  <a:cubicBezTo>
                    <a:pt x="792" y="644"/>
                    <a:pt x="1024" y="631"/>
                    <a:pt x="1222" y="529"/>
                  </a:cubicBezTo>
                  <a:cubicBezTo>
                    <a:pt x="1238" y="520"/>
                    <a:pt x="1238" y="494"/>
                    <a:pt x="1222" y="485"/>
                  </a:cubicBezTo>
                  <a:cubicBezTo>
                    <a:pt x="1131" y="437"/>
                    <a:pt x="1041" y="387"/>
                    <a:pt x="968" y="314"/>
                  </a:cubicBezTo>
                  <a:cubicBezTo>
                    <a:pt x="889" y="238"/>
                    <a:pt x="847" y="138"/>
                    <a:pt x="825" y="32"/>
                  </a:cubicBezTo>
                  <a:cubicBezTo>
                    <a:pt x="819" y="0"/>
                    <a:pt x="770" y="14"/>
                    <a:pt x="776" y="46"/>
                  </a:cubicBezTo>
                  <a:cubicBezTo>
                    <a:pt x="799" y="157"/>
                    <a:pt x="844" y="256"/>
                    <a:pt x="921" y="340"/>
                  </a:cubicBezTo>
                  <a:cubicBezTo>
                    <a:pt x="997" y="422"/>
                    <a:pt x="1098" y="479"/>
                    <a:pt x="1196" y="529"/>
                  </a:cubicBezTo>
                  <a:cubicBezTo>
                    <a:pt x="1196" y="514"/>
                    <a:pt x="1196" y="500"/>
                    <a:pt x="1196" y="485"/>
                  </a:cubicBezTo>
                  <a:cubicBezTo>
                    <a:pt x="821" y="681"/>
                    <a:pt x="352" y="551"/>
                    <a:pt x="23" y="324"/>
                  </a:cubicBezTo>
                  <a:cubicBezTo>
                    <a:pt x="12" y="316"/>
                    <a:pt x="0" y="333"/>
                    <a:pt x="9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392C1985-490A-CFE1-ADEC-F33B2DCFD818}"/>
                </a:ext>
              </a:extLst>
            </p:cNvPr>
            <p:cNvGrpSpPr/>
            <p:nvPr/>
          </p:nvGrpSpPr>
          <p:grpSpPr>
            <a:xfrm>
              <a:off x="3517901" y="1225551"/>
              <a:ext cx="5260975" cy="4090987"/>
              <a:chOff x="3517901" y="1225551"/>
              <a:chExt cx="5260975" cy="4090987"/>
            </a:xfrm>
            <a:grpFill/>
          </p:grpSpPr>
          <p:sp>
            <p:nvSpPr>
              <p:cNvPr id="211" name="Freeform 12">
                <a:extLst>
                  <a:ext uri="{FF2B5EF4-FFF2-40B4-BE49-F238E27FC236}">
                    <a16:creationId xmlns:a16="http://schemas.microsoft.com/office/drawing/2014/main" id="{ABEBD5B1-9428-5D93-6CD1-1B61B89C36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5738" y="2135188"/>
                <a:ext cx="109538" cy="38100"/>
              </a:xfrm>
              <a:custGeom>
                <a:avLst/>
                <a:gdLst>
                  <a:gd name="T0" fmla="*/ 6 w 106"/>
                  <a:gd name="T1" fmla="*/ 35 h 37"/>
                  <a:gd name="T2" fmla="*/ 45 w 106"/>
                  <a:gd name="T3" fmla="*/ 33 h 37"/>
                  <a:gd name="T4" fmla="*/ 97 w 106"/>
                  <a:gd name="T5" fmla="*/ 22 h 37"/>
                  <a:gd name="T6" fmla="*/ 97 w 106"/>
                  <a:gd name="T7" fmla="*/ 6 h 37"/>
                  <a:gd name="T8" fmla="*/ 52 w 106"/>
                  <a:gd name="T9" fmla="*/ 6 h 37"/>
                  <a:gd name="T10" fmla="*/ 4 w 106"/>
                  <a:gd name="T11" fmla="*/ 24 h 37"/>
                  <a:gd name="T12" fmla="*/ 6 w 106"/>
                  <a:gd name="T13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37">
                    <a:moveTo>
                      <a:pt x="6" y="35"/>
                    </a:moveTo>
                    <a:cubicBezTo>
                      <a:pt x="20" y="37"/>
                      <a:pt x="32" y="35"/>
                      <a:pt x="45" y="33"/>
                    </a:cubicBezTo>
                    <a:cubicBezTo>
                      <a:pt x="63" y="30"/>
                      <a:pt x="80" y="29"/>
                      <a:pt x="97" y="22"/>
                    </a:cubicBezTo>
                    <a:cubicBezTo>
                      <a:pt x="105" y="19"/>
                      <a:pt x="106" y="9"/>
                      <a:pt x="97" y="6"/>
                    </a:cubicBezTo>
                    <a:cubicBezTo>
                      <a:pt x="81" y="0"/>
                      <a:pt x="68" y="2"/>
                      <a:pt x="52" y="6"/>
                    </a:cubicBezTo>
                    <a:cubicBezTo>
                      <a:pt x="34" y="9"/>
                      <a:pt x="17" y="13"/>
                      <a:pt x="4" y="24"/>
                    </a:cubicBezTo>
                    <a:cubicBezTo>
                      <a:pt x="0" y="27"/>
                      <a:pt x="2" y="34"/>
                      <a:pt x="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12" name="Freeform 13">
                <a:extLst>
                  <a:ext uri="{FF2B5EF4-FFF2-40B4-BE49-F238E27FC236}">
                    <a16:creationId xmlns:a16="http://schemas.microsoft.com/office/drawing/2014/main" id="{27EC3A11-25FA-1801-B845-9C1B279C2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8463" y="2144713"/>
                <a:ext cx="92075" cy="34925"/>
              </a:xfrm>
              <a:custGeom>
                <a:avLst/>
                <a:gdLst>
                  <a:gd name="T0" fmla="*/ 4 w 89"/>
                  <a:gd name="T1" fmla="*/ 9 h 35"/>
                  <a:gd name="T2" fmla="*/ 79 w 89"/>
                  <a:gd name="T3" fmla="*/ 34 h 35"/>
                  <a:gd name="T4" fmla="*/ 83 w 89"/>
                  <a:gd name="T5" fmla="*/ 20 h 35"/>
                  <a:gd name="T6" fmla="*/ 7 w 89"/>
                  <a:gd name="T7" fmla="*/ 0 h 35"/>
                  <a:gd name="T8" fmla="*/ 4 w 89"/>
                  <a:gd name="T9" fmla="*/ 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35">
                    <a:moveTo>
                      <a:pt x="4" y="9"/>
                    </a:moveTo>
                    <a:cubicBezTo>
                      <a:pt x="28" y="23"/>
                      <a:pt x="52" y="31"/>
                      <a:pt x="79" y="34"/>
                    </a:cubicBezTo>
                    <a:cubicBezTo>
                      <a:pt x="87" y="35"/>
                      <a:pt x="89" y="24"/>
                      <a:pt x="83" y="20"/>
                    </a:cubicBezTo>
                    <a:cubicBezTo>
                      <a:pt x="59" y="6"/>
                      <a:pt x="34" y="3"/>
                      <a:pt x="7" y="0"/>
                    </a:cubicBezTo>
                    <a:cubicBezTo>
                      <a:pt x="2" y="0"/>
                      <a:pt x="0" y="7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13" name="Freeform 14">
                <a:extLst>
                  <a:ext uri="{FF2B5EF4-FFF2-40B4-BE49-F238E27FC236}">
                    <a16:creationId xmlns:a16="http://schemas.microsoft.com/office/drawing/2014/main" id="{75964AFC-8DDC-11F4-B106-225FA54F4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3" y="2225676"/>
                <a:ext cx="107950" cy="61913"/>
              </a:xfrm>
              <a:custGeom>
                <a:avLst/>
                <a:gdLst>
                  <a:gd name="T0" fmla="*/ 6 w 105"/>
                  <a:gd name="T1" fmla="*/ 10 h 59"/>
                  <a:gd name="T2" fmla="*/ 91 w 105"/>
                  <a:gd name="T3" fmla="*/ 55 h 59"/>
                  <a:gd name="T4" fmla="*/ 99 w 105"/>
                  <a:gd name="T5" fmla="*/ 44 h 59"/>
                  <a:gd name="T6" fmla="*/ 9 w 105"/>
                  <a:gd name="T7" fmla="*/ 1 h 59"/>
                  <a:gd name="T8" fmla="*/ 6 w 105"/>
                  <a:gd name="T9" fmla="*/ 1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59">
                    <a:moveTo>
                      <a:pt x="6" y="10"/>
                    </a:moveTo>
                    <a:cubicBezTo>
                      <a:pt x="35" y="21"/>
                      <a:pt x="64" y="39"/>
                      <a:pt x="91" y="55"/>
                    </a:cubicBezTo>
                    <a:cubicBezTo>
                      <a:pt x="97" y="59"/>
                      <a:pt x="105" y="49"/>
                      <a:pt x="99" y="44"/>
                    </a:cubicBezTo>
                    <a:cubicBezTo>
                      <a:pt x="72" y="20"/>
                      <a:pt x="44" y="7"/>
                      <a:pt x="9" y="1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14" name="Freeform 15">
                <a:extLst>
                  <a:ext uri="{FF2B5EF4-FFF2-40B4-BE49-F238E27FC236}">
                    <a16:creationId xmlns:a16="http://schemas.microsoft.com/office/drawing/2014/main" id="{183D837D-A912-A728-DDE6-20E2229B5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1688" y="2389188"/>
                <a:ext cx="77788" cy="84138"/>
              </a:xfrm>
              <a:custGeom>
                <a:avLst/>
                <a:gdLst>
                  <a:gd name="T0" fmla="*/ 1 w 75"/>
                  <a:gd name="T1" fmla="*/ 1 h 81"/>
                  <a:gd name="T2" fmla="*/ 14 w 75"/>
                  <a:gd name="T3" fmla="*/ 20 h 81"/>
                  <a:gd name="T4" fmla="*/ 31 w 75"/>
                  <a:gd name="T5" fmla="*/ 42 h 81"/>
                  <a:gd name="T6" fmla="*/ 62 w 75"/>
                  <a:gd name="T7" fmla="*/ 77 h 81"/>
                  <a:gd name="T8" fmla="*/ 72 w 75"/>
                  <a:gd name="T9" fmla="*/ 71 h 81"/>
                  <a:gd name="T10" fmla="*/ 45 w 75"/>
                  <a:gd name="T11" fmla="*/ 35 h 81"/>
                  <a:gd name="T12" fmla="*/ 24 w 75"/>
                  <a:gd name="T13" fmla="*/ 16 h 81"/>
                  <a:gd name="T14" fmla="*/ 2 w 75"/>
                  <a:gd name="T15" fmla="*/ 0 h 81"/>
                  <a:gd name="T16" fmla="*/ 1 w 75"/>
                  <a:gd name="T1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1" y="1"/>
                    </a:moveTo>
                    <a:cubicBezTo>
                      <a:pt x="6" y="6"/>
                      <a:pt x="9" y="14"/>
                      <a:pt x="14" y="20"/>
                    </a:cubicBezTo>
                    <a:cubicBezTo>
                      <a:pt x="19" y="27"/>
                      <a:pt x="25" y="35"/>
                      <a:pt x="31" y="42"/>
                    </a:cubicBezTo>
                    <a:cubicBezTo>
                      <a:pt x="41" y="54"/>
                      <a:pt x="51" y="66"/>
                      <a:pt x="62" y="77"/>
                    </a:cubicBezTo>
                    <a:cubicBezTo>
                      <a:pt x="66" y="81"/>
                      <a:pt x="75" y="77"/>
                      <a:pt x="72" y="71"/>
                    </a:cubicBezTo>
                    <a:cubicBezTo>
                      <a:pt x="66" y="57"/>
                      <a:pt x="57" y="46"/>
                      <a:pt x="45" y="35"/>
                    </a:cubicBezTo>
                    <a:cubicBezTo>
                      <a:pt x="38" y="28"/>
                      <a:pt x="31" y="22"/>
                      <a:pt x="24" y="16"/>
                    </a:cubicBezTo>
                    <a:cubicBezTo>
                      <a:pt x="17" y="10"/>
                      <a:pt x="8" y="6"/>
                      <a:pt x="2" y="0"/>
                    </a:cubicBezTo>
                    <a:cubicBezTo>
                      <a:pt x="1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15" name="Freeform 16">
                <a:extLst>
                  <a:ext uri="{FF2B5EF4-FFF2-40B4-BE49-F238E27FC236}">
                    <a16:creationId xmlns:a16="http://schemas.microsoft.com/office/drawing/2014/main" id="{72D615BB-8342-9323-32E8-3762A76F0B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2501" y="2570163"/>
                <a:ext cx="60325" cy="90488"/>
              </a:xfrm>
              <a:custGeom>
                <a:avLst/>
                <a:gdLst>
                  <a:gd name="T0" fmla="*/ 3 w 57"/>
                  <a:gd name="T1" fmla="*/ 10 h 88"/>
                  <a:gd name="T2" fmla="*/ 47 w 57"/>
                  <a:gd name="T3" fmla="*/ 83 h 88"/>
                  <a:gd name="T4" fmla="*/ 55 w 57"/>
                  <a:gd name="T5" fmla="*/ 77 h 88"/>
                  <a:gd name="T6" fmla="*/ 11 w 57"/>
                  <a:gd name="T7" fmla="*/ 5 h 88"/>
                  <a:gd name="T8" fmla="*/ 3 w 57"/>
                  <a:gd name="T9" fmla="*/ 1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88">
                    <a:moveTo>
                      <a:pt x="3" y="10"/>
                    </a:moveTo>
                    <a:cubicBezTo>
                      <a:pt x="17" y="35"/>
                      <a:pt x="27" y="63"/>
                      <a:pt x="47" y="83"/>
                    </a:cubicBezTo>
                    <a:cubicBezTo>
                      <a:pt x="51" y="88"/>
                      <a:pt x="57" y="82"/>
                      <a:pt x="55" y="77"/>
                    </a:cubicBezTo>
                    <a:cubicBezTo>
                      <a:pt x="44" y="51"/>
                      <a:pt x="28" y="27"/>
                      <a:pt x="11" y="5"/>
                    </a:cubicBezTo>
                    <a:cubicBezTo>
                      <a:pt x="8" y="0"/>
                      <a:pt x="0" y="4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16" name="Freeform 17">
                <a:extLst>
                  <a:ext uri="{FF2B5EF4-FFF2-40B4-BE49-F238E27FC236}">
                    <a16:creationId xmlns:a16="http://schemas.microsoft.com/office/drawing/2014/main" id="{9283E827-5805-E7C7-055B-02D0A5FAF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4576" y="2767013"/>
                <a:ext cx="42863" cy="88900"/>
              </a:xfrm>
              <a:custGeom>
                <a:avLst/>
                <a:gdLst>
                  <a:gd name="T0" fmla="*/ 3 w 41"/>
                  <a:gd name="T1" fmla="*/ 7 h 86"/>
                  <a:gd name="T2" fmla="*/ 30 w 41"/>
                  <a:gd name="T3" fmla="*/ 79 h 86"/>
                  <a:gd name="T4" fmla="*/ 40 w 41"/>
                  <a:gd name="T5" fmla="*/ 76 h 86"/>
                  <a:gd name="T6" fmla="*/ 9 w 41"/>
                  <a:gd name="T7" fmla="*/ 4 h 86"/>
                  <a:gd name="T8" fmla="*/ 3 w 41"/>
                  <a:gd name="T9" fmla="*/ 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86">
                    <a:moveTo>
                      <a:pt x="3" y="7"/>
                    </a:moveTo>
                    <a:cubicBezTo>
                      <a:pt x="16" y="29"/>
                      <a:pt x="21" y="56"/>
                      <a:pt x="30" y="79"/>
                    </a:cubicBezTo>
                    <a:cubicBezTo>
                      <a:pt x="32" y="86"/>
                      <a:pt x="41" y="83"/>
                      <a:pt x="40" y="76"/>
                    </a:cubicBezTo>
                    <a:cubicBezTo>
                      <a:pt x="36" y="48"/>
                      <a:pt x="25" y="27"/>
                      <a:pt x="9" y="4"/>
                    </a:cubicBezTo>
                    <a:cubicBezTo>
                      <a:pt x="7" y="0"/>
                      <a:pt x="0" y="3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17" name="Freeform 18">
                <a:extLst>
                  <a:ext uri="{FF2B5EF4-FFF2-40B4-BE49-F238E27FC236}">
                    <a16:creationId xmlns:a16="http://schemas.microsoft.com/office/drawing/2014/main" id="{85759248-5734-FBB6-4D06-F0A4E7705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0776" y="2992438"/>
                <a:ext cx="26988" cy="107950"/>
              </a:xfrm>
              <a:custGeom>
                <a:avLst/>
                <a:gdLst>
                  <a:gd name="T0" fmla="*/ 2 w 27"/>
                  <a:gd name="T1" fmla="*/ 7 h 104"/>
                  <a:gd name="T2" fmla="*/ 17 w 27"/>
                  <a:gd name="T3" fmla="*/ 100 h 104"/>
                  <a:gd name="T4" fmla="*/ 23 w 27"/>
                  <a:gd name="T5" fmla="*/ 100 h 104"/>
                  <a:gd name="T6" fmla="*/ 9 w 27"/>
                  <a:gd name="T7" fmla="*/ 4 h 104"/>
                  <a:gd name="T8" fmla="*/ 2 w 27"/>
                  <a:gd name="T9" fmla="*/ 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4">
                    <a:moveTo>
                      <a:pt x="2" y="7"/>
                    </a:moveTo>
                    <a:cubicBezTo>
                      <a:pt x="14" y="36"/>
                      <a:pt x="13" y="68"/>
                      <a:pt x="17" y="100"/>
                    </a:cubicBezTo>
                    <a:cubicBezTo>
                      <a:pt x="17" y="104"/>
                      <a:pt x="23" y="104"/>
                      <a:pt x="23" y="100"/>
                    </a:cubicBezTo>
                    <a:cubicBezTo>
                      <a:pt x="27" y="67"/>
                      <a:pt x="24" y="33"/>
                      <a:pt x="9" y="4"/>
                    </a:cubicBezTo>
                    <a:cubicBezTo>
                      <a:pt x="7" y="0"/>
                      <a:pt x="0" y="3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18" name="Freeform 19">
                <a:extLst>
                  <a:ext uri="{FF2B5EF4-FFF2-40B4-BE49-F238E27FC236}">
                    <a16:creationId xmlns:a16="http://schemas.microsoft.com/office/drawing/2014/main" id="{3925AA39-3CA2-A200-805C-7A69DAA42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3476" y="3206751"/>
                <a:ext cx="25400" cy="80963"/>
              </a:xfrm>
              <a:custGeom>
                <a:avLst/>
                <a:gdLst>
                  <a:gd name="T0" fmla="*/ 13 w 24"/>
                  <a:gd name="T1" fmla="*/ 2 h 78"/>
                  <a:gd name="T2" fmla="*/ 4 w 24"/>
                  <a:gd name="T3" fmla="*/ 32 h 78"/>
                  <a:gd name="T4" fmla="*/ 2 w 24"/>
                  <a:gd name="T5" fmla="*/ 46 h 78"/>
                  <a:gd name="T6" fmla="*/ 0 w 24"/>
                  <a:gd name="T7" fmla="*/ 66 h 78"/>
                  <a:gd name="T8" fmla="*/ 13 w 24"/>
                  <a:gd name="T9" fmla="*/ 71 h 78"/>
                  <a:gd name="T10" fmla="*/ 23 w 24"/>
                  <a:gd name="T11" fmla="*/ 39 h 78"/>
                  <a:gd name="T12" fmla="*/ 15 w 24"/>
                  <a:gd name="T13" fmla="*/ 2 h 78"/>
                  <a:gd name="T14" fmla="*/ 13 w 24"/>
                  <a:gd name="T15" fmla="*/ 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8">
                    <a:moveTo>
                      <a:pt x="13" y="2"/>
                    </a:moveTo>
                    <a:cubicBezTo>
                      <a:pt x="9" y="12"/>
                      <a:pt x="6" y="21"/>
                      <a:pt x="4" y="32"/>
                    </a:cubicBezTo>
                    <a:cubicBezTo>
                      <a:pt x="3" y="37"/>
                      <a:pt x="2" y="41"/>
                      <a:pt x="2" y="46"/>
                    </a:cubicBezTo>
                    <a:cubicBezTo>
                      <a:pt x="1" y="53"/>
                      <a:pt x="1" y="59"/>
                      <a:pt x="0" y="66"/>
                    </a:cubicBezTo>
                    <a:cubicBezTo>
                      <a:pt x="0" y="72"/>
                      <a:pt x="9" y="78"/>
                      <a:pt x="13" y="71"/>
                    </a:cubicBezTo>
                    <a:cubicBezTo>
                      <a:pt x="18" y="60"/>
                      <a:pt x="21" y="52"/>
                      <a:pt x="23" y="39"/>
                    </a:cubicBezTo>
                    <a:cubicBezTo>
                      <a:pt x="24" y="25"/>
                      <a:pt x="20" y="15"/>
                      <a:pt x="15" y="2"/>
                    </a:cubicBezTo>
                    <a:cubicBezTo>
                      <a:pt x="15" y="0"/>
                      <a:pt x="13" y="1"/>
                      <a:pt x="1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19" name="Freeform 20">
                <a:extLst>
                  <a:ext uri="{FF2B5EF4-FFF2-40B4-BE49-F238E27FC236}">
                    <a16:creationId xmlns:a16="http://schemas.microsoft.com/office/drawing/2014/main" id="{DCB20711-0BE3-D572-D564-AF28AA268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2513" y="3368676"/>
                <a:ext cx="61913" cy="100013"/>
              </a:xfrm>
              <a:custGeom>
                <a:avLst/>
                <a:gdLst>
                  <a:gd name="T0" fmla="*/ 46 w 61"/>
                  <a:gd name="T1" fmla="*/ 3 h 97"/>
                  <a:gd name="T2" fmla="*/ 6 w 61"/>
                  <a:gd name="T3" fmla="*/ 81 h 97"/>
                  <a:gd name="T4" fmla="*/ 20 w 61"/>
                  <a:gd name="T5" fmla="*/ 91 h 97"/>
                  <a:gd name="T6" fmla="*/ 52 w 61"/>
                  <a:gd name="T7" fmla="*/ 51 h 97"/>
                  <a:gd name="T8" fmla="*/ 53 w 61"/>
                  <a:gd name="T9" fmla="*/ 3 h 97"/>
                  <a:gd name="T10" fmla="*/ 46 w 61"/>
                  <a:gd name="T11" fmla="*/ 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97">
                    <a:moveTo>
                      <a:pt x="46" y="3"/>
                    </a:moveTo>
                    <a:cubicBezTo>
                      <a:pt x="33" y="29"/>
                      <a:pt x="23" y="57"/>
                      <a:pt x="6" y="81"/>
                    </a:cubicBezTo>
                    <a:cubicBezTo>
                      <a:pt x="0" y="89"/>
                      <a:pt x="13" y="97"/>
                      <a:pt x="20" y="91"/>
                    </a:cubicBezTo>
                    <a:cubicBezTo>
                      <a:pt x="34" y="80"/>
                      <a:pt x="45" y="69"/>
                      <a:pt x="52" y="51"/>
                    </a:cubicBezTo>
                    <a:cubicBezTo>
                      <a:pt x="58" y="35"/>
                      <a:pt x="61" y="20"/>
                      <a:pt x="53" y="3"/>
                    </a:cubicBezTo>
                    <a:cubicBezTo>
                      <a:pt x="52" y="0"/>
                      <a:pt x="47" y="1"/>
                      <a:pt x="4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0" name="Freeform 21">
                <a:extLst>
                  <a:ext uri="{FF2B5EF4-FFF2-40B4-BE49-F238E27FC236}">
                    <a16:creationId xmlns:a16="http://schemas.microsoft.com/office/drawing/2014/main" id="{95B528B1-E037-41C8-FCD6-66D7CE2D0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3544888"/>
                <a:ext cx="68263" cy="84138"/>
              </a:xfrm>
              <a:custGeom>
                <a:avLst/>
                <a:gdLst>
                  <a:gd name="T0" fmla="*/ 51 w 66"/>
                  <a:gd name="T1" fmla="*/ 4 h 81"/>
                  <a:gd name="T2" fmla="*/ 24 w 66"/>
                  <a:gd name="T3" fmla="*/ 33 h 81"/>
                  <a:gd name="T4" fmla="*/ 14 w 66"/>
                  <a:gd name="T5" fmla="*/ 46 h 81"/>
                  <a:gd name="T6" fmla="*/ 5 w 66"/>
                  <a:gd name="T7" fmla="*/ 62 h 81"/>
                  <a:gd name="T8" fmla="*/ 18 w 66"/>
                  <a:gd name="T9" fmla="*/ 75 h 81"/>
                  <a:gd name="T10" fmla="*/ 32 w 66"/>
                  <a:gd name="T11" fmla="*/ 65 h 81"/>
                  <a:gd name="T12" fmla="*/ 45 w 66"/>
                  <a:gd name="T13" fmla="*/ 49 h 81"/>
                  <a:gd name="T14" fmla="*/ 63 w 66"/>
                  <a:gd name="T15" fmla="*/ 11 h 81"/>
                  <a:gd name="T16" fmla="*/ 51 w 66"/>
                  <a:gd name="T17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81">
                    <a:moveTo>
                      <a:pt x="51" y="4"/>
                    </a:moveTo>
                    <a:cubicBezTo>
                      <a:pt x="41" y="13"/>
                      <a:pt x="32" y="22"/>
                      <a:pt x="24" y="33"/>
                    </a:cubicBezTo>
                    <a:cubicBezTo>
                      <a:pt x="21" y="37"/>
                      <a:pt x="17" y="41"/>
                      <a:pt x="14" y="46"/>
                    </a:cubicBezTo>
                    <a:cubicBezTo>
                      <a:pt x="10" y="51"/>
                      <a:pt x="9" y="57"/>
                      <a:pt x="5" y="62"/>
                    </a:cubicBezTo>
                    <a:cubicBezTo>
                      <a:pt x="0" y="70"/>
                      <a:pt x="10" y="81"/>
                      <a:pt x="18" y="75"/>
                    </a:cubicBezTo>
                    <a:cubicBezTo>
                      <a:pt x="22" y="72"/>
                      <a:pt x="29" y="69"/>
                      <a:pt x="32" y="65"/>
                    </a:cubicBezTo>
                    <a:cubicBezTo>
                      <a:pt x="37" y="60"/>
                      <a:pt x="41" y="55"/>
                      <a:pt x="45" y="49"/>
                    </a:cubicBezTo>
                    <a:cubicBezTo>
                      <a:pt x="53" y="37"/>
                      <a:pt x="59" y="25"/>
                      <a:pt x="63" y="11"/>
                    </a:cubicBezTo>
                    <a:cubicBezTo>
                      <a:pt x="66" y="4"/>
                      <a:pt x="56" y="0"/>
                      <a:pt x="5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1" name="Freeform 22">
                <a:extLst>
                  <a:ext uri="{FF2B5EF4-FFF2-40B4-BE49-F238E27FC236}">
                    <a16:creationId xmlns:a16="http://schemas.microsoft.com/office/drawing/2014/main" id="{1F3159CE-872F-BB75-008A-C0EDD32F4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4063" y="3732213"/>
                <a:ext cx="80963" cy="65088"/>
              </a:xfrm>
              <a:custGeom>
                <a:avLst/>
                <a:gdLst>
                  <a:gd name="T0" fmla="*/ 66 w 79"/>
                  <a:gd name="T1" fmla="*/ 3 h 62"/>
                  <a:gd name="T2" fmla="*/ 35 w 79"/>
                  <a:gd name="T3" fmla="*/ 23 h 62"/>
                  <a:gd name="T4" fmla="*/ 6 w 79"/>
                  <a:gd name="T5" fmla="*/ 48 h 62"/>
                  <a:gd name="T6" fmla="*/ 14 w 79"/>
                  <a:gd name="T7" fmla="*/ 58 h 62"/>
                  <a:gd name="T8" fmla="*/ 45 w 79"/>
                  <a:gd name="T9" fmla="*/ 38 h 62"/>
                  <a:gd name="T10" fmla="*/ 73 w 79"/>
                  <a:gd name="T11" fmla="*/ 13 h 62"/>
                  <a:gd name="T12" fmla="*/ 66 w 79"/>
                  <a:gd name="T13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62">
                    <a:moveTo>
                      <a:pt x="66" y="3"/>
                    </a:moveTo>
                    <a:cubicBezTo>
                      <a:pt x="55" y="9"/>
                      <a:pt x="45" y="15"/>
                      <a:pt x="35" y="23"/>
                    </a:cubicBezTo>
                    <a:cubicBezTo>
                      <a:pt x="25" y="31"/>
                      <a:pt x="16" y="39"/>
                      <a:pt x="6" y="48"/>
                    </a:cubicBezTo>
                    <a:cubicBezTo>
                      <a:pt x="0" y="53"/>
                      <a:pt x="8" y="62"/>
                      <a:pt x="14" y="58"/>
                    </a:cubicBezTo>
                    <a:cubicBezTo>
                      <a:pt x="25" y="52"/>
                      <a:pt x="35" y="46"/>
                      <a:pt x="45" y="38"/>
                    </a:cubicBezTo>
                    <a:cubicBezTo>
                      <a:pt x="55" y="30"/>
                      <a:pt x="64" y="21"/>
                      <a:pt x="73" y="13"/>
                    </a:cubicBezTo>
                    <a:cubicBezTo>
                      <a:pt x="79" y="9"/>
                      <a:pt x="72" y="0"/>
                      <a:pt x="6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2" name="Freeform 23">
                <a:extLst>
                  <a:ext uri="{FF2B5EF4-FFF2-40B4-BE49-F238E27FC236}">
                    <a16:creationId xmlns:a16="http://schemas.microsoft.com/office/drawing/2014/main" id="{78B59229-A9BB-FEA7-5ABA-29E3520A5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3376" y="3932238"/>
                <a:ext cx="93663" cy="30163"/>
              </a:xfrm>
              <a:custGeom>
                <a:avLst/>
                <a:gdLst>
                  <a:gd name="T0" fmla="*/ 82 w 91"/>
                  <a:gd name="T1" fmla="*/ 1 h 30"/>
                  <a:gd name="T2" fmla="*/ 42 w 91"/>
                  <a:gd name="T3" fmla="*/ 5 h 30"/>
                  <a:gd name="T4" fmla="*/ 9 w 91"/>
                  <a:gd name="T5" fmla="*/ 11 h 30"/>
                  <a:gd name="T6" fmla="*/ 9 w 91"/>
                  <a:gd name="T7" fmla="*/ 28 h 30"/>
                  <a:gd name="T8" fmla="*/ 45 w 91"/>
                  <a:gd name="T9" fmla="*/ 27 h 30"/>
                  <a:gd name="T10" fmla="*/ 86 w 91"/>
                  <a:gd name="T11" fmla="*/ 9 h 30"/>
                  <a:gd name="T12" fmla="*/ 82 w 91"/>
                  <a:gd name="T13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30">
                    <a:moveTo>
                      <a:pt x="82" y="1"/>
                    </a:moveTo>
                    <a:cubicBezTo>
                      <a:pt x="69" y="3"/>
                      <a:pt x="55" y="3"/>
                      <a:pt x="42" y="5"/>
                    </a:cubicBezTo>
                    <a:cubicBezTo>
                      <a:pt x="31" y="6"/>
                      <a:pt x="20" y="9"/>
                      <a:pt x="9" y="11"/>
                    </a:cubicBezTo>
                    <a:cubicBezTo>
                      <a:pt x="0" y="13"/>
                      <a:pt x="0" y="27"/>
                      <a:pt x="9" y="28"/>
                    </a:cubicBezTo>
                    <a:cubicBezTo>
                      <a:pt x="22" y="30"/>
                      <a:pt x="32" y="30"/>
                      <a:pt x="45" y="27"/>
                    </a:cubicBezTo>
                    <a:cubicBezTo>
                      <a:pt x="60" y="23"/>
                      <a:pt x="72" y="15"/>
                      <a:pt x="86" y="9"/>
                    </a:cubicBezTo>
                    <a:cubicBezTo>
                      <a:pt x="91" y="7"/>
                      <a:pt x="87" y="0"/>
                      <a:pt x="8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3" name="Freeform 24">
                <a:extLst>
                  <a:ext uri="{FF2B5EF4-FFF2-40B4-BE49-F238E27FC236}">
                    <a16:creationId xmlns:a16="http://schemas.microsoft.com/office/drawing/2014/main" id="{38B3023D-48C4-4FE7-9DDC-0C1BD39D8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1476" y="3992563"/>
                <a:ext cx="65088" cy="77788"/>
              </a:xfrm>
              <a:custGeom>
                <a:avLst/>
                <a:gdLst>
                  <a:gd name="T0" fmla="*/ 2 w 63"/>
                  <a:gd name="T1" fmla="*/ 6 h 74"/>
                  <a:gd name="T2" fmla="*/ 12 w 63"/>
                  <a:gd name="T3" fmla="*/ 18 h 74"/>
                  <a:gd name="T4" fmla="*/ 24 w 63"/>
                  <a:gd name="T5" fmla="*/ 34 h 74"/>
                  <a:gd name="T6" fmla="*/ 36 w 63"/>
                  <a:gd name="T7" fmla="*/ 51 h 74"/>
                  <a:gd name="T8" fmla="*/ 47 w 63"/>
                  <a:gd name="T9" fmla="*/ 66 h 74"/>
                  <a:gd name="T10" fmla="*/ 61 w 63"/>
                  <a:gd name="T11" fmla="*/ 60 h 74"/>
                  <a:gd name="T12" fmla="*/ 37 w 63"/>
                  <a:gd name="T13" fmla="*/ 16 h 74"/>
                  <a:gd name="T14" fmla="*/ 18 w 63"/>
                  <a:gd name="T15" fmla="*/ 3 h 74"/>
                  <a:gd name="T16" fmla="*/ 3 w 63"/>
                  <a:gd name="T17" fmla="*/ 2 h 74"/>
                  <a:gd name="T18" fmla="*/ 2 w 63"/>
                  <a:gd name="T19" fmla="*/ 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3" h="74">
                    <a:moveTo>
                      <a:pt x="2" y="6"/>
                    </a:moveTo>
                    <a:cubicBezTo>
                      <a:pt x="6" y="7"/>
                      <a:pt x="10" y="15"/>
                      <a:pt x="12" y="18"/>
                    </a:cubicBezTo>
                    <a:cubicBezTo>
                      <a:pt x="15" y="24"/>
                      <a:pt x="20" y="29"/>
                      <a:pt x="24" y="34"/>
                    </a:cubicBezTo>
                    <a:cubicBezTo>
                      <a:pt x="29" y="39"/>
                      <a:pt x="32" y="45"/>
                      <a:pt x="36" y="51"/>
                    </a:cubicBezTo>
                    <a:cubicBezTo>
                      <a:pt x="39" y="56"/>
                      <a:pt x="44" y="60"/>
                      <a:pt x="47" y="66"/>
                    </a:cubicBezTo>
                    <a:cubicBezTo>
                      <a:pt x="51" y="74"/>
                      <a:pt x="63" y="68"/>
                      <a:pt x="61" y="60"/>
                    </a:cubicBezTo>
                    <a:cubicBezTo>
                      <a:pt x="57" y="43"/>
                      <a:pt x="50" y="29"/>
                      <a:pt x="37" y="16"/>
                    </a:cubicBezTo>
                    <a:cubicBezTo>
                      <a:pt x="32" y="10"/>
                      <a:pt x="26" y="6"/>
                      <a:pt x="18" y="3"/>
                    </a:cubicBezTo>
                    <a:cubicBezTo>
                      <a:pt x="13" y="0"/>
                      <a:pt x="8" y="1"/>
                      <a:pt x="3" y="2"/>
                    </a:cubicBezTo>
                    <a:cubicBezTo>
                      <a:pt x="0" y="2"/>
                      <a:pt x="0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4" name="Freeform 25">
                <a:extLst>
                  <a:ext uri="{FF2B5EF4-FFF2-40B4-BE49-F238E27FC236}">
                    <a16:creationId xmlns:a16="http://schemas.microsoft.com/office/drawing/2014/main" id="{39DAC465-ADAE-032B-BEB6-C7D646FC5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5138" y="4160838"/>
                <a:ext cx="26988" cy="95250"/>
              </a:xfrm>
              <a:custGeom>
                <a:avLst/>
                <a:gdLst>
                  <a:gd name="T0" fmla="*/ 0 w 26"/>
                  <a:gd name="T1" fmla="*/ 8 h 91"/>
                  <a:gd name="T2" fmla="*/ 6 w 26"/>
                  <a:gd name="T3" fmla="*/ 83 h 91"/>
                  <a:gd name="T4" fmla="*/ 22 w 26"/>
                  <a:gd name="T5" fmla="*/ 83 h 91"/>
                  <a:gd name="T6" fmla="*/ 13 w 26"/>
                  <a:gd name="T7" fmla="*/ 5 h 91"/>
                  <a:gd name="T8" fmla="*/ 0 w 26"/>
                  <a:gd name="T9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91">
                    <a:moveTo>
                      <a:pt x="0" y="8"/>
                    </a:moveTo>
                    <a:cubicBezTo>
                      <a:pt x="1" y="33"/>
                      <a:pt x="2" y="59"/>
                      <a:pt x="6" y="83"/>
                    </a:cubicBezTo>
                    <a:cubicBezTo>
                      <a:pt x="8" y="91"/>
                      <a:pt x="20" y="91"/>
                      <a:pt x="22" y="83"/>
                    </a:cubicBezTo>
                    <a:cubicBezTo>
                      <a:pt x="26" y="58"/>
                      <a:pt x="26" y="27"/>
                      <a:pt x="13" y="5"/>
                    </a:cubicBezTo>
                    <a:cubicBezTo>
                      <a:pt x="9" y="0"/>
                      <a:pt x="0" y="2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5" name="Freeform 26">
                <a:extLst>
                  <a:ext uri="{FF2B5EF4-FFF2-40B4-BE49-F238E27FC236}">
                    <a16:creationId xmlns:a16="http://schemas.microsoft.com/office/drawing/2014/main" id="{0058BF56-F4CA-5A01-17FC-D78AA933E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4338" y="4348163"/>
                <a:ext cx="44450" cy="106363"/>
              </a:xfrm>
              <a:custGeom>
                <a:avLst/>
                <a:gdLst>
                  <a:gd name="T0" fmla="*/ 8 w 43"/>
                  <a:gd name="T1" fmla="*/ 99 h 102"/>
                  <a:gd name="T2" fmla="*/ 32 w 43"/>
                  <a:gd name="T3" fmla="*/ 61 h 102"/>
                  <a:gd name="T4" fmla="*/ 42 w 43"/>
                  <a:gd name="T5" fmla="*/ 9 h 102"/>
                  <a:gd name="T6" fmla="*/ 27 w 43"/>
                  <a:gd name="T7" fmla="*/ 7 h 102"/>
                  <a:gd name="T8" fmla="*/ 13 w 43"/>
                  <a:gd name="T9" fmla="*/ 50 h 102"/>
                  <a:gd name="T10" fmla="*/ 1 w 43"/>
                  <a:gd name="T11" fmla="*/ 95 h 102"/>
                  <a:gd name="T12" fmla="*/ 8 w 43"/>
                  <a:gd name="T13" fmla="*/ 9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102">
                    <a:moveTo>
                      <a:pt x="8" y="99"/>
                    </a:moveTo>
                    <a:cubicBezTo>
                      <a:pt x="19" y="87"/>
                      <a:pt x="26" y="76"/>
                      <a:pt x="32" y="61"/>
                    </a:cubicBezTo>
                    <a:cubicBezTo>
                      <a:pt x="38" y="44"/>
                      <a:pt x="40" y="27"/>
                      <a:pt x="42" y="9"/>
                    </a:cubicBezTo>
                    <a:cubicBezTo>
                      <a:pt x="43" y="0"/>
                      <a:pt x="30" y="0"/>
                      <a:pt x="27" y="7"/>
                    </a:cubicBezTo>
                    <a:cubicBezTo>
                      <a:pt x="21" y="22"/>
                      <a:pt x="16" y="35"/>
                      <a:pt x="13" y="50"/>
                    </a:cubicBezTo>
                    <a:cubicBezTo>
                      <a:pt x="9" y="64"/>
                      <a:pt x="7" y="81"/>
                      <a:pt x="1" y="95"/>
                    </a:cubicBezTo>
                    <a:cubicBezTo>
                      <a:pt x="0" y="99"/>
                      <a:pt x="6" y="102"/>
                      <a:pt x="8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6" name="Freeform 27">
                <a:extLst>
                  <a:ext uri="{FF2B5EF4-FFF2-40B4-BE49-F238E27FC236}">
                    <a16:creationId xmlns:a16="http://schemas.microsoft.com/office/drawing/2014/main" id="{D0A45D56-DC51-0C9B-AA30-49C20321BC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3526" y="4581526"/>
                <a:ext cx="80963" cy="74613"/>
              </a:xfrm>
              <a:custGeom>
                <a:avLst/>
                <a:gdLst>
                  <a:gd name="T0" fmla="*/ 7 w 78"/>
                  <a:gd name="T1" fmla="*/ 69 h 72"/>
                  <a:gd name="T2" fmla="*/ 45 w 78"/>
                  <a:gd name="T3" fmla="*/ 47 h 72"/>
                  <a:gd name="T4" fmla="*/ 75 w 78"/>
                  <a:gd name="T5" fmla="*/ 11 h 72"/>
                  <a:gd name="T6" fmla="*/ 67 w 78"/>
                  <a:gd name="T7" fmla="*/ 5 h 72"/>
                  <a:gd name="T8" fmla="*/ 37 w 78"/>
                  <a:gd name="T9" fmla="*/ 33 h 72"/>
                  <a:gd name="T10" fmla="*/ 4 w 78"/>
                  <a:gd name="T11" fmla="*/ 63 h 72"/>
                  <a:gd name="T12" fmla="*/ 7 w 78"/>
                  <a:gd name="T13" fmla="*/ 6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72">
                    <a:moveTo>
                      <a:pt x="7" y="69"/>
                    </a:moveTo>
                    <a:cubicBezTo>
                      <a:pt x="20" y="62"/>
                      <a:pt x="33" y="56"/>
                      <a:pt x="45" y="47"/>
                    </a:cubicBezTo>
                    <a:cubicBezTo>
                      <a:pt x="57" y="37"/>
                      <a:pt x="68" y="26"/>
                      <a:pt x="75" y="11"/>
                    </a:cubicBezTo>
                    <a:cubicBezTo>
                      <a:pt x="78" y="6"/>
                      <a:pt x="71" y="0"/>
                      <a:pt x="67" y="5"/>
                    </a:cubicBezTo>
                    <a:cubicBezTo>
                      <a:pt x="57" y="15"/>
                      <a:pt x="47" y="24"/>
                      <a:pt x="37" y="33"/>
                    </a:cubicBezTo>
                    <a:cubicBezTo>
                      <a:pt x="26" y="43"/>
                      <a:pt x="15" y="55"/>
                      <a:pt x="4" y="63"/>
                    </a:cubicBezTo>
                    <a:cubicBezTo>
                      <a:pt x="0" y="66"/>
                      <a:pt x="3" y="72"/>
                      <a:pt x="7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7" name="Freeform 28">
                <a:extLst>
                  <a:ext uri="{FF2B5EF4-FFF2-40B4-BE49-F238E27FC236}">
                    <a16:creationId xmlns:a16="http://schemas.microsoft.com/office/drawing/2014/main" id="{F168A006-B5DF-7EF0-52FA-D20AEC1FB9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6038" y="4762501"/>
                <a:ext cx="120650" cy="58738"/>
              </a:xfrm>
              <a:custGeom>
                <a:avLst/>
                <a:gdLst>
                  <a:gd name="T0" fmla="*/ 6 w 117"/>
                  <a:gd name="T1" fmla="*/ 56 h 56"/>
                  <a:gd name="T2" fmla="*/ 111 w 117"/>
                  <a:gd name="T3" fmla="*/ 13 h 56"/>
                  <a:gd name="T4" fmla="*/ 105 w 117"/>
                  <a:gd name="T5" fmla="*/ 2 h 56"/>
                  <a:gd name="T6" fmla="*/ 5 w 117"/>
                  <a:gd name="T7" fmla="*/ 48 h 56"/>
                  <a:gd name="T8" fmla="*/ 6 w 117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56">
                    <a:moveTo>
                      <a:pt x="6" y="56"/>
                    </a:moveTo>
                    <a:cubicBezTo>
                      <a:pt x="44" y="51"/>
                      <a:pt x="81" y="37"/>
                      <a:pt x="111" y="13"/>
                    </a:cubicBezTo>
                    <a:cubicBezTo>
                      <a:pt x="117" y="9"/>
                      <a:pt x="111" y="0"/>
                      <a:pt x="105" y="2"/>
                    </a:cubicBezTo>
                    <a:cubicBezTo>
                      <a:pt x="70" y="12"/>
                      <a:pt x="40" y="36"/>
                      <a:pt x="5" y="48"/>
                    </a:cubicBezTo>
                    <a:cubicBezTo>
                      <a:pt x="0" y="49"/>
                      <a:pt x="1" y="56"/>
                      <a:pt x="6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8" name="Freeform 29">
                <a:extLst>
                  <a:ext uri="{FF2B5EF4-FFF2-40B4-BE49-F238E27FC236}">
                    <a16:creationId xmlns:a16="http://schemas.microsoft.com/office/drawing/2014/main" id="{F2D9334A-56F1-162D-968A-D49DFCDFC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4263" y="4868863"/>
                <a:ext cx="123825" cy="47625"/>
              </a:xfrm>
              <a:custGeom>
                <a:avLst/>
                <a:gdLst>
                  <a:gd name="T0" fmla="*/ 4 w 120"/>
                  <a:gd name="T1" fmla="*/ 46 h 46"/>
                  <a:gd name="T2" fmla="*/ 117 w 120"/>
                  <a:gd name="T3" fmla="*/ 10 h 46"/>
                  <a:gd name="T4" fmla="*/ 112 w 120"/>
                  <a:gd name="T5" fmla="*/ 2 h 46"/>
                  <a:gd name="T6" fmla="*/ 3 w 120"/>
                  <a:gd name="T7" fmla="*/ 39 h 46"/>
                  <a:gd name="T8" fmla="*/ 4 w 12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46">
                    <a:moveTo>
                      <a:pt x="4" y="46"/>
                    </a:moveTo>
                    <a:cubicBezTo>
                      <a:pt x="43" y="44"/>
                      <a:pt x="86" y="36"/>
                      <a:pt x="117" y="10"/>
                    </a:cubicBezTo>
                    <a:cubicBezTo>
                      <a:pt x="120" y="7"/>
                      <a:pt x="116" y="0"/>
                      <a:pt x="112" y="2"/>
                    </a:cubicBezTo>
                    <a:cubicBezTo>
                      <a:pt x="75" y="14"/>
                      <a:pt x="40" y="27"/>
                      <a:pt x="3" y="39"/>
                    </a:cubicBezTo>
                    <a:cubicBezTo>
                      <a:pt x="0" y="40"/>
                      <a:pt x="0" y="46"/>
                      <a:pt x="4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29" name="Freeform 30">
                <a:extLst>
                  <a:ext uri="{FF2B5EF4-FFF2-40B4-BE49-F238E27FC236}">
                    <a16:creationId xmlns:a16="http://schemas.microsoft.com/office/drawing/2014/main" id="{46FA8D8B-822F-B013-57BC-F2F5F8EC5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2963" y="4932363"/>
                <a:ext cx="153988" cy="38100"/>
              </a:xfrm>
              <a:custGeom>
                <a:avLst/>
                <a:gdLst>
                  <a:gd name="T0" fmla="*/ 6 w 148"/>
                  <a:gd name="T1" fmla="*/ 36 h 37"/>
                  <a:gd name="T2" fmla="*/ 137 w 148"/>
                  <a:gd name="T3" fmla="*/ 20 h 37"/>
                  <a:gd name="T4" fmla="*/ 133 w 148"/>
                  <a:gd name="T5" fmla="*/ 3 h 37"/>
                  <a:gd name="T6" fmla="*/ 3 w 148"/>
                  <a:gd name="T7" fmla="*/ 31 h 37"/>
                  <a:gd name="T8" fmla="*/ 6 w 148"/>
                  <a:gd name="T9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37">
                    <a:moveTo>
                      <a:pt x="6" y="36"/>
                    </a:moveTo>
                    <a:cubicBezTo>
                      <a:pt x="51" y="28"/>
                      <a:pt x="94" y="36"/>
                      <a:pt x="137" y="20"/>
                    </a:cubicBezTo>
                    <a:cubicBezTo>
                      <a:pt x="148" y="16"/>
                      <a:pt x="144" y="0"/>
                      <a:pt x="133" y="3"/>
                    </a:cubicBezTo>
                    <a:cubicBezTo>
                      <a:pt x="88" y="13"/>
                      <a:pt x="46" y="13"/>
                      <a:pt x="3" y="31"/>
                    </a:cubicBezTo>
                    <a:cubicBezTo>
                      <a:pt x="0" y="32"/>
                      <a:pt x="2" y="37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0" name="Freeform 31">
                <a:extLst>
                  <a:ext uri="{FF2B5EF4-FFF2-40B4-BE49-F238E27FC236}">
                    <a16:creationId xmlns:a16="http://schemas.microsoft.com/office/drawing/2014/main" id="{B5931BEB-9841-E67D-C953-4F0608E86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763" y="4945063"/>
                <a:ext cx="88900" cy="22225"/>
              </a:xfrm>
              <a:custGeom>
                <a:avLst/>
                <a:gdLst>
                  <a:gd name="T0" fmla="*/ 4 w 86"/>
                  <a:gd name="T1" fmla="*/ 18 h 22"/>
                  <a:gd name="T2" fmla="*/ 80 w 86"/>
                  <a:gd name="T3" fmla="*/ 10 h 22"/>
                  <a:gd name="T4" fmla="*/ 77 w 86"/>
                  <a:gd name="T5" fmla="*/ 1 h 22"/>
                  <a:gd name="T6" fmla="*/ 4 w 86"/>
                  <a:gd name="T7" fmla="*/ 8 h 22"/>
                  <a:gd name="T8" fmla="*/ 4 w 86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2">
                    <a:moveTo>
                      <a:pt x="4" y="18"/>
                    </a:moveTo>
                    <a:cubicBezTo>
                      <a:pt x="30" y="22"/>
                      <a:pt x="56" y="21"/>
                      <a:pt x="80" y="10"/>
                    </a:cubicBezTo>
                    <a:cubicBezTo>
                      <a:pt x="86" y="8"/>
                      <a:pt x="82" y="0"/>
                      <a:pt x="77" y="1"/>
                    </a:cubicBezTo>
                    <a:cubicBezTo>
                      <a:pt x="53" y="5"/>
                      <a:pt x="28" y="5"/>
                      <a:pt x="4" y="8"/>
                    </a:cubicBezTo>
                    <a:cubicBezTo>
                      <a:pt x="0" y="9"/>
                      <a:pt x="0" y="17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1" name="Freeform 32">
                <a:extLst>
                  <a:ext uri="{FF2B5EF4-FFF2-40B4-BE49-F238E27FC236}">
                    <a16:creationId xmlns:a16="http://schemas.microsoft.com/office/drawing/2014/main" id="{E24ABC27-12D7-6E60-4979-02FD64C99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8463" y="4924426"/>
                <a:ext cx="80963" cy="31750"/>
              </a:xfrm>
              <a:custGeom>
                <a:avLst/>
                <a:gdLst>
                  <a:gd name="T0" fmla="*/ 6 w 79"/>
                  <a:gd name="T1" fmla="*/ 17 h 31"/>
                  <a:gd name="T2" fmla="*/ 37 w 79"/>
                  <a:gd name="T3" fmla="*/ 24 h 31"/>
                  <a:gd name="T4" fmla="*/ 72 w 79"/>
                  <a:gd name="T5" fmla="*/ 31 h 31"/>
                  <a:gd name="T6" fmla="*/ 75 w 79"/>
                  <a:gd name="T7" fmla="*/ 21 h 31"/>
                  <a:gd name="T8" fmla="*/ 6 w 79"/>
                  <a:gd name="T9" fmla="*/ 6 h 31"/>
                  <a:gd name="T10" fmla="*/ 6 w 79"/>
                  <a:gd name="T11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31">
                    <a:moveTo>
                      <a:pt x="6" y="17"/>
                    </a:moveTo>
                    <a:cubicBezTo>
                      <a:pt x="16" y="20"/>
                      <a:pt x="27" y="22"/>
                      <a:pt x="37" y="24"/>
                    </a:cubicBezTo>
                    <a:cubicBezTo>
                      <a:pt x="49" y="27"/>
                      <a:pt x="60" y="31"/>
                      <a:pt x="72" y="31"/>
                    </a:cubicBezTo>
                    <a:cubicBezTo>
                      <a:pt x="78" y="31"/>
                      <a:pt x="79" y="24"/>
                      <a:pt x="75" y="21"/>
                    </a:cubicBezTo>
                    <a:cubicBezTo>
                      <a:pt x="56" y="8"/>
                      <a:pt x="28" y="0"/>
                      <a:pt x="6" y="6"/>
                    </a:cubicBezTo>
                    <a:cubicBezTo>
                      <a:pt x="0" y="8"/>
                      <a:pt x="1" y="15"/>
                      <a:pt x="6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2" name="Freeform 33">
                <a:extLst>
                  <a:ext uri="{FF2B5EF4-FFF2-40B4-BE49-F238E27FC236}">
                    <a16:creationId xmlns:a16="http://schemas.microsoft.com/office/drawing/2014/main" id="{50C23057-A6E7-E9E6-5ADE-6A632AD7F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9551" y="4949826"/>
                <a:ext cx="68263" cy="61913"/>
              </a:xfrm>
              <a:custGeom>
                <a:avLst/>
                <a:gdLst>
                  <a:gd name="T0" fmla="*/ 11 w 67"/>
                  <a:gd name="T1" fmla="*/ 56 h 59"/>
                  <a:gd name="T2" fmla="*/ 39 w 67"/>
                  <a:gd name="T3" fmla="*/ 37 h 59"/>
                  <a:gd name="T4" fmla="*/ 63 w 67"/>
                  <a:gd name="T5" fmla="*/ 12 h 59"/>
                  <a:gd name="T6" fmla="*/ 55 w 67"/>
                  <a:gd name="T7" fmla="*/ 4 h 59"/>
                  <a:gd name="T8" fmla="*/ 31 w 67"/>
                  <a:gd name="T9" fmla="*/ 25 h 59"/>
                  <a:gd name="T10" fmla="*/ 4 w 67"/>
                  <a:gd name="T11" fmla="*/ 48 h 59"/>
                  <a:gd name="T12" fmla="*/ 11 w 67"/>
                  <a:gd name="T13" fmla="*/ 5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59">
                    <a:moveTo>
                      <a:pt x="11" y="56"/>
                    </a:moveTo>
                    <a:cubicBezTo>
                      <a:pt x="21" y="50"/>
                      <a:pt x="30" y="44"/>
                      <a:pt x="39" y="37"/>
                    </a:cubicBezTo>
                    <a:cubicBezTo>
                      <a:pt x="48" y="29"/>
                      <a:pt x="55" y="21"/>
                      <a:pt x="63" y="12"/>
                    </a:cubicBezTo>
                    <a:cubicBezTo>
                      <a:pt x="67" y="7"/>
                      <a:pt x="60" y="0"/>
                      <a:pt x="55" y="4"/>
                    </a:cubicBezTo>
                    <a:cubicBezTo>
                      <a:pt x="47" y="11"/>
                      <a:pt x="39" y="17"/>
                      <a:pt x="31" y="25"/>
                    </a:cubicBezTo>
                    <a:cubicBezTo>
                      <a:pt x="22" y="33"/>
                      <a:pt x="14" y="41"/>
                      <a:pt x="4" y="48"/>
                    </a:cubicBezTo>
                    <a:cubicBezTo>
                      <a:pt x="0" y="52"/>
                      <a:pt x="6" y="59"/>
                      <a:pt x="11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3" name="Freeform 34">
                <a:extLst>
                  <a:ext uri="{FF2B5EF4-FFF2-40B4-BE49-F238E27FC236}">
                    <a16:creationId xmlns:a16="http://schemas.microsoft.com/office/drawing/2014/main" id="{68DEE3C3-E02E-DDD9-AEE5-CF281A42E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5401" y="5078413"/>
                <a:ext cx="80963" cy="49213"/>
              </a:xfrm>
              <a:custGeom>
                <a:avLst/>
                <a:gdLst>
                  <a:gd name="T0" fmla="*/ 5 w 78"/>
                  <a:gd name="T1" fmla="*/ 46 h 46"/>
                  <a:gd name="T2" fmla="*/ 41 w 78"/>
                  <a:gd name="T3" fmla="*/ 34 h 46"/>
                  <a:gd name="T4" fmla="*/ 73 w 78"/>
                  <a:gd name="T5" fmla="*/ 11 h 46"/>
                  <a:gd name="T6" fmla="*/ 67 w 78"/>
                  <a:gd name="T7" fmla="*/ 2 h 46"/>
                  <a:gd name="T8" fmla="*/ 33 w 78"/>
                  <a:gd name="T9" fmla="*/ 21 h 46"/>
                  <a:gd name="T10" fmla="*/ 3 w 78"/>
                  <a:gd name="T11" fmla="*/ 41 h 46"/>
                  <a:gd name="T12" fmla="*/ 5 w 78"/>
                  <a:gd name="T13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46">
                    <a:moveTo>
                      <a:pt x="5" y="46"/>
                    </a:moveTo>
                    <a:cubicBezTo>
                      <a:pt x="17" y="42"/>
                      <a:pt x="29" y="41"/>
                      <a:pt x="41" y="34"/>
                    </a:cubicBezTo>
                    <a:cubicBezTo>
                      <a:pt x="53" y="28"/>
                      <a:pt x="63" y="20"/>
                      <a:pt x="73" y="11"/>
                    </a:cubicBezTo>
                    <a:cubicBezTo>
                      <a:pt x="78" y="6"/>
                      <a:pt x="72" y="0"/>
                      <a:pt x="67" y="2"/>
                    </a:cubicBezTo>
                    <a:cubicBezTo>
                      <a:pt x="55" y="8"/>
                      <a:pt x="44" y="14"/>
                      <a:pt x="33" y="21"/>
                    </a:cubicBezTo>
                    <a:cubicBezTo>
                      <a:pt x="23" y="28"/>
                      <a:pt x="14" y="37"/>
                      <a:pt x="3" y="41"/>
                    </a:cubicBezTo>
                    <a:cubicBezTo>
                      <a:pt x="0" y="42"/>
                      <a:pt x="2" y="46"/>
                      <a:pt x="5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4" name="Freeform 35">
                <a:extLst>
                  <a:ext uri="{FF2B5EF4-FFF2-40B4-BE49-F238E27FC236}">
                    <a16:creationId xmlns:a16="http://schemas.microsoft.com/office/drawing/2014/main" id="{D7FFB6C6-F999-E401-1655-25A5A3DDE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7438" y="5192713"/>
                <a:ext cx="114300" cy="50800"/>
              </a:xfrm>
              <a:custGeom>
                <a:avLst/>
                <a:gdLst>
                  <a:gd name="T0" fmla="*/ 10 w 110"/>
                  <a:gd name="T1" fmla="*/ 48 h 50"/>
                  <a:gd name="T2" fmla="*/ 105 w 110"/>
                  <a:gd name="T3" fmla="*/ 11 h 50"/>
                  <a:gd name="T4" fmla="*/ 102 w 110"/>
                  <a:gd name="T5" fmla="*/ 2 h 50"/>
                  <a:gd name="T6" fmla="*/ 7 w 110"/>
                  <a:gd name="T7" fmla="*/ 37 h 50"/>
                  <a:gd name="T8" fmla="*/ 10 w 110"/>
                  <a:gd name="T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50">
                    <a:moveTo>
                      <a:pt x="10" y="48"/>
                    </a:moveTo>
                    <a:cubicBezTo>
                      <a:pt x="45" y="42"/>
                      <a:pt x="75" y="29"/>
                      <a:pt x="105" y="11"/>
                    </a:cubicBezTo>
                    <a:cubicBezTo>
                      <a:pt x="110" y="8"/>
                      <a:pt x="107" y="0"/>
                      <a:pt x="102" y="2"/>
                    </a:cubicBezTo>
                    <a:cubicBezTo>
                      <a:pt x="71" y="15"/>
                      <a:pt x="40" y="30"/>
                      <a:pt x="7" y="37"/>
                    </a:cubicBezTo>
                    <a:cubicBezTo>
                      <a:pt x="0" y="39"/>
                      <a:pt x="3" y="50"/>
                      <a:pt x="1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5" name="Freeform 36">
                <a:extLst>
                  <a:ext uri="{FF2B5EF4-FFF2-40B4-BE49-F238E27FC236}">
                    <a16:creationId xmlns:a16="http://schemas.microsoft.com/office/drawing/2014/main" id="{385EB68B-7FDA-E4C8-EC62-AC63DBA89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9313" y="5272088"/>
                <a:ext cx="131763" cy="36513"/>
              </a:xfrm>
              <a:custGeom>
                <a:avLst/>
                <a:gdLst>
                  <a:gd name="T0" fmla="*/ 7 w 128"/>
                  <a:gd name="T1" fmla="*/ 30 h 35"/>
                  <a:gd name="T2" fmla="*/ 120 w 128"/>
                  <a:gd name="T3" fmla="*/ 16 h 35"/>
                  <a:gd name="T4" fmla="*/ 114 w 128"/>
                  <a:gd name="T5" fmla="*/ 2 h 35"/>
                  <a:gd name="T6" fmla="*/ 7 w 128"/>
                  <a:gd name="T7" fmla="*/ 18 h 35"/>
                  <a:gd name="T8" fmla="*/ 7 w 128"/>
                  <a:gd name="T9" fmla="*/ 3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35">
                    <a:moveTo>
                      <a:pt x="7" y="30"/>
                    </a:moveTo>
                    <a:cubicBezTo>
                      <a:pt x="47" y="33"/>
                      <a:pt x="84" y="35"/>
                      <a:pt x="120" y="16"/>
                    </a:cubicBezTo>
                    <a:cubicBezTo>
                      <a:pt x="128" y="11"/>
                      <a:pt x="122" y="0"/>
                      <a:pt x="114" y="2"/>
                    </a:cubicBezTo>
                    <a:cubicBezTo>
                      <a:pt x="79" y="10"/>
                      <a:pt x="43" y="15"/>
                      <a:pt x="7" y="18"/>
                    </a:cubicBezTo>
                    <a:cubicBezTo>
                      <a:pt x="0" y="18"/>
                      <a:pt x="0" y="29"/>
                      <a:pt x="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6" name="Freeform 37">
                <a:extLst>
                  <a:ext uri="{FF2B5EF4-FFF2-40B4-BE49-F238E27FC236}">
                    <a16:creationId xmlns:a16="http://schemas.microsoft.com/office/drawing/2014/main" id="{AE78ABAB-D6B0-0779-FE12-224CB7E580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9763" y="5281613"/>
                <a:ext cx="104775" cy="34925"/>
              </a:xfrm>
              <a:custGeom>
                <a:avLst/>
                <a:gdLst>
                  <a:gd name="T0" fmla="*/ 3 w 101"/>
                  <a:gd name="T1" fmla="*/ 11 h 33"/>
                  <a:gd name="T2" fmla="*/ 94 w 101"/>
                  <a:gd name="T3" fmla="*/ 29 h 33"/>
                  <a:gd name="T4" fmla="*/ 94 w 101"/>
                  <a:gd name="T5" fmla="*/ 15 h 33"/>
                  <a:gd name="T6" fmla="*/ 6 w 101"/>
                  <a:gd name="T7" fmla="*/ 3 h 33"/>
                  <a:gd name="T8" fmla="*/ 3 w 101"/>
                  <a:gd name="T9" fmla="*/ 1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33">
                    <a:moveTo>
                      <a:pt x="3" y="11"/>
                    </a:moveTo>
                    <a:cubicBezTo>
                      <a:pt x="29" y="28"/>
                      <a:pt x="65" y="33"/>
                      <a:pt x="94" y="29"/>
                    </a:cubicBezTo>
                    <a:cubicBezTo>
                      <a:pt x="101" y="28"/>
                      <a:pt x="101" y="16"/>
                      <a:pt x="94" y="15"/>
                    </a:cubicBezTo>
                    <a:cubicBezTo>
                      <a:pt x="66" y="10"/>
                      <a:pt x="34" y="0"/>
                      <a:pt x="6" y="3"/>
                    </a:cubicBezTo>
                    <a:cubicBezTo>
                      <a:pt x="1" y="3"/>
                      <a:pt x="0" y="9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7" name="Freeform 38">
                <a:extLst>
                  <a:ext uri="{FF2B5EF4-FFF2-40B4-BE49-F238E27FC236}">
                    <a16:creationId xmlns:a16="http://schemas.microsoft.com/office/drawing/2014/main" id="{73E58065-306F-50BD-6625-B97255838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6563" y="5238751"/>
                <a:ext cx="103188" cy="33338"/>
              </a:xfrm>
              <a:custGeom>
                <a:avLst/>
                <a:gdLst>
                  <a:gd name="T0" fmla="*/ 5 w 100"/>
                  <a:gd name="T1" fmla="*/ 9 h 32"/>
                  <a:gd name="T2" fmla="*/ 92 w 100"/>
                  <a:gd name="T3" fmla="*/ 31 h 32"/>
                  <a:gd name="T4" fmla="*/ 94 w 100"/>
                  <a:gd name="T5" fmla="*/ 22 h 32"/>
                  <a:gd name="T6" fmla="*/ 7 w 100"/>
                  <a:gd name="T7" fmla="*/ 1 h 32"/>
                  <a:gd name="T8" fmla="*/ 5 w 100"/>
                  <a:gd name="T9" fmla="*/ 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2">
                    <a:moveTo>
                      <a:pt x="5" y="9"/>
                    </a:moveTo>
                    <a:cubicBezTo>
                      <a:pt x="34" y="18"/>
                      <a:pt x="62" y="26"/>
                      <a:pt x="92" y="31"/>
                    </a:cubicBezTo>
                    <a:cubicBezTo>
                      <a:pt x="98" y="32"/>
                      <a:pt x="100" y="24"/>
                      <a:pt x="94" y="22"/>
                    </a:cubicBezTo>
                    <a:cubicBezTo>
                      <a:pt x="66" y="13"/>
                      <a:pt x="37" y="6"/>
                      <a:pt x="7" y="1"/>
                    </a:cubicBezTo>
                    <a:cubicBezTo>
                      <a:pt x="2" y="0"/>
                      <a:pt x="0" y="7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8" name="Freeform 39">
                <a:extLst>
                  <a:ext uri="{FF2B5EF4-FFF2-40B4-BE49-F238E27FC236}">
                    <a16:creationId xmlns:a16="http://schemas.microsoft.com/office/drawing/2014/main" id="{89A0CCE4-EFFA-6A41-0FB1-DC6CEA062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7651" y="5132388"/>
                <a:ext cx="85725" cy="60325"/>
              </a:xfrm>
              <a:custGeom>
                <a:avLst/>
                <a:gdLst>
                  <a:gd name="T0" fmla="*/ 2 w 82"/>
                  <a:gd name="T1" fmla="*/ 8 h 58"/>
                  <a:gd name="T2" fmla="*/ 71 w 82"/>
                  <a:gd name="T3" fmla="*/ 57 h 58"/>
                  <a:gd name="T4" fmla="*/ 74 w 82"/>
                  <a:gd name="T5" fmla="*/ 44 h 58"/>
                  <a:gd name="T6" fmla="*/ 11 w 82"/>
                  <a:gd name="T7" fmla="*/ 3 h 58"/>
                  <a:gd name="T8" fmla="*/ 2 w 82"/>
                  <a:gd name="T9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58">
                    <a:moveTo>
                      <a:pt x="2" y="8"/>
                    </a:moveTo>
                    <a:cubicBezTo>
                      <a:pt x="14" y="38"/>
                      <a:pt x="41" y="52"/>
                      <a:pt x="71" y="57"/>
                    </a:cubicBezTo>
                    <a:cubicBezTo>
                      <a:pt x="79" y="58"/>
                      <a:pt x="82" y="47"/>
                      <a:pt x="74" y="44"/>
                    </a:cubicBezTo>
                    <a:cubicBezTo>
                      <a:pt x="51" y="35"/>
                      <a:pt x="30" y="19"/>
                      <a:pt x="11" y="3"/>
                    </a:cubicBezTo>
                    <a:cubicBezTo>
                      <a:pt x="8" y="0"/>
                      <a:pt x="0" y="3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39" name="Freeform 40">
                <a:extLst>
                  <a:ext uri="{FF2B5EF4-FFF2-40B4-BE49-F238E27FC236}">
                    <a16:creationId xmlns:a16="http://schemas.microsoft.com/office/drawing/2014/main" id="{964A219A-A042-7274-1D16-D928B3407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7313" y="4940301"/>
                <a:ext cx="87313" cy="103188"/>
              </a:xfrm>
              <a:custGeom>
                <a:avLst/>
                <a:gdLst>
                  <a:gd name="T0" fmla="*/ 4 w 83"/>
                  <a:gd name="T1" fmla="*/ 13 h 98"/>
                  <a:gd name="T2" fmla="*/ 72 w 83"/>
                  <a:gd name="T3" fmla="*/ 94 h 98"/>
                  <a:gd name="T4" fmla="*/ 80 w 83"/>
                  <a:gd name="T5" fmla="*/ 87 h 98"/>
                  <a:gd name="T6" fmla="*/ 13 w 83"/>
                  <a:gd name="T7" fmla="*/ 4 h 98"/>
                  <a:gd name="T8" fmla="*/ 4 w 83"/>
                  <a:gd name="T9" fmla="*/ 1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98">
                    <a:moveTo>
                      <a:pt x="4" y="13"/>
                    </a:moveTo>
                    <a:cubicBezTo>
                      <a:pt x="23" y="41"/>
                      <a:pt x="44" y="74"/>
                      <a:pt x="72" y="94"/>
                    </a:cubicBezTo>
                    <a:cubicBezTo>
                      <a:pt x="76" y="98"/>
                      <a:pt x="83" y="91"/>
                      <a:pt x="80" y="87"/>
                    </a:cubicBezTo>
                    <a:cubicBezTo>
                      <a:pt x="61" y="58"/>
                      <a:pt x="41" y="25"/>
                      <a:pt x="13" y="4"/>
                    </a:cubicBezTo>
                    <a:cubicBezTo>
                      <a:pt x="8" y="0"/>
                      <a:pt x="0" y="8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0" name="Freeform 41">
                <a:extLst>
                  <a:ext uri="{FF2B5EF4-FFF2-40B4-BE49-F238E27FC236}">
                    <a16:creationId xmlns:a16="http://schemas.microsoft.com/office/drawing/2014/main" id="{12B3E603-ED4A-9823-BF6E-8F9EB69BE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3338" y="4803776"/>
                <a:ext cx="50800" cy="74613"/>
              </a:xfrm>
              <a:custGeom>
                <a:avLst/>
                <a:gdLst>
                  <a:gd name="T0" fmla="*/ 2 w 49"/>
                  <a:gd name="T1" fmla="*/ 6 h 71"/>
                  <a:gd name="T2" fmla="*/ 15 w 49"/>
                  <a:gd name="T3" fmla="*/ 35 h 71"/>
                  <a:gd name="T4" fmla="*/ 35 w 49"/>
                  <a:gd name="T5" fmla="*/ 65 h 71"/>
                  <a:gd name="T6" fmla="*/ 45 w 49"/>
                  <a:gd name="T7" fmla="*/ 59 h 71"/>
                  <a:gd name="T8" fmla="*/ 26 w 49"/>
                  <a:gd name="T9" fmla="*/ 28 h 71"/>
                  <a:gd name="T10" fmla="*/ 5 w 49"/>
                  <a:gd name="T11" fmla="*/ 3 h 71"/>
                  <a:gd name="T12" fmla="*/ 2 w 49"/>
                  <a:gd name="T13" fmla="*/ 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71">
                    <a:moveTo>
                      <a:pt x="2" y="6"/>
                    </a:moveTo>
                    <a:cubicBezTo>
                      <a:pt x="6" y="15"/>
                      <a:pt x="10" y="25"/>
                      <a:pt x="15" y="35"/>
                    </a:cubicBezTo>
                    <a:cubicBezTo>
                      <a:pt x="21" y="46"/>
                      <a:pt x="27" y="55"/>
                      <a:pt x="35" y="65"/>
                    </a:cubicBezTo>
                    <a:cubicBezTo>
                      <a:pt x="39" y="71"/>
                      <a:pt x="49" y="66"/>
                      <a:pt x="45" y="59"/>
                    </a:cubicBezTo>
                    <a:cubicBezTo>
                      <a:pt x="39" y="49"/>
                      <a:pt x="33" y="38"/>
                      <a:pt x="26" y="28"/>
                    </a:cubicBezTo>
                    <a:cubicBezTo>
                      <a:pt x="20" y="19"/>
                      <a:pt x="13" y="11"/>
                      <a:pt x="5" y="3"/>
                    </a:cubicBezTo>
                    <a:cubicBezTo>
                      <a:pt x="4" y="0"/>
                      <a:pt x="0" y="3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1" name="Freeform 42">
                <a:extLst>
                  <a:ext uri="{FF2B5EF4-FFF2-40B4-BE49-F238E27FC236}">
                    <a16:creationId xmlns:a16="http://schemas.microsoft.com/office/drawing/2014/main" id="{457D7059-4149-7340-3C81-D45E08D8E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5551" y="4613276"/>
                <a:ext cx="60325" cy="101600"/>
              </a:xfrm>
              <a:custGeom>
                <a:avLst/>
                <a:gdLst>
                  <a:gd name="T0" fmla="*/ 2 w 58"/>
                  <a:gd name="T1" fmla="*/ 8 h 97"/>
                  <a:gd name="T2" fmla="*/ 45 w 58"/>
                  <a:gd name="T3" fmla="*/ 91 h 97"/>
                  <a:gd name="T4" fmla="*/ 56 w 58"/>
                  <a:gd name="T5" fmla="*/ 84 h 97"/>
                  <a:gd name="T6" fmla="*/ 11 w 58"/>
                  <a:gd name="T7" fmla="*/ 4 h 97"/>
                  <a:gd name="T8" fmla="*/ 2 w 58"/>
                  <a:gd name="T9" fmla="*/ 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7">
                    <a:moveTo>
                      <a:pt x="2" y="8"/>
                    </a:moveTo>
                    <a:cubicBezTo>
                      <a:pt x="10" y="37"/>
                      <a:pt x="25" y="67"/>
                      <a:pt x="45" y="91"/>
                    </a:cubicBezTo>
                    <a:cubicBezTo>
                      <a:pt x="50" y="97"/>
                      <a:pt x="58" y="91"/>
                      <a:pt x="56" y="84"/>
                    </a:cubicBezTo>
                    <a:cubicBezTo>
                      <a:pt x="49" y="54"/>
                      <a:pt x="29" y="28"/>
                      <a:pt x="11" y="4"/>
                    </a:cubicBezTo>
                    <a:cubicBezTo>
                      <a:pt x="7" y="0"/>
                      <a:pt x="0" y="2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2" name="Freeform 43">
                <a:extLst>
                  <a:ext uri="{FF2B5EF4-FFF2-40B4-BE49-F238E27FC236}">
                    <a16:creationId xmlns:a16="http://schemas.microsoft.com/office/drawing/2014/main" id="{3CA72D02-2894-8956-9B24-EF407FA2E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163" y="4760913"/>
                <a:ext cx="82550" cy="20638"/>
              </a:xfrm>
              <a:custGeom>
                <a:avLst/>
                <a:gdLst>
                  <a:gd name="T0" fmla="*/ 2 w 79"/>
                  <a:gd name="T1" fmla="*/ 4 h 19"/>
                  <a:gd name="T2" fmla="*/ 74 w 79"/>
                  <a:gd name="T3" fmla="*/ 19 h 19"/>
                  <a:gd name="T4" fmla="*/ 76 w 79"/>
                  <a:gd name="T5" fmla="*/ 14 h 19"/>
                  <a:gd name="T6" fmla="*/ 3 w 79"/>
                  <a:gd name="T7" fmla="*/ 0 h 19"/>
                  <a:gd name="T8" fmla="*/ 2 w 79"/>
                  <a:gd name="T9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9">
                    <a:moveTo>
                      <a:pt x="2" y="4"/>
                    </a:moveTo>
                    <a:cubicBezTo>
                      <a:pt x="26" y="11"/>
                      <a:pt x="50" y="14"/>
                      <a:pt x="74" y="19"/>
                    </a:cubicBezTo>
                    <a:cubicBezTo>
                      <a:pt x="77" y="19"/>
                      <a:pt x="79" y="15"/>
                      <a:pt x="76" y="14"/>
                    </a:cubicBezTo>
                    <a:cubicBezTo>
                      <a:pt x="52" y="8"/>
                      <a:pt x="27" y="7"/>
                      <a:pt x="3" y="0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3" name="Freeform 44">
                <a:extLst>
                  <a:ext uri="{FF2B5EF4-FFF2-40B4-BE49-F238E27FC236}">
                    <a16:creationId xmlns:a16="http://schemas.microsoft.com/office/drawing/2014/main" id="{BF6C9CB7-ABCC-54F6-E44C-2F1C2D0B0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676" y="4772026"/>
                <a:ext cx="106363" cy="17463"/>
              </a:xfrm>
              <a:custGeom>
                <a:avLst/>
                <a:gdLst>
                  <a:gd name="T0" fmla="*/ 5 w 102"/>
                  <a:gd name="T1" fmla="*/ 16 h 17"/>
                  <a:gd name="T2" fmla="*/ 98 w 102"/>
                  <a:gd name="T3" fmla="*/ 10 h 17"/>
                  <a:gd name="T4" fmla="*/ 98 w 102"/>
                  <a:gd name="T5" fmla="*/ 3 h 17"/>
                  <a:gd name="T6" fmla="*/ 3 w 102"/>
                  <a:gd name="T7" fmla="*/ 11 h 17"/>
                  <a:gd name="T8" fmla="*/ 5 w 102"/>
                  <a:gd name="T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7">
                    <a:moveTo>
                      <a:pt x="5" y="16"/>
                    </a:moveTo>
                    <a:cubicBezTo>
                      <a:pt x="35" y="11"/>
                      <a:pt x="67" y="13"/>
                      <a:pt x="98" y="10"/>
                    </a:cubicBezTo>
                    <a:cubicBezTo>
                      <a:pt x="102" y="10"/>
                      <a:pt x="102" y="3"/>
                      <a:pt x="98" y="3"/>
                    </a:cubicBezTo>
                    <a:cubicBezTo>
                      <a:pt x="66" y="0"/>
                      <a:pt x="34" y="2"/>
                      <a:pt x="3" y="11"/>
                    </a:cubicBezTo>
                    <a:cubicBezTo>
                      <a:pt x="0" y="12"/>
                      <a:pt x="1" y="17"/>
                      <a:pt x="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4" name="Freeform 45">
                <a:extLst>
                  <a:ext uri="{FF2B5EF4-FFF2-40B4-BE49-F238E27FC236}">
                    <a16:creationId xmlns:a16="http://schemas.microsoft.com/office/drawing/2014/main" id="{BD280420-EAAF-575D-E9E8-8EABCCE864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701" y="4762501"/>
                <a:ext cx="90488" cy="34925"/>
              </a:xfrm>
              <a:custGeom>
                <a:avLst/>
                <a:gdLst>
                  <a:gd name="T0" fmla="*/ 4 w 87"/>
                  <a:gd name="T1" fmla="*/ 20 h 33"/>
                  <a:gd name="T2" fmla="*/ 83 w 87"/>
                  <a:gd name="T3" fmla="*/ 12 h 33"/>
                  <a:gd name="T4" fmla="*/ 77 w 87"/>
                  <a:gd name="T5" fmla="*/ 2 h 33"/>
                  <a:gd name="T6" fmla="*/ 6 w 87"/>
                  <a:gd name="T7" fmla="*/ 10 h 33"/>
                  <a:gd name="T8" fmla="*/ 4 w 87"/>
                  <a:gd name="T9" fmla="*/ 2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3">
                    <a:moveTo>
                      <a:pt x="4" y="20"/>
                    </a:moveTo>
                    <a:cubicBezTo>
                      <a:pt x="29" y="33"/>
                      <a:pt x="61" y="33"/>
                      <a:pt x="83" y="12"/>
                    </a:cubicBezTo>
                    <a:cubicBezTo>
                      <a:pt x="87" y="9"/>
                      <a:pt x="83" y="0"/>
                      <a:pt x="77" y="2"/>
                    </a:cubicBezTo>
                    <a:cubicBezTo>
                      <a:pt x="55" y="11"/>
                      <a:pt x="30" y="13"/>
                      <a:pt x="6" y="10"/>
                    </a:cubicBezTo>
                    <a:cubicBezTo>
                      <a:pt x="1" y="10"/>
                      <a:pt x="0" y="17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5" name="Freeform 46">
                <a:extLst>
                  <a:ext uri="{FF2B5EF4-FFF2-40B4-BE49-F238E27FC236}">
                    <a16:creationId xmlns:a16="http://schemas.microsoft.com/office/drawing/2014/main" id="{3DFEEDF4-B87F-462E-5364-AE2A3C7AF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388" y="4727576"/>
                <a:ext cx="88900" cy="25400"/>
              </a:xfrm>
              <a:custGeom>
                <a:avLst/>
                <a:gdLst>
                  <a:gd name="T0" fmla="*/ 5 w 86"/>
                  <a:gd name="T1" fmla="*/ 24 h 25"/>
                  <a:gd name="T2" fmla="*/ 79 w 86"/>
                  <a:gd name="T3" fmla="*/ 11 h 25"/>
                  <a:gd name="T4" fmla="*/ 76 w 86"/>
                  <a:gd name="T5" fmla="*/ 1 h 25"/>
                  <a:gd name="T6" fmla="*/ 41 w 86"/>
                  <a:gd name="T7" fmla="*/ 8 h 25"/>
                  <a:gd name="T8" fmla="*/ 5 w 86"/>
                  <a:gd name="T9" fmla="*/ 17 h 25"/>
                  <a:gd name="T10" fmla="*/ 5 w 86"/>
                  <a:gd name="T11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6" h="25">
                    <a:moveTo>
                      <a:pt x="5" y="24"/>
                    </a:moveTo>
                    <a:cubicBezTo>
                      <a:pt x="32" y="25"/>
                      <a:pt x="54" y="20"/>
                      <a:pt x="79" y="11"/>
                    </a:cubicBezTo>
                    <a:cubicBezTo>
                      <a:pt x="86" y="9"/>
                      <a:pt x="83" y="0"/>
                      <a:pt x="76" y="1"/>
                    </a:cubicBezTo>
                    <a:cubicBezTo>
                      <a:pt x="64" y="3"/>
                      <a:pt x="53" y="5"/>
                      <a:pt x="41" y="8"/>
                    </a:cubicBezTo>
                    <a:cubicBezTo>
                      <a:pt x="30" y="11"/>
                      <a:pt x="17" y="16"/>
                      <a:pt x="5" y="17"/>
                    </a:cubicBezTo>
                    <a:cubicBezTo>
                      <a:pt x="0" y="17"/>
                      <a:pt x="0" y="2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6" name="Freeform 47">
                <a:extLst>
                  <a:ext uri="{FF2B5EF4-FFF2-40B4-BE49-F238E27FC236}">
                    <a16:creationId xmlns:a16="http://schemas.microsoft.com/office/drawing/2014/main" id="{DF7898BA-6E08-FC48-8662-A94D8A2C8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2676" y="4657726"/>
                <a:ext cx="92075" cy="52388"/>
              </a:xfrm>
              <a:custGeom>
                <a:avLst/>
                <a:gdLst>
                  <a:gd name="T0" fmla="*/ 9 w 89"/>
                  <a:gd name="T1" fmla="*/ 48 h 50"/>
                  <a:gd name="T2" fmla="*/ 43 w 89"/>
                  <a:gd name="T3" fmla="*/ 32 h 50"/>
                  <a:gd name="T4" fmla="*/ 81 w 89"/>
                  <a:gd name="T5" fmla="*/ 15 h 50"/>
                  <a:gd name="T6" fmla="*/ 77 w 89"/>
                  <a:gd name="T7" fmla="*/ 1 h 50"/>
                  <a:gd name="T8" fmla="*/ 38 w 89"/>
                  <a:gd name="T9" fmla="*/ 14 h 50"/>
                  <a:gd name="T10" fmla="*/ 4 w 89"/>
                  <a:gd name="T11" fmla="*/ 41 h 50"/>
                  <a:gd name="T12" fmla="*/ 9 w 89"/>
                  <a:gd name="T13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50">
                    <a:moveTo>
                      <a:pt x="9" y="48"/>
                    </a:moveTo>
                    <a:cubicBezTo>
                      <a:pt x="20" y="42"/>
                      <a:pt x="32" y="37"/>
                      <a:pt x="43" y="32"/>
                    </a:cubicBezTo>
                    <a:cubicBezTo>
                      <a:pt x="55" y="26"/>
                      <a:pt x="68" y="20"/>
                      <a:pt x="81" y="15"/>
                    </a:cubicBezTo>
                    <a:cubicBezTo>
                      <a:pt x="89" y="11"/>
                      <a:pt x="86" y="0"/>
                      <a:pt x="77" y="1"/>
                    </a:cubicBezTo>
                    <a:cubicBezTo>
                      <a:pt x="62" y="4"/>
                      <a:pt x="51" y="7"/>
                      <a:pt x="38" y="14"/>
                    </a:cubicBezTo>
                    <a:cubicBezTo>
                      <a:pt x="25" y="22"/>
                      <a:pt x="15" y="32"/>
                      <a:pt x="4" y="41"/>
                    </a:cubicBezTo>
                    <a:cubicBezTo>
                      <a:pt x="0" y="44"/>
                      <a:pt x="5" y="50"/>
                      <a:pt x="9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7" name="Freeform 48">
                <a:extLst>
                  <a:ext uri="{FF2B5EF4-FFF2-40B4-BE49-F238E27FC236}">
                    <a16:creationId xmlns:a16="http://schemas.microsoft.com/office/drawing/2014/main" id="{F1AD1685-273D-2CB6-BBFC-96C881854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313" y="4714876"/>
                <a:ext cx="93663" cy="31750"/>
              </a:xfrm>
              <a:custGeom>
                <a:avLst/>
                <a:gdLst>
                  <a:gd name="T0" fmla="*/ 3 w 91"/>
                  <a:gd name="T1" fmla="*/ 6 h 31"/>
                  <a:gd name="T2" fmla="*/ 83 w 91"/>
                  <a:gd name="T3" fmla="*/ 30 h 31"/>
                  <a:gd name="T4" fmla="*/ 85 w 91"/>
                  <a:gd name="T5" fmla="*/ 21 h 31"/>
                  <a:gd name="T6" fmla="*/ 5 w 91"/>
                  <a:gd name="T7" fmla="*/ 1 h 31"/>
                  <a:gd name="T8" fmla="*/ 3 w 91"/>
                  <a:gd name="T9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1">
                    <a:moveTo>
                      <a:pt x="3" y="6"/>
                    </a:moveTo>
                    <a:cubicBezTo>
                      <a:pt x="29" y="18"/>
                      <a:pt x="55" y="25"/>
                      <a:pt x="83" y="30"/>
                    </a:cubicBezTo>
                    <a:cubicBezTo>
                      <a:pt x="89" y="31"/>
                      <a:pt x="91" y="23"/>
                      <a:pt x="85" y="21"/>
                    </a:cubicBezTo>
                    <a:cubicBezTo>
                      <a:pt x="59" y="12"/>
                      <a:pt x="33" y="6"/>
                      <a:pt x="5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8" name="Freeform 49">
                <a:extLst>
                  <a:ext uri="{FF2B5EF4-FFF2-40B4-BE49-F238E27FC236}">
                    <a16:creationId xmlns:a16="http://schemas.microsoft.com/office/drawing/2014/main" id="{F461FE8B-02DD-EED3-4E2A-2A2D74993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276" y="4625976"/>
                <a:ext cx="98425" cy="63500"/>
              </a:xfrm>
              <a:custGeom>
                <a:avLst/>
                <a:gdLst>
                  <a:gd name="T0" fmla="*/ 2 w 94"/>
                  <a:gd name="T1" fmla="*/ 4 h 61"/>
                  <a:gd name="T2" fmla="*/ 82 w 94"/>
                  <a:gd name="T3" fmla="*/ 60 h 61"/>
                  <a:gd name="T4" fmla="*/ 88 w 94"/>
                  <a:gd name="T5" fmla="*/ 49 h 61"/>
                  <a:gd name="T6" fmla="*/ 5 w 94"/>
                  <a:gd name="T7" fmla="*/ 1 h 61"/>
                  <a:gd name="T8" fmla="*/ 2 w 94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61">
                    <a:moveTo>
                      <a:pt x="2" y="4"/>
                    </a:moveTo>
                    <a:cubicBezTo>
                      <a:pt x="26" y="27"/>
                      <a:pt x="50" y="51"/>
                      <a:pt x="82" y="60"/>
                    </a:cubicBezTo>
                    <a:cubicBezTo>
                      <a:pt x="88" y="61"/>
                      <a:pt x="94" y="53"/>
                      <a:pt x="88" y="49"/>
                    </a:cubicBezTo>
                    <a:cubicBezTo>
                      <a:pt x="64" y="28"/>
                      <a:pt x="35" y="13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49" name="Freeform 50">
                <a:extLst>
                  <a:ext uri="{FF2B5EF4-FFF2-40B4-BE49-F238E27FC236}">
                    <a16:creationId xmlns:a16="http://schemas.microsoft.com/office/drawing/2014/main" id="{87F94BC1-2072-E53D-B758-D21F71EC0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813" y="4486276"/>
                <a:ext cx="82550" cy="73025"/>
              </a:xfrm>
              <a:custGeom>
                <a:avLst/>
                <a:gdLst>
                  <a:gd name="T0" fmla="*/ 2 w 79"/>
                  <a:gd name="T1" fmla="*/ 9 h 71"/>
                  <a:gd name="T2" fmla="*/ 68 w 79"/>
                  <a:gd name="T3" fmla="*/ 69 h 71"/>
                  <a:gd name="T4" fmla="*/ 75 w 79"/>
                  <a:gd name="T5" fmla="*/ 61 h 71"/>
                  <a:gd name="T6" fmla="*/ 9 w 79"/>
                  <a:gd name="T7" fmla="*/ 4 h 71"/>
                  <a:gd name="T8" fmla="*/ 2 w 79"/>
                  <a:gd name="T9" fmla="*/ 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71">
                    <a:moveTo>
                      <a:pt x="2" y="9"/>
                    </a:moveTo>
                    <a:cubicBezTo>
                      <a:pt x="15" y="34"/>
                      <a:pt x="42" y="57"/>
                      <a:pt x="68" y="69"/>
                    </a:cubicBezTo>
                    <a:cubicBezTo>
                      <a:pt x="73" y="71"/>
                      <a:pt x="79" y="65"/>
                      <a:pt x="75" y="61"/>
                    </a:cubicBezTo>
                    <a:cubicBezTo>
                      <a:pt x="53" y="40"/>
                      <a:pt x="28" y="25"/>
                      <a:pt x="9" y="4"/>
                    </a:cubicBezTo>
                    <a:cubicBezTo>
                      <a:pt x="5" y="0"/>
                      <a:pt x="0" y="5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0" name="Freeform 51">
                <a:extLst>
                  <a:ext uri="{FF2B5EF4-FFF2-40B4-BE49-F238E27FC236}">
                    <a16:creationId xmlns:a16="http://schemas.microsoft.com/office/drawing/2014/main" id="{3A3B8A07-CD3B-DD2F-98F7-AAFD61298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4313238"/>
                <a:ext cx="57150" cy="82550"/>
              </a:xfrm>
              <a:custGeom>
                <a:avLst/>
                <a:gdLst>
                  <a:gd name="T0" fmla="*/ 1 w 56"/>
                  <a:gd name="T1" fmla="*/ 6 h 79"/>
                  <a:gd name="T2" fmla="*/ 45 w 56"/>
                  <a:gd name="T3" fmla="*/ 75 h 79"/>
                  <a:gd name="T4" fmla="*/ 52 w 56"/>
                  <a:gd name="T5" fmla="*/ 68 h 79"/>
                  <a:gd name="T6" fmla="*/ 9 w 56"/>
                  <a:gd name="T7" fmla="*/ 4 h 79"/>
                  <a:gd name="T8" fmla="*/ 1 w 56"/>
                  <a:gd name="T9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9">
                    <a:moveTo>
                      <a:pt x="1" y="6"/>
                    </a:moveTo>
                    <a:cubicBezTo>
                      <a:pt x="5" y="35"/>
                      <a:pt x="24" y="56"/>
                      <a:pt x="45" y="75"/>
                    </a:cubicBezTo>
                    <a:cubicBezTo>
                      <a:pt x="50" y="79"/>
                      <a:pt x="56" y="73"/>
                      <a:pt x="52" y="68"/>
                    </a:cubicBezTo>
                    <a:cubicBezTo>
                      <a:pt x="35" y="48"/>
                      <a:pt x="22" y="26"/>
                      <a:pt x="9" y="4"/>
                    </a:cubicBezTo>
                    <a:cubicBezTo>
                      <a:pt x="7" y="0"/>
                      <a:pt x="0" y="2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1" name="Freeform 52">
                <a:extLst>
                  <a:ext uri="{FF2B5EF4-FFF2-40B4-BE49-F238E27FC236}">
                    <a16:creationId xmlns:a16="http://schemas.microsoft.com/office/drawing/2014/main" id="{C99AC493-18B7-27B5-1E53-D984A415B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776" y="4113213"/>
                <a:ext cx="42863" cy="101600"/>
              </a:xfrm>
              <a:custGeom>
                <a:avLst/>
                <a:gdLst>
                  <a:gd name="T0" fmla="*/ 2 w 42"/>
                  <a:gd name="T1" fmla="*/ 5 h 99"/>
                  <a:gd name="T2" fmla="*/ 31 w 42"/>
                  <a:gd name="T3" fmla="*/ 94 h 99"/>
                  <a:gd name="T4" fmla="*/ 39 w 42"/>
                  <a:gd name="T5" fmla="*/ 89 h 99"/>
                  <a:gd name="T6" fmla="*/ 10 w 42"/>
                  <a:gd name="T7" fmla="*/ 5 h 99"/>
                  <a:gd name="T8" fmla="*/ 2 w 42"/>
                  <a:gd name="T9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99">
                    <a:moveTo>
                      <a:pt x="2" y="5"/>
                    </a:moveTo>
                    <a:cubicBezTo>
                      <a:pt x="0" y="37"/>
                      <a:pt x="13" y="68"/>
                      <a:pt x="31" y="94"/>
                    </a:cubicBezTo>
                    <a:cubicBezTo>
                      <a:pt x="35" y="99"/>
                      <a:pt x="42" y="94"/>
                      <a:pt x="39" y="89"/>
                    </a:cubicBezTo>
                    <a:cubicBezTo>
                      <a:pt x="24" y="64"/>
                      <a:pt x="14" y="34"/>
                      <a:pt x="10" y="5"/>
                    </a:cubicBezTo>
                    <a:cubicBezTo>
                      <a:pt x="9" y="0"/>
                      <a:pt x="3" y="0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2" name="Freeform 53">
                <a:extLst>
                  <a:ext uri="{FF2B5EF4-FFF2-40B4-BE49-F238E27FC236}">
                    <a16:creationId xmlns:a16="http://schemas.microsoft.com/office/drawing/2014/main" id="{6F6AD8C2-4298-21DA-D66F-A4BD97710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901" y="3932238"/>
                <a:ext cx="20638" cy="79375"/>
              </a:xfrm>
              <a:custGeom>
                <a:avLst/>
                <a:gdLst>
                  <a:gd name="T0" fmla="*/ 4 w 19"/>
                  <a:gd name="T1" fmla="*/ 4 h 76"/>
                  <a:gd name="T2" fmla="*/ 10 w 19"/>
                  <a:gd name="T3" fmla="*/ 71 h 76"/>
                  <a:gd name="T4" fmla="*/ 18 w 19"/>
                  <a:gd name="T5" fmla="*/ 68 h 76"/>
                  <a:gd name="T6" fmla="*/ 10 w 19"/>
                  <a:gd name="T7" fmla="*/ 4 h 76"/>
                  <a:gd name="T8" fmla="*/ 4 w 19"/>
                  <a:gd name="T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6">
                    <a:moveTo>
                      <a:pt x="4" y="4"/>
                    </a:moveTo>
                    <a:cubicBezTo>
                      <a:pt x="2" y="27"/>
                      <a:pt x="0" y="50"/>
                      <a:pt x="10" y="71"/>
                    </a:cubicBezTo>
                    <a:cubicBezTo>
                      <a:pt x="13" y="76"/>
                      <a:pt x="19" y="72"/>
                      <a:pt x="18" y="68"/>
                    </a:cubicBezTo>
                    <a:cubicBezTo>
                      <a:pt x="15" y="47"/>
                      <a:pt x="12" y="25"/>
                      <a:pt x="10" y="4"/>
                    </a:cubicBezTo>
                    <a:cubicBezTo>
                      <a:pt x="10" y="0"/>
                      <a:pt x="4" y="0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3" name="Freeform 54">
                <a:extLst>
                  <a:ext uri="{FF2B5EF4-FFF2-40B4-BE49-F238E27FC236}">
                    <a16:creationId xmlns:a16="http://schemas.microsoft.com/office/drawing/2014/main" id="{D3CF82BB-70C2-88EB-9311-89AC61CF2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663" y="3695701"/>
                <a:ext cx="47625" cy="131763"/>
              </a:xfrm>
              <a:custGeom>
                <a:avLst/>
                <a:gdLst>
                  <a:gd name="T0" fmla="*/ 4 w 46"/>
                  <a:gd name="T1" fmla="*/ 125 h 127"/>
                  <a:gd name="T2" fmla="*/ 43 w 46"/>
                  <a:gd name="T3" fmla="*/ 12 h 127"/>
                  <a:gd name="T4" fmla="*/ 33 w 46"/>
                  <a:gd name="T5" fmla="*/ 6 h 127"/>
                  <a:gd name="T6" fmla="*/ 0 w 46"/>
                  <a:gd name="T7" fmla="*/ 124 h 127"/>
                  <a:gd name="T8" fmla="*/ 4 w 46"/>
                  <a:gd name="T9" fmla="*/ 12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27">
                    <a:moveTo>
                      <a:pt x="4" y="125"/>
                    </a:moveTo>
                    <a:cubicBezTo>
                      <a:pt x="17" y="88"/>
                      <a:pt x="25" y="47"/>
                      <a:pt x="43" y="12"/>
                    </a:cubicBezTo>
                    <a:cubicBezTo>
                      <a:pt x="46" y="5"/>
                      <a:pt x="37" y="0"/>
                      <a:pt x="33" y="6"/>
                    </a:cubicBezTo>
                    <a:cubicBezTo>
                      <a:pt x="10" y="43"/>
                      <a:pt x="6" y="82"/>
                      <a:pt x="0" y="124"/>
                    </a:cubicBezTo>
                    <a:cubicBezTo>
                      <a:pt x="0" y="126"/>
                      <a:pt x="3" y="127"/>
                      <a:pt x="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4" name="Freeform 55">
                <a:extLst>
                  <a:ext uri="{FF2B5EF4-FFF2-40B4-BE49-F238E27FC236}">
                    <a16:creationId xmlns:a16="http://schemas.microsoft.com/office/drawing/2014/main" id="{1224807D-1E6E-BA92-944A-990DD2C96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163" y="3575051"/>
                <a:ext cx="50800" cy="66675"/>
              </a:xfrm>
              <a:custGeom>
                <a:avLst/>
                <a:gdLst>
                  <a:gd name="T0" fmla="*/ 9 w 48"/>
                  <a:gd name="T1" fmla="*/ 61 h 64"/>
                  <a:gd name="T2" fmla="*/ 21 w 48"/>
                  <a:gd name="T3" fmla="*/ 53 h 64"/>
                  <a:gd name="T4" fmla="*/ 31 w 48"/>
                  <a:gd name="T5" fmla="*/ 40 h 64"/>
                  <a:gd name="T6" fmla="*/ 47 w 48"/>
                  <a:gd name="T7" fmla="*/ 9 h 64"/>
                  <a:gd name="T8" fmla="*/ 39 w 48"/>
                  <a:gd name="T9" fmla="*/ 3 h 64"/>
                  <a:gd name="T10" fmla="*/ 18 w 48"/>
                  <a:gd name="T11" fmla="*/ 29 h 64"/>
                  <a:gd name="T12" fmla="*/ 11 w 48"/>
                  <a:gd name="T13" fmla="*/ 41 h 64"/>
                  <a:gd name="T14" fmla="*/ 3 w 48"/>
                  <a:gd name="T15" fmla="*/ 57 h 64"/>
                  <a:gd name="T16" fmla="*/ 9 w 48"/>
                  <a:gd name="T17" fmla="*/ 6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64">
                    <a:moveTo>
                      <a:pt x="9" y="61"/>
                    </a:moveTo>
                    <a:cubicBezTo>
                      <a:pt x="13" y="58"/>
                      <a:pt x="17" y="56"/>
                      <a:pt x="21" y="53"/>
                    </a:cubicBezTo>
                    <a:cubicBezTo>
                      <a:pt x="25" y="49"/>
                      <a:pt x="28" y="45"/>
                      <a:pt x="31" y="40"/>
                    </a:cubicBezTo>
                    <a:cubicBezTo>
                      <a:pt x="39" y="31"/>
                      <a:pt x="44" y="21"/>
                      <a:pt x="47" y="9"/>
                    </a:cubicBezTo>
                    <a:cubicBezTo>
                      <a:pt x="48" y="5"/>
                      <a:pt x="43" y="0"/>
                      <a:pt x="39" y="3"/>
                    </a:cubicBezTo>
                    <a:cubicBezTo>
                      <a:pt x="30" y="11"/>
                      <a:pt x="24" y="19"/>
                      <a:pt x="18" y="29"/>
                    </a:cubicBezTo>
                    <a:cubicBezTo>
                      <a:pt x="15" y="33"/>
                      <a:pt x="13" y="37"/>
                      <a:pt x="11" y="41"/>
                    </a:cubicBezTo>
                    <a:cubicBezTo>
                      <a:pt x="8" y="46"/>
                      <a:pt x="6" y="52"/>
                      <a:pt x="3" y="57"/>
                    </a:cubicBezTo>
                    <a:cubicBezTo>
                      <a:pt x="0" y="60"/>
                      <a:pt x="5" y="64"/>
                      <a:pt x="9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5" name="Freeform 56">
                <a:extLst>
                  <a:ext uri="{FF2B5EF4-FFF2-40B4-BE49-F238E27FC236}">
                    <a16:creationId xmlns:a16="http://schemas.microsoft.com/office/drawing/2014/main" id="{B0B6034B-CFC0-736B-5B3B-49A6CBBDF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876" y="3435351"/>
                <a:ext cx="66675" cy="74613"/>
              </a:xfrm>
              <a:custGeom>
                <a:avLst/>
                <a:gdLst>
                  <a:gd name="T0" fmla="*/ 11 w 64"/>
                  <a:gd name="T1" fmla="*/ 66 h 71"/>
                  <a:gd name="T2" fmla="*/ 60 w 64"/>
                  <a:gd name="T3" fmla="*/ 9 h 71"/>
                  <a:gd name="T4" fmla="*/ 56 w 64"/>
                  <a:gd name="T5" fmla="*/ 1 h 71"/>
                  <a:gd name="T6" fmla="*/ 2 w 64"/>
                  <a:gd name="T7" fmla="*/ 62 h 71"/>
                  <a:gd name="T8" fmla="*/ 11 w 64"/>
                  <a:gd name="T9" fmla="*/ 6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1">
                    <a:moveTo>
                      <a:pt x="11" y="66"/>
                    </a:moveTo>
                    <a:cubicBezTo>
                      <a:pt x="22" y="42"/>
                      <a:pt x="41" y="26"/>
                      <a:pt x="60" y="9"/>
                    </a:cubicBezTo>
                    <a:cubicBezTo>
                      <a:pt x="64" y="6"/>
                      <a:pt x="60" y="0"/>
                      <a:pt x="56" y="1"/>
                    </a:cubicBezTo>
                    <a:cubicBezTo>
                      <a:pt x="26" y="8"/>
                      <a:pt x="8" y="34"/>
                      <a:pt x="2" y="62"/>
                    </a:cubicBezTo>
                    <a:cubicBezTo>
                      <a:pt x="0" y="67"/>
                      <a:pt x="8" y="71"/>
                      <a:pt x="11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6" name="Freeform 57">
                <a:extLst>
                  <a:ext uri="{FF2B5EF4-FFF2-40B4-BE49-F238E27FC236}">
                    <a16:creationId xmlns:a16="http://schemas.microsoft.com/office/drawing/2014/main" id="{F2483FFD-6F1A-C500-8C1F-976C70C57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888" y="3357563"/>
                <a:ext cx="57150" cy="34925"/>
              </a:xfrm>
              <a:custGeom>
                <a:avLst/>
                <a:gdLst>
                  <a:gd name="T0" fmla="*/ 5 w 56"/>
                  <a:gd name="T1" fmla="*/ 33 h 34"/>
                  <a:gd name="T2" fmla="*/ 16 w 56"/>
                  <a:gd name="T3" fmla="*/ 32 h 34"/>
                  <a:gd name="T4" fmla="*/ 29 w 56"/>
                  <a:gd name="T5" fmla="*/ 28 h 34"/>
                  <a:gd name="T6" fmla="*/ 51 w 56"/>
                  <a:gd name="T7" fmla="*/ 13 h 34"/>
                  <a:gd name="T8" fmla="*/ 46 w 56"/>
                  <a:gd name="T9" fmla="*/ 2 h 34"/>
                  <a:gd name="T10" fmla="*/ 22 w 56"/>
                  <a:gd name="T11" fmla="*/ 11 h 34"/>
                  <a:gd name="T12" fmla="*/ 10 w 56"/>
                  <a:gd name="T13" fmla="*/ 19 h 34"/>
                  <a:gd name="T14" fmla="*/ 3 w 56"/>
                  <a:gd name="T15" fmla="*/ 27 h 34"/>
                  <a:gd name="T16" fmla="*/ 5 w 56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34">
                    <a:moveTo>
                      <a:pt x="5" y="33"/>
                    </a:moveTo>
                    <a:cubicBezTo>
                      <a:pt x="9" y="32"/>
                      <a:pt x="12" y="33"/>
                      <a:pt x="16" y="32"/>
                    </a:cubicBezTo>
                    <a:cubicBezTo>
                      <a:pt x="20" y="31"/>
                      <a:pt x="24" y="29"/>
                      <a:pt x="29" y="28"/>
                    </a:cubicBezTo>
                    <a:cubicBezTo>
                      <a:pt x="38" y="24"/>
                      <a:pt x="43" y="19"/>
                      <a:pt x="51" y="13"/>
                    </a:cubicBezTo>
                    <a:cubicBezTo>
                      <a:pt x="56" y="10"/>
                      <a:pt x="53" y="0"/>
                      <a:pt x="46" y="2"/>
                    </a:cubicBezTo>
                    <a:cubicBezTo>
                      <a:pt x="37" y="5"/>
                      <a:pt x="30" y="7"/>
                      <a:pt x="22" y="11"/>
                    </a:cubicBezTo>
                    <a:cubicBezTo>
                      <a:pt x="18" y="14"/>
                      <a:pt x="14" y="16"/>
                      <a:pt x="10" y="19"/>
                    </a:cubicBezTo>
                    <a:cubicBezTo>
                      <a:pt x="7" y="21"/>
                      <a:pt x="5" y="25"/>
                      <a:pt x="3" y="27"/>
                    </a:cubicBezTo>
                    <a:cubicBezTo>
                      <a:pt x="0" y="29"/>
                      <a:pt x="1" y="34"/>
                      <a:pt x="5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7" name="Freeform 58">
                <a:extLst>
                  <a:ext uri="{FF2B5EF4-FFF2-40B4-BE49-F238E27FC236}">
                    <a16:creationId xmlns:a16="http://schemas.microsoft.com/office/drawing/2014/main" id="{AAA3B08F-8EDE-47DC-95EB-12FD7E524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863" y="3227388"/>
                <a:ext cx="76200" cy="69850"/>
              </a:xfrm>
              <a:custGeom>
                <a:avLst/>
                <a:gdLst>
                  <a:gd name="T0" fmla="*/ 69 w 74"/>
                  <a:gd name="T1" fmla="*/ 58 h 68"/>
                  <a:gd name="T2" fmla="*/ 42 w 74"/>
                  <a:gd name="T3" fmla="*/ 36 h 68"/>
                  <a:gd name="T4" fmla="*/ 14 w 74"/>
                  <a:gd name="T5" fmla="*/ 6 h 68"/>
                  <a:gd name="T6" fmla="*/ 3 w 74"/>
                  <a:gd name="T7" fmla="*/ 15 h 68"/>
                  <a:gd name="T8" fmla="*/ 66 w 74"/>
                  <a:gd name="T9" fmla="*/ 66 h 68"/>
                  <a:gd name="T10" fmla="*/ 69 w 74"/>
                  <a:gd name="T11" fmla="*/ 5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8">
                    <a:moveTo>
                      <a:pt x="69" y="58"/>
                    </a:moveTo>
                    <a:cubicBezTo>
                      <a:pt x="59" y="53"/>
                      <a:pt x="50" y="44"/>
                      <a:pt x="42" y="36"/>
                    </a:cubicBezTo>
                    <a:cubicBezTo>
                      <a:pt x="32" y="26"/>
                      <a:pt x="23" y="16"/>
                      <a:pt x="14" y="6"/>
                    </a:cubicBezTo>
                    <a:cubicBezTo>
                      <a:pt x="9" y="0"/>
                      <a:pt x="0" y="8"/>
                      <a:pt x="3" y="15"/>
                    </a:cubicBezTo>
                    <a:cubicBezTo>
                      <a:pt x="17" y="41"/>
                      <a:pt x="38" y="58"/>
                      <a:pt x="66" y="66"/>
                    </a:cubicBezTo>
                    <a:cubicBezTo>
                      <a:pt x="71" y="68"/>
                      <a:pt x="74" y="60"/>
                      <a:pt x="69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8" name="Freeform 59">
                <a:extLst>
                  <a:ext uri="{FF2B5EF4-FFF2-40B4-BE49-F238E27FC236}">
                    <a16:creationId xmlns:a16="http://schemas.microsoft.com/office/drawing/2014/main" id="{DDDD5BA0-E647-783A-145A-8F40E8E7D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676" y="3065463"/>
                <a:ext cx="60325" cy="96838"/>
              </a:xfrm>
              <a:custGeom>
                <a:avLst/>
                <a:gdLst>
                  <a:gd name="T0" fmla="*/ 54 w 58"/>
                  <a:gd name="T1" fmla="*/ 85 h 94"/>
                  <a:gd name="T2" fmla="*/ 12 w 58"/>
                  <a:gd name="T3" fmla="*/ 6 h 94"/>
                  <a:gd name="T4" fmla="*/ 2 w 58"/>
                  <a:gd name="T5" fmla="*/ 9 h 94"/>
                  <a:gd name="T6" fmla="*/ 47 w 58"/>
                  <a:gd name="T7" fmla="*/ 91 h 94"/>
                  <a:gd name="T8" fmla="*/ 54 w 58"/>
                  <a:gd name="T9" fmla="*/ 8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4">
                    <a:moveTo>
                      <a:pt x="54" y="85"/>
                    </a:moveTo>
                    <a:cubicBezTo>
                      <a:pt x="37" y="61"/>
                      <a:pt x="23" y="35"/>
                      <a:pt x="12" y="6"/>
                    </a:cubicBezTo>
                    <a:cubicBezTo>
                      <a:pt x="10" y="0"/>
                      <a:pt x="0" y="2"/>
                      <a:pt x="2" y="9"/>
                    </a:cubicBezTo>
                    <a:cubicBezTo>
                      <a:pt x="7" y="41"/>
                      <a:pt x="22" y="71"/>
                      <a:pt x="47" y="91"/>
                    </a:cubicBezTo>
                    <a:cubicBezTo>
                      <a:pt x="51" y="94"/>
                      <a:pt x="58" y="90"/>
                      <a:pt x="54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59" name="Freeform 60">
                <a:extLst>
                  <a:ext uri="{FF2B5EF4-FFF2-40B4-BE49-F238E27FC236}">
                    <a16:creationId xmlns:a16="http://schemas.microsoft.com/office/drawing/2014/main" id="{7023385E-5794-7D57-291C-A9AA6B664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526" y="2909888"/>
                <a:ext cx="22225" cy="68263"/>
              </a:xfrm>
              <a:custGeom>
                <a:avLst/>
                <a:gdLst>
                  <a:gd name="T0" fmla="*/ 22 w 22"/>
                  <a:gd name="T1" fmla="*/ 62 h 66"/>
                  <a:gd name="T2" fmla="*/ 9 w 22"/>
                  <a:gd name="T3" fmla="*/ 4 h 66"/>
                  <a:gd name="T4" fmla="*/ 1 w 22"/>
                  <a:gd name="T5" fmla="*/ 6 h 66"/>
                  <a:gd name="T6" fmla="*/ 18 w 22"/>
                  <a:gd name="T7" fmla="*/ 64 h 66"/>
                  <a:gd name="T8" fmla="*/ 22 w 22"/>
                  <a:gd name="T9" fmla="*/ 6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66">
                    <a:moveTo>
                      <a:pt x="22" y="62"/>
                    </a:moveTo>
                    <a:cubicBezTo>
                      <a:pt x="17" y="43"/>
                      <a:pt x="16" y="23"/>
                      <a:pt x="9" y="4"/>
                    </a:cubicBezTo>
                    <a:cubicBezTo>
                      <a:pt x="7" y="0"/>
                      <a:pt x="0" y="1"/>
                      <a:pt x="1" y="6"/>
                    </a:cubicBezTo>
                    <a:cubicBezTo>
                      <a:pt x="6" y="25"/>
                      <a:pt x="6" y="47"/>
                      <a:pt x="18" y="64"/>
                    </a:cubicBezTo>
                    <a:cubicBezTo>
                      <a:pt x="19" y="66"/>
                      <a:pt x="22" y="65"/>
                      <a:pt x="22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0" name="Freeform 61">
                <a:extLst>
                  <a:ext uri="{FF2B5EF4-FFF2-40B4-BE49-F238E27FC236}">
                    <a16:creationId xmlns:a16="http://schemas.microsoft.com/office/drawing/2014/main" id="{80CEA99D-7CC8-6DF8-7458-50BE7321D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538" y="2741613"/>
                <a:ext cx="28575" cy="100013"/>
              </a:xfrm>
              <a:custGeom>
                <a:avLst/>
                <a:gdLst>
                  <a:gd name="T0" fmla="*/ 22 w 27"/>
                  <a:gd name="T1" fmla="*/ 89 h 96"/>
                  <a:gd name="T2" fmla="*/ 15 w 27"/>
                  <a:gd name="T3" fmla="*/ 8 h 96"/>
                  <a:gd name="T4" fmla="*/ 2 w 27"/>
                  <a:gd name="T5" fmla="*/ 8 h 96"/>
                  <a:gd name="T6" fmla="*/ 9 w 27"/>
                  <a:gd name="T7" fmla="*/ 89 h 96"/>
                  <a:gd name="T8" fmla="*/ 22 w 27"/>
                  <a:gd name="T9" fmla="*/ 8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96">
                    <a:moveTo>
                      <a:pt x="22" y="89"/>
                    </a:moveTo>
                    <a:cubicBezTo>
                      <a:pt x="27" y="62"/>
                      <a:pt x="18" y="35"/>
                      <a:pt x="15" y="8"/>
                    </a:cubicBezTo>
                    <a:cubicBezTo>
                      <a:pt x="14" y="0"/>
                      <a:pt x="3" y="0"/>
                      <a:pt x="2" y="8"/>
                    </a:cubicBezTo>
                    <a:cubicBezTo>
                      <a:pt x="0" y="35"/>
                      <a:pt x="4" y="62"/>
                      <a:pt x="9" y="89"/>
                    </a:cubicBezTo>
                    <a:cubicBezTo>
                      <a:pt x="10" y="96"/>
                      <a:pt x="21" y="96"/>
                      <a:pt x="22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1" name="Freeform 62">
                <a:extLst>
                  <a:ext uri="{FF2B5EF4-FFF2-40B4-BE49-F238E27FC236}">
                    <a16:creationId xmlns:a16="http://schemas.microsoft.com/office/drawing/2014/main" id="{69119BCA-85F8-3FA6-0A33-0757C1FB8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476" y="2592388"/>
                <a:ext cx="22225" cy="73025"/>
              </a:xfrm>
              <a:custGeom>
                <a:avLst/>
                <a:gdLst>
                  <a:gd name="T0" fmla="*/ 13 w 22"/>
                  <a:gd name="T1" fmla="*/ 66 h 70"/>
                  <a:gd name="T2" fmla="*/ 21 w 22"/>
                  <a:gd name="T3" fmla="*/ 8 h 70"/>
                  <a:gd name="T4" fmla="*/ 11 w 22"/>
                  <a:gd name="T5" fmla="*/ 6 h 70"/>
                  <a:gd name="T6" fmla="*/ 5 w 22"/>
                  <a:gd name="T7" fmla="*/ 66 h 70"/>
                  <a:gd name="T8" fmla="*/ 13 w 22"/>
                  <a:gd name="T9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70">
                    <a:moveTo>
                      <a:pt x="13" y="66"/>
                    </a:moveTo>
                    <a:cubicBezTo>
                      <a:pt x="17" y="47"/>
                      <a:pt x="16" y="27"/>
                      <a:pt x="21" y="8"/>
                    </a:cubicBezTo>
                    <a:cubicBezTo>
                      <a:pt x="22" y="2"/>
                      <a:pt x="13" y="0"/>
                      <a:pt x="11" y="6"/>
                    </a:cubicBezTo>
                    <a:cubicBezTo>
                      <a:pt x="4" y="26"/>
                      <a:pt x="0" y="45"/>
                      <a:pt x="5" y="66"/>
                    </a:cubicBezTo>
                    <a:cubicBezTo>
                      <a:pt x="6" y="70"/>
                      <a:pt x="12" y="70"/>
                      <a:pt x="1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2" name="Freeform 63">
                <a:extLst>
                  <a:ext uri="{FF2B5EF4-FFF2-40B4-BE49-F238E27FC236}">
                    <a16:creationId xmlns:a16="http://schemas.microsoft.com/office/drawing/2014/main" id="{9AB5C545-EC17-D1CD-D44D-7E7531288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2397126"/>
                <a:ext cx="49213" cy="103188"/>
              </a:xfrm>
              <a:custGeom>
                <a:avLst/>
                <a:gdLst>
                  <a:gd name="T0" fmla="*/ 7 w 47"/>
                  <a:gd name="T1" fmla="*/ 96 h 99"/>
                  <a:gd name="T2" fmla="*/ 45 w 47"/>
                  <a:gd name="T3" fmla="*/ 8 h 99"/>
                  <a:gd name="T4" fmla="*/ 36 w 47"/>
                  <a:gd name="T5" fmla="*/ 5 h 99"/>
                  <a:gd name="T6" fmla="*/ 0 w 47"/>
                  <a:gd name="T7" fmla="*/ 94 h 99"/>
                  <a:gd name="T8" fmla="*/ 7 w 47"/>
                  <a:gd name="T9" fmla="*/ 9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99">
                    <a:moveTo>
                      <a:pt x="7" y="96"/>
                    </a:moveTo>
                    <a:cubicBezTo>
                      <a:pt x="20" y="67"/>
                      <a:pt x="33" y="38"/>
                      <a:pt x="45" y="8"/>
                    </a:cubicBezTo>
                    <a:cubicBezTo>
                      <a:pt x="47" y="3"/>
                      <a:pt x="39" y="0"/>
                      <a:pt x="36" y="5"/>
                    </a:cubicBezTo>
                    <a:cubicBezTo>
                      <a:pt x="19" y="33"/>
                      <a:pt x="4" y="61"/>
                      <a:pt x="0" y="94"/>
                    </a:cubicBezTo>
                    <a:cubicBezTo>
                      <a:pt x="0" y="97"/>
                      <a:pt x="6" y="99"/>
                      <a:pt x="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3" name="Freeform 64">
                <a:extLst>
                  <a:ext uri="{FF2B5EF4-FFF2-40B4-BE49-F238E27FC236}">
                    <a16:creationId xmlns:a16="http://schemas.microsoft.com/office/drawing/2014/main" id="{DC0ACBD3-3B6C-1DF7-720D-706361824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301" y="2254251"/>
                <a:ext cx="57150" cy="80963"/>
              </a:xfrm>
              <a:custGeom>
                <a:avLst/>
                <a:gdLst>
                  <a:gd name="T0" fmla="*/ 8 w 55"/>
                  <a:gd name="T1" fmla="*/ 74 h 78"/>
                  <a:gd name="T2" fmla="*/ 27 w 55"/>
                  <a:gd name="T3" fmla="*/ 44 h 78"/>
                  <a:gd name="T4" fmla="*/ 52 w 55"/>
                  <a:gd name="T5" fmla="*/ 10 h 78"/>
                  <a:gd name="T6" fmla="*/ 45 w 55"/>
                  <a:gd name="T7" fmla="*/ 3 h 78"/>
                  <a:gd name="T8" fmla="*/ 16 w 55"/>
                  <a:gd name="T9" fmla="*/ 33 h 78"/>
                  <a:gd name="T10" fmla="*/ 1 w 55"/>
                  <a:gd name="T11" fmla="*/ 72 h 78"/>
                  <a:gd name="T12" fmla="*/ 8 w 55"/>
                  <a:gd name="T13" fmla="*/ 7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78">
                    <a:moveTo>
                      <a:pt x="8" y="74"/>
                    </a:moveTo>
                    <a:cubicBezTo>
                      <a:pt x="12" y="63"/>
                      <a:pt x="21" y="53"/>
                      <a:pt x="27" y="44"/>
                    </a:cubicBezTo>
                    <a:cubicBezTo>
                      <a:pt x="35" y="32"/>
                      <a:pt x="45" y="22"/>
                      <a:pt x="52" y="10"/>
                    </a:cubicBezTo>
                    <a:cubicBezTo>
                      <a:pt x="55" y="6"/>
                      <a:pt x="50" y="0"/>
                      <a:pt x="45" y="3"/>
                    </a:cubicBezTo>
                    <a:cubicBezTo>
                      <a:pt x="34" y="11"/>
                      <a:pt x="25" y="21"/>
                      <a:pt x="16" y="33"/>
                    </a:cubicBezTo>
                    <a:cubicBezTo>
                      <a:pt x="7" y="45"/>
                      <a:pt x="5" y="57"/>
                      <a:pt x="1" y="72"/>
                    </a:cubicBezTo>
                    <a:cubicBezTo>
                      <a:pt x="0" y="76"/>
                      <a:pt x="6" y="78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4" name="Freeform 65">
                <a:extLst>
                  <a:ext uri="{FF2B5EF4-FFF2-40B4-BE49-F238E27FC236}">
                    <a16:creationId xmlns:a16="http://schemas.microsoft.com/office/drawing/2014/main" id="{75DCF35B-F20D-9D25-3CFF-615985D7B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438" y="2087563"/>
                <a:ext cx="73025" cy="87313"/>
              </a:xfrm>
              <a:custGeom>
                <a:avLst/>
                <a:gdLst>
                  <a:gd name="T0" fmla="*/ 6 w 71"/>
                  <a:gd name="T1" fmla="*/ 84 h 85"/>
                  <a:gd name="T2" fmla="*/ 66 w 71"/>
                  <a:gd name="T3" fmla="*/ 14 h 85"/>
                  <a:gd name="T4" fmla="*/ 58 w 71"/>
                  <a:gd name="T5" fmla="*/ 5 h 85"/>
                  <a:gd name="T6" fmla="*/ 1 w 71"/>
                  <a:gd name="T7" fmla="*/ 81 h 85"/>
                  <a:gd name="T8" fmla="*/ 6 w 71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85">
                    <a:moveTo>
                      <a:pt x="6" y="84"/>
                    </a:moveTo>
                    <a:cubicBezTo>
                      <a:pt x="31" y="64"/>
                      <a:pt x="46" y="37"/>
                      <a:pt x="66" y="14"/>
                    </a:cubicBezTo>
                    <a:cubicBezTo>
                      <a:pt x="71" y="8"/>
                      <a:pt x="64" y="0"/>
                      <a:pt x="58" y="5"/>
                    </a:cubicBezTo>
                    <a:cubicBezTo>
                      <a:pt x="33" y="26"/>
                      <a:pt x="11" y="49"/>
                      <a:pt x="1" y="81"/>
                    </a:cubicBezTo>
                    <a:cubicBezTo>
                      <a:pt x="0" y="84"/>
                      <a:pt x="4" y="85"/>
                      <a:pt x="6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5" name="Freeform 66">
                <a:extLst>
                  <a:ext uri="{FF2B5EF4-FFF2-40B4-BE49-F238E27FC236}">
                    <a16:creationId xmlns:a16="http://schemas.microsoft.com/office/drawing/2014/main" id="{E5010414-763A-B6B9-6580-F9A2AD776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563" y="1936751"/>
                <a:ext cx="80963" cy="104775"/>
              </a:xfrm>
              <a:custGeom>
                <a:avLst/>
                <a:gdLst>
                  <a:gd name="T0" fmla="*/ 8 w 79"/>
                  <a:gd name="T1" fmla="*/ 98 h 101"/>
                  <a:gd name="T2" fmla="*/ 74 w 79"/>
                  <a:gd name="T3" fmla="*/ 12 h 101"/>
                  <a:gd name="T4" fmla="*/ 67 w 79"/>
                  <a:gd name="T5" fmla="*/ 5 h 101"/>
                  <a:gd name="T6" fmla="*/ 31 w 79"/>
                  <a:gd name="T7" fmla="*/ 43 h 101"/>
                  <a:gd name="T8" fmla="*/ 2 w 79"/>
                  <a:gd name="T9" fmla="*/ 94 h 101"/>
                  <a:gd name="T10" fmla="*/ 8 w 79"/>
                  <a:gd name="T11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01">
                    <a:moveTo>
                      <a:pt x="8" y="98"/>
                    </a:moveTo>
                    <a:cubicBezTo>
                      <a:pt x="34" y="72"/>
                      <a:pt x="51" y="41"/>
                      <a:pt x="74" y="12"/>
                    </a:cubicBezTo>
                    <a:cubicBezTo>
                      <a:pt x="79" y="7"/>
                      <a:pt x="72" y="0"/>
                      <a:pt x="67" y="5"/>
                    </a:cubicBezTo>
                    <a:cubicBezTo>
                      <a:pt x="53" y="17"/>
                      <a:pt x="41" y="28"/>
                      <a:pt x="31" y="43"/>
                    </a:cubicBezTo>
                    <a:cubicBezTo>
                      <a:pt x="20" y="59"/>
                      <a:pt x="12" y="76"/>
                      <a:pt x="2" y="94"/>
                    </a:cubicBezTo>
                    <a:cubicBezTo>
                      <a:pt x="0" y="97"/>
                      <a:pt x="5" y="101"/>
                      <a:pt x="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6" name="Freeform 67">
                <a:extLst>
                  <a:ext uri="{FF2B5EF4-FFF2-40B4-BE49-F238E27FC236}">
                    <a16:creationId xmlns:a16="http://schemas.microsoft.com/office/drawing/2014/main" id="{F8BE5BA1-5CCB-53EF-6B51-7ABB524D0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626" y="1827213"/>
                <a:ext cx="87313" cy="65088"/>
              </a:xfrm>
              <a:custGeom>
                <a:avLst/>
                <a:gdLst>
                  <a:gd name="T0" fmla="*/ 8 w 85"/>
                  <a:gd name="T1" fmla="*/ 61 h 63"/>
                  <a:gd name="T2" fmla="*/ 23 w 85"/>
                  <a:gd name="T3" fmla="*/ 57 h 63"/>
                  <a:gd name="T4" fmla="*/ 40 w 85"/>
                  <a:gd name="T5" fmla="*/ 47 h 63"/>
                  <a:gd name="T6" fmla="*/ 76 w 85"/>
                  <a:gd name="T7" fmla="*/ 21 h 63"/>
                  <a:gd name="T8" fmla="*/ 67 w 85"/>
                  <a:gd name="T9" fmla="*/ 6 h 63"/>
                  <a:gd name="T10" fmla="*/ 34 w 85"/>
                  <a:gd name="T11" fmla="*/ 26 h 63"/>
                  <a:gd name="T12" fmla="*/ 18 w 85"/>
                  <a:gd name="T13" fmla="*/ 38 h 63"/>
                  <a:gd name="T14" fmla="*/ 3 w 85"/>
                  <a:gd name="T15" fmla="*/ 53 h 63"/>
                  <a:gd name="T16" fmla="*/ 8 w 85"/>
                  <a:gd name="T17" fmla="*/ 6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3">
                    <a:moveTo>
                      <a:pt x="8" y="61"/>
                    </a:moveTo>
                    <a:cubicBezTo>
                      <a:pt x="13" y="59"/>
                      <a:pt x="18" y="59"/>
                      <a:pt x="23" y="57"/>
                    </a:cubicBezTo>
                    <a:cubicBezTo>
                      <a:pt x="29" y="54"/>
                      <a:pt x="35" y="50"/>
                      <a:pt x="40" y="47"/>
                    </a:cubicBezTo>
                    <a:cubicBezTo>
                      <a:pt x="53" y="39"/>
                      <a:pt x="64" y="30"/>
                      <a:pt x="76" y="21"/>
                    </a:cubicBezTo>
                    <a:cubicBezTo>
                      <a:pt x="85" y="14"/>
                      <a:pt x="77" y="0"/>
                      <a:pt x="67" y="6"/>
                    </a:cubicBezTo>
                    <a:cubicBezTo>
                      <a:pt x="56" y="12"/>
                      <a:pt x="44" y="18"/>
                      <a:pt x="34" y="26"/>
                    </a:cubicBezTo>
                    <a:cubicBezTo>
                      <a:pt x="28" y="30"/>
                      <a:pt x="23" y="34"/>
                      <a:pt x="18" y="38"/>
                    </a:cubicBezTo>
                    <a:cubicBezTo>
                      <a:pt x="11" y="42"/>
                      <a:pt x="8" y="48"/>
                      <a:pt x="3" y="53"/>
                    </a:cubicBezTo>
                    <a:cubicBezTo>
                      <a:pt x="0" y="57"/>
                      <a:pt x="3" y="63"/>
                      <a:pt x="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7" name="Freeform 68">
                <a:extLst>
                  <a:ext uri="{FF2B5EF4-FFF2-40B4-BE49-F238E27FC236}">
                    <a16:creationId xmlns:a16="http://schemas.microsoft.com/office/drawing/2014/main" id="{B88F3314-B9C2-25C5-B125-DFDABD629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1" y="1725613"/>
                <a:ext cx="109538" cy="76200"/>
              </a:xfrm>
              <a:custGeom>
                <a:avLst/>
                <a:gdLst>
                  <a:gd name="T0" fmla="*/ 9 w 105"/>
                  <a:gd name="T1" fmla="*/ 71 h 74"/>
                  <a:gd name="T2" fmla="*/ 96 w 105"/>
                  <a:gd name="T3" fmla="*/ 16 h 74"/>
                  <a:gd name="T4" fmla="*/ 89 w 105"/>
                  <a:gd name="T5" fmla="*/ 4 h 74"/>
                  <a:gd name="T6" fmla="*/ 2 w 105"/>
                  <a:gd name="T7" fmla="*/ 66 h 74"/>
                  <a:gd name="T8" fmla="*/ 9 w 105"/>
                  <a:gd name="T9" fmla="*/ 7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74">
                    <a:moveTo>
                      <a:pt x="9" y="71"/>
                    </a:moveTo>
                    <a:cubicBezTo>
                      <a:pt x="33" y="47"/>
                      <a:pt x="67" y="33"/>
                      <a:pt x="96" y="16"/>
                    </a:cubicBezTo>
                    <a:cubicBezTo>
                      <a:pt x="105" y="12"/>
                      <a:pt x="97" y="0"/>
                      <a:pt x="89" y="4"/>
                    </a:cubicBezTo>
                    <a:cubicBezTo>
                      <a:pt x="55" y="19"/>
                      <a:pt x="22" y="32"/>
                      <a:pt x="2" y="66"/>
                    </a:cubicBezTo>
                    <a:cubicBezTo>
                      <a:pt x="0" y="70"/>
                      <a:pt x="5" y="74"/>
                      <a:pt x="9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8" name="Freeform 69">
                <a:extLst>
                  <a:ext uri="{FF2B5EF4-FFF2-40B4-BE49-F238E27FC236}">
                    <a16:creationId xmlns:a16="http://schemas.microsoft.com/office/drawing/2014/main" id="{8FEF4111-4EAC-C8F0-150C-5B83406D3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538" y="1655763"/>
                <a:ext cx="87313" cy="47625"/>
              </a:xfrm>
              <a:custGeom>
                <a:avLst/>
                <a:gdLst>
                  <a:gd name="T0" fmla="*/ 7 w 84"/>
                  <a:gd name="T1" fmla="*/ 46 h 47"/>
                  <a:gd name="T2" fmla="*/ 80 w 84"/>
                  <a:gd name="T3" fmla="*/ 9 h 47"/>
                  <a:gd name="T4" fmla="*/ 77 w 84"/>
                  <a:gd name="T5" fmla="*/ 3 h 47"/>
                  <a:gd name="T6" fmla="*/ 5 w 84"/>
                  <a:gd name="T7" fmla="*/ 38 h 47"/>
                  <a:gd name="T8" fmla="*/ 7 w 84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47">
                    <a:moveTo>
                      <a:pt x="7" y="46"/>
                    </a:moveTo>
                    <a:cubicBezTo>
                      <a:pt x="36" y="41"/>
                      <a:pt x="58" y="26"/>
                      <a:pt x="80" y="9"/>
                    </a:cubicBezTo>
                    <a:cubicBezTo>
                      <a:pt x="84" y="6"/>
                      <a:pt x="81" y="0"/>
                      <a:pt x="77" y="3"/>
                    </a:cubicBezTo>
                    <a:cubicBezTo>
                      <a:pt x="54" y="16"/>
                      <a:pt x="30" y="29"/>
                      <a:pt x="5" y="38"/>
                    </a:cubicBezTo>
                    <a:cubicBezTo>
                      <a:pt x="0" y="40"/>
                      <a:pt x="2" y="47"/>
                      <a:pt x="7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69" name="Freeform 70">
                <a:extLst>
                  <a:ext uri="{FF2B5EF4-FFF2-40B4-BE49-F238E27FC236}">
                    <a16:creationId xmlns:a16="http://schemas.microsoft.com/office/drawing/2014/main" id="{DB0C539C-E38F-0D6C-FE1B-EDAA4A21C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351" y="1609726"/>
                <a:ext cx="103188" cy="31750"/>
              </a:xfrm>
              <a:custGeom>
                <a:avLst/>
                <a:gdLst>
                  <a:gd name="T0" fmla="*/ 4 w 100"/>
                  <a:gd name="T1" fmla="*/ 25 h 31"/>
                  <a:gd name="T2" fmla="*/ 95 w 100"/>
                  <a:gd name="T3" fmla="*/ 11 h 31"/>
                  <a:gd name="T4" fmla="*/ 92 w 100"/>
                  <a:gd name="T5" fmla="*/ 1 h 31"/>
                  <a:gd name="T6" fmla="*/ 4 w 100"/>
                  <a:gd name="T7" fmla="*/ 17 h 31"/>
                  <a:gd name="T8" fmla="*/ 4 w 100"/>
                  <a:gd name="T9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1">
                    <a:moveTo>
                      <a:pt x="4" y="25"/>
                    </a:moveTo>
                    <a:cubicBezTo>
                      <a:pt x="34" y="31"/>
                      <a:pt x="67" y="23"/>
                      <a:pt x="95" y="11"/>
                    </a:cubicBezTo>
                    <a:cubicBezTo>
                      <a:pt x="100" y="9"/>
                      <a:pt x="97" y="0"/>
                      <a:pt x="92" y="1"/>
                    </a:cubicBezTo>
                    <a:cubicBezTo>
                      <a:pt x="63" y="3"/>
                      <a:pt x="32" y="9"/>
                      <a:pt x="4" y="17"/>
                    </a:cubicBezTo>
                    <a:cubicBezTo>
                      <a:pt x="0" y="18"/>
                      <a:pt x="0" y="24"/>
                      <a:pt x="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0" name="Freeform 71">
                <a:extLst>
                  <a:ext uri="{FF2B5EF4-FFF2-40B4-BE49-F238E27FC236}">
                    <a16:creationId xmlns:a16="http://schemas.microsoft.com/office/drawing/2014/main" id="{6A42EB62-B6DA-501F-09F7-BF071785D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1628776"/>
                <a:ext cx="109538" cy="19050"/>
              </a:xfrm>
              <a:custGeom>
                <a:avLst/>
                <a:gdLst>
                  <a:gd name="T0" fmla="*/ 4 w 105"/>
                  <a:gd name="T1" fmla="*/ 13 h 18"/>
                  <a:gd name="T2" fmla="*/ 99 w 105"/>
                  <a:gd name="T3" fmla="*/ 14 h 18"/>
                  <a:gd name="T4" fmla="*/ 99 w 105"/>
                  <a:gd name="T5" fmla="*/ 4 h 18"/>
                  <a:gd name="T6" fmla="*/ 4 w 105"/>
                  <a:gd name="T7" fmla="*/ 5 h 18"/>
                  <a:gd name="T8" fmla="*/ 4 w 105"/>
                  <a:gd name="T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18">
                    <a:moveTo>
                      <a:pt x="4" y="13"/>
                    </a:moveTo>
                    <a:cubicBezTo>
                      <a:pt x="35" y="18"/>
                      <a:pt x="67" y="17"/>
                      <a:pt x="99" y="14"/>
                    </a:cubicBezTo>
                    <a:cubicBezTo>
                      <a:pt x="105" y="13"/>
                      <a:pt x="105" y="5"/>
                      <a:pt x="99" y="4"/>
                    </a:cubicBezTo>
                    <a:cubicBezTo>
                      <a:pt x="67" y="1"/>
                      <a:pt x="35" y="0"/>
                      <a:pt x="4" y="5"/>
                    </a:cubicBezTo>
                    <a:cubicBezTo>
                      <a:pt x="0" y="6"/>
                      <a:pt x="0" y="12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1" name="Freeform 72">
                <a:extLst>
                  <a:ext uri="{FF2B5EF4-FFF2-40B4-BE49-F238E27FC236}">
                    <a16:creationId xmlns:a16="http://schemas.microsoft.com/office/drawing/2014/main" id="{C4BEB0C3-3B08-E9E3-5E7D-95A30EF380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1401" y="1643063"/>
                <a:ext cx="68263" cy="30163"/>
              </a:xfrm>
              <a:custGeom>
                <a:avLst/>
                <a:gdLst>
                  <a:gd name="T0" fmla="*/ 2 w 65"/>
                  <a:gd name="T1" fmla="*/ 4 h 28"/>
                  <a:gd name="T2" fmla="*/ 59 w 65"/>
                  <a:gd name="T3" fmla="*/ 27 h 28"/>
                  <a:gd name="T4" fmla="*/ 62 w 65"/>
                  <a:gd name="T5" fmla="*/ 21 h 28"/>
                  <a:gd name="T6" fmla="*/ 3 w 65"/>
                  <a:gd name="T7" fmla="*/ 1 h 28"/>
                  <a:gd name="T8" fmla="*/ 2 w 65"/>
                  <a:gd name="T9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8">
                    <a:moveTo>
                      <a:pt x="2" y="4"/>
                    </a:moveTo>
                    <a:cubicBezTo>
                      <a:pt x="19" y="15"/>
                      <a:pt x="40" y="22"/>
                      <a:pt x="59" y="27"/>
                    </a:cubicBezTo>
                    <a:cubicBezTo>
                      <a:pt x="63" y="28"/>
                      <a:pt x="65" y="23"/>
                      <a:pt x="62" y="21"/>
                    </a:cubicBezTo>
                    <a:cubicBezTo>
                      <a:pt x="43" y="13"/>
                      <a:pt x="23" y="7"/>
                      <a:pt x="3" y="1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2" name="Freeform 73">
                <a:extLst>
                  <a:ext uri="{FF2B5EF4-FFF2-40B4-BE49-F238E27FC236}">
                    <a16:creationId xmlns:a16="http://schemas.microsoft.com/office/drawing/2014/main" id="{A6D32E6F-7CC7-B7D7-0CC1-014377631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563" y="1714501"/>
                <a:ext cx="71438" cy="33338"/>
              </a:xfrm>
              <a:custGeom>
                <a:avLst/>
                <a:gdLst>
                  <a:gd name="T0" fmla="*/ 3 w 68"/>
                  <a:gd name="T1" fmla="*/ 10 h 33"/>
                  <a:gd name="T2" fmla="*/ 59 w 68"/>
                  <a:gd name="T3" fmla="*/ 32 h 33"/>
                  <a:gd name="T4" fmla="*/ 64 w 68"/>
                  <a:gd name="T5" fmla="*/ 26 h 33"/>
                  <a:gd name="T6" fmla="*/ 3 w 68"/>
                  <a:gd name="T7" fmla="*/ 4 h 33"/>
                  <a:gd name="T8" fmla="*/ 3 w 68"/>
                  <a:gd name="T9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3">
                    <a:moveTo>
                      <a:pt x="3" y="10"/>
                    </a:moveTo>
                    <a:cubicBezTo>
                      <a:pt x="23" y="14"/>
                      <a:pt x="40" y="23"/>
                      <a:pt x="59" y="32"/>
                    </a:cubicBezTo>
                    <a:cubicBezTo>
                      <a:pt x="63" y="33"/>
                      <a:pt x="68" y="29"/>
                      <a:pt x="64" y="26"/>
                    </a:cubicBezTo>
                    <a:cubicBezTo>
                      <a:pt x="46" y="10"/>
                      <a:pt x="26" y="0"/>
                      <a:pt x="3" y="4"/>
                    </a:cubicBezTo>
                    <a:cubicBezTo>
                      <a:pt x="0" y="4"/>
                      <a:pt x="0" y="9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3" name="Freeform 74">
                <a:extLst>
                  <a:ext uri="{FF2B5EF4-FFF2-40B4-BE49-F238E27FC236}">
                    <a16:creationId xmlns:a16="http://schemas.microsoft.com/office/drawing/2014/main" id="{5922A9BA-6BBB-810E-8D0F-D7D7220BD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9851" y="1784351"/>
                <a:ext cx="85725" cy="47625"/>
              </a:xfrm>
              <a:custGeom>
                <a:avLst/>
                <a:gdLst>
                  <a:gd name="T0" fmla="*/ 3 w 83"/>
                  <a:gd name="T1" fmla="*/ 6 h 46"/>
                  <a:gd name="T2" fmla="*/ 75 w 83"/>
                  <a:gd name="T3" fmla="*/ 43 h 46"/>
                  <a:gd name="T4" fmla="*/ 79 w 83"/>
                  <a:gd name="T5" fmla="*/ 37 h 46"/>
                  <a:gd name="T6" fmla="*/ 6 w 83"/>
                  <a:gd name="T7" fmla="*/ 1 h 46"/>
                  <a:gd name="T8" fmla="*/ 3 w 83"/>
                  <a:gd name="T9" fmla="*/ 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46">
                    <a:moveTo>
                      <a:pt x="3" y="6"/>
                    </a:moveTo>
                    <a:cubicBezTo>
                      <a:pt x="28" y="18"/>
                      <a:pt x="52" y="30"/>
                      <a:pt x="75" y="43"/>
                    </a:cubicBezTo>
                    <a:cubicBezTo>
                      <a:pt x="80" y="46"/>
                      <a:pt x="83" y="39"/>
                      <a:pt x="79" y="37"/>
                    </a:cubicBezTo>
                    <a:cubicBezTo>
                      <a:pt x="57" y="20"/>
                      <a:pt x="33" y="7"/>
                      <a:pt x="6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4" name="Freeform 75">
                <a:extLst>
                  <a:ext uri="{FF2B5EF4-FFF2-40B4-BE49-F238E27FC236}">
                    <a16:creationId xmlns:a16="http://schemas.microsoft.com/office/drawing/2014/main" id="{EA493378-BCA1-FCE4-ACC4-7CDEE37F98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5426" y="1847851"/>
                <a:ext cx="66675" cy="61913"/>
              </a:xfrm>
              <a:custGeom>
                <a:avLst/>
                <a:gdLst>
                  <a:gd name="T0" fmla="*/ 5 w 65"/>
                  <a:gd name="T1" fmla="*/ 12 h 59"/>
                  <a:gd name="T2" fmla="*/ 55 w 65"/>
                  <a:gd name="T3" fmla="*/ 55 h 59"/>
                  <a:gd name="T4" fmla="*/ 62 w 65"/>
                  <a:gd name="T5" fmla="*/ 49 h 59"/>
                  <a:gd name="T6" fmla="*/ 42 w 65"/>
                  <a:gd name="T7" fmla="*/ 23 h 59"/>
                  <a:gd name="T8" fmla="*/ 10 w 65"/>
                  <a:gd name="T9" fmla="*/ 4 h 59"/>
                  <a:gd name="T10" fmla="*/ 5 w 65"/>
                  <a:gd name="T11" fmla="*/ 1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59">
                    <a:moveTo>
                      <a:pt x="5" y="12"/>
                    </a:moveTo>
                    <a:cubicBezTo>
                      <a:pt x="23" y="25"/>
                      <a:pt x="42" y="37"/>
                      <a:pt x="55" y="55"/>
                    </a:cubicBezTo>
                    <a:cubicBezTo>
                      <a:pt x="58" y="59"/>
                      <a:pt x="65" y="53"/>
                      <a:pt x="62" y="49"/>
                    </a:cubicBezTo>
                    <a:cubicBezTo>
                      <a:pt x="57" y="39"/>
                      <a:pt x="50" y="31"/>
                      <a:pt x="42" y="23"/>
                    </a:cubicBezTo>
                    <a:cubicBezTo>
                      <a:pt x="33" y="15"/>
                      <a:pt x="21" y="9"/>
                      <a:pt x="10" y="4"/>
                    </a:cubicBezTo>
                    <a:cubicBezTo>
                      <a:pt x="5" y="0"/>
                      <a:pt x="0" y="8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5" name="Freeform 76">
                <a:extLst>
                  <a:ext uri="{FF2B5EF4-FFF2-40B4-BE49-F238E27FC236}">
                    <a16:creationId xmlns:a16="http://schemas.microsoft.com/office/drawing/2014/main" id="{E0A243D3-F57E-E24A-E695-6B9C514B8F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0038" y="1765301"/>
                <a:ext cx="30163" cy="87313"/>
              </a:xfrm>
              <a:custGeom>
                <a:avLst/>
                <a:gdLst>
                  <a:gd name="T0" fmla="*/ 10 w 28"/>
                  <a:gd name="T1" fmla="*/ 81 h 84"/>
                  <a:gd name="T2" fmla="*/ 27 w 28"/>
                  <a:gd name="T3" fmla="*/ 10 h 84"/>
                  <a:gd name="T4" fmla="*/ 17 w 28"/>
                  <a:gd name="T5" fmla="*/ 6 h 84"/>
                  <a:gd name="T6" fmla="*/ 4 w 28"/>
                  <a:gd name="T7" fmla="*/ 81 h 84"/>
                  <a:gd name="T8" fmla="*/ 10 w 28"/>
                  <a:gd name="T9" fmla="*/ 8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84">
                    <a:moveTo>
                      <a:pt x="10" y="81"/>
                    </a:moveTo>
                    <a:cubicBezTo>
                      <a:pt x="15" y="57"/>
                      <a:pt x="22" y="34"/>
                      <a:pt x="27" y="10"/>
                    </a:cubicBezTo>
                    <a:cubicBezTo>
                      <a:pt x="28" y="4"/>
                      <a:pt x="20" y="0"/>
                      <a:pt x="17" y="6"/>
                    </a:cubicBezTo>
                    <a:cubicBezTo>
                      <a:pt x="6" y="29"/>
                      <a:pt x="0" y="55"/>
                      <a:pt x="4" y="81"/>
                    </a:cubicBezTo>
                    <a:cubicBezTo>
                      <a:pt x="5" y="84"/>
                      <a:pt x="10" y="84"/>
                      <a:pt x="10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6" name="Freeform 77">
                <a:extLst>
                  <a:ext uri="{FF2B5EF4-FFF2-40B4-BE49-F238E27FC236}">
                    <a16:creationId xmlns:a16="http://schemas.microsoft.com/office/drawing/2014/main" id="{9E19B9B6-2F88-AAE4-700D-67C0534CE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1476" y="1625601"/>
                <a:ext cx="39688" cy="63500"/>
              </a:xfrm>
              <a:custGeom>
                <a:avLst/>
                <a:gdLst>
                  <a:gd name="T0" fmla="*/ 7 w 39"/>
                  <a:gd name="T1" fmla="*/ 58 h 62"/>
                  <a:gd name="T2" fmla="*/ 38 w 39"/>
                  <a:gd name="T3" fmla="*/ 7 h 62"/>
                  <a:gd name="T4" fmla="*/ 29 w 39"/>
                  <a:gd name="T5" fmla="*/ 3 h 62"/>
                  <a:gd name="T6" fmla="*/ 13 w 39"/>
                  <a:gd name="T7" fmla="*/ 25 h 62"/>
                  <a:gd name="T8" fmla="*/ 1 w 39"/>
                  <a:gd name="T9" fmla="*/ 56 h 62"/>
                  <a:gd name="T10" fmla="*/ 7 w 39"/>
                  <a:gd name="T11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62">
                    <a:moveTo>
                      <a:pt x="7" y="58"/>
                    </a:moveTo>
                    <a:cubicBezTo>
                      <a:pt x="16" y="40"/>
                      <a:pt x="30" y="26"/>
                      <a:pt x="38" y="7"/>
                    </a:cubicBezTo>
                    <a:cubicBezTo>
                      <a:pt x="39" y="2"/>
                      <a:pt x="32" y="0"/>
                      <a:pt x="29" y="3"/>
                    </a:cubicBezTo>
                    <a:cubicBezTo>
                      <a:pt x="24" y="11"/>
                      <a:pt x="18" y="18"/>
                      <a:pt x="13" y="25"/>
                    </a:cubicBezTo>
                    <a:cubicBezTo>
                      <a:pt x="7" y="34"/>
                      <a:pt x="4" y="45"/>
                      <a:pt x="1" y="56"/>
                    </a:cubicBezTo>
                    <a:cubicBezTo>
                      <a:pt x="0" y="59"/>
                      <a:pt x="5" y="62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7" name="Freeform 78">
                <a:extLst>
                  <a:ext uri="{FF2B5EF4-FFF2-40B4-BE49-F238E27FC236}">
                    <a16:creationId xmlns:a16="http://schemas.microsoft.com/office/drawing/2014/main" id="{6EB82236-EBCC-E3EF-E9A8-31BFF6E40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6" y="1449388"/>
                <a:ext cx="88900" cy="112713"/>
              </a:xfrm>
              <a:custGeom>
                <a:avLst/>
                <a:gdLst>
                  <a:gd name="T0" fmla="*/ 8 w 86"/>
                  <a:gd name="T1" fmla="*/ 105 h 108"/>
                  <a:gd name="T2" fmla="*/ 81 w 86"/>
                  <a:gd name="T3" fmla="*/ 12 h 108"/>
                  <a:gd name="T4" fmla="*/ 75 w 86"/>
                  <a:gd name="T5" fmla="*/ 4 h 108"/>
                  <a:gd name="T6" fmla="*/ 1 w 86"/>
                  <a:gd name="T7" fmla="*/ 101 h 108"/>
                  <a:gd name="T8" fmla="*/ 8 w 86"/>
                  <a:gd name="T9" fmla="*/ 10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08">
                    <a:moveTo>
                      <a:pt x="8" y="105"/>
                    </a:moveTo>
                    <a:cubicBezTo>
                      <a:pt x="34" y="75"/>
                      <a:pt x="53" y="41"/>
                      <a:pt x="81" y="12"/>
                    </a:cubicBezTo>
                    <a:cubicBezTo>
                      <a:pt x="86" y="8"/>
                      <a:pt x="80" y="0"/>
                      <a:pt x="75" y="4"/>
                    </a:cubicBezTo>
                    <a:cubicBezTo>
                      <a:pt x="39" y="25"/>
                      <a:pt x="16" y="63"/>
                      <a:pt x="1" y="101"/>
                    </a:cubicBezTo>
                    <a:cubicBezTo>
                      <a:pt x="0" y="105"/>
                      <a:pt x="5" y="108"/>
                      <a:pt x="8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8" name="Freeform 79">
                <a:extLst>
                  <a:ext uri="{FF2B5EF4-FFF2-40B4-BE49-F238E27FC236}">
                    <a16:creationId xmlns:a16="http://schemas.microsoft.com/office/drawing/2014/main" id="{DE55E39F-F54C-A9CA-C626-D83FE446C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5313" y="1382713"/>
                <a:ext cx="88900" cy="57150"/>
              </a:xfrm>
              <a:custGeom>
                <a:avLst/>
                <a:gdLst>
                  <a:gd name="T0" fmla="*/ 7 w 86"/>
                  <a:gd name="T1" fmla="*/ 53 h 55"/>
                  <a:gd name="T2" fmla="*/ 79 w 86"/>
                  <a:gd name="T3" fmla="*/ 13 h 55"/>
                  <a:gd name="T4" fmla="*/ 76 w 86"/>
                  <a:gd name="T5" fmla="*/ 2 h 55"/>
                  <a:gd name="T6" fmla="*/ 3 w 86"/>
                  <a:gd name="T7" fmla="*/ 48 h 55"/>
                  <a:gd name="T8" fmla="*/ 7 w 86"/>
                  <a:gd name="T9" fmla="*/ 5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55">
                    <a:moveTo>
                      <a:pt x="7" y="53"/>
                    </a:moveTo>
                    <a:cubicBezTo>
                      <a:pt x="32" y="43"/>
                      <a:pt x="53" y="22"/>
                      <a:pt x="79" y="13"/>
                    </a:cubicBezTo>
                    <a:cubicBezTo>
                      <a:pt x="86" y="10"/>
                      <a:pt x="83" y="0"/>
                      <a:pt x="76" y="2"/>
                    </a:cubicBezTo>
                    <a:cubicBezTo>
                      <a:pt x="46" y="8"/>
                      <a:pt x="24" y="27"/>
                      <a:pt x="3" y="48"/>
                    </a:cubicBezTo>
                    <a:cubicBezTo>
                      <a:pt x="0" y="51"/>
                      <a:pt x="4" y="55"/>
                      <a:pt x="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79" name="Freeform 80">
                <a:extLst>
                  <a:ext uri="{FF2B5EF4-FFF2-40B4-BE49-F238E27FC236}">
                    <a16:creationId xmlns:a16="http://schemas.microsoft.com/office/drawing/2014/main" id="{9D7B2105-2D0E-A76B-B3FA-E802AD79D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5976" y="1304926"/>
                <a:ext cx="57150" cy="28575"/>
              </a:xfrm>
              <a:custGeom>
                <a:avLst/>
                <a:gdLst>
                  <a:gd name="T0" fmla="*/ 4 w 56"/>
                  <a:gd name="T1" fmla="*/ 26 h 27"/>
                  <a:gd name="T2" fmla="*/ 55 w 56"/>
                  <a:gd name="T3" fmla="*/ 4 h 27"/>
                  <a:gd name="T4" fmla="*/ 53 w 56"/>
                  <a:gd name="T5" fmla="*/ 2 h 27"/>
                  <a:gd name="T6" fmla="*/ 2 w 56"/>
                  <a:gd name="T7" fmla="*/ 23 h 27"/>
                  <a:gd name="T8" fmla="*/ 4 w 56"/>
                  <a:gd name="T9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7">
                    <a:moveTo>
                      <a:pt x="4" y="26"/>
                    </a:moveTo>
                    <a:cubicBezTo>
                      <a:pt x="21" y="18"/>
                      <a:pt x="41" y="18"/>
                      <a:pt x="55" y="4"/>
                    </a:cubicBezTo>
                    <a:cubicBezTo>
                      <a:pt x="56" y="2"/>
                      <a:pt x="54" y="0"/>
                      <a:pt x="53" y="2"/>
                    </a:cubicBezTo>
                    <a:cubicBezTo>
                      <a:pt x="38" y="14"/>
                      <a:pt x="19" y="15"/>
                      <a:pt x="2" y="23"/>
                    </a:cubicBezTo>
                    <a:cubicBezTo>
                      <a:pt x="0" y="24"/>
                      <a:pt x="2" y="27"/>
                      <a:pt x="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0" name="Freeform 81">
                <a:extLst>
                  <a:ext uri="{FF2B5EF4-FFF2-40B4-BE49-F238E27FC236}">
                    <a16:creationId xmlns:a16="http://schemas.microsoft.com/office/drawing/2014/main" id="{38FB5C89-A1B8-75D7-51E6-BBD79C9E7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9488" y="1247776"/>
                <a:ext cx="125413" cy="41275"/>
              </a:xfrm>
              <a:custGeom>
                <a:avLst/>
                <a:gdLst>
                  <a:gd name="T0" fmla="*/ 6 w 121"/>
                  <a:gd name="T1" fmla="*/ 38 h 40"/>
                  <a:gd name="T2" fmla="*/ 115 w 121"/>
                  <a:gd name="T3" fmla="*/ 13 h 40"/>
                  <a:gd name="T4" fmla="*/ 113 w 121"/>
                  <a:gd name="T5" fmla="*/ 0 h 40"/>
                  <a:gd name="T6" fmla="*/ 3 w 121"/>
                  <a:gd name="T7" fmla="*/ 34 h 40"/>
                  <a:gd name="T8" fmla="*/ 6 w 121"/>
                  <a:gd name="T9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40">
                    <a:moveTo>
                      <a:pt x="6" y="38"/>
                    </a:moveTo>
                    <a:cubicBezTo>
                      <a:pt x="40" y="23"/>
                      <a:pt x="79" y="25"/>
                      <a:pt x="115" y="13"/>
                    </a:cubicBezTo>
                    <a:cubicBezTo>
                      <a:pt x="121" y="11"/>
                      <a:pt x="121" y="0"/>
                      <a:pt x="113" y="0"/>
                    </a:cubicBezTo>
                    <a:cubicBezTo>
                      <a:pt x="72" y="3"/>
                      <a:pt x="37" y="11"/>
                      <a:pt x="3" y="34"/>
                    </a:cubicBezTo>
                    <a:cubicBezTo>
                      <a:pt x="0" y="36"/>
                      <a:pt x="3" y="40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1" name="Freeform 82">
                <a:extLst>
                  <a:ext uri="{FF2B5EF4-FFF2-40B4-BE49-F238E27FC236}">
                    <a16:creationId xmlns:a16="http://schemas.microsoft.com/office/drawing/2014/main" id="{EE775D94-0112-A50C-ADBB-DF4B4E1DD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9838" y="1225551"/>
                <a:ext cx="120650" cy="30163"/>
              </a:xfrm>
              <a:custGeom>
                <a:avLst/>
                <a:gdLst>
                  <a:gd name="T0" fmla="*/ 8 w 116"/>
                  <a:gd name="T1" fmla="*/ 25 h 28"/>
                  <a:gd name="T2" fmla="*/ 108 w 116"/>
                  <a:gd name="T3" fmla="*/ 27 h 28"/>
                  <a:gd name="T4" fmla="*/ 110 w 116"/>
                  <a:gd name="T5" fmla="*/ 15 h 28"/>
                  <a:gd name="T6" fmla="*/ 4 w 116"/>
                  <a:gd name="T7" fmla="*/ 17 h 28"/>
                  <a:gd name="T8" fmla="*/ 8 w 116"/>
                  <a:gd name="T9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8">
                    <a:moveTo>
                      <a:pt x="8" y="25"/>
                    </a:moveTo>
                    <a:cubicBezTo>
                      <a:pt x="41" y="16"/>
                      <a:pt x="74" y="23"/>
                      <a:pt x="108" y="27"/>
                    </a:cubicBezTo>
                    <a:cubicBezTo>
                      <a:pt x="115" y="28"/>
                      <a:pt x="116" y="17"/>
                      <a:pt x="110" y="15"/>
                    </a:cubicBezTo>
                    <a:cubicBezTo>
                      <a:pt x="72" y="4"/>
                      <a:pt x="40" y="0"/>
                      <a:pt x="4" y="17"/>
                    </a:cubicBezTo>
                    <a:cubicBezTo>
                      <a:pt x="0" y="19"/>
                      <a:pt x="3" y="26"/>
                      <a:pt x="8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2" name="Freeform 83">
                <a:extLst>
                  <a:ext uri="{FF2B5EF4-FFF2-40B4-BE49-F238E27FC236}">
                    <a16:creationId xmlns:a16="http://schemas.microsoft.com/office/drawing/2014/main" id="{880B7C35-6ABC-3F1C-CAA9-8A42FCC298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951" y="1241426"/>
                <a:ext cx="109538" cy="19050"/>
              </a:xfrm>
              <a:custGeom>
                <a:avLst/>
                <a:gdLst>
                  <a:gd name="T0" fmla="*/ 5 w 106"/>
                  <a:gd name="T1" fmla="*/ 9 h 18"/>
                  <a:gd name="T2" fmla="*/ 98 w 106"/>
                  <a:gd name="T3" fmla="*/ 17 h 18"/>
                  <a:gd name="T4" fmla="*/ 100 w 106"/>
                  <a:gd name="T5" fmla="*/ 9 h 18"/>
                  <a:gd name="T6" fmla="*/ 5 w 106"/>
                  <a:gd name="T7" fmla="*/ 2 h 18"/>
                  <a:gd name="T8" fmla="*/ 5 w 106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8">
                    <a:moveTo>
                      <a:pt x="5" y="9"/>
                    </a:moveTo>
                    <a:cubicBezTo>
                      <a:pt x="35" y="11"/>
                      <a:pt x="68" y="12"/>
                      <a:pt x="98" y="17"/>
                    </a:cubicBezTo>
                    <a:cubicBezTo>
                      <a:pt x="103" y="18"/>
                      <a:pt x="106" y="10"/>
                      <a:pt x="100" y="9"/>
                    </a:cubicBezTo>
                    <a:cubicBezTo>
                      <a:pt x="68" y="0"/>
                      <a:pt x="38" y="1"/>
                      <a:pt x="5" y="2"/>
                    </a:cubicBezTo>
                    <a:cubicBezTo>
                      <a:pt x="0" y="2"/>
                      <a:pt x="0" y="9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3" name="Freeform 84">
                <a:extLst>
                  <a:ext uri="{FF2B5EF4-FFF2-40B4-BE49-F238E27FC236}">
                    <a16:creationId xmlns:a16="http://schemas.microsoft.com/office/drawing/2014/main" id="{4BFF45C7-5429-17BA-E57E-63FD4614B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9263" y="1285876"/>
                <a:ext cx="117475" cy="47625"/>
              </a:xfrm>
              <a:custGeom>
                <a:avLst/>
                <a:gdLst>
                  <a:gd name="T0" fmla="*/ 5 w 112"/>
                  <a:gd name="T1" fmla="*/ 11 h 45"/>
                  <a:gd name="T2" fmla="*/ 100 w 112"/>
                  <a:gd name="T3" fmla="*/ 42 h 45"/>
                  <a:gd name="T4" fmla="*/ 105 w 112"/>
                  <a:gd name="T5" fmla="*/ 29 h 45"/>
                  <a:gd name="T6" fmla="*/ 8 w 112"/>
                  <a:gd name="T7" fmla="*/ 1 h 45"/>
                  <a:gd name="T8" fmla="*/ 5 w 112"/>
                  <a:gd name="T9" fmla="*/ 1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5">
                    <a:moveTo>
                      <a:pt x="5" y="11"/>
                    </a:moveTo>
                    <a:cubicBezTo>
                      <a:pt x="35" y="25"/>
                      <a:pt x="69" y="29"/>
                      <a:pt x="100" y="42"/>
                    </a:cubicBezTo>
                    <a:cubicBezTo>
                      <a:pt x="107" y="45"/>
                      <a:pt x="112" y="33"/>
                      <a:pt x="105" y="29"/>
                    </a:cubicBezTo>
                    <a:cubicBezTo>
                      <a:pt x="76" y="13"/>
                      <a:pt x="41" y="2"/>
                      <a:pt x="8" y="1"/>
                    </a:cubicBezTo>
                    <a:cubicBezTo>
                      <a:pt x="2" y="0"/>
                      <a:pt x="0" y="9"/>
                      <a:pt x="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4" name="Freeform 85">
                <a:extLst>
                  <a:ext uri="{FF2B5EF4-FFF2-40B4-BE49-F238E27FC236}">
                    <a16:creationId xmlns:a16="http://schemas.microsoft.com/office/drawing/2014/main" id="{63DFD262-AA3B-9E07-8B18-219F0E49B6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2776" y="1343026"/>
                <a:ext cx="122238" cy="44450"/>
              </a:xfrm>
              <a:custGeom>
                <a:avLst/>
                <a:gdLst>
                  <a:gd name="T0" fmla="*/ 3 w 117"/>
                  <a:gd name="T1" fmla="*/ 4 h 43"/>
                  <a:gd name="T2" fmla="*/ 109 w 117"/>
                  <a:gd name="T3" fmla="*/ 41 h 43"/>
                  <a:gd name="T4" fmla="*/ 113 w 117"/>
                  <a:gd name="T5" fmla="*/ 35 h 43"/>
                  <a:gd name="T6" fmla="*/ 3 w 117"/>
                  <a:gd name="T7" fmla="*/ 0 h 43"/>
                  <a:gd name="T8" fmla="*/ 3 w 117"/>
                  <a:gd name="T9" fmla="*/ 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43">
                    <a:moveTo>
                      <a:pt x="3" y="4"/>
                    </a:moveTo>
                    <a:cubicBezTo>
                      <a:pt x="41" y="6"/>
                      <a:pt x="76" y="23"/>
                      <a:pt x="109" y="41"/>
                    </a:cubicBezTo>
                    <a:cubicBezTo>
                      <a:pt x="113" y="43"/>
                      <a:pt x="117" y="37"/>
                      <a:pt x="113" y="35"/>
                    </a:cubicBezTo>
                    <a:cubicBezTo>
                      <a:pt x="79" y="13"/>
                      <a:pt x="43" y="0"/>
                      <a:pt x="3" y="0"/>
                    </a:cubicBezTo>
                    <a:cubicBezTo>
                      <a:pt x="0" y="0"/>
                      <a:pt x="0" y="4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5" name="Freeform 86">
                <a:extLst>
                  <a:ext uri="{FF2B5EF4-FFF2-40B4-BE49-F238E27FC236}">
                    <a16:creationId xmlns:a16="http://schemas.microsoft.com/office/drawing/2014/main" id="{7F0341CA-0F49-B905-E9F9-2F318D6FE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8513" y="1409701"/>
                <a:ext cx="104775" cy="49213"/>
              </a:xfrm>
              <a:custGeom>
                <a:avLst/>
                <a:gdLst>
                  <a:gd name="T0" fmla="*/ 3 w 101"/>
                  <a:gd name="T1" fmla="*/ 6 h 47"/>
                  <a:gd name="T2" fmla="*/ 90 w 101"/>
                  <a:gd name="T3" fmla="*/ 45 h 47"/>
                  <a:gd name="T4" fmla="*/ 96 w 101"/>
                  <a:gd name="T5" fmla="*/ 35 h 47"/>
                  <a:gd name="T6" fmla="*/ 4 w 101"/>
                  <a:gd name="T7" fmla="*/ 0 h 47"/>
                  <a:gd name="T8" fmla="*/ 3 w 101"/>
                  <a:gd name="T9" fmla="*/ 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47">
                    <a:moveTo>
                      <a:pt x="3" y="6"/>
                    </a:moveTo>
                    <a:cubicBezTo>
                      <a:pt x="31" y="18"/>
                      <a:pt x="59" y="37"/>
                      <a:pt x="90" y="45"/>
                    </a:cubicBezTo>
                    <a:cubicBezTo>
                      <a:pt x="95" y="47"/>
                      <a:pt x="101" y="39"/>
                      <a:pt x="96" y="35"/>
                    </a:cubicBezTo>
                    <a:cubicBezTo>
                      <a:pt x="70" y="15"/>
                      <a:pt x="36" y="3"/>
                      <a:pt x="4" y="0"/>
                    </a:cubicBezTo>
                    <a:cubicBezTo>
                      <a:pt x="1" y="0"/>
                      <a:pt x="0" y="4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6" name="Freeform 87">
                <a:extLst>
                  <a:ext uri="{FF2B5EF4-FFF2-40B4-BE49-F238E27FC236}">
                    <a16:creationId xmlns:a16="http://schemas.microsoft.com/office/drawing/2014/main" id="{C90F46F1-A24D-4EAB-FC47-BED165A87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3926" y="1504951"/>
                <a:ext cx="114300" cy="74613"/>
              </a:xfrm>
              <a:custGeom>
                <a:avLst/>
                <a:gdLst>
                  <a:gd name="T0" fmla="*/ 6 w 110"/>
                  <a:gd name="T1" fmla="*/ 10 h 71"/>
                  <a:gd name="T2" fmla="*/ 55 w 110"/>
                  <a:gd name="T3" fmla="*/ 40 h 71"/>
                  <a:gd name="T4" fmla="*/ 99 w 110"/>
                  <a:gd name="T5" fmla="*/ 67 h 71"/>
                  <a:gd name="T6" fmla="*/ 104 w 110"/>
                  <a:gd name="T7" fmla="*/ 58 h 71"/>
                  <a:gd name="T8" fmla="*/ 9 w 110"/>
                  <a:gd name="T9" fmla="*/ 0 h 71"/>
                  <a:gd name="T10" fmla="*/ 6 w 110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71">
                    <a:moveTo>
                      <a:pt x="6" y="10"/>
                    </a:moveTo>
                    <a:cubicBezTo>
                      <a:pt x="24" y="16"/>
                      <a:pt x="41" y="28"/>
                      <a:pt x="55" y="40"/>
                    </a:cubicBezTo>
                    <a:cubicBezTo>
                      <a:pt x="69" y="51"/>
                      <a:pt x="83" y="59"/>
                      <a:pt x="99" y="67"/>
                    </a:cubicBezTo>
                    <a:cubicBezTo>
                      <a:pt x="105" y="71"/>
                      <a:pt x="110" y="62"/>
                      <a:pt x="104" y="58"/>
                    </a:cubicBezTo>
                    <a:cubicBezTo>
                      <a:pt x="73" y="35"/>
                      <a:pt x="49" y="6"/>
                      <a:pt x="9" y="0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7" name="Freeform 88">
                <a:extLst>
                  <a:ext uri="{FF2B5EF4-FFF2-40B4-BE49-F238E27FC236}">
                    <a16:creationId xmlns:a16="http://schemas.microsoft.com/office/drawing/2014/main" id="{C2F3F228-BA4A-A13A-5381-5414B2272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4738" y="1631951"/>
                <a:ext cx="88900" cy="96838"/>
              </a:xfrm>
              <a:custGeom>
                <a:avLst/>
                <a:gdLst>
                  <a:gd name="T0" fmla="*/ 3 w 85"/>
                  <a:gd name="T1" fmla="*/ 9 h 93"/>
                  <a:gd name="T2" fmla="*/ 75 w 85"/>
                  <a:gd name="T3" fmla="*/ 89 h 93"/>
                  <a:gd name="T4" fmla="*/ 83 w 85"/>
                  <a:gd name="T5" fmla="*/ 83 h 93"/>
                  <a:gd name="T6" fmla="*/ 8 w 85"/>
                  <a:gd name="T7" fmla="*/ 2 h 93"/>
                  <a:gd name="T8" fmla="*/ 3 w 85"/>
                  <a:gd name="T9" fmla="*/ 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93">
                    <a:moveTo>
                      <a:pt x="3" y="9"/>
                    </a:moveTo>
                    <a:cubicBezTo>
                      <a:pt x="28" y="35"/>
                      <a:pt x="50" y="63"/>
                      <a:pt x="75" y="89"/>
                    </a:cubicBezTo>
                    <a:cubicBezTo>
                      <a:pt x="79" y="93"/>
                      <a:pt x="85" y="88"/>
                      <a:pt x="83" y="83"/>
                    </a:cubicBezTo>
                    <a:cubicBezTo>
                      <a:pt x="64" y="52"/>
                      <a:pt x="41" y="20"/>
                      <a:pt x="8" y="2"/>
                    </a:cubicBezTo>
                    <a:cubicBezTo>
                      <a:pt x="4" y="0"/>
                      <a:pt x="0" y="5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8" name="Freeform 89">
                <a:extLst>
                  <a:ext uri="{FF2B5EF4-FFF2-40B4-BE49-F238E27FC236}">
                    <a16:creationId xmlns:a16="http://schemas.microsoft.com/office/drawing/2014/main" id="{FB0568D2-FFF1-B4B7-3EB2-5CC6B914D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0626" y="1792288"/>
                <a:ext cx="53975" cy="84138"/>
              </a:xfrm>
              <a:custGeom>
                <a:avLst/>
                <a:gdLst>
                  <a:gd name="T0" fmla="*/ 2 w 52"/>
                  <a:gd name="T1" fmla="*/ 4 h 81"/>
                  <a:gd name="T2" fmla="*/ 22 w 52"/>
                  <a:gd name="T3" fmla="*/ 44 h 81"/>
                  <a:gd name="T4" fmla="*/ 45 w 52"/>
                  <a:gd name="T5" fmla="*/ 78 h 81"/>
                  <a:gd name="T6" fmla="*/ 50 w 52"/>
                  <a:gd name="T7" fmla="*/ 74 h 81"/>
                  <a:gd name="T8" fmla="*/ 32 w 52"/>
                  <a:gd name="T9" fmla="*/ 39 h 81"/>
                  <a:gd name="T10" fmla="*/ 6 w 52"/>
                  <a:gd name="T11" fmla="*/ 2 h 81"/>
                  <a:gd name="T12" fmla="*/ 2 w 52"/>
                  <a:gd name="T13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1">
                    <a:moveTo>
                      <a:pt x="2" y="4"/>
                    </a:moveTo>
                    <a:cubicBezTo>
                      <a:pt x="9" y="17"/>
                      <a:pt x="15" y="31"/>
                      <a:pt x="22" y="44"/>
                    </a:cubicBezTo>
                    <a:cubicBezTo>
                      <a:pt x="29" y="56"/>
                      <a:pt x="36" y="67"/>
                      <a:pt x="45" y="78"/>
                    </a:cubicBezTo>
                    <a:cubicBezTo>
                      <a:pt x="47" y="81"/>
                      <a:pt x="52" y="77"/>
                      <a:pt x="50" y="74"/>
                    </a:cubicBezTo>
                    <a:cubicBezTo>
                      <a:pt x="44" y="62"/>
                      <a:pt x="38" y="50"/>
                      <a:pt x="32" y="39"/>
                    </a:cubicBezTo>
                    <a:cubicBezTo>
                      <a:pt x="24" y="25"/>
                      <a:pt x="14" y="14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89" name="Freeform 90">
                <a:extLst>
                  <a:ext uri="{FF2B5EF4-FFF2-40B4-BE49-F238E27FC236}">
                    <a16:creationId xmlns:a16="http://schemas.microsoft.com/office/drawing/2014/main" id="{2009AC8C-86C0-3AE2-0843-AC544935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7938" y="1963738"/>
                <a:ext cx="57150" cy="109538"/>
              </a:xfrm>
              <a:custGeom>
                <a:avLst/>
                <a:gdLst>
                  <a:gd name="T0" fmla="*/ 2 w 55"/>
                  <a:gd name="T1" fmla="*/ 6 h 106"/>
                  <a:gd name="T2" fmla="*/ 45 w 55"/>
                  <a:gd name="T3" fmla="*/ 102 h 106"/>
                  <a:gd name="T4" fmla="*/ 53 w 55"/>
                  <a:gd name="T5" fmla="*/ 98 h 106"/>
                  <a:gd name="T6" fmla="*/ 9 w 55"/>
                  <a:gd name="T7" fmla="*/ 3 h 106"/>
                  <a:gd name="T8" fmla="*/ 2 w 55"/>
                  <a:gd name="T9" fmla="*/ 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106">
                    <a:moveTo>
                      <a:pt x="2" y="6"/>
                    </a:moveTo>
                    <a:cubicBezTo>
                      <a:pt x="14" y="39"/>
                      <a:pt x="30" y="70"/>
                      <a:pt x="45" y="102"/>
                    </a:cubicBezTo>
                    <a:cubicBezTo>
                      <a:pt x="47" y="106"/>
                      <a:pt x="55" y="103"/>
                      <a:pt x="53" y="98"/>
                    </a:cubicBezTo>
                    <a:cubicBezTo>
                      <a:pt x="42" y="65"/>
                      <a:pt x="28" y="33"/>
                      <a:pt x="9" y="3"/>
                    </a:cubicBezTo>
                    <a:cubicBezTo>
                      <a:pt x="7" y="0"/>
                      <a:pt x="0" y="2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90" name="Freeform 91">
                <a:extLst>
                  <a:ext uri="{FF2B5EF4-FFF2-40B4-BE49-F238E27FC236}">
                    <a16:creationId xmlns:a16="http://schemas.microsoft.com/office/drawing/2014/main" id="{85AF1825-85DE-61D3-EB31-6F22AE1CC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0963" y="2119313"/>
                <a:ext cx="49213" cy="73025"/>
              </a:xfrm>
              <a:custGeom>
                <a:avLst/>
                <a:gdLst>
                  <a:gd name="T0" fmla="*/ 2 w 47"/>
                  <a:gd name="T1" fmla="*/ 9 h 70"/>
                  <a:gd name="T2" fmla="*/ 32 w 47"/>
                  <a:gd name="T3" fmla="*/ 63 h 70"/>
                  <a:gd name="T4" fmla="*/ 43 w 47"/>
                  <a:gd name="T5" fmla="*/ 54 h 70"/>
                  <a:gd name="T6" fmla="*/ 13 w 47"/>
                  <a:gd name="T7" fmla="*/ 4 h 70"/>
                  <a:gd name="T8" fmla="*/ 2 w 47"/>
                  <a:gd name="T9" fmla="*/ 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70">
                    <a:moveTo>
                      <a:pt x="2" y="9"/>
                    </a:moveTo>
                    <a:cubicBezTo>
                      <a:pt x="9" y="29"/>
                      <a:pt x="18" y="47"/>
                      <a:pt x="32" y="63"/>
                    </a:cubicBezTo>
                    <a:cubicBezTo>
                      <a:pt x="37" y="70"/>
                      <a:pt x="47" y="61"/>
                      <a:pt x="43" y="54"/>
                    </a:cubicBezTo>
                    <a:cubicBezTo>
                      <a:pt x="34" y="37"/>
                      <a:pt x="24" y="20"/>
                      <a:pt x="13" y="4"/>
                    </a:cubicBezTo>
                    <a:cubicBezTo>
                      <a:pt x="9" y="0"/>
                      <a:pt x="0" y="2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291" name="Freeform 92">
                <a:extLst>
                  <a:ext uri="{FF2B5EF4-FFF2-40B4-BE49-F238E27FC236}">
                    <a16:creationId xmlns:a16="http://schemas.microsoft.com/office/drawing/2014/main" id="{3A119573-B25F-EA11-89BA-C1ACA60A4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4513" y="3827463"/>
                <a:ext cx="123825" cy="60325"/>
              </a:xfrm>
              <a:custGeom>
                <a:avLst/>
                <a:gdLst>
                  <a:gd name="T0" fmla="*/ 1 w 118"/>
                  <a:gd name="T1" fmla="*/ 59 h 59"/>
                  <a:gd name="T2" fmla="*/ 115 w 118"/>
                  <a:gd name="T3" fmla="*/ 6 h 59"/>
                  <a:gd name="T4" fmla="*/ 112 w 118"/>
                  <a:gd name="T5" fmla="*/ 0 h 59"/>
                  <a:gd name="T6" fmla="*/ 0 w 118"/>
                  <a:gd name="T7" fmla="*/ 58 h 59"/>
                  <a:gd name="T8" fmla="*/ 1 w 118"/>
                  <a:gd name="T9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" h="59">
                    <a:moveTo>
                      <a:pt x="1" y="59"/>
                    </a:moveTo>
                    <a:cubicBezTo>
                      <a:pt x="41" y="56"/>
                      <a:pt x="81" y="26"/>
                      <a:pt x="115" y="6"/>
                    </a:cubicBezTo>
                    <a:cubicBezTo>
                      <a:pt x="118" y="4"/>
                      <a:pt x="116" y="0"/>
                      <a:pt x="112" y="0"/>
                    </a:cubicBezTo>
                    <a:cubicBezTo>
                      <a:pt x="73" y="9"/>
                      <a:pt x="33" y="35"/>
                      <a:pt x="0" y="58"/>
                    </a:cubicBezTo>
                    <a:cubicBezTo>
                      <a:pt x="0" y="58"/>
                      <a:pt x="0" y="59"/>
                      <a:pt x="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</p:grpSp>
      </p:grpSp>
      <p:sp>
        <p:nvSpPr>
          <p:cNvPr id="293" name="文本框 292">
            <a:extLst>
              <a:ext uri="{FF2B5EF4-FFF2-40B4-BE49-F238E27FC236}">
                <a16:creationId xmlns:a16="http://schemas.microsoft.com/office/drawing/2014/main" id="{3AA66A30-D5ED-937C-F890-1063D4887D39}"/>
              </a:ext>
            </a:extLst>
          </p:cNvPr>
          <p:cNvSpPr txBox="1"/>
          <p:nvPr/>
        </p:nvSpPr>
        <p:spPr>
          <a:xfrm>
            <a:off x="1197712" y="5198080"/>
            <a:ext cx="1480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通常の会話形式で社内規程について質問できます。</a:t>
            </a:r>
            <a:endParaRPr lang="zh-CN" alt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01" name="Freeform 34">
            <a:extLst>
              <a:ext uri="{FF2B5EF4-FFF2-40B4-BE49-F238E27FC236}">
                <a16:creationId xmlns:a16="http://schemas.microsoft.com/office/drawing/2014/main" id="{AD576EA9-B77A-DCE1-E0EE-F16487FF918E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247976" y="4683680"/>
            <a:ext cx="585223" cy="379444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9DC3E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9182492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60FB-113D-1EBF-0A09-02B5CCEC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FA93F8C4-0D9C-7E4A-A4CE-66044563358B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433550A9-32EB-05BC-A7C8-54945A3ED2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5F10F587-EA56-1658-AF4B-7F86DDA4CB70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0B51C7A-7887-CA15-8958-EF705839BCA6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2.2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主要機能（社内規程の横断検索）</a:t>
            </a:r>
            <a:endParaRPr lang="zh-CN" altLang="en-US" sz="1600" b="1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855D3B5-E476-4F5B-8E8F-E2CE74CBF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35" y="1475147"/>
            <a:ext cx="6706985" cy="4230131"/>
          </a:xfrm>
          <a:prstGeom prst="rect">
            <a:avLst/>
          </a:prstGeom>
        </p:spPr>
      </p:pic>
      <p:sp>
        <p:nvSpPr>
          <p:cNvPr id="17" name="Freeform 56">
            <a:extLst>
              <a:ext uri="{FF2B5EF4-FFF2-40B4-BE49-F238E27FC236}">
                <a16:creationId xmlns:a16="http://schemas.microsoft.com/office/drawing/2014/main" id="{9FF5413D-FEEB-49C4-3D2C-541F28A53D53}"/>
              </a:ext>
            </a:extLst>
          </p:cNvPr>
          <p:cNvSpPr>
            <a:spLocks/>
          </p:cNvSpPr>
          <p:nvPr/>
        </p:nvSpPr>
        <p:spPr bwMode="auto">
          <a:xfrm>
            <a:off x="253230" y="993180"/>
            <a:ext cx="7546064" cy="5219361"/>
          </a:xfrm>
          <a:custGeom>
            <a:avLst/>
            <a:gdLst>
              <a:gd name="T0" fmla="*/ 145 w 153"/>
              <a:gd name="T1" fmla="*/ 2 h 52"/>
              <a:gd name="T2" fmla="*/ 143 w 153"/>
              <a:gd name="T3" fmla="*/ 4 h 52"/>
              <a:gd name="T4" fmla="*/ 121 w 153"/>
              <a:gd name="T5" fmla="*/ 3 h 52"/>
              <a:gd name="T6" fmla="*/ 84 w 153"/>
              <a:gd name="T7" fmla="*/ 4 h 52"/>
              <a:gd name="T8" fmla="*/ 29 w 153"/>
              <a:gd name="T9" fmla="*/ 3 h 52"/>
              <a:gd name="T10" fmla="*/ 23 w 153"/>
              <a:gd name="T11" fmla="*/ 4 h 52"/>
              <a:gd name="T12" fmla="*/ 7 w 153"/>
              <a:gd name="T13" fmla="*/ 4 h 52"/>
              <a:gd name="T14" fmla="*/ 4 w 153"/>
              <a:gd name="T15" fmla="*/ 33 h 52"/>
              <a:gd name="T16" fmla="*/ 5 w 153"/>
              <a:gd name="T17" fmla="*/ 45 h 52"/>
              <a:gd name="T18" fmla="*/ 17 w 153"/>
              <a:gd name="T19" fmla="*/ 49 h 52"/>
              <a:gd name="T20" fmla="*/ 27 w 153"/>
              <a:gd name="T21" fmla="*/ 49 h 52"/>
              <a:gd name="T22" fmla="*/ 38 w 153"/>
              <a:gd name="T23" fmla="*/ 48 h 52"/>
              <a:gd name="T24" fmla="*/ 41 w 153"/>
              <a:gd name="T25" fmla="*/ 49 h 52"/>
              <a:gd name="T26" fmla="*/ 57 w 153"/>
              <a:gd name="T27" fmla="*/ 48 h 52"/>
              <a:gd name="T28" fmla="*/ 61 w 153"/>
              <a:gd name="T29" fmla="*/ 49 h 52"/>
              <a:gd name="T30" fmla="*/ 68 w 153"/>
              <a:gd name="T31" fmla="*/ 49 h 52"/>
              <a:gd name="T32" fmla="*/ 102 w 153"/>
              <a:gd name="T33" fmla="*/ 49 h 52"/>
              <a:gd name="T34" fmla="*/ 149 w 153"/>
              <a:gd name="T35" fmla="*/ 49 h 52"/>
              <a:gd name="T36" fmla="*/ 150 w 153"/>
              <a:gd name="T37" fmla="*/ 24 h 52"/>
              <a:gd name="T38" fmla="*/ 150 w 153"/>
              <a:gd name="T39" fmla="*/ 3 h 52"/>
              <a:gd name="T40" fmla="*/ 151 w 153"/>
              <a:gd name="T41" fmla="*/ 1 h 52"/>
              <a:gd name="T42" fmla="*/ 153 w 153"/>
              <a:gd name="T43" fmla="*/ 3 h 52"/>
              <a:gd name="T44" fmla="*/ 152 w 153"/>
              <a:gd name="T45" fmla="*/ 5 h 52"/>
              <a:gd name="T46" fmla="*/ 152 w 153"/>
              <a:gd name="T47" fmla="*/ 24 h 52"/>
              <a:gd name="T48" fmla="*/ 151 w 153"/>
              <a:gd name="T49" fmla="*/ 27 h 52"/>
              <a:gd name="T50" fmla="*/ 152 w 153"/>
              <a:gd name="T51" fmla="*/ 36 h 52"/>
              <a:gd name="T52" fmla="*/ 153 w 153"/>
              <a:gd name="T53" fmla="*/ 49 h 52"/>
              <a:gd name="T54" fmla="*/ 152 w 153"/>
              <a:gd name="T55" fmla="*/ 52 h 52"/>
              <a:gd name="T56" fmla="*/ 135 w 153"/>
              <a:gd name="T57" fmla="*/ 49 h 52"/>
              <a:gd name="T58" fmla="*/ 109 w 153"/>
              <a:gd name="T59" fmla="*/ 50 h 52"/>
              <a:gd name="T60" fmla="*/ 100 w 153"/>
              <a:gd name="T61" fmla="*/ 51 h 52"/>
              <a:gd name="T62" fmla="*/ 72 w 153"/>
              <a:gd name="T63" fmla="*/ 52 h 52"/>
              <a:gd name="T64" fmla="*/ 57 w 153"/>
              <a:gd name="T65" fmla="*/ 50 h 52"/>
              <a:gd name="T66" fmla="*/ 17 w 153"/>
              <a:gd name="T67" fmla="*/ 51 h 52"/>
              <a:gd name="T68" fmla="*/ 3 w 153"/>
              <a:gd name="T69" fmla="*/ 52 h 52"/>
              <a:gd name="T70" fmla="*/ 3 w 153"/>
              <a:gd name="T71" fmla="*/ 46 h 52"/>
              <a:gd name="T72" fmla="*/ 2 w 153"/>
              <a:gd name="T73" fmla="*/ 43 h 52"/>
              <a:gd name="T74" fmla="*/ 4 w 153"/>
              <a:gd name="T75" fmla="*/ 4 h 52"/>
              <a:gd name="T76" fmla="*/ 0 w 153"/>
              <a:gd name="T77" fmla="*/ 3 h 52"/>
              <a:gd name="T78" fmla="*/ 3 w 153"/>
              <a:gd name="T79" fmla="*/ 2 h 52"/>
              <a:gd name="T80" fmla="*/ 19 w 153"/>
              <a:gd name="T81" fmla="*/ 2 h 52"/>
              <a:gd name="T82" fmla="*/ 27 w 153"/>
              <a:gd name="T83" fmla="*/ 1 h 52"/>
              <a:gd name="T84" fmla="*/ 35 w 153"/>
              <a:gd name="T85" fmla="*/ 2 h 52"/>
              <a:gd name="T86" fmla="*/ 44 w 153"/>
              <a:gd name="T87" fmla="*/ 1 h 52"/>
              <a:gd name="T88" fmla="*/ 83 w 153"/>
              <a:gd name="T89" fmla="*/ 2 h 52"/>
              <a:gd name="T90" fmla="*/ 92 w 153"/>
              <a:gd name="T91" fmla="*/ 2 h 52"/>
              <a:gd name="T92" fmla="*/ 123 w 153"/>
              <a:gd name="T93" fmla="*/ 1 h 52"/>
              <a:gd name="T94" fmla="*/ 135 w 153"/>
              <a:gd name="T95" fmla="*/ 1 h 52"/>
              <a:gd name="T96" fmla="*/ 145 w 153"/>
              <a:gd name="T97" fmla="*/ 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3" h="52">
                <a:moveTo>
                  <a:pt x="145" y="2"/>
                </a:moveTo>
                <a:cubicBezTo>
                  <a:pt x="145" y="4"/>
                  <a:pt x="142" y="3"/>
                  <a:pt x="143" y="4"/>
                </a:cubicBezTo>
                <a:cubicBezTo>
                  <a:pt x="135" y="4"/>
                  <a:pt x="129" y="2"/>
                  <a:pt x="121" y="3"/>
                </a:cubicBezTo>
                <a:cubicBezTo>
                  <a:pt x="110" y="3"/>
                  <a:pt x="98" y="4"/>
                  <a:pt x="84" y="4"/>
                </a:cubicBezTo>
                <a:cubicBezTo>
                  <a:pt x="66" y="4"/>
                  <a:pt x="47" y="3"/>
                  <a:pt x="29" y="3"/>
                </a:cubicBezTo>
                <a:cubicBezTo>
                  <a:pt x="27" y="3"/>
                  <a:pt x="25" y="4"/>
                  <a:pt x="23" y="4"/>
                </a:cubicBezTo>
                <a:cubicBezTo>
                  <a:pt x="18" y="4"/>
                  <a:pt x="12" y="3"/>
                  <a:pt x="7" y="4"/>
                </a:cubicBezTo>
                <a:cubicBezTo>
                  <a:pt x="4" y="13"/>
                  <a:pt x="4" y="23"/>
                  <a:pt x="4" y="33"/>
                </a:cubicBezTo>
                <a:cubicBezTo>
                  <a:pt x="4" y="37"/>
                  <a:pt x="4" y="41"/>
                  <a:pt x="5" y="45"/>
                </a:cubicBezTo>
                <a:cubicBezTo>
                  <a:pt x="3" y="51"/>
                  <a:pt x="12" y="49"/>
                  <a:pt x="17" y="49"/>
                </a:cubicBezTo>
                <a:cubicBezTo>
                  <a:pt x="20" y="49"/>
                  <a:pt x="24" y="49"/>
                  <a:pt x="27" y="49"/>
                </a:cubicBezTo>
                <a:cubicBezTo>
                  <a:pt x="31" y="49"/>
                  <a:pt x="33" y="48"/>
                  <a:pt x="38" y="48"/>
                </a:cubicBezTo>
                <a:cubicBezTo>
                  <a:pt x="39" y="48"/>
                  <a:pt x="40" y="49"/>
                  <a:pt x="41" y="49"/>
                </a:cubicBezTo>
                <a:cubicBezTo>
                  <a:pt x="47" y="49"/>
                  <a:pt x="51" y="48"/>
                  <a:pt x="57" y="48"/>
                </a:cubicBezTo>
                <a:cubicBezTo>
                  <a:pt x="59" y="48"/>
                  <a:pt x="60" y="49"/>
                  <a:pt x="61" y="49"/>
                </a:cubicBezTo>
                <a:cubicBezTo>
                  <a:pt x="63" y="50"/>
                  <a:pt x="66" y="49"/>
                  <a:pt x="68" y="49"/>
                </a:cubicBezTo>
                <a:cubicBezTo>
                  <a:pt x="79" y="50"/>
                  <a:pt x="91" y="50"/>
                  <a:pt x="102" y="49"/>
                </a:cubicBezTo>
                <a:cubicBezTo>
                  <a:pt x="118" y="48"/>
                  <a:pt x="132" y="47"/>
                  <a:pt x="149" y="49"/>
                </a:cubicBezTo>
                <a:cubicBezTo>
                  <a:pt x="149" y="40"/>
                  <a:pt x="150" y="33"/>
                  <a:pt x="150" y="24"/>
                </a:cubicBezTo>
                <a:cubicBezTo>
                  <a:pt x="150" y="16"/>
                  <a:pt x="149" y="11"/>
                  <a:pt x="150" y="3"/>
                </a:cubicBezTo>
                <a:cubicBezTo>
                  <a:pt x="151" y="3"/>
                  <a:pt x="151" y="2"/>
                  <a:pt x="151" y="1"/>
                </a:cubicBezTo>
                <a:cubicBezTo>
                  <a:pt x="152" y="1"/>
                  <a:pt x="153" y="3"/>
                  <a:pt x="153" y="3"/>
                </a:cubicBezTo>
                <a:cubicBezTo>
                  <a:pt x="153" y="4"/>
                  <a:pt x="152" y="4"/>
                  <a:pt x="152" y="5"/>
                </a:cubicBezTo>
                <a:cubicBezTo>
                  <a:pt x="151" y="12"/>
                  <a:pt x="152" y="18"/>
                  <a:pt x="152" y="24"/>
                </a:cubicBezTo>
                <a:cubicBezTo>
                  <a:pt x="152" y="25"/>
                  <a:pt x="151" y="26"/>
                  <a:pt x="151" y="27"/>
                </a:cubicBezTo>
                <a:cubicBezTo>
                  <a:pt x="151" y="30"/>
                  <a:pt x="152" y="33"/>
                  <a:pt x="152" y="36"/>
                </a:cubicBezTo>
                <a:cubicBezTo>
                  <a:pt x="151" y="41"/>
                  <a:pt x="149" y="47"/>
                  <a:pt x="153" y="49"/>
                </a:cubicBezTo>
                <a:cubicBezTo>
                  <a:pt x="152" y="50"/>
                  <a:pt x="152" y="51"/>
                  <a:pt x="152" y="52"/>
                </a:cubicBezTo>
                <a:cubicBezTo>
                  <a:pt x="147" y="49"/>
                  <a:pt x="140" y="51"/>
                  <a:pt x="135" y="49"/>
                </a:cubicBezTo>
                <a:cubicBezTo>
                  <a:pt x="128" y="49"/>
                  <a:pt x="116" y="50"/>
                  <a:pt x="109" y="50"/>
                </a:cubicBezTo>
                <a:cubicBezTo>
                  <a:pt x="107" y="51"/>
                  <a:pt x="103" y="51"/>
                  <a:pt x="100" y="51"/>
                </a:cubicBezTo>
                <a:cubicBezTo>
                  <a:pt x="91" y="51"/>
                  <a:pt x="81" y="52"/>
                  <a:pt x="72" y="52"/>
                </a:cubicBezTo>
                <a:cubicBezTo>
                  <a:pt x="67" y="52"/>
                  <a:pt x="61" y="52"/>
                  <a:pt x="57" y="50"/>
                </a:cubicBezTo>
                <a:cubicBezTo>
                  <a:pt x="44" y="50"/>
                  <a:pt x="30" y="51"/>
                  <a:pt x="17" y="51"/>
                </a:cubicBezTo>
                <a:cubicBezTo>
                  <a:pt x="13" y="52"/>
                  <a:pt x="7" y="52"/>
                  <a:pt x="3" y="52"/>
                </a:cubicBezTo>
                <a:cubicBezTo>
                  <a:pt x="2" y="50"/>
                  <a:pt x="3" y="48"/>
                  <a:pt x="3" y="46"/>
                </a:cubicBezTo>
                <a:cubicBezTo>
                  <a:pt x="3" y="45"/>
                  <a:pt x="2" y="44"/>
                  <a:pt x="2" y="43"/>
                </a:cubicBezTo>
                <a:cubicBezTo>
                  <a:pt x="1" y="30"/>
                  <a:pt x="3" y="19"/>
                  <a:pt x="4" y="4"/>
                </a:cubicBezTo>
                <a:cubicBezTo>
                  <a:pt x="4" y="3"/>
                  <a:pt x="1" y="4"/>
                  <a:pt x="0" y="3"/>
                </a:cubicBezTo>
                <a:cubicBezTo>
                  <a:pt x="1" y="1"/>
                  <a:pt x="2" y="1"/>
                  <a:pt x="3" y="2"/>
                </a:cubicBezTo>
                <a:cubicBezTo>
                  <a:pt x="8" y="1"/>
                  <a:pt x="14" y="2"/>
                  <a:pt x="19" y="2"/>
                </a:cubicBezTo>
                <a:cubicBezTo>
                  <a:pt x="22" y="2"/>
                  <a:pt x="25" y="1"/>
                  <a:pt x="27" y="1"/>
                </a:cubicBezTo>
                <a:cubicBezTo>
                  <a:pt x="30" y="1"/>
                  <a:pt x="32" y="2"/>
                  <a:pt x="35" y="2"/>
                </a:cubicBezTo>
                <a:cubicBezTo>
                  <a:pt x="38" y="2"/>
                  <a:pt x="41" y="2"/>
                  <a:pt x="44" y="1"/>
                </a:cubicBezTo>
                <a:cubicBezTo>
                  <a:pt x="56" y="1"/>
                  <a:pt x="70" y="2"/>
                  <a:pt x="83" y="2"/>
                </a:cubicBezTo>
                <a:cubicBezTo>
                  <a:pt x="86" y="2"/>
                  <a:pt x="89" y="2"/>
                  <a:pt x="92" y="2"/>
                </a:cubicBezTo>
                <a:cubicBezTo>
                  <a:pt x="101" y="2"/>
                  <a:pt x="113" y="1"/>
                  <a:pt x="123" y="1"/>
                </a:cubicBezTo>
                <a:cubicBezTo>
                  <a:pt x="127" y="1"/>
                  <a:pt x="131" y="1"/>
                  <a:pt x="135" y="1"/>
                </a:cubicBezTo>
                <a:cubicBezTo>
                  <a:pt x="138" y="2"/>
                  <a:pt x="142" y="0"/>
                  <a:pt x="145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86">
            <a:extLst>
              <a:ext uri="{FF2B5EF4-FFF2-40B4-BE49-F238E27FC236}">
                <a16:creationId xmlns:a16="http://schemas.microsoft.com/office/drawing/2014/main" id="{7F7E1996-4276-7121-7D68-15E785C49829}"/>
              </a:ext>
            </a:extLst>
          </p:cNvPr>
          <p:cNvSpPr>
            <a:spLocks noEditPoints="1"/>
          </p:cNvSpPr>
          <p:nvPr/>
        </p:nvSpPr>
        <p:spPr bwMode="auto">
          <a:xfrm>
            <a:off x="1655878" y="3429000"/>
            <a:ext cx="1463194" cy="900953"/>
          </a:xfrm>
          <a:custGeom>
            <a:avLst/>
            <a:gdLst/>
            <a:ahLst/>
            <a:cxnLst>
              <a:cxn ang="0">
                <a:pos x="303" y="104"/>
              </a:cxn>
              <a:cxn ang="0">
                <a:pos x="288" y="65"/>
              </a:cxn>
              <a:cxn ang="0">
                <a:pos x="259" y="35"/>
              </a:cxn>
              <a:cxn ang="0">
                <a:pos x="223" y="13"/>
              </a:cxn>
              <a:cxn ang="0">
                <a:pos x="182" y="2"/>
              </a:cxn>
              <a:cxn ang="0">
                <a:pos x="141" y="2"/>
              </a:cxn>
              <a:cxn ang="0">
                <a:pos x="113" y="9"/>
              </a:cxn>
              <a:cxn ang="0">
                <a:pos x="72" y="29"/>
              </a:cxn>
              <a:cxn ang="0">
                <a:pos x="36" y="61"/>
              </a:cxn>
              <a:cxn ang="0">
                <a:pos x="11" y="98"/>
              </a:cxn>
              <a:cxn ang="0">
                <a:pos x="0" y="141"/>
              </a:cxn>
              <a:cxn ang="0">
                <a:pos x="4" y="171"/>
              </a:cxn>
              <a:cxn ang="0">
                <a:pos x="28" y="208"/>
              </a:cxn>
              <a:cxn ang="0">
                <a:pos x="65" y="237"/>
              </a:cxn>
              <a:cxn ang="0">
                <a:pos x="93" y="250"/>
              </a:cxn>
              <a:cxn ang="0">
                <a:pos x="141" y="256"/>
              </a:cxn>
              <a:cxn ang="0">
                <a:pos x="167" y="261"/>
              </a:cxn>
              <a:cxn ang="0">
                <a:pos x="168" y="262"/>
              </a:cxn>
              <a:cxn ang="0">
                <a:pos x="190" y="265"/>
              </a:cxn>
              <a:cxn ang="0">
                <a:pos x="225" y="252"/>
              </a:cxn>
              <a:cxn ang="0">
                <a:pos x="255" y="233"/>
              </a:cxn>
              <a:cxn ang="0">
                <a:pos x="285" y="196"/>
              </a:cxn>
              <a:cxn ang="0">
                <a:pos x="303" y="150"/>
              </a:cxn>
              <a:cxn ang="0">
                <a:pos x="306" y="119"/>
              </a:cxn>
              <a:cxn ang="0">
                <a:pos x="266" y="212"/>
              </a:cxn>
              <a:cxn ang="0">
                <a:pos x="240" y="237"/>
              </a:cxn>
              <a:cxn ang="0">
                <a:pos x="207" y="254"/>
              </a:cxn>
              <a:cxn ang="0">
                <a:pos x="203" y="254"/>
              </a:cxn>
              <a:cxn ang="0">
                <a:pos x="211" y="248"/>
              </a:cxn>
              <a:cxn ang="0">
                <a:pos x="208" y="245"/>
              </a:cxn>
              <a:cxn ang="0">
                <a:pos x="196" y="251"/>
              </a:cxn>
              <a:cxn ang="0">
                <a:pos x="150" y="250"/>
              </a:cxn>
              <a:cxn ang="0">
                <a:pos x="128" y="247"/>
              </a:cxn>
              <a:cxn ang="0">
                <a:pos x="97" y="241"/>
              </a:cxn>
              <a:cxn ang="0">
                <a:pos x="65" y="226"/>
              </a:cxn>
              <a:cxn ang="0">
                <a:pos x="29" y="197"/>
              </a:cxn>
              <a:cxn ang="0">
                <a:pos x="13" y="174"/>
              </a:cxn>
              <a:cxn ang="0">
                <a:pos x="7" y="149"/>
              </a:cxn>
              <a:cxn ang="0">
                <a:pos x="13" y="115"/>
              </a:cxn>
              <a:cxn ang="0">
                <a:pos x="39" y="69"/>
              </a:cxn>
              <a:cxn ang="0">
                <a:pos x="59" y="47"/>
              </a:cxn>
              <a:cxn ang="0">
                <a:pos x="97" y="22"/>
              </a:cxn>
              <a:cxn ang="0">
                <a:pos x="139" y="9"/>
              </a:cxn>
              <a:cxn ang="0">
                <a:pos x="161" y="7"/>
              </a:cxn>
              <a:cxn ang="0">
                <a:pos x="193" y="11"/>
              </a:cxn>
              <a:cxn ang="0">
                <a:pos x="244" y="35"/>
              </a:cxn>
              <a:cxn ang="0">
                <a:pos x="269" y="55"/>
              </a:cxn>
              <a:cxn ang="0">
                <a:pos x="287" y="83"/>
              </a:cxn>
              <a:cxn ang="0">
                <a:pos x="296" y="115"/>
              </a:cxn>
              <a:cxn ang="0">
                <a:pos x="292" y="160"/>
              </a:cxn>
              <a:cxn ang="0">
                <a:pos x="273" y="204"/>
              </a:cxn>
            </a:cxnLst>
            <a:rect l="0" t="0" r="r" b="b"/>
            <a:pathLst>
              <a:path w="306" h="265">
                <a:moveTo>
                  <a:pt x="306" y="119"/>
                </a:moveTo>
                <a:lnTo>
                  <a:pt x="306" y="119"/>
                </a:lnTo>
                <a:lnTo>
                  <a:pt x="303" y="104"/>
                </a:lnTo>
                <a:lnTo>
                  <a:pt x="299" y="90"/>
                </a:lnTo>
                <a:lnTo>
                  <a:pt x="295" y="78"/>
                </a:lnTo>
                <a:lnTo>
                  <a:pt x="288" y="65"/>
                </a:lnTo>
                <a:lnTo>
                  <a:pt x="280" y="54"/>
                </a:lnTo>
                <a:lnTo>
                  <a:pt x="270" y="44"/>
                </a:lnTo>
                <a:lnTo>
                  <a:pt x="259" y="35"/>
                </a:lnTo>
                <a:lnTo>
                  <a:pt x="248" y="27"/>
                </a:lnTo>
                <a:lnTo>
                  <a:pt x="236" y="20"/>
                </a:lnTo>
                <a:lnTo>
                  <a:pt x="223" y="13"/>
                </a:lnTo>
                <a:lnTo>
                  <a:pt x="209" y="9"/>
                </a:lnTo>
                <a:lnTo>
                  <a:pt x="196" y="5"/>
                </a:lnTo>
                <a:lnTo>
                  <a:pt x="182" y="2"/>
                </a:lnTo>
                <a:lnTo>
                  <a:pt x="168" y="0"/>
                </a:lnTo>
                <a:lnTo>
                  <a:pt x="154" y="0"/>
                </a:lnTo>
                <a:lnTo>
                  <a:pt x="141" y="2"/>
                </a:lnTo>
                <a:lnTo>
                  <a:pt x="141" y="2"/>
                </a:lnTo>
                <a:lnTo>
                  <a:pt x="127" y="5"/>
                </a:lnTo>
                <a:lnTo>
                  <a:pt x="113" y="9"/>
                </a:lnTo>
                <a:lnTo>
                  <a:pt x="99" y="14"/>
                </a:lnTo>
                <a:lnTo>
                  <a:pt x="86" y="21"/>
                </a:lnTo>
                <a:lnTo>
                  <a:pt x="72" y="29"/>
                </a:lnTo>
                <a:lnTo>
                  <a:pt x="59" y="39"/>
                </a:lnTo>
                <a:lnTo>
                  <a:pt x="47" y="49"/>
                </a:lnTo>
                <a:lnTo>
                  <a:pt x="36" y="61"/>
                </a:lnTo>
                <a:lnTo>
                  <a:pt x="26" y="72"/>
                </a:lnTo>
                <a:lnTo>
                  <a:pt x="18" y="86"/>
                </a:lnTo>
                <a:lnTo>
                  <a:pt x="11" y="98"/>
                </a:lnTo>
                <a:lnTo>
                  <a:pt x="6" y="113"/>
                </a:lnTo>
                <a:lnTo>
                  <a:pt x="2" y="127"/>
                </a:lnTo>
                <a:lnTo>
                  <a:pt x="0" y="141"/>
                </a:lnTo>
                <a:lnTo>
                  <a:pt x="0" y="156"/>
                </a:lnTo>
                <a:lnTo>
                  <a:pt x="4" y="171"/>
                </a:lnTo>
                <a:lnTo>
                  <a:pt x="4" y="171"/>
                </a:lnTo>
                <a:lnTo>
                  <a:pt x="10" y="184"/>
                </a:lnTo>
                <a:lnTo>
                  <a:pt x="17" y="196"/>
                </a:lnTo>
                <a:lnTo>
                  <a:pt x="28" y="208"/>
                </a:lnTo>
                <a:lnTo>
                  <a:pt x="39" y="219"/>
                </a:lnTo>
                <a:lnTo>
                  <a:pt x="51" y="229"/>
                </a:lnTo>
                <a:lnTo>
                  <a:pt x="65" y="237"/>
                </a:lnTo>
                <a:lnTo>
                  <a:pt x="79" y="244"/>
                </a:lnTo>
                <a:lnTo>
                  <a:pt x="93" y="250"/>
                </a:lnTo>
                <a:lnTo>
                  <a:pt x="93" y="250"/>
                </a:lnTo>
                <a:lnTo>
                  <a:pt x="108" y="252"/>
                </a:lnTo>
                <a:lnTo>
                  <a:pt x="124" y="255"/>
                </a:lnTo>
                <a:lnTo>
                  <a:pt x="141" y="256"/>
                </a:lnTo>
                <a:lnTo>
                  <a:pt x="156" y="259"/>
                </a:lnTo>
                <a:lnTo>
                  <a:pt x="156" y="259"/>
                </a:lnTo>
                <a:lnTo>
                  <a:pt x="167" y="261"/>
                </a:lnTo>
                <a:lnTo>
                  <a:pt x="167" y="261"/>
                </a:lnTo>
                <a:lnTo>
                  <a:pt x="167" y="262"/>
                </a:lnTo>
                <a:lnTo>
                  <a:pt x="168" y="262"/>
                </a:lnTo>
                <a:lnTo>
                  <a:pt x="168" y="262"/>
                </a:lnTo>
                <a:lnTo>
                  <a:pt x="179" y="265"/>
                </a:lnTo>
                <a:lnTo>
                  <a:pt x="190" y="265"/>
                </a:lnTo>
                <a:lnTo>
                  <a:pt x="203" y="262"/>
                </a:lnTo>
                <a:lnTo>
                  <a:pt x="214" y="258"/>
                </a:lnTo>
                <a:lnTo>
                  <a:pt x="225" y="252"/>
                </a:lnTo>
                <a:lnTo>
                  <a:pt x="236" y="247"/>
                </a:lnTo>
                <a:lnTo>
                  <a:pt x="255" y="233"/>
                </a:lnTo>
                <a:lnTo>
                  <a:pt x="255" y="233"/>
                </a:lnTo>
                <a:lnTo>
                  <a:pt x="266" y="222"/>
                </a:lnTo>
                <a:lnTo>
                  <a:pt x="277" y="210"/>
                </a:lnTo>
                <a:lnTo>
                  <a:pt x="285" y="196"/>
                </a:lnTo>
                <a:lnTo>
                  <a:pt x="293" y="182"/>
                </a:lnTo>
                <a:lnTo>
                  <a:pt x="299" y="166"/>
                </a:lnTo>
                <a:lnTo>
                  <a:pt x="303" y="150"/>
                </a:lnTo>
                <a:lnTo>
                  <a:pt x="306" y="134"/>
                </a:lnTo>
                <a:lnTo>
                  <a:pt x="306" y="119"/>
                </a:lnTo>
                <a:lnTo>
                  <a:pt x="306" y="119"/>
                </a:lnTo>
                <a:close/>
                <a:moveTo>
                  <a:pt x="273" y="204"/>
                </a:moveTo>
                <a:lnTo>
                  <a:pt x="273" y="204"/>
                </a:lnTo>
                <a:lnTo>
                  <a:pt x="266" y="212"/>
                </a:lnTo>
                <a:lnTo>
                  <a:pt x="259" y="221"/>
                </a:lnTo>
                <a:lnTo>
                  <a:pt x="249" y="229"/>
                </a:lnTo>
                <a:lnTo>
                  <a:pt x="240" y="237"/>
                </a:lnTo>
                <a:lnTo>
                  <a:pt x="229" y="244"/>
                </a:lnTo>
                <a:lnTo>
                  <a:pt x="218" y="250"/>
                </a:lnTo>
                <a:lnTo>
                  <a:pt x="207" y="254"/>
                </a:lnTo>
                <a:lnTo>
                  <a:pt x="196" y="256"/>
                </a:lnTo>
                <a:lnTo>
                  <a:pt x="196" y="256"/>
                </a:lnTo>
                <a:lnTo>
                  <a:pt x="203" y="254"/>
                </a:lnTo>
                <a:lnTo>
                  <a:pt x="209" y="250"/>
                </a:lnTo>
                <a:lnTo>
                  <a:pt x="209" y="250"/>
                </a:lnTo>
                <a:lnTo>
                  <a:pt x="211" y="248"/>
                </a:lnTo>
                <a:lnTo>
                  <a:pt x="211" y="247"/>
                </a:lnTo>
                <a:lnTo>
                  <a:pt x="209" y="245"/>
                </a:lnTo>
                <a:lnTo>
                  <a:pt x="208" y="245"/>
                </a:lnTo>
                <a:lnTo>
                  <a:pt x="208" y="245"/>
                </a:lnTo>
                <a:lnTo>
                  <a:pt x="203" y="248"/>
                </a:lnTo>
                <a:lnTo>
                  <a:pt x="196" y="251"/>
                </a:lnTo>
                <a:lnTo>
                  <a:pt x="179" y="252"/>
                </a:lnTo>
                <a:lnTo>
                  <a:pt x="163" y="252"/>
                </a:lnTo>
                <a:lnTo>
                  <a:pt x="150" y="250"/>
                </a:lnTo>
                <a:lnTo>
                  <a:pt x="150" y="250"/>
                </a:lnTo>
                <a:lnTo>
                  <a:pt x="139" y="248"/>
                </a:lnTo>
                <a:lnTo>
                  <a:pt x="128" y="247"/>
                </a:lnTo>
                <a:lnTo>
                  <a:pt x="108" y="244"/>
                </a:lnTo>
                <a:lnTo>
                  <a:pt x="108" y="244"/>
                </a:lnTo>
                <a:lnTo>
                  <a:pt x="97" y="241"/>
                </a:lnTo>
                <a:lnTo>
                  <a:pt x="86" y="239"/>
                </a:lnTo>
                <a:lnTo>
                  <a:pt x="75" y="233"/>
                </a:lnTo>
                <a:lnTo>
                  <a:pt x="65" y="226"/>
                </a:lnTo>
                <a:lnTo>
                  <a:pt x="47" y="212"/>
                </a:lnTo>
                <a:lnTo>
                  <a:pt x="29" y="197"/>
                </a:lnTo>
                <a:lnTo>
                  <a:pt x="29" y="197"/>
                </a:lnTo>
                <a:lnTo>
                  <a:pt x="22" y="190"/>
                </a:lnTo>
                <a:lnTo>
                  <a:pt x="17" y="182"/>
                </a:lnTo>
                <a:lnTo>
                  <a:pt x="13" y="174"/>
                </a:lnTo>
                <a:lnTo>
                  <a:pt x="10" y="167"/>
                </a:lnTo>
                <a:lnTo>
                  <a:pt x="7" y="159"/>
                </a:lnTo>
                <a:lnTo>
                  <a:pt x="7" y="149"/>
                </a:lnTo>
                <a:lnTo>
                  <a:pt x="7" y="141"/>
                </a:lnTo>
                <a:lnTo>
                  <a:pt x="9" y="133"/>
                </a:lnTo>
                <a:lnTo>
                  <a:pt x="13" y="115"/>
                </a:lnTo>
                <a:lnTo>
                  <a:pt x="20" y="98"/>
                </a:lnTo>
                <a:lnTo>
                  <a:pt x="29" y="83"/>
                </a:lnTo>
                <a:lnTo>
                  <a:pt x="39" y="69"/>
                </a:lnTo>
                <a:lnTo>
                  <a:pt x="39" y="69"/>
                </a:lnTo>
                <a:lnTo>
                  <a:pt x="48" y="58"/>
                </a:lnTo>
                <a:lnTo>
                  <a:pt x="59" y="47"/>
                </a:lnTo>
                <a:lnTo>
                  <a:pt x="72" y="39"/>
                </a:lnTo>
                <a:lnTo>
                  <a:pt x="84" y="31"/>
                </a:lnTo>
                <a:lnTo>
                  <a:pt x="97" y="22"/>
                </a:lnTo>
                <a:lnTo>
                  <a:pt x="110" y="17"/>
                </a:lnTo>
                <a:lnTo>
                  <a:pt x="124" y="13"/>
                </a:lnTo>
                <a:lnTo>
                  <a:pt x="139" y="9"/>
                </a:lnTo>
                <a:lnTo>
                  <a:pt x="139" y="9"/>
                </a:lnTo>
                <a:lnTo>
                  <a:pt x="150" y="7"/>
                </a:lnTo>
                <a:lnTo>
                  <a:pt x="161" y="7"/>
                </a:lnTo>
                <a:lnTo>
                  <a:pt x="172" y="7"/>
                </a:lnTo>
                <a:lnTo>
                  <a:pt x="183" y="9"/>
                </a:lnTo>
                <a:lnTo>
                  <a:pt x="193" y="11"/>
                </a:lnTo>
                <a:lnTo>
                  <a:pt x="204" y="14"/>
                </a:lnTo>
                <a:lnTo>
                  <a:pt x="225" y="22"/>
                </a:lnTo>
                <a:lnTo>
                  <a:pt x="244" y="35"/>
                </a:lnTo>
                <a:lnTo>
                  <a:pt x="252" y="40"/>
                </a:lnTo>
                <a:lnTo>
                  <a:pt x="260" y="49"/>
                </a:lnTo>
                <a:lnTo>
                  <a:pt x="269" y="55"/>
                </a:lnTo>
                <a:lnTo>
                  <a:pt x="276" y="65"/>
                </a:lnTo>
                <a:lnTo>
                  <a:pt x="281" y="73"/>
                </a:lnTo>
                <a:lnTo>
                  <a:pt x="287" y="83"/>
                </a:lnTo>
                <a:lnTo>
                  <a:pt x="287" y="83"/>
                </a:lnTo>
                <a:lnTo>
                  <a:pt x="293" y="98"/>
                </a:lnTo>
                <a:lnTo>
                  <a:pt x="296" y="115"/>
                </a:lnTo>
                <a:lnTo>
                  <a:pt x="298" y="130"/>
                </a:lnTo>
                <a:lnTo>
                  <a:pt x="296" y="145"/>
                </a:lnTo>
                <a:lnTo>
                  <a:pt x="292" y="160"/>
                </a:lnTo>
                <a:lnTo>
                  <a:pt x="288" y="175"/>
                </a:lnTo>
                <a:lnTo>
                  <a:pt x="281" y="189"/>
                </a:lnTo>
                <a:lnTo>
                  <a:pt x="273" y="204"/>
                </a:lnTo>
                <a:lnTo>
                  <a:pt x="273" y="204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solidFill>
                <a:srgbClr val="BF9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88E78F-B1EF-B9FB-563A-8CF8995F1E7D}"/>
              </a:ext>
            </a:extLst>
          </p:cNvPr>
          <p:cNvSpPr txBox="1"/>
          <p:nvPr/>
        </p:nvSpPr>
        <p:spPr>
          <a:xfrm>
            <a:off x="8251499" y="4044191"/>
            <a:ext cx="30928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複数の社内文書から、質問に関連する規程や条項を検索します。</a:t>
            </a:r>
            <a:endParaRPr lang="en-US" altLang="zh-CN" sz="2000" dirty="0"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24" name="任意多边形 148">
            <a:extLst>
              <a:ext uri="{FF2B5EF4-FFF2-40B4-BE49-F238E27FC236}">
                <a16:creationId xmlns:a16="http://schemas.microsoft.com/office/drawing/2014/main" id="{174B0BE0-E0C4-C02E-2DF6-D00239511BDB}"/>
              </a:ext>
            </a:extLst>
          </p:cNvPr>
          <p:cNvSpPr/>
          <p:nvPr/>
        </p:nvSpPr>
        <p:spPr>
          <a:xfrm rot="3008548">
            <a:off x="3554683" y="2902881"/>
            <a:ext cx="4113798" cy="3059464"/>
          </a:xfrm>
          <a:custGeom>
            <a:avLst/>
            <a:gdLst>
              <a:gd name="connsiteX0" fmla="*/ 0 w 257175"/>
              <a:gd name="connsiteY0" fmla="*/ 647700 h 647700"/>
              <a:gd name="connsiteX1" fmla="*/ 257175 w 257175"/>
              <a:gd name="connsiteY1" fmla="*/ 0 h 647700"/>
              <a:gd name="connsiteX0" fmla="*/ 0 w 257175"/>
              <a:gd name="connsiteY0" fmla="*/ 647700 h 647700"/>
              <a:gd name="connsiteX1" fmla="*/ 257175 w 257175"/>
              <a:gd name="connsiteY1" fmla="*/ 0 h 647700"/>
              <a:gd name="connsiteX0" fmla="*/ 0 w 257175"/>
              <a:gd name="connsiteY0" fmla="*/ 647700 h 647700"/>
              <a:gd name="connsiteX1" fmla="*/ 257175 w 257175"/>
              <a:gd name="connsiteY1" fmla="*/ 0 h 647700"/>
              <a:gd name="connsiteX0" fmla="*/ 0 w 219075"/>
              <a:gd name="connsiteY0" fmla="*/ 638175 h 638175"/>
              <a:gd name="connsiteX1" fmla="*/ 219075 w 219075"/>
              <a:gd name="connsiteY1" fmla="*/ 0 h 638175"/>
              <a:gd name="connsiteX0" fmla="*/ 6366 w 225441"/>
              <a:gd name="connsiteY0" fmla="*/ 638175 h 638175"/>
              <a:gd name="connsiteX1" fmla="*/ 225441 w 225441"/>
              <a:gd name="connsiteY1" fmla="*/ 0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441" h="638175">
                <a:moveTo>
                  <a:pt x="6366" y="638175"/>
                </a:moveTo>
                <a:cubicBezTo>
                  <a:pt x="-22209" y="346075"/>
                  <a:pt x="44466" y="225425"/>
                  <a:pt x="225441" y="0"/>
                </a:cubicBezTo>
              </a:path>
            </a:pathLst>
          </a:custGeom>
          <a:noFill/>
          <a:ln w="25400" cap="rnd">
            <a:solidFill>
              <a:schemeClr val="tx1"/>
            </a:solidFill>
            <a:round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52250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CC6D-FCDA-C17D-0A9E-DF907400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F75640E-D2C8-4463-3E98-B87F87EFC0D7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4DB81195-1FBF-1693-6BFB-403E763C01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516D063F-6657-01BF-CE05-77225A2CB792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7D7B4BFC-B756-B24D-0A91-C64E91074354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2.3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主要機能（参照元の確認）</a:t>
            </a:r>
            <a:endParaRPr lang="zh-CN" altLang="en-US" sz="1600" b="1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83905A-4D43-AC92-1A5F-F46CAF53D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56" y="2927604"/>
            <a:ext cx="5144171" cy="3313195"/>
          </a:xfrm>
          <a:prstGeom prst="rect">
            <a:avLst/>
          </a:prstGeom>
        </p:spPr>
      </p:pic>
      <p:sp>
        <p:nvSpPr>
          <p:cNvPr id="15" name="Freeform 86">
            <a:extLst>
              <a:ext uri="{FF2B5EF4-FFF2-40B4-BE49-F238E27FC236}">
                <a16:creationId xmlns:a16="http://schemas.microsoft.com/office/drawing/2014/main" id="{EF113ECE-1D5F-23A1-1823-0FE08E7956D9}"/>
              </a:ext>
            </a:extLst>
          </p:cNvPr>
          <p:cNvSpPr>
            <a:spLocks noEditPoints="1"/>
          </p:cNvSpPr>
          <p:nvPr/>
        </p:nvSpPr>
        <p:spPr bwMode="auto">
          <a:xfrm>
            <a:off x="1100177" y="4140965"/>
            <a:ext cx="1732698" cy="463463"/>
          </a:xfrm>
          <a:custGeom>
            <a:avLst/>
            <a:gdLst/>
            <a:ahLst/>
            <a:cxnLst>
              <a:cxn ang="0">
                <a:pos x="303" y="104"/>
              </a:cxn>
              <a:cxn ang="0">
                <a:pos x="288" y="65"/>
              </a:cxn>
              <a:cxn ang="0">
                <a:pos x="259" y="35"/>
              </a:cxn>
              <a:cxn ang="0">
                <a:pos x="223" y="13"/>
              </a:cxn>
              <a:cxn ang="0">
                <a:pos x="182" y="2"/>
              </a:cxn>
              <a:cxn ang="0">
                <a:pos x="141" y="2"/>
              </a:cxn>
              <a:cxn ang="0">
                <a:pos x="113" y="9"/>
              </a:cxn>
              <a:cxn ang="0">
                <a:pos x="72" y="29"/>
              </a:cxn>
              <a:cxn ang="0">
                <a:pos x="36" y="61"/>
              </a:cxn>
              <a:cxn ang="0">
                <a:pos x="11" y="98"/>
              </a:cxn>
              <a:cxn ang="0">
                <a:pos x="0" y="141"/>
              </a:cxn>
              <a:cxn ang="0">
                <a:pos x="4" y="171"/>
              </a:cxn>
              <a:cxn ang="0">
                <a:pos x="28" y="208"/>
              </a:cxn>
              <a:cxn ang="0">
                <a:pos x="65" y="237"/>
              </a:cxn>
              <a:cxn ang="0">
                <a:pos x="93" y="250"/>
              </a:cxn>
              <a:cxn ang="0">
                <a:pos x="141" y="256"/>
              </a:cxn>
              <a:cxn ang="0">
                <a:pos x="167" y="261"/>
              </a:cxn>
              <a:cxn ang="0">
                <a:pos x="168" y="262"/>
              </a:cxn>
              <a:cxn ang="0">
                <a:pos x="190" y="265"/>
              </a:cxn>
              <a:cxn ang="0">
                <a:pos x="225" y="252"/>
              </a:cxn>
              <a:cxn ang="0">
                <a:pos x="255" y="233"/>
              </a:cxn>
              <a:cxn ang="0">
                <a:pos x="285" y="196"/>
              </a:cxn>
              <a:cxn ang="0">
                <a:pos x="303" y="150"/>
              </a:cxn>
              <a:cxn ang="0">
                <a:pos x="306" y="119"/>
              </a:cxn>
              <a:cxn ang="0">
                <a:pos x="266" y="212"/>
              </a:cxn>
              <a:cxn ang="0">
                <a:pos x="240" y="237"/>
              </a:cxn>
              <a:cxn ang="0">
                <a:pos x="207" y="254"/>
              </a:cxn>
              <a:cxn ang="0">
                <a:pos x="203" y="254"/>
              </a:cxn>
              <a:cxn ang="0">
                <a:pos x="211" y="248"/>
              </a:cxn>
              <a:cxn ang="0">
                <a:pos x="208" y="245"/>
              </a:cxn>
              <a:cxn ang="0">
                <a:pos x="196" y="251"/>
              </a:cxn>
              <a:cxn ang="0">
                <a:pos x="150" y="250"/>
              </a:cxn>
              <a:cxn ang="0">
                <a:pos x="128" y="247"/>
              </a:cxn>
              <a:cxn ang="0">
                <a:pos x="97" y="241"/>
              </a:cxn>
              <a:cxn ang="0">
                <a:pos x="65" y="226"/>
              </a:cxn>
              <a:cxn ang="0">
                <a:pos x="29" y="197"/>
              </a:cxn>
              <a:cxn ang="0">
                <a:pos x="13" y="174"/>
              </a:cxn>
              <a:cxn ang="0">
                <a:pos x="7" y="149"/>
              </a:cxn>
              <a:cxn ang="0">
                <a:pos x="13" y="115"/>
              </a:cxn>
              <a:cxn ang="0">
                <a:pos x="39" y="69"/>
              </a:cxn>
              <a:cxn ang="0">
                <a:pos x="59" y="47"/>
              </a:cxn>
              <a:cxn ang="0">
                <a:pos x="97" y="22"/>
              </a:cxn>
              <a:cxn ang="0">
                <a:pos x="139" y="9"/>
              </a:cxn>
              <a:cxn ang="0">
                <a:pos x="161" y="7"/>
              </a:cxn>
              <a:cxn ang="0">
                <a:pos x="193" y="11"/>
              </a:cxn>
              <a:cxn ang="0">
                <a:pos x="244" y="35"/>
              </a:cxn>
              <a:cxn ang="0">
                <a:pos x="269" y="55"/>
              </a:cxn>
              <a:cxn ang="0">
                <a:pos x="287" y="83"/>
              </a:cxn>
              <a:cxn ang="0">
                <a:pos x="296" y="115"/>
              </a:cxn>
              <a:cxn ang="0">
                <a:pos x="292" y="160"/>
              </a:cxn>
              <a:cxn ang="0">
                <a:pos x="273" y="204"/>
              </a:cxn>
            </a:cxnLst>
            <a:rect l="0" t="0" r="r" b="b"/>
            <a:pathLst>
              <a:path w="306" h="265">
                <a:moveTo>
                  <a:pt x="306" y="119"/>
                </a:moveTo>
                <a:lnTo>
                  <a:pt x="306" y="119"/>
                </a:lnTo>
                <a:lnTo>
                  <a:pt x="303" y="104"/>
                </a:lnTo>
                <a:lnTo>
                  <a:pt x="299" y="90"/>
                </a:lnTo>
                <a:lnTo>
                  <a:pt x="295" y="78"/>
                </a:lnTo>
                <a:lnTo>
                  <a:pt x="288" y="65"/>
                </a:lnTo>
                <a:lnTo>
                  <a:pt x="280" y="54"/>
                </a:lnTo>
                <a:lnTo>
                  <a:pt x="270" y="44"/>
                </a:lnTo>
                <a:lnTo>
                  <a:pt x="259" y="35"/>
                </a:lnTo>
                <a:lnTo>
                  <a:pt x="248" y="27"/>
                </a:lnTo>
                <a:lnTo>
                  <a:pt x="236" y="20"/>
                </a:lnTo>
                <a:lnTo>
                  <a:pt x="223" y="13"/>
                </a:lnTo>
                <a:lnTo>
                  <a:pt x="209" y="9"/>
                </a:lnTo>
                <a:lnTo>
                  <a:pt x="196" y="5"/>
                </a:lnTo>
                <a:lnTo>
                  <a:pt x="182" y="2"/>
                </a:lnTo>
                <a:lnTo>
                  <a:pt x="168" y="0"/>
                </a:lnTo>
                <a:lnTo>
                  <a:pt x="154" y="0"/>
                </a:lnTo>
                <a:lnTo>
                  <a:pt x="141" y="2"/>
                </a:lnTo>
                <a:lnTo>
                  <a:pt x="141" y="2"/>
                </a:lnTo>
                <a:lnTo>
                  <a:pt x="127" y="5"/>
                </a:lnTo>
                <a:lnTo>
                  <a:pt x="113" y="9"/>
                </a:lnTo>
                <a:lnTo>
                  <a:pt x="99" y="14"/>
                </a:lnTo>
                <a:lnTo>
                  <a:pt x="86" y="21"/>
                </a:lnTo>
                <a:lnTo>
                  <a:pt x="72" y="29"/>
                </a:lnTo>
                <a:lnTo>
                  <a:pt x="59" y="39"/>
                </a:lnTo>
                <a:lnTo>
                  <a:pt x="47" y="49"/>
                </a:lnTo>
                <a:lnTo>
                  <a:pt x="36" y="61"/>
                </a:lnTo>
                <a:lnTo>
                  <a:pt x="26" y="72"/>
                </a:lnTo>
                <a:lnTo>
                  <a:pt x="18" y="86"/>
                </a:lnTo>
                <a:lnTo>
                  <a:pt x="11" y="98"/>
                </a:lnTo>
                <a:lnTo>
                  <a:pt x="6" y="113"/>
                </a:lnTo>
                <a:lnTo>
                  <a:pt x="2" y="127"/>
                </a:lnTo>
                <a:lnTo>
                  <a:pt x="0" y="141"/>
                </a:lnTo>
                <a:lnTo>
                  <a:pt x="0" y="156"/>
                </a:lnTo>
                <a:lnTo>
                  <a:pt x="4" y="171"/>
                </a:lnTo>
                <a:lnTo>
                  <a:pt x="4" y="171"/>
                </a:lnTo>
                <a:lnTo>
                  <a:pt x="10" y="184"/>
                </a:lnTo>
                <a:lnTo>
                  <a:pt x="17" y="196"/>
                </a:lnTo>
                <a:lnTo>
                  <a:pt x="28" y="208"/>
                </a:lnTo>
                <a:lnTo>
                  <a:pt x="39" y="219"/>
                </a:lnTo>
                <a:lnTo>
                  <a:pt x="51" y="229"/>
                </a:lnTo>
                <a:lnTo>
                  <a:pt x="65" y="237"/>
                </a:lnTo>
                <a:lnTo>
                  <a:pt x="79" y="244"/>
                </a:lnTo>
                <a:lnTo>
                  <a:pt x="93" y="250"/>
                </a:lnTo>
                <a:lnTo>
                  <a:pt x="93" y="250"/>
                </a:lnTo>
                <a:lnTo>
                  <a:pt x="108" y="252"/>
                </a:lnTo>
                <a:lnTo>
                  <a:pt x="124" y="255"/>
                </a:lnTo>
                <a:lnTo>
                  <a:pt x="141" y="256"/>
                </a:lnTo>
                <a:lnTo>
                  <a:pt x="156" y="259"/>
                </a:lnTo>
                <a:lnTo>
                  <a:pt x="156" y="259"/>
                </a:lnTo>
                <a:lnTo>
                  <a:pt x="167" y="261"/>
                </a:lnTo>
                <a:lnTo>
                  <a:pt x="167" y="261"/>
                </a:lnTo>
                <a:lnTo>
                  <a:pt x="167" y="262"/>
                </a:lnTo>
                <a:lnTo>
                  <a:pt x="168" y="262"/>
                </a:lnTo>
                <a:lnTo>
                  <a:pt x="168" y="262"/>
                </a:lnTo>
                <a:lnTo>
                  <a:pt x="179" y="265"/>
                </a:lnTo>
                <a:lnTo>
                  <a:pt x="190" y="265"/>
                </a:lnTo>
                <a:lnTo>
                  <a:pt x="203" y="262"/>
                </a:lnTo>
                <a:lnTo>
                  <a:pt x="214" y="258"/>
                </a:lnTo>
                <a:lnTo>
                  <a:pt x="225" y="252"/>
                </a:lnTo>
                <a:lnTo>
                  <a:pt x="236" y="247"/>
                </a:lnTo>
                <a:lnTo>
                  <a:pt x="255" y="233"/>
                </a:lnTo>
                <a:lnTo>
                  <a:pt x="255" y="233"/>
                </a:lnTo>
                <a:lnTo>
                  <a:pt x="266" y="222"/>
                </a:lnTo>
                <a:lnTo>
                  <a:pt x="277" y="210"/>
                </a:lnTo>
                <a:lnTo>
                  <a:pt x="285" y="196"/>
                </a:lnTo>
                <a:lnTo>
                  <a:pt x="293" y="182"/>
                </a:lnTo>
                <a:lnTo>
                  <a:pt x="299" y="166"/>
                </a:lnTo>
                <a:lnTo>
                  <a:pt x="303" y="150"/>
                </a:lnTo>
                <a:lnTo>
                  <a:pt x="306" y="134"/>
                </a:lnTo>
                <a:lnTo>
                  <a:pt x="306" y="119"/>
                </a:lnTo>
                <a:lnTo>
                  <a:pt x="306" y="119"/>
                </a:lnTo>
                <a:close/>
                <a:moveTo>
                  <a:pt x="273" y="204"/>
                </a:moveTo>
                <a:lnTo>
                  <a:pt x="273" y="204"/>
                </a:lnTo>
                <a:lnTo>
                  <a:pt x="266" y="212"/>
                </a:lnTo>
                <a:lnTo>
                  <a:pt x="259" y="221"/>
                </a:lnTo>
                <a:lnTo>
                  <a:pt x="249" y="229"/>
                </a:lnTo>
                <a:lnTo>
                  <a:pt x="240" y="237"/>
                </a:lnTo>
                <a:lnTo>
                  <a:pt x="229" y="244"/>
                </a:lnTo>
                <a:lnTo>
                  <a:pt x="218" y="250"/>
                </a:lnTo>
                <a:lnTo>
                  <a:pt x="207" y="254"/>
                </a:lnTo>
                <a:lnTo>
                  <a:pt x="196" y="256"/>
                </a:lnTo>
                <a:lnTo>
                  <a:pt x="196" y="256"/>
                </a:lnTo>
                <a:lnTo>
                  <a:pt x="203" y="254"/>
                </a:lnTo>
                <a:lnTo>
                  <a:pt x="209" y="250"/>
                </a:lnTo>
                <a:lnTo>
                  <a:pt x="209" y="250"/>
                </a:lnTo>
                <a:lnTo>
                  <a:pt x="211" y="248"/>
                </a:lnTo>
                <a:lnTo>
                  <a:pt x="211" y="247"/>
                </a:lnTo>
                <a:lnTo>
                  <a:pt x="209" y="245"/>
                </a:lnTo>
                <a:lnTo>
                  <a:pt x="208" y="245"/>
                </a:lnTo>
                <a:lnTo>
                  <a:pt x="208" y="245"/>
                </a:lnTo>
                <a:lnTo>
                  <a:pt x="203" y="248"/>
                </a:lnTo>
                <a:lnTo>
                  <a:pt x="196" y="251"/>
                </a:lnTo>
                <a:lnTo>
                  <a:pt x="179" y="252"/>
                </a:lnTo>
                <a:lnTo>
                  <a:pt x="163" y="252"/>
                </a:lnTo>
                <a:lnTo>
                  <a:pt x="150" y="250"/>
                </a:lnTo>
                <a:lnTo>
                  <a:pt x="150" y="250"/>
                </a:lnTo>
                <a:lnTo>
                  <a:pt x="139" y="248"/>
                </a:lnTo>
                <a:lnTo>
                  <a:pt x="128" y="247"/>
                </a:lnTo>
                <a:lnTo>
                  <a:pt x="108" y="244"/>
                </a:lnTo>
                <a:lnTo>
                  <a:pt x="108" y="244"/>
                </a:lnTo>
                <a:lnTo>
                  <a:pt x="97" y="241"/>
                </a:lnTo>
                <a:lnTo>
                  <a:pt x="86" y="239"/>
                </a:lnTo>
                <a:lnTo>
                  <a:pt x="75" y="233"/>
                </a:lnTo>
                <a:lnTo>
                  <a:pt x="65" y="226"/>
                </a:lnTo>
                <a:lnTo>
                  <a:pt x="47" y="212"/>
                </a:lnTo>
                <a:lnTo>
                  <a:pt x="29" y="197"/>
                </a:lnTo>
                <a:lnTo>
                  <a:pt x="29" y="197"/>
                </a:lnTo>
                <a:lnTo>
                  <a:pt x="22" y="190"/>
                </a:lnTo>
                <a:lnTo>
                  <a:pt x="17" y="182"/>
                </a:lnTo>
                <a:lnTo>
                  <a:pt x="13" y="174"/>
                </a:lnTo>
                <a:lnTo>
                  <a:pt x="10" y="167"/>
                </a:lnTo>
                <a:lnTo>
                  <a:pt x="7" y="159"/>
                </a:lnTo>
                <a:lnTo>
                  <a:pt x="7" y="149"/>
                </a:lnTo>
                <a:lnTo>
                  <a:pt x="7" y="141"/>
                </a:lnTo>
                <a:lnTo>
                  <a:pt x="9" y="133"/>
                </a:lnTo>
                <a:lnTo>
                  <a:pt x="13" y="115"/>
                </a:lnTo>
                <a:lnTo>
                  <a:pt x="20" y="98"/>
                </a:lnTo>
                <a:lnTo>
                  <a:pt x="29" y="83"/>
                </a:lnTo>
                <a:lnTo>
                  <a:pt x="39" y="69"/>
                </a:lnTo>
                <a:lnTo>
                  <a:pt x="39" y="69"/>
                </a:lnTo>
                <a:lnTo>
                  <a:pt x="48" y="58"/>
                </a:lnTo>
                <a:lnTo>
                  <a:pt x="59" y="47"/>
                </a:lnTo>
                <a:lnTo>
                  <a:pt x="72" y="39"/>
                </a:lnTo>
                <a:lnTo>
                  <a:pt x="84" y="31"/>
                </a:lnTo>
                <a:lnTo>
                  <a:pt x="97" y="22"/>
                </a:lnTo>
                <a:lnTo>
                  <a:pt x="110" y="17"/>
                </a:lnTo>
                <a:lnTo>
                  <a:pt x="124" y="13"/>
                </a:lnTo>
                <a:lnTo>
                  <a:pt x="139" y="9"/>
                </a:lnTo>
                <a:lnTo>
                  <a:pt x="139" y="9"/>
                </a:lnTo>
                <a:lnTo>
                  <a:pt x="150" y="7"/>
                </a:lnTo>
                <a:lnTo>
                  <a:pt x="161" y="7"/>
                </a:lnTo>
                <a:lnTo>
                  <a:pt x="172" y="7"/>
                </a:lnTo>
                <a:lnTo>
                  <a:pt x="183" y="9"/>
                </a:lnTo>
                <a:lnTo>
                  <a:pt x="193" y="11"/>
                </a:lnTo>
                <a:lnTo>
                  <a:pt x="204" y="14"/>
                </a:lnTo>
                <a:lnTo>
                  <a:pt x="225" y="22"/>
                </a:lnTo>
                <a:lnTo>
                  <a:pt x="244" y="35"/>
                </a:lnTo>
                <a:lnTo>
                  <a:pt x="252" y="40"/>
                </a:lnTo>
                <a:lnTo>
                  <a:pt x="260" y="49"/>
                </a:lnTo>
                <a:lnTo>
                  <a:pt x="269" y="55"/>
                </a:lnTo>
                <a:lnTo>
                  <a:pt x="276" y="65"/>
                </a:lnTo>
                <a:lnTo>
                  <a:pt x="281" y="73"/>
                </a:lnTo>
                <a:lnTo>
                  <a:pt x="287" y="83"/>
                </a:lnTo>
                <a:lnTo>
                  <a:pt x="287" y="83"/>
                </a:lnTo>
                <a:lnTo>
                  <a:pt x="293" y="98"/>
                </a:lnTo>
                <a:lnTo>
                  <a:pt x="296" y="115"/>
                </a:lnTo>
                <a:lnTo>
                  <a:pt x="298" y="130"/>
                </a:lnTo>
                <a:lnTo>
                  <a:pt x="296" y="145"/>
                </a:lnTo>
                <a:lnTo>
                  <a:pt x="292" y="160"/>
                </a:lnTo>
                <a:lnTo>
                  <a:pt x="288" y="175"/>
                </a:lnTo>
                <a:lnTo>
                  <a:pt x="281" y="189"/>
                </a:lnTo>
                <a:lnTo>
                  <a:pt x="273" y="204"/>
                </a:lnTo>
                <a:lnTo>
                  <a:pt x="273" y="204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solidFill>
                <a:srgbClr val="BF9000"/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7F61F72-D8C1-0C73-9B03-F73B90343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542" y="2522708"/>
            <a:ext cx="4337386" cy="2089174"/>
          </a:xfrm>
          <a:prstGeom prst="rect">
            <a:avLst/>
          </a:prstGeom>
        </p:spPr>
      </p:pic>
      <p:sp>
        <p:nvSpPr>
          <p:cNvPr id="26" name="任意多边形 2">
            <a:extLst>
              <a:ext uri="{FF2B5EF4-FFF2-40B4-BE49-F238E27FC236}">
                <a16:creationId xmlns:a16="http://schemas.microsoft.com/office/drawing/2014/main" id="{401F0AB9-B2FF-F5FC-04D8-15DFECB51148}"/>
              </a:ext>
            </a:extLst>
          </p:cNvPr>
          <p:cNvSpPr/>
          <p:nvPr/>
        </p:nvSpPr>
        <p:spPr>
          <a:xfrm>
            <a:off x="6836118" y="2184741"/>
            <a:ext cx="4781604" cy="2665166"/>
          </a:xfrm>
          <a:custGeom>
            <a:avLst/>
            <a:gdLst>
              <a:gd name="connsiteX0" fmla="*/ 135734 w 5735830"/>
              <a:gd name="connsiteY0" fmla="*/ 360201 h 4633519"/>
              <a:gd name="connsiteX1" fmla="*/ 250034 w 5735830"/>
              <a:gd name="connsiteY1" fmla="*/ 1666487 h 4633519"/>
              <a:gd name="connsiteX2" fmla="*/ 201049 w 5735830"/>
              <a:gd name="connsiteY2" fmla="*/ 4262730 h 4633519"/>
              <a:gd name="connsiteX3" fmla="*/ 1376706 w 5735830"/>
              <a:gd name="connsiteY3" fmla="*/ 4475001 h 4633519"/>
              <a:gd name="connsiteX4" fmla="*/ 5344549 w 5735830"/>
              <a:gd name="connsiteY4" fmla="*/ 4491330 h 4633519"/>
              <a:gd name="connsiteX5" fmla="*/ 5360877 w 5735830"/>
              <a:gd name="connsiteY5" fmla="*/ 2613544 h 4633519"/>
              <a:gd name="connsiteX6" fmla="*/ 5507834 w 5735830"/>
              <a:gd name="connsiteY6" fmla="*/ 278558 h 4633519"/>
              <a:gd name="connsiteX7" fmla="*/ 1899220 w 5735830"/>
              <a:gd name="connsiteY7" fmla="*/ 294887 h 4633519"/>
              <a:gd name="connsiteX8" fmla="*/ 152063 w 5735830"/>
              <a:gd name="connsiteY8" fmla="*/ 972 h 4633519"/>
              <a:gd name="connsiteX9" fmla="*/ 86749 w 5735830"/>
              <a:gd name="connsiteY9" fmla="*/ 409187 h 4633519"/>
              <a:gd name="connsiteX10" fmla="*/ 135734 w 5735830"/>
              <a:gd name="connsiteY10" fmla="*/ 360201 h 4633519"/>
              <a:gd name="connsiteX0" fmla="*/ 92877 w 5741958"/>
              <a:gd name="connsiteY0" fmla="*/ 409187 h 4633519"/>
              <a:gd name="connsiteX1" fmla="*/ 256162 w 5741958"/>
              <a:gd name="connsiteY1" fmla="*/ 1666487 h 4633519"/>
              <a:gd name="connsiteX2" fmla="*/ 207177 w 5741958"/>
              <a:gd name="connsiteY2" fmla="*/ 4262730 h 4633519"/>
              <a:gd name="connsiteX3" fmla="*/ 1382834 w 5741958"/>
              <a:gd name="connsiteY3" fmla="*/ 4475001 h 4633519"/>
              <a:gd name="connsiteX4" fmla="*/ 5350677 w 5741958"/>
              <a:gd name="connsiteY4" fmla="*/ 4491330 h 4633519"/>
              <a:gd name="connsiteX5" fmla="*/ 5367005 w 5741958"/>
              <a:gd name="connsiteY5" fmla="*/ 2613544 h 4633519"/>
              <a:gd name="connsiteX6" fmla="*/ 5513962 w 5741958"/>
              <a:gd name="connsiteY6" fmla="*/ 278558 h 4633519"/>
              <a:gd name="connsiteX7" fmla="*/ 1905348 w 5741958"/>
              <a:gd name="connsiteY7" fmla="*/ 294887 h 4633519"/>
              <a:gd name="connsiteX8" fmla="*/ 158191 w 5741958"/>
              <a:gd name="connsiteY8" fmla="*/ 972 h 4633519"/>
              <a:gd name="connsiteX9" fmla="*/ 92877 w 5741958"/>
              <a:gd name="connsiteY9" fmla="*/ 409187 h 4633519"/>
              <a:gd name="connsiteX0" fmla="*/ 92877 w 5741958"/>
              <a:gd name="connsiteY0" fmla="*/ 768415 h 4633519"/>
              <a:gd name="connsiteX1" fmla="*/ 256162 w 5741958"/>
              <a:gd name="connsiteY1" fmla="*/ 1666487 h 4633519"/>
              <a:gd name="connsiteX2" fmla="*/ 207177 w 5741958"/>
              <a:gd name="connsiteY2" fmla="*/ 4262730 h 4633519"/>
              <a:gd name="connsiteX3" fmla="*/ 1382834 w 5741958"/>
              <a:gd name="connsiteY3" fmla="*/ 4475001 h 4633519"/>
              <a:gd name="connsiteX4" fmla="*/ 5350677 w 5741958"/>
              <a:gd name="connsiteY4" fmla="*/ 4491330 h 4633519"/>
              <a:gd name="connsiteX5" fmla="*/ 5367005 w 5741958"/>
              <a:gd name="connsiteY5" fmla="*/ 2613544 h 4633519"/>
              <a:gd name="connsiteX6" fmla="*/ 5513962 w 5741958"/>
              <a:gd name="connsiteY6" fmla="*/ 278558 h 4633519"/>
              <a:gd name="connsiteX7" fmla="*/ 1905348 w 5741958"/>
              <a:gd name="connsiteY7" fmla="*/ 294887 h 4633519"/>
              <a:gd name="connsiteX8" fmla="*/ 158191 w 5741958"/>
              <a:gd name="connsiteY8" fmla="*/ 972 h 4633519"/>
              <a:gd name="connsiteX9" fmla="*/ 92877 w 5741958"/>
              <a:gd name="connsiteY9" fmla="*/ 768415 h 4633519"/>
              <a:gd name="connsiteX0" fmla="*/ 3451 w 5652532"/>
              <a:gd name="connsiteY0" fmla="*/ 654617 h 4519721"/>
              <a:gd name="connsiteX1" fmla="*/ 166736 w 5652532"/>
              <a:gd name="connsiteY1" fmla="*/ 1552689 h 4519721"/>
              <a:gd name="connsiteX2" fmla="*/ 117751 w 5652532"/>
              <a:gd name="connsiteY2" fmla="*/ 4148932 h 4519721"/>
              <a:gd name="connsiteX3" fmla="*/ 1293408 w 5652532"/>
              <a:gd name="connsiteY3" fmla="*/ 4361203 h 4519721"/>
              <a:gd name="connsiteX4" fmla="*/ 5261251 w 5652532"/>
              <a:gd name="connsiteY4" fmla="*/ 4377532 h 4519721"/>
              <a:gd name="connsiteX5" fmla="*/ 5277579 w 5652532"/>
              <a:gd name="connsiteY5" fmla="*/ 2499746 h 4519721"/>
              <a:gd name="connsiteX6" fmla="*/ 5424536 w 5652532"/>
              <a:gd name="connsiteY6" fmla="*/ 164760 h 4519721"/>
              <a:gd name="connsiteX7" fmla="*/ 1815922 w 5652532"/>
              <a:gd name="connsiteY7" fmla="*/ 181089 h 4519721"/>
              <a:gd name="connsiteX8" fmla="*/ 346351 w 5652532"/>
              <a:gd name="connsiteY8" fmla="*/ 1474 h 4519721"/>
              <a:gd name="connsiteX9" fmla="*/ 3451 w 5652532"/>
              <a:gd name="connsiteY9" fmla="*/ 654617 h 4519721"/>
              <a:gd name="connsiteX0" fmla="*/ 3451 w 5613197"/>
              <a:gd name="connsiteY0" fmla="*/ 698621 h 4563725"/>
              <a:gd name="connsiteX1" fmla="*/ 166736 w 5613197"/>
              <a:gd name="connsiteY1" fmla="*/ 1596693 h 4563725"/>
              <a:gd name="connsiteX2" fmla="*/ 117751 w 5613197"/>
              <a:gd name="connsiteY2" fmla="*/ 4192936 h 4563725"/>
              <a:gd name="connsiteX3" fmla="*/ 1293408 w 5613197"/>
              <a:gd name="connsiteY3" fmla="*/ 4405207 h 4563725"/>
              <a:gd name="connsiteX4" fmla="*/ 5261251 w 5613197"/>
              <a:gd name="connsiteY4" fmla="*/ 4421536 h 4563725"/>
              <a:gd name="connsiteX5" fmla="*/ 5277579 w 5613197"/>
              <a:gd name="connsiteY5" fmla="*/ 2543750 h 4563725"/>
              <a:gd name="connsiteX6" fmla="*/ 5424536 w 5613197"/>
              <a:gd name="connsiteY6" fmla="*/ 208764 h 4563725"/>
              <a:gd name="connsiteX7" fmla="*/ 2354765 w 5613197"/>
              <a:gd name="connsiteY7" fmla="*/ 94464 h 4563725"/>
              <a:gd name="connsiteX8" fmla="*/ 346351 w 5613197"/>
              <a:gd name="connsiteY8" fmla="*/ 45478 h 4563725"/>
              <a:gd name="connsiteX9" fmla="*/ 3451 w 5613197"/>
              <a:gd name="connsiteY9" fmla="*/ 698621 h 4563725"/>
              <a:gd name="connsiteX0" fmla="*/ 3451 w 5554564"/>
              <a:gd name="connsiteY0" fmla="*/ 677467 h 4542571"/>
              <a:gd name="connsiteX1" fmla="*/ 166736 w 5554564"/>
              <a:gd name="connsiteY1" fmla="*/ 1575539 h 4542571"/>
              <a:gd name="connsiteX2" fmla="*/ 117751 w 5554564"/>
              <a:gd name="connsiteY2" fmla="*/ 4171782 h 4542571"/>
              <a:gd name="connsiteX3" fmla="*/ 1293408 w 5554564"/>
              <a:gd name="connsiteY3" fmla="*/ 4384053 h 4542571"/>
              <a:gd name="connsiteX4" fmla="*/ 5261251 w 5554564"/>
              <a:gd name="connsiteY4" fmla="*/ 4400382 h 4542571"/>
              <a:gd name="connsiteX5" fmla="*/ 5277579 w 5554564"/>
              <a:gd name="connsiteY5" fmla="*/ 2522596 h 4542571"/>
              <a:gd name="connsiteX6" fmla="*/ 5424536 w 5554564"/>
              <a:gd name="connsiteY6" fmla="*/ 187610 h 4542571"/>
              <a:gd name="connsiteX7" fmla="*/ 2354765 w 5554564"/>
              <a:gd name="connsiteY7" fmla="*/ 73310 h 4542571"/>
              <a:gd name="connsiteX8" fmla="*/ 346351 w 5554564"/>
              <a:gd name="connsiteY8" fmla="*/ 24324 h 4542571"/>
              <a:gd name="connsiteX9" fmla="*/ 3451 w 5554564"/>
              <a:gd name="connsiteY9" fmla="*/ 677467 h 4542571"/>
              <a:gd name="connsiteX0" fmla="*/ 3451 w 5682000"/>
              <a:gd name="connsiteY0" fmla="*/ 700982 h 4563669"/>
              <a:gd name="connsiteX1" fmla="*/ 166736 w 5682000"/>
              <a:gd name="connsiteY1" fmla="*/ 1599054 h 4563669"/>
              <a:gd name="connsiteX2" fmla="*/ 117751 w 5682000"/>
              <a:gd name="connsiteY2" fmla="*/ 4195297 h 4563669"/>
              <a:gd name="connsiteX3" fmla="*/ 1293408 w 5682000"/>
              <a:gd name="connsiteY3" fmla="*/ 4407568 h 4563669"/>
              <a:gd name="connsiteX4" fmla="*/ 5261251 w 5682000"/>
              <a:gd name="connsiteY4" fmla="*/ 4423897 h 4563669"/>
              <a:gd name="connsiteX5" fmla="*/ 5489850 w 5682000"/>
              <a:gd name="connsiteY5" fmla="*/ 2578768 h 4563669"/>
              <a:gd name="connsiteX6" fmla="*/ 5424536 w 5682000"/>
              <a:gd name="connsiteY6" fmla="*/ 211125 h 4563669"/>
              <a:gd name="connsiteX7" fmla="*/ 2354765 w 5682000"/>
              <a:gd name="connsiteY7" fmla="*/ 96825 h 4563669"/>
              <a:gd name="connsiteX8" fmla="*/ 346351 w 5682000"/>
              <a:gd name="connsiteY8" fmla="*/ 47839 h 4563669"/>
              <a:gd name="connsiteX9" fmla="*/ 3451 w 5682000"/>
              <a:gd name="connsiteY9" fmla="*/ 700982 h 4563669"/>
              <a:gd name="connsiteX0" fmla="*/ 3451 w 5687062"/>
              <a:gd name="connsiteY0" fmla="*/ 700982 h 4602114"/>
              <a:gd name="connsiteX1" fmla="*/ 166736 w 5687062"/>
              <a:gd name="connsiteY1" fmla="*/ 1599054 h 4602114"/>
              <a:gd name="connsiteX2" fmla="*/ 117751 w 5687062"/>
              <a:gd name="connsiteY2" fmla="*/ 4195297 h 4602114"/>
              <a:gd name="connsiteX3" fmla="*/ 1293408 w 5687062"/>
              <a:gd name="connsiteY3" fmla="*/ 4407568 h 4602114"/>
              <a:gd name="connsiteX4" fmla="*/ 5146951 w 5687062"/>
              <a:gd name="connsiteY4" fmla="*/ 4472883 h 4602114"/>
              <a:gd name="connsiteX5" fmla="*/ 5489850 w 5687062"/>
              <a:gd name="connsiteY5" fmla="*/ 2578768 h 4602114"/>
              <a:gd name="connsiteX6" fmla="*/ 5424536 w 5687062"/>
              <a:gd name="connsiteY6" fmla="*/ 211125 h 4602114"/>
              <a:gd name="connsiteX7" fmla="*/ 2354765 w 5687062"/>
              <a:gd name="connsiteY7" fmla="*/ 96825 h 4602114"/>
              <a:gd name="connsiteX8" fmla="*/ 346351 w 5687062"/>
              <a:gd name="connsiteY8" fmla="*/ 47839 h 4602114"/>
              <a:gd name="connsiteX9" fmla="*/ 3451 w 5687062"/>
              <a:gd name="connsiteY9" fmla="*/ 700982 h 4602114"/>
              <a:gd name="connsiteX0" fmla="*/ 3451 w 5687062"/>
              <a:gd name="connsiteY0" fmla="*/ 700982 h 4630183"/>
              <a:gd name="connsiteX1" fmla="*/ 166736 w 5687062"/>
              <a:gd name="connsiteY1" fmla="*/ 1599054 h 4630183"/>
              <a:gd name="connsiteX2" fmla="*/ 117751 w 5687062"/>
              <a:gd name="connsiteY2" fmla="*/ 4195297 h 4630183"/>
              <a:gd name="connsiteX3" fmla="*/ 1750608 w 5687062"/>
              <a:gd name="connsiteY3" fmla="*/ 4489211 h 4630183"/>
              <a:gd name="connsiteX4" fmla="*/ 5146951 w 5687062"/>
              <a:gd name="connsiteY4" fmla="*/ 4472883 h 4630183"/>
              <a:gd name="connsiteX5" fmla="*/ 5489850 w 5687062"/>
              <a:gd name="connsiteY5" fmla="*/ 2578768 h 4630183"/>
              <a:gd name="connsiteX6" fmla="*/ 5424536 w 5687062"/>
              <a:gd name="connsiteY6" fmla="*/ 211125 h 4630183"/>
              <a:gd name="connsiteX7" fmla="*/ 2354765 w 5687062"/>
              <a:gd name="connsiteY7" fmla="*/ 96825 h 4630183"/>
              <a:gd name="connsiteX8" fmla="*/ 346351 w 5687062"/>
              <a:gd name="connsiteY8" fmla="*/ 47839 h 4630183"/>
              <a:gd name="connsiteX9" fmla="*/ 3451 w 5687062"/>
              <a:gd name="connsiteY9" fmla="*/ 700982 h 4630183"/>
              <a:gd name="connsiteX0" fmla="*/ 39466 w 5723077"/>
              <a:gd name="connsiteY0" fmla="*/ 700982 h 4630183"/>
              <a:gd name="connsiteX1" fmla="*/ 55794 w 5723077"/>
              <a:gd name="connsiteY1" fmla="*/ 1958282 h 4630183"/>
              <a:gd name="connsiteX2" fmla="*/ 153766 w 5723077"/>
              <a:gd name="connsiteY2" fmla="*/ 4195297 h 4630183"/>
              <a:gd name="connsiteX3" fmla="*/ 1786623 w 5723077"/>
              <a:gd name="connsiteY3" fmla="*/ 4489211 h 4630183"/>
              <a:gd name="connsiteX4" fmla="*/ 5182966 w 5723077"/>
              <a:gd name="connsiteY4" fmla="*/ 4472883 h 4630183"/>
              <a:gd name="connsiteX5" fmla="*/ 5525865 w 5723077"/>
              <a:gd name="connsiteY5" fmla="*/ 2578768 h 4630183"/>
              <a:gd name="connsiteX6" fmla="*/ 5460551 w 5723077"/>
              <a:gd name="connsiteY6" fmla="*/ 211125 h 4630183"/>
              <a:gd name="connsiteX7" fmla="*/ 2390780 w 5723077"/>
              <a:gd name="connsiteY7" fmla="*/ 96825 h 4630183"/>
              <a:gd name="connsiteX8" fmla="*/ 382366 w 5723077"/>
              <a:gd name="connsiteY8" fmla="*/ 47839 h 4630183"/>
              <a:gd name="connsiteX9" fmla="*/ 39466 w 5723077"/>
              <a:gd name="connsiteY9" fmla="*/ 700982 h 4630183"/>
              <a:gd name="connsiteX0" fmla="*/ 39466 w 5723077"/>
              <a:gd name="connsiteY0" fmla="*/ 700982 h 4598647"/>
              <a:gd name="connsiteX1" fmla="*/ 55794 w 5723077"/>
              <a:gd name="connsiteY1" fmla="*/ 1958282 h 4598647"/>
              <a:gd name="connsiteX2" fmla="*/ 153766 w 5723077"/>
              <a:gd name="connsiteY2" fmla="*/ 4195297 h 4598647"/>
              <a:gd name="connsiteX3" fmla="*/ 1786623 w 5723077"/>
              <a:gd name="connsiteY3" fmla="*/ 4489211 h 4598647"/>
              <a:gd name="connsiteX4" fmla="*/ 5182966 w 5723077"/>
              <a:gd name="connsiteY4" fmla="*/ 4472883 h 4598647"/>
              <a:gd name="connsiteX5" fmla="*/ 5525865 w 5723077"/>
              <a:gd name="connsiteY5" fmla="*/ 2578768 h 4598647"/>
              <a:gd name="connsiteX6" fmla="*/ 5460551 w 5723077"/>
              <a:gd name="connsiteY6" fmla="*/ 211125 h 4598647"/>
              <a:gd name="connsiteX7" fmla="*/ 2390780 w 5723077"/>
              <a:gd name="connsiteY7" fmla="*/ 96825 h 4598647"/>
              <a:gd name="connsiteX8" fmla="*/ 382366 w 5723077"/>
              <a:gd name="connsiteY8" fmla="*/ 47839 h 4598647"/>
              <a:gd name="connsiteX9" fmla="*/ 39466 w 5723077"/>
              <a:gd name="connsiteY9" fmla="*/ 700982 h 4598647"/>
              <a:gd name="connsiteX0" fmla="*/ 39466 w 5716643"/>
              <a:gd name="connsiteY0" fmla="*/ 700982 h 4625148"/>
              <a:gd name="connsiteX1" fmla="*/ 55794 w 5716643"/>
              <a:gd name="connsiteY1" fmla="*/ 1958282 h 4625148"/>
              <a:gd name="connsiteX2" fmla="*/ 153766 w 5716643"/>
              <a:gd name="connsiteY2" fmla="*/ 4195297 h 4625148"/>
              <a:gd name="connsiteX3" fmla="*/ 1786623 w 5716643"/>
              <a:gd name="connsiteY3" fmla="*/ 4489211 h 4625148"/>
              <a:gd name="connsiteX4" fmla="*/ 5328776 w 5716643"/>
              <a:gd name="connsiteY4" fmla="*/ 4508802 h 4625148"/>
              <a:gd name="connsiteX5" fmla="*/ 5525865 w 5716643"/>
              <a:gd name="connsiteY5" fmla="*/ 2578768 h 4625148"/>
              <a:gd name="connsiteX6" fmla="*/ 5460551 w 5716643"/>
              <a:gd name="connsiteY6" fmla="*/ 211125 h 4625148"/>
              <a:gd name="connsiteX7" fmla="*/ 2390780 w 5716643"/>
              <a:gd name="connsiteY7" fmla="*/ 96825 h 4625148"/>
              <a:gd name="connsiteX8" fmla="*/ 382366 w 5716643"/>
              <a:gd name="connsiteY8" fmla="*/ 47839 h 4625148"/>
              <a:gd name="connsiteX9" fmla="*/ 39466 w 5716643"/>
              <a:gd name="connsiteY9" fmla="*/ 700982 h 4625148"/>
              <a:gd name="connsiteX0" fmla="*/ 39466 w 5715854"/>
              <a:gd name="connsiteY0" fmla="*/ 700982 h 4573748"/>
              <a:gd name="connsiteX1" fmla="*/ 55794 w 5715854"/>
              <a:gd name="connsiteY1" fmla="*/ 1958282 h 4573748"/>
              <a:gd name="connsiteX2" fmla="*/ 153766 w 5715854"/>
              <a:gd name="connsiteY2" fmla="*/ 4195297 h 4573748"/>
              <a:gd name="connsiteX3" fmla="*/ 1786623 w 5715854"/>
              <a:gd name="connsiteY3" fmla="*/ 4489211 h 4573748"/>
              <a:gd name="connsiteX4" fmla="*/ 5347003 w 5715854"/>
              <a:gd name="connsiteY4" fmla="*/ 4436964 h 4573748"/>
              <a:gd name="connsiteX5" fmla="*/ 5525865 w 5715854"/>
              <a:gd name="connsiteY5" fmla="*/ 2578768 h 4573748"/>
              <a:gd name="connsiteX6" fmla="*/ 5460551 w 5715854"/>
              <a:gd name="connsiteY6" fmla="*/ 211125 h 4573748"/>
              <a:gd name="connsiteX7" fmla="*/ 2390780 w 5715854"/>
              <a:gd name="connsiteY7" fmla="*/ 96825 h 4573748"/>
              <a:gd name="connsiteX8" fmla="*/ 382366 w 5715854"/>
              <a:gd name="connsiteY8" fmla="*/ 47839 h 4573748"/>
              <a:gd name="connsiteX9" fmla="*/ 39466 w 5715854"/>
              <a:gd name="connsiteY9" fmla="*/ 700982 h 4573748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382366 w 5628110"/>
              <a:gd name="connsiteY8" fmla="*/ 4897 h 4530806"/>
              <a:gd name="connsiteX9" fmla="*/ 39466 w 5628110"/>
              <a:gd name="connsiteY9" fmla="*/ 658040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9" fmla="*/ 39466 w 5628110"/>
              <a:gd name="connsiteY9" fmla="*/ 658040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9" fmla="*/ 277859 w 5628110"/>
              <a:gd name="connsiteY9" fmla="*/ 887092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0" fmla="*/ 39466 w 5628110"/>
              <a:gd name="connsiteY0" fmla="*/ 896635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0" fmla="*/ 39466 w 5628110"/>
              <a:gd name="connsiteY0" fmla="*/ 896635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845987 w 5628110"/>
              <a:gd name="connsiteY8" fmla="*/ 4897 h 453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28110" h="4530806">
                <a:moveTo>
                  <a:pt x="39466" y="896635"/>
                </a:moveTo>
                <a:cubicBezTo>
                  <a:pt x="-30151" y="1215042"/>
                  <a:pt x="36744" y="1372720"/>
                  <a:pt x="55794" y="1915340"/>
                </a:cubicBezTo>
                <a:cubicBezTo>
                  <a:pt x="74844" y="2457960"/>
                  <a:pt x="-134706" y="3730534"/>
                  <a:pt x="153766" y="4152355"/>
                </a:cubicBezTo>
                <a:cubicBezTo>
                  <a:pt x="442238" y="4574177"/>
                  <a:pt x="921084" y="4405991"/>
                  <a:pt x="1786623" y="4446269"/>
                </a:cubicBezTo>
                <a:cubicBezTo>
                  <a:pt x="2652162" y="4486547"/>
                  <a:pt x="4942512" y="4640591"/>
                  <a:pt x="5347003" y="4394022"/>
                </a:cubicBezTo>
                <a:cubicBezTo>
                  <a:pt x="5751494" y="4147453"/>
                  <a:pt x="5506940" y="3240133"/>
                  <a:pt x="5525865" y="2535826"/>
                </a:cubicBezTo>
                <a:cubicBezTo>
                  <a:pt x="5544790" y="1831520"/>
                  <a:pt x="5782574" y="438161"/>
                  <a:pt x="5460551" y="168183"/>
                </a:cubicBezTo>
                <a:cubicBezTo>
                  <a:pt x="5138528" y="-101795"/>
                  <a:pt x="3221955" y="81097"/>
                  <a:pt x="2390780" y="53883"/>
                </a:cubicBezTo>
                <a:cubicBezTo>
                  <a:pt x="1559605" y="26669"/>
                  <a:pt x="1148065" y="-14153"/>
                  <a:pt x="845987" y="4897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5790"/>
              </a:solidFill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53A9C14B-79A7-ED94-8CFA-A1613B18FA41}"/>
              </a:ext>
            </a:extLst>
          </p:cNvPr>
          <p:cNvSpPr>
            <a:spLocks/>
          </p:cNvSpPr>
          <p:nvPr/>
        </p:nvSpPr>
        <p:spPr bwMode="auto">
          <a:xfrm rot="4527729">
            <a:off x="5906246" y="3181883"/>
            <a:ext cx="378794" cy="649142"/>
          </a:xfrm>
          <a:custGeom>
            <a:avLst/>
            <a:gdLst>
              <a:gd name="T0" fmla="*/ 79 w 188"/>
              <a:gd name="T1" fmla="*/ 206 h 211"/>
              <a:gd name="T2" fmla="*/ 87 w 188"/>
              <a:gd name="T3" fmla="*/ 206 h 211"/>
              <a:gd name="T4" fmla="*/ 80 w 188"/>
              <a:gd name="T5" fmla="*/ 146 h 211"/>
              <a:gd name="T6" fmla="*/ 68 w 188"/>
              <a:gd name="T7" fmla="*/ 103 h 211"/>
              <a:gd name="T8" fmla="*/ 16 w 188"/>
              <a:gd name="T9" fmla="*/ 115 h 211"/>
              <a:gd name="T10" fmla="*/ 72 w 188"/>
              <a:gd name="T11" fmla="*/ 12 h 211"/>
              <a:gd name="T12" fmla="*/ 163 w 188"/>
              <a:gd name="T13" fmla="*/ 98 h 211"/>
              <a:gd name="T14" fmla="*/ 115 w 188"/>
              <a:gd name="T15" fmla="*/ 100 h 211"/>
              <a:gd name="T16" fmla="*/ 89 w 188"/>
              <a:gd name="T17" fmla="*/ 106 h 211"/>
              <a:gd name="T18" fmla="*/ 138 w 188"/>
              <a:gd name="T19" fmla="*/ 183 h 211"/>
              <a:gd name="T20" fmla="*/ 92 w 188"/>
              <a:gd name="T21" fmla="*/ 196 h 211"/>
              <a:gd name="T22" fmla="*/ 122 w 188"/>
              <a:gd name="T23" fmla="*/ 195 h 211"/>
              <a:gd name="T24" fmla="*/ 139 w 188"/>
              <a:gd name="T25" fmla="*/ 164 h 211"/>
              <a:gd name="T26" fmla="*/ 102 w 188"/>
              <a:gd name="T27" fmla="*/ 108 h 211"/>
              <a:gd name="T28" fmla="*/ 162 w 188"/>
              <a:gd name="T29" fmla="*/ 106 h 211"/>
              <a:gd name="T30" fmla="*/ 160 w 188"/>
              <a:gd name="T31" fmla="*/ 84 h 211"/>
              <a:gd name="T32" fmla="*/ 116 w 188"/>
              <a:gd name="T33" fmla="*/ 44 h 211"/>
              <a:gd name="T34" fmla="*/ 70 w 188"/>
              <a:gd name="T35" fmla="*/ 1 h 211"/>
              <a:gd name="T36" fmla="*/ 28 w 188"/>
              <a:gd name="T37" fmla="*/ 87 h 211"/>
              <a:gd name="T38" fmla="*/ 1 w 188"/>
              <a:gd name="T39" fmla="*/ 119 h 211"/>
              <a:gd name="T40" fmla="*/ 64 w 188"/>
              <a:gd name="T41" fmla="*/ 112 h 211"/>
              <a:gd name="T42" fmla="*/ 79 w 188"/>
              <a:gd name="T43" fmla="*/ 20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8" h="211">
                <a:moveTo>
                  <a:pt x="79" y="206"/>
                </a:moveTo>
                <a:cubicBezTo>
                  <a:pt x="79" y="211"/>
                  <a:pt x="87" y="211"/>
                  <a:pt x="87" y="206"/>
                </a:cubicBezTo>
                <a:cubicBezTo>
                  <a:pt x="87" y="186"/>
                  <a:pt x="84" y="165"/>
                  <a:pt x="80" y="146"/>
                </a:cubicBezTo>
                <a:cubicBezTo>
                  <a:pt x="79" y="138"/>
                  <a:pt x="76" y="106"/>
                  <a:pt x="68" y="103"/>
                </a:cubicBezTo>
                <a:cubicBezTo>
                  <a:pt x="60" y="100"/>
                  <a:pt x="27" y="115"/>
                  <a:pt x="16" y="115"/>
                </a:cubicBezTo>
                <a:cubicBezTo>
                  <a:pt x="45" y="88"/>
                  <a:pt x="54" y="46"/>
                  <a:pt x="72" y="12"/>
                </a:cubicBezTo>
                <a:cubicBezTo>
                  <a:pt x="100" y="43"/>
                  <a:pt x="132" y="70"/>
                  <a:pt x="163" y="98"/>
                </a:cubicBezTo>
                <a:cubicBezTo>
                  <a:pt x="147" y="98"/>
                  <a:pt x="131" y="100"/>
                  <a:pt x="115" y="100"/>
                </a:cubicBezTo>
                <a:cubicBezTo>
                  <a:pt x="113" y="100"/>
                  <a:pt x="80" y="96"/>
                  <a:pt x="89" y="106"/>
                </a:cubicBezTo>
                <a:cubicBezTo>
                  <a:pt x="110" y="128"/>
                  <a:pt x="128" y="153"/>
                  <a:pt x="138" y="183"/>
                </a:cubicBezTo>
                <a:cubicBezTo>
                  <a:pt x="129" y="185"/>
                  <a:pt x="96" y="188"/>
                  <a:pt x="92" y="196"/>
                </a:cubicBezTo>
                <a:cubicBezTo>
                  <a:pt x="85" y="207"/>
                  <a:pt x="121" y="196"/>
                  <a:pt x="122" y="195"/>
                </a:cubicBezTo>
                <a:cubicBezTo>
                  <a:pt x="147" y="189"/>
                  <a:pt x="150" y="189"/>
                  <a:pt x="139" y="164"/>
                </a:cubicBezTo>
                <a:cubicBezTo>
                  <a:pt x="130" y="143"/>
                  <a:pt x="117" y="125"/>
                  <a:pt x="102" y="108"/>
                </a:cubicBezTo>
                <a:cubicBezTo>
                  <a:pt x="122" y="109"/>
                  <a:pt x="142" y="106"/>
                  <a:pt x="162" y="106"/>
                </a:cubicBezTo>
                <a:cubicBezTo>
                  <a:pt x="188" y="106"/>
                  <a:pt x="173" y="96"/>
                  <a:pt x="160" y="84"/>
                </a:cubicBezTo>
                <a:cubicBezTo>
                  <a:pt x="145" y="71"/>
                  <a:pt x="130" y="58"/>
                  <a:pt x="116" y="44"/>
                </a:cubicBezTo>
                <a:cubicBezTo>
                  <a:pt x="109" y="38"/>
                  <a:pt x="79" y="0"/>
                  <a:pt x="70" y="1"/>
                </a:cubicBezTo>
                <a:cubicBezTo>
                  <a:pt x="57" y="3"/>
                  <a:pt x="35" y="75"/>
                  <a:pt x="28" y="87"/>
                </a:cubicBezTo>
                <a:cubicBezTo>
                  <a:pt x="24" y="93"/>
                  <a:pt x="0" y="115"/>
                  <a:pt x="1" y="119"/>
                </a:cubicBezTo>
                <a:cubicBezTo>
                  <a:pt x="4" y="133"/>
                  <a:pt x="56" y="116"/>
                  <a:pt x="64" y="112"/>
                </a:cubicBezTo>
                <a:cubicBezTo>
                  <a:pt x="73" y="141"/>
                  <a:pt x="79" y="179"/>
                  <a:pt x="79" y="2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4" name="Freeform 56">
            <a:extLst>
              <a:ext uri="{FF2B5EF4-FFF2-40B4-BE49-F238E27FC236}">
                <a16:creationId xmlns:a16="http://schemas.microsoft.com/office/drawing/2014/main" id="{68D0883C-D371-80BC-46D2-B1A47E01CA50}"/>
              </a:ext>
            </a:extLst>
          </p:cNvPr>
          <p:cNvSpPr>
            <a:spLocks/>
          </p:cNvSpPr>
          <p:nvPr/>
        </p:nvSpPr>
        <p:spPr bwMode="auto">
          <a:xfrm>
            <a:off x="99750" y="2610897"/>
            <a:ext cx="5712801" cy="3928380"/>
          </a:xfrm>
          <a:custGeom>
            <a:avLst/>
            <a:gdLst>
              <a:gd name="T0" fmla="*/ 145 w 153"/>
              <a:gd name="T1" fmla="*/ 2 h 52"/>
              <a:gd name="T2" fmla="*/ 143 w 153"/>
              <a:gd name="T3" fmla="*/ 4 h 52"/>
              <a:gd name="T4" fmla="*/ 121 w 153"/>
              <a:gd name="T5" fmla="*/ 3 h 52"/>
              <a:gd name="T6" fmla="*/ 84 w 153"/>
              <a:gd name="T7" fmla="*/ 4 h 52"/>
              <a:gd name="T8" fmla="*/ 29 w 153"/>
              <a:gd name="T9" fmla="*/ 3 h 52"/>
              <a:gd name="T10" fmla="*/ 23 w 153"/>
              <a:gd name="T11" fmla="*/ 4 h 52"/>
              <a:gd name="T12" fmla="*/ 7 w 153"/>
              <a:gd name="T13" fmla="*/ 4 h 52"/>
              <a:gd name="T14" fmla="*/ 4 w 153"/>
              <a:gd name="T15" fmla="*/ 33 h 52"/>
              <a:gd name="T16" fmla="*/ 5 w 153"/>
              <a:gd name="T17" fmla="*/ 45 h 52"/>
              <a:gd name="T18" fmla="*/ 17 w 153"/>
              <a:gd name="T19" fmla="*/ 49 h 52"/>
              <a:gd name="T20" fmla="*/ 27 w 153"/>
              <a:gd name="T21" fmla="*/ 49 h 52"/>
              <a:gd name="T22" fmla="*/ 38 w 153"/>
              <a:gd name="T23" fmla="*/ 48 h 52"/>
              <a:gd name="T24" fmla="*/ 41 w 153"/>
              <a:gd name="T25" fmla="*/ 49 h 52"/>
              <a:gd name="T26" fmla="*/ 57 w 153"/>
              <a:gd name="T27" fmla="*/ 48 h 52"/>
              <a:gd name="T28" fmla="*/ 61 w 153"/>
              <a:gd name="T29" fmla="*/ 49 h 52"/>
              <a:gd name="T30" fmla="*/ 68 w 153"/>
              <a:gd name="T31" fmla="*/ 49 h 52"/>
              <a:gd name="T32" fmla="*/ 102 w 153"/>
              <a:gd name="T33" fmla="*/ 49 h 52"/>
              <a:gd name="T34" fmla="*/ 149 w 153"/>
              <a:gd name="T35" fmla="*/ 49 h 52"/>
              <a:gd name="T36" fmla="*/ 150 w 153"/>
              <a:gd name="T37" fmla="*/ 24 h 52"/>
              <a:gd name="T38" fmla="*/ 150 w 153"/>
              <a:gd name="T39" fmla="*/ 3 h 52"/>
              <a:gd name="T40" fmla="*/ 151 w 153"/>
              <a:gd name="T41" fmla="*/ 1 h 52"/>
              <a:gd name="T42" fmla="*/ 153 w 153"/>
              <a:gd name="T43" fmla="*/ 3 h 52"/>
              <a:gd name="T44" fmla="*/ 152 w 153"/>
              <a:gd name="T45" fmla="*/ 5 h 52"/>
              <a:gd name="T46" fmla="*/ 152 w 153"/>
              <a:gd name="T47" fmla="*/ 24 h 52"/>
              <a:gd name="T48" fmla="*/ 151 w 153"/>
              <a:gd name="T49" fmla="*/ 27 h 52"/>
              <a:gd name="T50" fmla="*/ 152 w 153"/>
              <a:gd name="T51" fmla="*/ 36 h 52"/>
              <a:gd name="T52" fmla="*/ 153 w 153"/>
              <a:gd name="T53" fmla="*/ 49 h 52"/>
              <a:gd name="T54" fmla="*/ 152 w 153"/>
              <a:gd name="T55" fmla="*/ 52 h 52"/>
              <a:gd name="T56" fmla="*/ 135 w 153"/>
              <a:gd name="T57" fmla="*/ 49 h 52"/>
              <a:gd name="T58" fmla="*/ 109 w 153"/>
              <a:gd name="T59" fmla="*/ 50 h 52"/>
              <a:gd name="T60" fmla="*/ 100 w 153"/>
              <a:gd name="T61" fmla="*/ 51 h 52"/>
              <a:gd name="T62" fmla="*/ 72 w 153"/>
              <a:gd name="T63" fmla="*/ 52 h 52"/>
              <a:gd name="T64" fmla="*/ 57 w 153"/>
              <a:gd name="T65" fmla="*/ 50 h 52"/>
              <a:gd name="T66" fmla="*/ 17 w 153"/>
              <a:gd name="T67" fmla="*/ 51 h 52"/>
              <a:gd name="T68" fmla="*/ 3 w 153"/>
              <a:gd name="T69" fmla="*/ 52 h 52"/>
              <a:gd name="T70" fmla="*/ 3 w 153"/>
              <a:gd name="T71" fmla="*/ 46 h 52"/>
              <a:gd name="T72" fmla="*/ 2 w 153"/>
              <a:gd name="T73" fmla="*/ 43 h 52"/>
              <a:gd name="T74" fmla="*/ 4 w 153"/>
              <a:gd name="T75" fmla="*/ 4 h 52"/>
              <a:gd name="T76" fmla="*/ 0 w 153"/>
              <a:gd name="T77" fmla="*/ 3 h 52"/>
              <a:gd name="T78" fmla="*/ 3 w 153"/>
              <a:gd name="T79" fmla="*/ 2 h 52"/>
              <a:gd name="T80" fmla="*/ 19 w 153"/>
              <a:gd name="T81" fmla="*/ 2 h 52"/>
              <a:gd name="T82" fmla="*/ 27 w 153"/>
              <a:gd name="T83" fmla="*/ 1 h 52"/>
              <a:gd name="T84" fmla="*/ 35 w 153"/>
              <a:gd name="T85" fmla="*/ 2 h 52"/>
              <a:gd name="T86" fmla="*/ 44 w 153"/>
              <a:gd name="T87" fmla="*/ 1 h 52"/>
              <a:gd name="T88" fmla="*/ 83 w 153"/>
              <a:gd name="T89" fmla="*/ 2 h 52"/>
              <a:gd name="T90" fmla="*/ 92 w 153"/>
              <a:gd name="T91" fmla="*/ 2 h 52"/>
              <a:gd name="T92" fmla="*/ 123 w 153"/>
              <a:gd name="T93" fmla="*/ 1 h 52"/>
              <a:gd name="T94" fmla="*/ 135 w 153"/>
              <a:gd name="T95" fmla="*/ 1 h 52"/>
              <a:gd name="T96" fmla="*/ 145 w 153"/>
              <a:gd name="T97" fmla="*/ 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3" h="52">
                <a:moveTo>
                  <a:pt x="145" y="2"/>
                </a:moveTo>
                <a:cubicBezTo>
                  <a:pt x="145" y="4"/>
                  <a:pt x="142" y="3"/>
                  <a:pt x="143" y="4"/>
                </a:cubicBezTo>
                <a:cubicBezTo>
                  <a:pt x="135" y="4"/>
                  <a:pt x="129" y="2"/>
                  <a:pt x="121" y="3"/>
                </a:cubicBezTo>
                <a:cubicBezTo>
                  <a:pt x="110" y="3"/>
                  <a:pt x="98" y="4"/>
                  <a:pt x="84" y="4"/>
                </a:cubicBezTo>
                <a:cubicBezTo>
                  <a:pt x="66" y="4"/>
                  <a:pt x="47" y="3"/>
                  <a:pt x="29" y="3"/>
                </a:cubicBezTo>
                <a:cubicBezTo>
                  <a:pt x="27" y="3"/>
                  <a:pt x="25" y="4"/>
                  <a:pt x="23" y="4"/>
                </a:cubicBezTo>
                <a:cubicBezTo>
                  <a:pt x="18" y="4"/>
                  <a:pt x="12" y="3"/>
                  <a:pt x="7" y="4"/>
                </a:cubicBezTo>
                <a:cubicBezTo>
                  <a:pt x="4" y="13"/>
                  <a:pt x="4" y="23"/>
                  <a:pt x="4" y="33"/>
                </a:cubicBezTo>
                <a:cubicBezTo>
                  <a:pt x="4" y="37"/>
                  <a:pt x="4" y="41"/>
                  <a:pt x="5" y="45"/>
                </a:cubicBezTo>
                <a:cubicBezTo>
                  <a:pt x="3" y="51"/>
                  <a:pt x="12" y="49"/>
                  <a:pt x="17" y="49"/>
                </a:cubicBezTo>
                <a:cubicBezTo>
                  <a:pt x="20" y="49"/>
                  <a:pt x="24" y="49"/>
                  <a:pt x="27" y="49"/>
                </a:cubicBezTo>
                <a:cubicBezTo>
                  <a:pt x="31" y="49"/>
                  <a:pt x="33" y="48"/>
                  <a:pt x="38" y="48"/>
                </a:cubicBezTo>
                <a:cubicBezTo>
                  <a:pt x="39" y="48"/>
                  <a:pt x="40" y="49"/>
                  <a:pt x="41" y="49"/>
                </a:cubicBezTo>
                <a:cubicBezTo>
                  <a:pt x="47" y="49"/>
                  <a:pt x="51" y="48"/>
                  <a:pt x="57" y="48"/>
                </a:cubicBezTo>
                <a:cubicBezTo>
                  <a:pt x="59" y="48"/>
                  <a:pt x="60" y="49"/>
                  <a:pt x="61" y="49"/>
                </a:cubicBezTo>
                <a:cubicBezTo>
                  <a:pt x="63" y="50"/>
                  <a:pt x="66" y="49"/>
                  <a:pt x="68" y="49"/>
                </a:cubicBezTo>
                <a:cubicBezTo>
                  <a:pt x="79" y="50"/>
                  <a:pt x="91" y="50"/>
                  <a:pt x="102" y="49"/>
                </a:cubicBezTo>
                <a:cubicBezTo>
                  <a:pt x="118" y="48"/>
                  <a:pt x="132" y="47"/>
                  <a:pt x="149" y="49"/>
                </a:cubicBezTo>
                <a:cubicBezTo>
                  <a:pt x="149" y="40"/>
                  <a:pt x="150" y="33"/>
                  <a:pt x="150" y="24"/>
                </a:cubicBezTo>
                <a:cubicBezTo>
                  <a:pt x="150" y="16"/>
                  <a:pt x="149" y="11"/>
                  <a:pt x="150" y="3"/>
                </a:cubicBezTo>
                <a:cubicBezTo>
                  <a:pt x="151" y="3"/>
                  <a:pt x="151" y="2"/>
                  <a:pt x="151" y="1"/>
                </a:cubicBezTo>
                <a:cubicBezTo>
                  <a:pt x="152" y="1"/>
                  <a:pt x="153" y="3"/>
                  <a:pt x="153" y="3"/>
                </a:cubicBezTo>
                <a:cubicBezTo>
                  <a:pt x="153" y="4"/>
                  <a:pt x="152" y="4"/>
                  <a:pt x="152" y="5"/>
                </a:cubicBezTo>
                <a:cubicBezTo>
                  <a:pt x="151" y="12"/>
                  <a:pt x="152" y="18"/>
                  <a:pt x="152" y="24"/>
                </a:cubicBezTo>
                <a:cubicBezTo>
                  <a:pt x="152" y="25"/>
                  <a:pt x="151" y="26"/>
                  <a:pt x="151" y="27"/>
                </a:cubicBezTo>
                <a:cubicBezTo>
                  <a:pt x="151" y="30"/>
                  <a:pt x="152" y="33"/>
                  <a:pt x="152" y="36"/>
                </a:cubicBezTo>
                <a:cubicBezTo>
                  <a:pt x="151" y="41"/>
                  <a:pt x="149" y="47"/>
                  <a:pt x="153" y="49"/>
                </a:cubicBezTo>
                <a:cubicBezTo>
                  <a:pt x="152" y="50"/>
                  <a:pt x="152" y="51"/>
                  <a:pt x="152" y="52"/>
                </a:cubicBezTo>
                <a:cubicBezTo>
                  <a:pt x="147" y="49"/>
                  <a:pt x="140" y="51"/>
                  <a:pt x="135" y="49"/>
                </a:cubicBezTo>
                <a:cubicBezTo>
                  <a:pt x="128" y="49"/>
                  <a:pt x="116" y="50"/>
                  <a:pt x="109" y="50"/>
                </a:cubicBezTo>
                <a:cubicBezTo>
                  <a:pt x="107" y="51"/>
                  <a:pt x="103" y="51"/>
                  <a:pt x="100" y="51"/>
                </a:cubicBezTo>
                <a:cubicBezTo>
                  <a:pt x="91" y="51"/>
                  <a:pt x="81" y="52"/>
                  <a:pt x="72" y="52"/>
                </a:cubicBezTo>
                <a:cubicBezTo>
                  <a:pt x="67" y="52"/>
                  <a:pt x="61" y="52"/>
                  <a:pt x="57" y="50"/>
                </a:cubicBezTo>
                <a:cubicBezTo>
                  <a:pt x="44" y="50"/>
                  <a:pt x="30" y="51"/>
                  <a:pt x="17" y="51"/>
                </a:cubicBezTo>
                <a:cubicBezTo>
                  <a:pt x="13" y="52"/>
                  <a:pt x="7" y="52"/>
                  <a:pt x="3" y="52"/>
                </a:cubicBezTo>
                <a:cubicBezTo>
                  <a:pt x="2" y="50"/>
                  <a:pt x="3" y="48"/>
                  <a:pt x="3" y="46"/>
                </a:cubicBezTo>
                <a:cubicBezTo>
                  <a:pt x="3" y="45"/>
                  <a:pt x="2" y="44"/>
                  <a:pt x="2" y="43"/>
                </a:cubicBezTo>
                <a:cubicBezTo>
                  <a:pt x="1" y="30"/>
                  <a:pt x="3" y="19"/>
                  <a:pt x="4" y="4"/>
                </a:cubicBezTo>
                <a:cubicBezTo>
                  <a:pt x="4" y="3"/>
                  <a:pt x="1" y="4"/>
                  <a:pt x="0" y="3"/>
                </a:cubicBezTo>
                <a:cubicBezTo>
                  <a:pt x="1" y="1"/>
                  <a:pt x="2" y="1"/>
                  <a:pt x="3" y="2"/>
                </a:cubicBezTo>
                <a:cubicBezTo>
                  <a:pt x="8" y="1"/>
                  <a:pt x="14" y="2"/>
                  <a:pt x="19" y="2"/>
                </a:cubicBezTo>
                <a:cubicBezTo>
                  <a:pt x="22" y="2"/>
                  <a:pt x="25" y="1"/>
                  <a:pt x="27" y="1"/>
                </a:cubicBezTo>
                <a:cubicBezTo>
                  <a:pt x="30" y="1"/>
                  <a:pt x="32" y="2"/>
                  <a:pt x="35" y="2"/>
                </a:cubicBezTo>
                <a:cubicBezTo>
                  <a:pt x="38" y="2"/>
                  <a:pt x="41" y="2"/>
                  <a:pt x="44" y="1"/>
                </a:cubicBezTo>
                <a:cubicBezTo>
                  <a:pt x="56" y="1"/>
                  <a:pt x="70" y="2"/>
                  <a:pt x="83" y="2"/>
                </a:cubicBezTo>
                <a:cubicBezTo>
                  <a:pt x="86" y="2"/>
                  <a:pt x="89" y="2"/>
                  <a:pt x="92" y="2"/>
                </a:cubicBezTo>
                <a:cubicBezTo>
                  <a:pt x="101" y="2"/>
                  <a:pt x="113" y="1"/>
                  <a:pt x="123" y="1"/>
                </a:cubicBezTo>
                <a:cubicBezTo>
                  <a:pt x="127" y="1"/>
                  <a:pt x="131" y="1"/>
                  <a:pt x="135" y="1"/>
                </a:cubicBezTo>
                <a:cubicBezTo>
                  <a:pt x="138" y="2"/>
                  <a:pt x="142" y="0"/>
                  <a:pt x="145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9" name="组合 308">
            <a:extLst>
              <a:ext uri="{FF2B5EF4-FFF2-40B4-BE49-F238E27FC236}">
                <a16:creationId xmlns:a16="http://schemas.microsoft.com/office/drawing/2014/main" id="{6483787B-82F6-6C57-3289-1DC9EDD7BAD9}"/>
              </a:ext>
            </a:extLst>
          </p:cNvPr>
          <p:cNvGrpSpPr/>
          <p:nvPr/>
        </p:nvGrpSpPr>
        <p:grpSpPr>
          <a:xfrm rot="21250492">
            <a:off x="5492314" y="1025434"/>
            <a:ext cx="2301613" cy="1807171"/>
            <a:chOff x="3246438" y="1068388"/>
            <a:chExt cx="5711825" cy="4678363"/>
          </a:xfrm>
          <a:solidFill>
            <a:schemeClr val="tx1"/>
          </a:solidFill>
        </p:grpSpPr>
        <p:sp>
          <p:nvSpPr>
            <p:cNvPr id="310" name="Freeform 5">
              <a:extLst>
                <a:ext uri="{FF2B5EF4-FFF2-40B4-BE49-F238E27FC236}">
                  <a16:creationId xmlns:a16="http://schemas.microsoft.com/office/drawing/2014/main" id="{F4C73136-ADD5-30D1-494A-42A92FD61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201" y="3335338"/>
              <a:ext cx="1773238" cy="1609725"/>
            </a:xfrm>
            <a:custGeom>
              <a:avLst/>
              <a:gdLst>
                <a:gd name="T0" fmla="*/ 1697 w 1708"/>
                <a:gd name="T1" fmla="*/ 1365 h 1551"/>
                <a:gd name="T2" fmla="*/ 1422 w 1708"/>
                <a:gd name="T3" fmla="*/ 1470 h 1551"/>
                <a:gd name="T4" fmla="*/ 1072 w 1708"/>
                <a:gd name="T5" fmla="*/ 1471 h 1551"/>
                <a:gd name="T6" fmla="*/ 478 w 1708"/>
                <a:gd name="T7" fmla="*/ 1262 h 1551"/>
                <a:gd name="T8" fmla="*/ 166 w 1708"/>
                <a:gd name="T9" fmla="*/ 672 h 1551"/>
                <a:gd name="T10" fmla="*/ 422 w 1708"/>
                <a:gd name="T11" fmla="*/ 54 h 1551"/>
                <a:gd name="T12" fmla="*/ 393 w 1708"/>
                <a:gd name="T13" fmla="*/ 16 h 1551"/>
                <a:gd name="T14" fmla="*/ 349 w 1708"/>
                <a:gd name="T15" fmla="*/ 1214 h 1551"/>
                <a:gd name="T16" fmla="*/ 906 w 1708"/>
                <a:gd name="T17" fmla="*/ 1500 h 1551"/>
                <a:gd name="T18" fmla="*/ 1579 w 1708"/>
                <a:gd name="T19" fmla="*/ 1467 h 1551"/>
                <a:gd name="T20" fmla="*/ 1704 w 1708"/>
                <a:gd name="T21" fmla="*/ 1373 h 1551"/>
                <a:gd name="T22" fmla="*/ 1697 w 1708"/>
                <a:gd name="T23" fmla="*/ 1365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08" h="1551">
                  <a:moveTo>
                    <a:pt x="1697" y="1365"/>
                  </a:moveTo>
                  <a:cubicBezTo>
                    <a:pt x="1630" y="1437"/>
                    <a:pt x="1515" y="1458"/>
                    <a:pt x="1422" y="1470"/>
                  </a:cubicBezTo>
                  <a:cubicBezTo>
                    <a:pt x="1307" y="1486"/>
                    <a:pt x="1188" y="1481"/>
                    <a:pt x="1072" y="1471"/>
                  </a:cubicBezTo>
                  <a:cubicBezTo>
                    <a:pt x="854" y="1452"/>
                    <a:pt x="649" y="1407"/>
                    <a:pt x="478" y="1262"/>
                  </a:cubicBezTo>
                  <a:cubicBezTo>
                    <a:pt x="305" y="1115"/>
                    <a:pt x="190" y="898"/>
                    <a:pt x="166" y="672"/>
                  </a:cubicBezTo>
                  <a:cubicBezTo>
                    <a:pt x="142" y="434"/>
                    <a:pt x="242" y="210"/>
                    <a:pt x="422" y="54"/>
                  </a:cubicBezTo>
                  <a:cubicBezTo>
                    <a:pt x="442" y="36"/>
                    <a:pt x="414" y="0"/>
                    <a:pt x="393" y="16"/>
                  </a:cubicBezTo>
                  <a:cubicBezTo>
                    <a:pt x="0" y="317"/>
                    <a:pt x="41" y="866"/>
                    <a:pt x="349" y="1214"/>
                  </a:cubicBezTo>
                  <a:cubicBezTo>
                    <a:pt x="495" y="1380"/>
                    <a:pt x="690" y="1468"/>
                    <a:pt x="906" y="1500"/>
                  </a:cubicBezTo>
                  <a:cubicBezTo>
                    <a:pt x="1121" y="1532"/>
                    <a:pt x="1372" y="1551"/>
                    <a:pt x="1579" y="1467"/>
                  </a:cubicBezTo>
                  <a:cubicBezTo>
                    <a:pt x="1629" y="1447"/>
                    <a:pt x="1671" y="1415"/>
                    <a:pt x="1704" y="1373"/>
                  </a:cubicBezTo>
                  <a:cubicBezTo>
                    <a:pt x="1708" y="1368"/>
                    <a:pt x="1702" y="1361"/>
                    <a:pt x="1697" y="13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311" name="Freeform 6">
              <a:extLst>
                <a:ext uri="{FF2B5EF4-FFF2-40B4-BE49-F238E27FC236}">
                  <a16:creationId xmlns:a16="http://schemas.microsoft.com/office/drawing/2014/main" id="{B2A48786-6DD5-66EE-C9BB-533749281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438" y="1457326"/>
              <a:ext cx="2112963" cy="1933575"/>
            </a:xfrm>
            <a:custGeom>
              <a:avLst/>
              <a:gdLst>
                <a:gd name="T0" fmla="*/ 394 w 2035"/>
                <a:gd name="T1" fmla="*/ 1839 h 1862"/>
                <a:gd name="T2" fmla="*/ 299 w 2035"/>
                <a:gd name="T3" fmla="*/ 1656 h 1862"/>
                <a:gd name="T4" fmla="*/ 221 w 2035"/>
                <a:gd name="T5" fmla="*/ 1452 h 1862"/>
                <a:gd name="T6" fmla="*/ 241 w 2035"/>
                <a:gd name="T7" fmla="*/ 997 h 1862"/>
                <a:gd name="T8" fmla="*/ 650 w 2035"/>
                <a:gd name="T9" fmla="*/ 365 h 1862"/>
                <a:gd name="T10" fmla="*/ 1301 w 2035"/>
                <a:gd name="T11" fmla="*/ 65 h 1862"/>
                <a:gd name="T12" fmla="*/ 1991 w 2035"/>
                <a:gd name="T13" fmla="*/ 323 h 1862"/>
                <a:gd name="T14" fmla="*/ 2019 w 2035"/>
                <a:gd name="T15" fmla="*/ 295 h 1862"/>
                <a:gd name="T16" fmla="*/ 1371 w 2035"/>
                <a:gd name="T17" fmla="*/ 0 h 1862"/>
                <a:gd name="T18" fmla="*/ 709 w 2035"/>
                <a:gd name="T19" fmla="*/ 241 h 1862"/>
                <a:gd name="T20" fmla="*/ 226 w 2035"/>
                <a:gd name="T21" fmla="*/ 1619 h 1862"/>
                <a:gd name="T22" fmla="*/ 375 w 2035"/>
                <a:gd name="T23" fmla="*/ 1851 h 1862"/>
                <a:gd name="T24" fmla="*/ 394 w 2035"/>
                <a:gd name="T25" fmla="*/ 1839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5" h="1862">
                  <a:moveTo>
                    <a:pt x="394" y="1839"/>
                  </a:moveTo>
                  <a:cubicBezTo>
                    <a:pt x="360" y="1781"/>
                    <a:pt x="330" y="1716"/>
                    <a:pt x="299" y="1656"/>
                  </a:cubicBezTo>
                  <a:cubicBezTo>
                    <a:pt x="266" y="1591"/>
                    <a:pt x="240" y="1523"/>
                    <a:pt x="221" y="1452"/>
                  </a:cubicBezTo>
                  <a:cubicBezTo>
                    <a:pt x="181" y="1301"/>
                    <a:pt x="199" y="1146"/>
                    <a:pt x="241" y="997"/>
                  </a:cubicBezTo>
                  <a:cubicBezTo>
                    <a:pt x="310" y="752"/>
                    <a:pt x="461" y="533"/>
                    <a:pt x="650" y="365"/>
                  </a:cubicBezTo>
                  <a:cubicBezTo>
                    <a:pt x="830" y="204"/>
                    <a:pt x="1059" y="88"/>
                    <a:pt x="1301" y="65"/>
                  </a:cubicBezTo>
                  <a:cubicBezTo>
                    <a:pt x="1565" y="40"/>
                    <a:pt x="1795" y="154"/>
                    <a:pt x="1991" y="323"/>
                  </a:cubicBezTo>
                  <a:cubicBezTo>
                    <a:pt x="2010" y="340"/>
                    <a:pt x="2035" y="315"/>
                    <a:pt x="2019" y="295"/>
                  </a:cubicBezTo>
                  <a:cubicBezTo>
                    <a:pt x="1859" y="102"/>
                    <a:pt x="1621" y="0"/>
                    <a:pt x="1371" y="0"/>
                  </a:cubicBezTo>
                  <a:cubicBezTo>
                    <a:pt x="1131" y="0"/>
                    <a:pt x="899" y="101"/>
                    <a:pt x="709" y="241"/>
                  </a:cubicBezTo>
                  <a:cubicBezTo>
                    <a:pt x="298" y="545"/>
                    <a:pt x="0" y="1121"/>
                    <a:pt x="226" y="1619"/>
                  </a:cubicBezTo>
                  <a:cubicBezTo>
                    <a:pt x="266" y="1706"/>
                    <a:pt x="320" y="1775"/>
                    <a:pt x="375" y="1851"/>
                  </a:cubicBezTo>
                  <a:cubicBezTo>
                    <a:pt x="384" y="1862"/>
                    <a:pt x="402" y="1852"/>
                    <a:pt x="394" y="18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312" name="Freeform 7">
              <a:extLst>
                <a:ext uri="{FF2B5EF4-FFF2-40B4-BE49-F238E27FC236}">
                  <a16:creationId xmlns:a16="http://schemas.microsoft.com/office/drawing/2014/main" id="{B562A669-849E-155D-01E0-4AACA8C60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2726" y="1068388"/>
              <a:ext cx="2541588" cy="1016000"/>
            </a:xfrm>
            <a:custGeom>
              <a:avLst/>
              <a:gdLst>
                <a:gd name="T0" fmla="*/ 38 w 2447"/>
                <a:gd name="T1" fmla="*/ 664 h 979"/>
                <a:gd name="T2" fmla="*/ 1375 w 2447"/>
                <a:gd name="T3" fmla="*/ 104 h 979"/>
                <a:gd name="T4" fmla="*/ 2005 w 2447"/>
                <a:gd name="T5" fmla="*/ 373 h 979"/>
                <a:gd name="T6" fmla="*/ 2402 w 2447"/>
                <a:gd name="T7" fmla="*/ 953 h 979"/>
                <a:gd name="T8" fmla="*/ 2442 w 2447"/>
                <a:gd name="T9" fmla="*/ 943 h 979"/>
                <a:gd name="T10" fmla="*/ 1377 w 2447"/>
                <a:gd name="T11" fmla="*/ 41 h 979"/>
                <a:gd name="T12" fmla="*/ 622 w 2447"/>
                <a:gd name="T13" fmla="*/ 99 h 979"/>
                <a:gd name="T14" fmla="*/ 15 w 2447"/>
                <a:gd name="T15" fmla="*/ 622 h 979"/>
                <a:gd name="T16" fmla="*/ 6 w 2447"/>
                <a:gd name="T17" fmla="*/ 656 h 979"/>
                <a:gd name="T18" fmla="*/ 38 w 2447"/>
                <a:gd name="T19" fmla="*/ 664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7" h="979">
                  <a:moveTo>
                    <a:pt x="38" y="664"/>
                  </a:moveTo>
                  <a:cubicBezTo>
                    <a:pt x="235" y="159"/>
                    <a:pt x="897" y="25"/>
                    <a:pt x="1375" y="104"/>
                  </a:cubicBezTo>
                  <a:cubicBezTo>
                    <a:pt x="1602" y="141"/>
                    <a:pt x="1823" y="231"/>
                    <a:pt x="2005" y="373"/>
                  </a:cubicBezTo>
                  <a:cubicBezTo>
                    <a:pt x="2195" y="521"/>
                    <a:pt x="2325" y="727"/>
                    <a:pt x="2402" y="953"/>
                  </a:cubicBezTo>
                  <a:cubicBezTo>
                    <a:pt x="2411" y="979"/>
                    <a:pt x="2447" y="968"/>
                    <a:pt x="2442" y="943"/>
                  </a:cubicBezTo>
                  <a:cubicBezTo>
                    <a:pt x="2340" y="436"/>
                    <a:pt x="1862" y="118"/>
                    <a:pt x="1377" y="41"/>
                  </a:cubicBezTo>
                  <a:cubicBezTo>
                    <a:pt x="1125" y="0"/>
                    <a:pt x="864" y="21"/>
                    <a:pt x="622" y="99"/>
                  </a:cubicBezTo>
                  <a:cubicBezTo>
                    <a:pt x="370" y="180"/>
                    <a:pt x="103" y="360"/>
                    <a:pt x="15" y="622"/>
                  </a:cubicBezTo>
                  <a:cubicBezTo>
                    <a:pt x="13" y="633"/>
                    <a:pt x="10" y="645"/>
                    <a:pt x="6" y="656"/>
                  </a:cubicBezTo>
                  <a:cubicBezTo>
                    <a:pt x="0" y="676"/>
                    <a:pt x="30" y="683"/>
                    <a:pt x="38" y="6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313" name="Freeform 8">
              <a:extLst>
                <a:ext uri="{FF2B5EF4-FFF2-40B4-BE49-F238E27FC236}">
                  <a16:creationId xmlns:a16="http://schemas.microsoft.com/office/drawing/2014/main" id="{EAFBA071-9B63-C7CF-B24C-9416FC4F6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7163" y="1998663"/>
              <a:ext cx="1181100" cy="2060575"/>
            </a:xfrm>
            <a:custGeom>
              <a:avLst/>
              <a:gdLst>
                <a:gd name="T0" fmla="*/ 20 w 1137"/>
                <a:gd name="T1" fmla="*/ 63 h 1984"/>
                <a:gd name="T2" fmla="*/ 215 w 1137"/>
                <a:gd name="T3" fmla="*/ 53 h 1984"/>
                <a:gd name="T4" fmla="*/ 400 w 1137"/>
                <a:gd name="T5" fmla="*/ 98 h 1984"/>
                <a:gd name="T6" fmla="*/ 735 w 1137"/>
                <a:gd name="T7" fmla="*/ 336 h 1984"/>
                <a:gd name="T8" fmla="*/ 1044 w 1137"/>
                <a:gd name="T9" fmla="*/ 988 h 1984"/>
                <a:gd name="T10" fmla="*/ 897 w 1137"/>
                <a:gd name="T11" fmla="*/ 1554 h 1984"/>
                <a:gd name="T12" fmla="*/ 343 w 1137"/>
                <a:gd name="T13" fmla="*/ 1942 h 1984"/>
                <a:gd name="T14" fmla="*/ 358 w 1137"/>
                <a:gd name="T15" fmla="*/ 1980 h 1984"/>
                <a:gd name="T16" fmla="*/ 953 w 1137"/>
                <a:gd name="T17" fmla="*/ 1587 h 1984"/>
                <a:gd name="T18" fmla="*/ 1107 w 1137"/>
                <a:gd name="T19" fmla="*/ 964 h 1984"/>
                <a:gd name="T20" fmla="*/ 752 w 1137"/>
                <a:gd name="T21" fmla="*/ 266 h 1984"/>
                <a:gd name="T22" fmla="*/ 415 w 1137"/>
                <a:gd name="T23" fmla="*/ 44 h 1984"/>
                <a:gd name="T24" fmla="*/ 215 w 1137"/>
                <a:gd name="T25" fmla="*/ 2 h 1984"/>
                <a:gd name="T26" fmla="*/ 119 w 1137"/>
                <a:gd name="T27" fmla="*/ 7 h 1984"/>
                <a:gd name="T28" fmla="*/ 14 w 1137"/>
                <a:gd name="T29" fmla="*/ 41 h 1984"/>
                <a:gd name="T30" fmla="*/ 20 w 1137"/>
                <a:gd name="T31" fmla="*/ 63 h 1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7" h="1984">
                  <a:moveTo>
                    <a:pt x="20" y="63"/>
                  </a:moveTo>
                  <a:cubicBezTo>
                    <a:pt x="80" y="48"/>
                    <a:pt x="154" y="49"/>
                    <a:pt x="215" y="53"/>
                  </a:cubicBezTo>
                  <a:cubicBezTo>
                    <a:pt x="278" y="57"/>
                    <a:pt x="341" y="76"/>
                    <a:pt x="400" y="98"/>
                  </a:cubicBezTo>
                  <a:cubicBezTo>
                    <a:pt x="528" y="148"/>
                    <a:pt x="641" y="238"/>
                    <a:pt x="735" y="336"/>
                  </a:cubicBezTo>
                  <a:cubicBezTo>
                    <a:pt x="900" y="510"/>
                    <a:pt x="1016" y="750"/>
                    <a:pt x="1044" y="988"/>
                  </a:cubicBezTo>
                  <a:cubicBezTo>
                    <a:pt x="1069" y="1190"/>
                    <a:pt x="1016" y="1389"/>
                    <a:pt x="897" y="1554"/>
                  </a:cubicBezTo>
                  <a:cubicBezTo>
                    <a:pt x="757" y="1747"/>
                    <a:pt x="548" y="1839"/>
                    <a:pt x="343" y="1942"/>
                  </a:cubicBezTo>
                  <a:cubicBezTo>
                    <a:pt x="321" y="1953"/>
                    <a:pt x="337" y="1984"/>
                    <a:pt x="358" y="1980"/>
                  </a:cubicBezTo>
                  <a:cubicBezTo>
                    <a:pt x="592" y="1933"/>
                    <a:pt x="812" y="1776"/>
                    <a:pt x="953" y="1587"/>
                  </a:cubicBezTo>
                  <a:cubicBezTo>
                    <a:pt x="1086" y="1410"/>
                    <a:pt x="1137" y="1182"/>
                    <a:pt x="1107" y="964"/>
                  </a:cubicBezTo>
                  <a:cubicBezTo>
                    <a:pt x="1071" y="703"/>
                    <a:pt x="938" y="452"/>
                    <a:pt x="752" y="266"/>
                  </a:cubicBezTo>
                  <a:cubicBezTo>
                    <a:pt x="656" y="170"/>
                    <a:pt x="542" y="93"/>
                    <a:pt x="415" y="44"/>
                  </a:cubicBezTo>
                  <a:cubicBezTo>
                    <a:pt x="351" y="19"/>
                    <a:pt x="283" y="6"/>
                    <a:pt x="215" y="2"/>
                  </a:cubicBezTo>
                  <a:cubicBezTo>
                    <a:pt x="183" y="0"/>
                    <a:pt x="150" y="2"/>
                    <a:pt x="119" y="7"/>
                  </a:cubicBezTo>
                  <a:cubicBezTo>
                    <a:pt x="78" y="13"/>
                    <a:pt x="52" y="27"/>
                    <a:pt x="14" y="41"/>
                  </a:cubicBezTo>
                  <a:cubicBezTo>
                    <a:pt x="0" y="46"/>
                    <a:pt x="6" y="66"/>
                    <a:pt x="2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314" name="Freeform 9">
              <a:extLst>
                <a:ext uri="{FF2B5EF4-FFF2-40B4-BE49-F238E27FC236}">
                  <a16:creationId xmlns:a16="http://schemas.microsoft.com/office/drawing/2014/main" id="{37BF718C-86A4-0D6B-03C8-122BD9DEB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6751" y="4010026"/>
              <a:ext cx="1208088" cy="1095375"/>
            </a:xfrm>
            <a:custGeom>
              <a:avLst/>
              <a:gdLst>
                <a:gd name="T0" fmla="*/ 1056 w 1164"/>
                <a:gd name="T1" fmla="*/ 16 h 1055"/>
                <a:gd name="T2" fmla="*/ 1085 w 1164"/>
                <a:gd name="T3" fmla="*/ 64 h 1055"/>
                <a:gd name="T4" fmla="*/ 1110 w 1164"/>
                <a:gd name="T5" fmla="*/ 176 h 1055"/>
                <a:gd name="T6" fmla="*/ 1081 w 1164"/>
                <a:gd name="T7" fmla="*/ 362 h 1055"/>
                <a:gd name="T8" fmla="*/ 828 w 1164"/>
                <a:gd name="T9" fmla="*/ 714 h 1055"/>
                <a:gd name="T10" fmla="*/ 30 w 1164"/>
                <a:gd name="T11" fmla="*/ 996 h 1055"/>
                <a:gd name="T12" fmla="*/ 30 w 1164"/>
                <a:gd name="T13" fmla="*/ 1042 h 1055"/>
                <a:gd name="T14" fmla="*/ 893 w 1164"/>
                <a:gd name="T15" fmla="*/ 736 h 1055"/>
                <a:gd name="T16" fmla="*/ 1143 w 1164"/>
                <a:gd name="T17" fmla="*/ 346 h 1055"/>
                <a:gd name="T18" fmla="*/ 1154 w 1164"/>
                <a:gd name="T19" fmla="*/ 140 h 1055"/>
                <a:gd name="T20" fmla="*/ 1121 w 1164"/>
                <a:gd name="T21" fmla="*/ 43 h 1055"/>
                <a:gd name="T22" fmla="*/ 1066 w 1164"/>
                <a:gd name="T23" fmla="*/ 4 h 1055"/>
                <a:gd name="T24" fmla="*/ 1056 w 1164"/>
                <a:gd name="T25" fmla="*/ 1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4" h="1055">
                  <a:moveTo>
                    <a:pt x="1056" y="16"/>
                  </a:moveTo>
                  <a:cubicBezTo>
                    <a:pt x="1068" y="25"/>
                    <a:pt x="1078" y="52"/>
                    <a:pt x="1085" y="64"/>
                  </a:cubicBezTo>
                  <a:cubicBezTo>
                    <a:pt x="1104" y="97"/>
                    <a:pt x="1108" y="139"/>
                    <a:pt x="1110" y="176"/>
                  </a:cubicBezTo>
                  <a:cubicBezTo>
                    <a:pt x="1115" y="240"/>
                    <a:pt x="1103" y="302"/>
                    <a:pt x="1081" y="362"/>
                  </a:cubicBezTo>
                  <a:cubicBezTo>
                    <a:pt x="1032" y="501"/>
                    <a:pt x="939" y="620"/>
                    <a:pt x="828" y="714"/>
                  </a:cubicBezTo>
                  <a:cubicBezTo>
                    <a:pt x="609" y="901"/>
                    <a:pt x="312" y="981"/>
                    <a:pt x="30" y="996"/>
                  </a:cubicBezTo>
                  <a:cubicBezTo>
                    <a:pt x="0" y="998"/>
                    <a:pt x="0" y="1041"/>
                    <a:pt x="30" y="1042"/>
                  </a:cubicBezTo>
                  <a:cubicBezTo>
                    <a:pt x="339" y="1055"/>
                    <a:pt x="661" y="941"/>
                    <a:pt x="893" y="736"/>
                  </a:cubicBezTo>
                  <a:cubicBezTo>
                    <a:pt x="1011" y="632"/>
                    <a:pt x="1097" y="496"/>
                    <a:pt x="1143" y="346"/>
                  </a:cubicBezTo>
                  <a:cubicBezTo>
                    <a:pt x="1163" y="279"/>
                    <a:pt x="1164" y="208"/>
                    <a:pt x="1154" y="140"/>
                  </a:cubicBezTo>
                  <a:cubicBezTo>
                    <a:pt x="1150" y="106"/>
                    <a:pt x="1138" y="73"/>
                    <a:pt x="1121" y="43"/>
                  </a:cubicBezTo>
                  <a:cubicBezTo>
                    <a:pt x="1105" y="16"/>
                    <a:pt x="1089" y="17"/>
                    <a:pt x="1066" y="4"/>
                  </a:cubicBezTo>
                  <a:cubicBezTo>
                    <a:pt x="1058" y="0"/>
                    <a:pt x="1049" y="11"/>
                    <a:pt x="105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315" name="Freeform 10">
              <a:extLst>
                <a:ext uri="{FF2B5EF4-FFF2-40B4-BE49-F238E27FC236}">
                  <a16:creationId xmlns:a16="http://schemas.microsoft.com/office/drawing/2014/main" id="{14A24FCC-DAD4-EDB7-FFD6-0AE4D85D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226" y="4775201"/>
              <a:ext cx="1274763" cy="733425"/>
            </a:xfrm>
            <a:custGeom>
              <a:avLst/>
              <a:gdLst>
                <a:gd name="T0" fmla="*/ 28 w 1229"/>
                <a:gd name="T1" fmla="*/ 8 h 706"/>
                <a:gd name="T2" fmla="*/ 139 w 1229"/>
                <a:gd name="T3" fmla="*/ 371 h 706"/>
                <a:gd name="T4" fmla="*/ 420 w 1229"/>
                <a:gd name="T5" fmla="*/ 595 h 706"/>
                <a:gd name="T6" fmla="*/ 1199 w 1229"/>
                <a:gd name="T7" fmla="*/ 617 h 706"/>
                <a:gd name="T8" fmla="*/ 1186 w 1229"/>
                <a:gd name="T9" fmla="*/ 571 h 706"/>
                <a:gd name="T10" fmla="*/ 469 w 1229"/>
                <a:gd name="T11" fmla="*/ 549 h 706"/>
                <a:gd name="T12" fmla="*/ 191 w 1229"/>
                <a:gd name="T13" fmla="*/ 341 h 706"/>
                <a:gd name="T14" fmla="*/ 105 w 1229"/>
                <a:gd name="T15" fmla="*/ 187 h 706"/>
                <a:gd name="T16" fmla="*/ 43 w 1229"/>
                <a:gd name="T17" fmla="*/ 7 h 706"/>
                <a:gd name="T18" fmla="*/ 28 w 1229"/>
                <a:gd name="T19" fmla="*/ 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9" h="706">
                  <a:moveTo>
                    <a:pt x="28" y="8"/>
                  </a:moveTo>
                  <a:cubicBezTo>
                    <a:pt x="0" y="129"/>
                    <a:pt x="72" y="275"/>
                    <a:pt x="139" y="371"/>
                  </a:cubicBezTo>
                  <a:cubicBezTo>
                    <a:pt x="210" y="470"/>
                    <a:pt x="310" y="545"/>
                    <a:pt x="420" y="595"/>
                  </a:cubicBezTo>
                  <a:cubicBezTo>
                    <a:pt x="664" y="706"/>
                    <a:pt x="948" y="698"/>
                    <a:pt x="1199" y="617"/>
                  </a:cubicBezTo>
                  <a:cubicBezTo>
                    <a:pt x="1229" y="608"/>
                    <a:pt x="1217" y="563"/>
                    <a:pt x="1186" y="571"/>
                  </a:cubicBezTo>
                  <a:cubicBezTo>
                    <a:pt x="954" y="630"/>
                    <a:pt x="695" y="637"/>
                    <a:pt x="469" y="549"/>
                  </a:cubicBezTo>
                  <a:cubicBezTo>
                    <a:pt x="360" y="506"/>
                    <a:pt x="262" y="433"/>
                    <a:pt x="191" y="341"/>
                  </a:cubicBezTo>
                  <a:cubicBezTo>
                    <a:pt x="155" y="294"/>
                    <a:pt x="127" y="241"/>
                    <a:pt x="105" y="187"/>
                  </a:cubicBezTo>
                  <a:cubicBezTo>
                    <a:pt x="81" y="128"/>
                    <a:pt x="72" y="63"/>
                    <a:pt x="43" y="7"/>
                  </a:cubicBezTo>
                  <a:cubicBezTo>
                    <a:pt x="40" y="0"/>
                    <a:pt x="30" y="2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316" name="Freeform 11">
              <a:extLst>
                <a:ext uri="{FF2B5EF4-FFF2-40B4-BE49-F238E27FC236}">
                  <a16:creationId xmlns:a16="http://schemas.microsoft.com/office/drawing/2014/main" id="{01FF2233-8632-5671-D9E2-0310391FE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1" y="5040313"/>
              <a:ext cx="1285875" cy="706438"/>
            </a:xfrm>
            <a:custGeom>
              <a:avLst/>
              <a:gdLst>
                <a:gd name="T0" fmla="*/ 9 w 1238"/>
                <a:gd name="T1" fmla="*/ 343 h 681"/>
                <a:gd name="T2" fmla="*/ 575 w 1238"/>
                <a:gd name="T3" fmla="*/ 605 h 681"/>
                <a:gd name="T4" fmla="*/ 1222 w 1238"/>
                <a:gd name="T5" fmla="*/ 529 h 681"/>
                <a:gd name="T6" fmla="*/ 1222 w 1238"/>
                <a:gd name="T7" fmla="*/ 485 h 681"/>
                <a:gd name="T8" fmla="*/ 968 w 1238"/>
                <a:gd name="T9" fmla="*/ 314 h 681"/>
                <a:gd name="T10" fmla="*/ 825 w 1238"/>
                <a:gd name="T11" fmla="*/ 32 h 681"/>
                <a:gd name="T12" fmla="*/ 776 w 1238"/>
                <a:gd name="T13" fmla="*/ 46 h 681"/>
                <a:gd name="T14" fmla="*/ 921 w 1238"/>
                <a:gd name="T15" fmla="*/ 340 h 681"/>
                <a:gd name="T16" fmla="*/ 1196 w 1238"/>
                <a:gd name="T17" fmla="*/ 529 h 681"/>
                <a:gd name="T18" fmla="*/ 1196 w 1238"/>
                <a:gd name="T19" fmla="*/ 485 h 681"/>
                <a:gd name="T20" fmla="*/ 23 w 1238"/>
                <a:gd name="T21" fmla="*/ 324 h 681"/>
                <a:gd name="T22" fmla="*/ 9 w 1238"/>
                <a:gd name="T23" fmla="*/ 34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8" h="681">
                  <a:moveTo>
                    <a:pt x="9" y="343"/>
                  </a:moveTo>
                  <a:cubicBezTo>
                    <a:pt x="152" y="493"/>
                    <a:pt x="376" y="569"/>
                    <a:pt x="575" y="605"/>
                  </a:cubicBezTo>
                  <a:cubicBezTo>
                    <a:pt x="792" y="644"/>
                    <a:pt x="1024" y="631"/>
                    <a:pt x="1222" y="529"/>
                  </a:cubicBezTo>
                  <a:cubicBezTo>
                    <a:pt x="1238" y="520"/>
                    <a:pt x="1238" y="494"/>
                    <a:pt x="1222" y="485"/>
                  </a:cubicBezTo>
                  <a:cubicBezTo>
                    <a:pt x="1131" y="437"/>
                    <a:pt x="1041" y="387"/>
                    <a:pt x="968" y="314"/>
                  </a:cubicBezTo>
                  <a:cubicBezTo>
                    <a:pt x="889" y="238"/>
                    <a:pt x="847" y="138"/>
                    <a:pt x="825" y="32"/>
                  </a:cubicBezTo>
                  <a:cubicBezTo>
                    <a:pt x="819" y="0"/>
                    <a:pt x="770" y="14"/>
                    <a:pt x="776" y="46"/>
                  </a:cubicBezTo>
                  <a:cubicBezTo>
                    <a:pt x="799" y="157"/>
                    <a:pt x="844" y="256"/>
                    <a:pt x="921" y="340"/>
                  </a:cubicBezTo>
                  <a:cubicBezTo>
                    <a:pt x="997" y="422"/>
                    <a:pt x="1098" y="479"/>
                    <a:pt x="1196" y="529"/>
                  </a:cubicBezTo>
                  <a:cubicBezTo>
                    <a:pt x="1196" y="514"/>
                    <a:pt x="1196" y="500"/>
                    <a:pt x="1196" y="485"/>
                  </a:cubicBezTo>
                  <a:cubicBezTo>
                    <a:pt x="821" y="681"/>
                    <a:pt x="352" y="551"/>
                    <a:pt x="23" y="324"/>
                  </a:cubicBezTo>
                  <a:cubicBezTo>
                    <a:pt x="12" y="316"/>
                    <a:pt x="0" y="333"/>
                    <a:pt x="9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grpSp>
          <p:nvGrpSpPr>
            <p:cNvPr id="317" name="组合 316">
              <a:extLst>
                <a:ext uri="{FF2B5EF4-FFF2-40B4-BE49-F238E27FC236}">
                  <a16:creationId xmlns:a16="http://schemas.microsoft.com/office/drawing/2014/main" id="{D5FCC9F7-F2DB-109E-E615-71D31B3C7439}"/>
                </a:ext>
              </a:extLst>
            </p:cNvPr>
            <p:cNvGrpSpPr/>
            <p:nvPr/>
          </p:nvGrpSpPr>
          <p:grpSpPr>
            <a:xfrm>
              <a:off x="3517901" y="1225551"/>
              <a:ext cx="5260975" cy="4090987"/>
              <a:chOff x="3517901" y="1225551"/>
              <a:chExt cx="5260975" cy="4090987"/>
            </a:xfrm>
            <a:grpFill/>
          </p:grpSpPr>
          <p:sp>
            <p:nvSpPr>
              <p:cNvPr id="318" name="Freeform 12">
                <a:extLst>
                  <a:ext uri="{FF2B5EF4-FFF2-40B4-BE49-F238E27FC236}">
                    <a16:creationId xmlns:a16="http://schemas.microsoft.com/office/drawing/2014/main" id="{4C12B25A-15C2-7C77-F206-6779275DB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5738" y="2135188"/>
                <a:ext cx="109538" cy="38100"/>
              </a:xfrm>
              <a:custGeom>
                <a:avLst/>
                <a:gdLst>
                  <a:gd name="T0" fmla="*/ 6 w 106"/>
                  <a:gd name="T1" fmla="*/ 35 h 37"/>
                  <a:gd name="T2" fmla="*/ 45 w 106"/>
                  <a:gd name="T3" fmla="*/ 33 h 37"/>
                  <a:gd name="T4" fmla="*/ 97 w 106"/>
                  <a:gd name="T5" fmla="*/ 22 h 37"/>
                  <a:gd name="T6" fmla="*/ 97 w 106"/>
                  <a:gd name="T7" fmla="*/ 6 h 37"/>
                  <a:gd name="T8" fmla="*/ 52 w 106"/>
                  <a:gd name="T9" fmla="*/ 6 h 37"/>
                  <a:gd name="T10" fmla="*/ 4 w 106"/>
                  <a:gd name="T11" fmla="*/ 24 h 37"/>
                  <a:gd name="T12" fmla="*/ 6 w 106"/>
                  <a:gd name="T13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37">
                    <a:moveTo>
                      <a:pt x="6" y="35"/>
                    </a:moveTo>
                    <a:cubicBezTo>
                      <a:pt x="20" y="37"/>
                      <a:pt x="32" y="35"/>
                      <a:pt x="45" y="33"/>
                    </a:cubicBezTo>
                    <a:cubicBezTo>
                      <a:pt x="63" y="30"/>
                      <a:pt x="80" y="29"/>
                      <a:pt x="97" y="22"/>
                    </a:cubicBezTo>
                    <a:cubicBezTo>
                      <a:pt x="105" y="19"/>
                      <a:pt x="106" y="9"/>
                      <a:pt x="97" y="6"/>
                    </a:cubicBezTo>
                    <a:cubicBezTo>
                      <a:pt x="81" y="0"/>
                      <a:pt x="68" y="2"/>
                      <a:pt x="52" y="6"/>
                    </a:cubicBezTo>
                    <a:cubicBezTo>
                      <a:pt x="34" y="9"/>
                      <a:pt x="17" y="13"/>
                      <a:pt x="4" y="24"/>
                    </a:cubicBezTo>
                    <a:cubicBezTo>
                      <a:pt x="0" y="27"/>
                      <a:pt x="2" y="34"/>
                      <a:pt x="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19" name="Freeform 13">
                <a:extLst>
                  <a:ext uri="{FF2B5EF4-FFF2-40B4-BE49-F238E27FC236}">
                    <a16:creationId xmlns:a16="http://schemas.microsoft.com/office/drawing/2014/main" id="{C865EC97-8EE1-6558-D060-B6581CA31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8463" y="2144713"/>
                <a:ext cx="92075" cy="34925"/>
              </a:xfrm>
              <a:custGeom>
                <a:avLst/>
                <a:gdLst>
                  <a:gd name="T0" fmla="*/ 4 w 89"/>
                  <a:gd name="T1" fmla="*/ 9 h 35"/>
                  <a:gd name="T2" fmla="*/ 79 w 89"/>
                  <a:gd name="T3" fmla="*/ 34 h 35"/>
                  <a:gd name="T4" fmla="*/ 83 w 89"/>
                  <a:gd name="T5" fmla="*/ 20 h 35"/>
                  <a:gd name="T6" fmla="*/ 7 w 89"/>
                  <a:gd name="T7" fmla="*/ 0 h 35"/>
                  <a:gd name="T8" fmla="*/ 4 w 89"/>
                  <a:gd name="T9" fmla="*/ 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35">
                    <a:moveTo>
                      <a:pt x="4" y="9"/>
                    </a:moveTo>
                    <a:cubicBezTo>
                      <a:pt x="28" y="23"/>
                      <a:pt x="52" y="31"/>
                      <a:pt x="79" y="34"/>
                    </a:cubicBezTo>
                    <a:cubicBezTo>
                      <a:pt x="87" y="35"/>
                      <a:pt x="89" y="24"/>
                      <a:pt x="83" y="20"/>
                    </a:cubicBezTo>
                    <a:cubicBezTo>
                      <a:pt x="59" y="6"/>
                      <a:pt x="34" y="3"/>
                      <a:pt x="7" y="0"/>
                    </a:cubicBezTo>
                    <a:cubicBezTo>
                      <a:pt x="2" y="0"/>
                      <a:pt x="0" y="7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0" name="Freeform 14">
                <a:extLst>
                  <a:ext uri="{FF2B5EF4-FFF2-40B4-BE49-F238E27FC236}">
                    <a16:creationId xmlns:a16="http://schemas.microsoft.com/office/drawing/2014/main" id="{B5795122-ED2E-41B0-574A-D14C799F2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3" y="2225676"/>
                <a:ext cx="107950" cy="61913"/>
              </a:xfrm>
              <a:custGeom>
                <a:avLst/>
                <a:gdLst>
                  <a:gd name="T0" fmla="*/ 6 w 105"/>
                  <a:gd name="T1" fmla="*/ 10 h 59"/>
                  <a:gd name="T2" fmla="*/ 91 w 105"/>
                  <a:gd name="T3" fmla="*/ 55 h 59"/>
                  <a:gd name="T4" fmla="*/ 99 w 105"/>
                  <a:gd name="T5" fmla="*/ 44 h 59"/>
                  <a:gd name="T6" fmla="*/ 9 w 105"/>
                  <a:gd name="T7" fmla="*/ 1 h 59"/>
                  <a:gd name="T8" fmla="*/ 6 w 105"/>
                  <a:gd name="T9" fmla="*/ 1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59">
                    <a:moveTo>
                      <a:pt x="6" y="10"/>
                    </a:moveTo>
                    <a:cubicBezTo>
                      <a:pt x="35" y="21"/>
                      <a:pt x="64" y="39"/>
                      <a:pt x="91" y="55"/>
                    </a:cubicBezTo>
                    <a:cubicBezTo>
                      <a:pt x="97" y="59"/>
                      <a:pt x="105" y="49"/>
                      <a:pt x="99" y="44"/>
                    </a:cubicBezTo>
                    <a:cubicBezTo>
                      <a:pt x="72" y="20"/>
                      <a:pt x="44" y="7"/>
                      <a:pt x="9" y="1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1" name="Freeform 15">
                <a:extLst>
                  <a:ext uri="{FF2B5EF4-FFF2-40B4-BE49-F238E27FC236}">
                    <a16:creationId xmlns:a16="http://schemas.microsoft.com/office/drawing/2014/main" id="{803B8D7E-8BCB-802B-D1CB-D0276BBA6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1688" y="2389188"/>
                <a:ext cx="77788" cy="84138"/>
              </a:xfrm>
              <a:custGeom>
                <a:avLst/>
                <a:gdLst>
                  <a:gd name="T0" fmla="*/ 1 w 75"/>
                  <a:gd name="T1" fmla="*/ 1 h 81"/>
                  <a:gd name="T2" fmla="*/ 14 w 75"/>
                  <a:gd name="T3" fmla="*/ 20 h 81"/>
                  <a:gd name="T4" fmla="*/ 31 w 75"/>
                  <a:gd name="T5" fmla="*/ 42 h 81"/>
                  <a:gd name="T6" fmla="*/ 62 w 75"/>
                  <a:gd name="T7" fmla="*/ 77 h 81"/>
                  <a:gd name="T8" fmla="*/ 72 w 75"/>
                  <a:gd name="T9" fmla="*/ 71 h 81"/>
                  <a:gd name="T10" fmla="*/ 45 w 75"/>
                  <a:gd name="T11" fmla="*/ 35 h 81"/>
                  <a:gd name="T12" fmla="*/ 24 w 75"/>
                  <a:gd name="T13" fmla="*/ 16 h 81"/>
                  <a:gd name="T14" fmla="*/ 2 w 75"/>
                  <a:gd name="T15" fmla="*/ 0 h 81"/>
                  <a:gd name="T16" fmla="*/ 1 w 75"/>
                  <a:gd name="T1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1" y="1"/>
                    </a:moveTo>
                    <a:cubicBezTo>
                      <a:pt x="6" y="6"/>
                      <a:pt x="9" y="14"/>
                      <a:pt x="14" y="20"/>
                    </a:cubicBezTo>
                    <a:cubicBezTo>
                      <a:pt x="19" y="27"/>
                      <a:pt x="25" y="35"/>
                      <a:pt x="31" y="42"/>
                    </a:cubicBezTo>
                    <a:cubicBezTo>
                      <a:pt x="41" y="54"/>
                      <a:pt x="51" y="66"/>
                      <a:pt x="62" y="77"/>
                    </a:cubicBezTo>
                    <a:cubicBezTo>
                      <a:pt x="66" y="81"/>
                      <a:pt x="75" y="77"/>
                      <a:pt x="72" y="71"/>
                    </a:cubicBezTo>
                    <a:cubicBezTo>
                      <a:pt x="66" y="57"/>
                      <a:pt x="57" y="46"/>
                      <a:pt x="45" y="35"/>
                    </a:cubicBezTo>
                    <a:cubicBezTo>
                      <a:pt x="38" y="28"/>
                      <a:pt x="31" y="22"/>
                      <a:pt x="24" y="16"/>
                    </a:cubicBezTo>
                    <a:cubicBezTo>
                      <a:pt x="17" y="10"/>
                      <a:pt x="8" y="6"/>
                      <a:pt x="2" y="0"/>
                    </a:cubicBezTo>
                    <a:cubicBezTo>
                      <a:pt x="1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2" name="Freeform 16">
                <a:extLst>
                  <a:ext uri="{FF2B5EF4-FFF2-40B4-BE49-F238E27FC236}">
                    <a16:creationId xmlns:a16="http://schemas.microsoft.com/office/drawing/2014/main" id="{9BFDD6FF-056E-7456-37C6-96FD04888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2501" y="2570163"/>
                <a:ext cx="60325" cy="90488"/>
              </a:xfrm>
              <a:custGeom>
                <a:avLst/>
                <a:gdLst>
                  <a:gd name="T0" fmla="*/ 3 w 57"/>
                  <a:gd name="T1" fmla="*/ 10 h 88"/>
                  <a:gd name="T2" fmla="*/ 47 w 57"/>
                  <a:gd name="T3" fmla="*/ 83 h 88"/>
                  <a:gd name="T4" fmla="*/ 55 w 57"/>
                  <a:gd name="T5" fmla="*/ 77 h 88"/>
                  <a:gd name="T6" fmla="*/ 11 w 57"/>
                  <a:gd name="T7" fmla="*/ 5 h 88"/>
                  <a:gd name="T8" fmla="*/ 3 w 57"/>
                  <a:gd name="T9" fmla="*/ 1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88">
                    <a:moveTo>
                      <a:pt x="3" y="10"/>
                    </a:moveTo>
                    <a:cubicBezTo>
                      <a:pt x="17" y="35"/>
                      <a:pt x="27" y="63"/>
                      <a:pt x="47" y="83"/>
                    </a:cubicBezTo>
                    <a:cubicBezTo>
                      <a:pt x="51" y="88"/>
                      <a:pt x="57" y="82"/>
                      <a:pt x="55" y="77"/>
                    </a:cubicBezTo>
                    <a:cubicBezTo>
                      <a:pt x="44" y="51"/>
                      <a:pt x="28" y="27"/>
                      <a:pt x="11" y="5"/>
                    </a:cubicBezTo>
                    <a:cubicBezTo>
                      <a:pt x="8" y="0"/>
                      <a:pt x="0" y="4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3" name="Freeform 17">
                <a:extLst>
                  <a:ext uri="{FF2B5EF4-FFF2-40B4-BE49-F238E27FC236}">
                    <a16:creationId xmlns:a16="http://schemas.microsoft.com/office/drawing/2014/main" id="{B53C34A0-AB63-8B57-4E44-F660F06D6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4576" y="2767013"/>
                <a:ext cx="42863" cy="88900"/>
              </a:xfrm>
              <a:custGeom>
                <a:avLst/>
                <a:gdLst>
                  <a:gd name="T0" fmla="*/ 3 w 41"/>
                  <a:gd name="T1" fmla="*/ 7 h 86"/>
                  <a:gd name="T2" fmla="*/ 30 w 41"/>
                  <a:gd name="T3" fmla="*/ 79 h 86"/>
                  <a:gd name="T4" fmla="*/ 40 w 41"/>
                  <a:gd name="T5" fmla="*/ 76 h 86"/>
                  <a:gd name="T6" fmla="*/ 9 w 41"/>
                  <a:gd name="T7" fmla="*/ 4 h 86"/>
                  <a:gd name="T8" fmla="*/ 3 w 41"/>
                  <a:gd name="T9" fmla="*/ 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86">
                    <a:moveTo>
                      <a:pt x="3" y="7"/>
                    </a:moveTo>
                    <a:cubicBezTo>
                      <a:pt x="16" y="29"/>
                      <a:pt x="21" y="56"/>
                      <a:pt x="30" y="79"/>
                    </a:cubicBezTo>
                    <a:cubicBezTo>
                      <a:pt x="32" y="86"/>
                      <a:pt x="41" y="83"/>
                      <a:pt x="40" y="76"/>
                    </a:cubicBezTo>
                    <a:cubicBezTo>
                      <a:pt x="36" y="48"/>
                      <a:pt x="25" y="27"/>
                      <a:pt x="9" y="4"/>
                    </a:cubicBezTo>
                    <a:cubicBezTo>
                      <a:pt x="7" y="0"/>
                      <a:pt x="0" y="3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4" name="Freeform 18">
                <a:extLst>
                  <a:ext uri="{FF2B5EF4-FFF2-40B4-BE49-F238E27FC236}">
                    <a16:creationId xmlns:a16="http://schemas.microsoft.com/office/drawing/2014/main" id="{10CDA171-D03E-EB5A-A2C3-FB147BBF7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0776" y="2992438"/>
                <a:ext cx="26988" cy="107950"/>
              </a:xfrm>
              <a:custGeom>
                <a:avLst/>
                <a:gdLst>
                  <a:gd name="T0" fmla="*/ 2 w 27"/>
                  <a:gd name="T1" fmla="*/ 7 h 104"/>
                  <a:gd name="T2" fmla="*/ 17 w 27"/>
                  <a:gd name="T3" fmla="*/ 100 h 104"/>
                  <a:gd name="T4" fmla="*/ 23 w 27"/>
                  <a:gd name="T5" fmla="*/ 100 h 104"/>
                  <a:gd name="T6" fmla="*/ 9 w 27"/>
                  <a:gd name="T7" fmla="*/ 4 h 104"/>
                  <a:gd name="T8" fmla="*/ 2 w 27"/>
                  <a:gd name="T9" fmla="*/ 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4">
                    <a:moveTo>
                      <a:pt x="2" y="7"/>
                    </a:moveTo>
                    <a:cubicBezTo>
                      <a:pt x="14" y="36"/>
                      <a:pt x="13" y="68"/>
                      <a:pt x="17" y="100"/>
                    </a:cubicBezTo>
                    <a:cubicBezTo>
                      <a:pt x="17" y="104"/>
                      <a:pt x="23" y="104"/>
                      <a:pt x="23" y="100"/>
                    </a:cubicBezTo>
                    <a:cubicBezTo>
                      <a:pt x="27" y="67"/>
                      <a:pt x="24" y="33"/>
                      <a:pt x="9" y="4"/>
                    </a:cubicBezTo>
                    <a:cubicBezTo>
                      <a:pt x="7" y="0"/>
                      <a:pt x="0" y="3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5" name="Freeform 19">
                <a:extLst>
                  <a:ext uri="{FF2B5EF4-FFF2-40B4-BE49-F238E27FC236}">
                    <a16:creationId xmlns:a16="http://schemas.microsoft.com/office/drawing/2014/main" id="{74F08792-79F6-E346-2893-1BE288072F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3476" y="3206751"/>
                <a:ext cx="25400" cy="80963"/>
              </a:xfrm>
              <a:custGeom>
                <a:avLst/>
                <a:gdLst>
                  <a:gd name="T0" fmla="*/ 13 w 24"/>
                  <a:gd name="T1" fmla="*/ 2 h 78"/>
                  <a:gd name="T2" fmla="*/ 4 w 24"/>
                  <a:gd name="T3" fmla="*/ 32 h 78"/>
                  <a:gd name="T4" fmla="*/ 2 w 24"/>
                  <a:gd name="T5" fmla="*/ 46 h 78"/>
                  <a:gd name="T6" fmla="*/ 0 w 24"/>
                  <a:gd name="T7" fmla="*/ 66 h 78"/>
                  <a:gd name="T8" fmla="*/ 13 w 24"/>
                  <a:gd name="T9" fmla="*/ 71 h 78"/>
                  <a:gd name="T10" fmla="*/ 23 w 24"/>
                  <a:gd name="T11" fmla="*/ 39 h 78"/>
                  <a:gd name="T12" fmla="*/ 15 w 24"/>
                  <a:gd name="T13" fmla="*/ 2 h 78"/>
                  <a:gd name="T14" fmla="*/ 13 w 24"/>
                  <a:gd name="T15" fmla="*/ 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8">
                    <a:moveTo>
                      <a:pt x="13" y="2"/>
                    </a:moveTo>
                    <a:cubicBezTo>
                      <a:pt x="9" y="12"/>
                      <a:pt x="6" y="21"/>
                      <a:pt x="4" y="32"/>
                    </a:cubicBezTo>
                    <a:cubicBezTo>
                      <a:pt x="3" y="37"/>
                      <a:pt x="2" y="41"/>
                      <a:pt x="2" y="46"/>
                    </a:cubicBezTo>
                    <a:cubicBezTo>
                      <a:pt x="1" y="53"/>
                      <a:pt x="1" y="59"/>
                      <a:pt x="0" y="66"/>
                    </a:cubicBezTo>
                    <a:cubicBezTo>
                      <a:pt x="0" y="72"/>
                      <a:pt x="9" y="78"/>
                      <a:pt x="13" y="71"/>
                    </a:cubicBezTo>
                    <a:cubicBezTo>
                      <a:pt x="18" y="60"/>
                      <a:pt x="21" y="52"/>
                      <a:pt x="23" y="39"/>
                    </a:cubicBezTo>
                    <a:cubicBezTo>
                      <a:pt x="24" y="25"/>
                      <a:pt x="20" y="15"/>
                      <a:pt x="15" y="2"/>
                    </a:cubicBezTo>
                    <a:cubicBezTo>
                      <a:pt x="15" y="0"/>
                      <a:pt x="13" y="1"/>
                      <a:pt x="1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6" name="Freeform 20">
                <a:extLst>
                  <a:ext uri="{FF2B5EF4-FFF2-40B4-BE49-F238E27FC236}">
                    <a16:creationId xmlns:a16="http://schemas.microsoft.com/office/drawing/2014/main" id="{53CB28F7-A4CC-9FAD-B762-2E912E3A0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2513" y="3368676"/>
                <a:ext cx="61913" cy="100013"/>
              </a:xfrm>
              <a:custGeom>
                <a:avLst/>
                <a:gdLst>
                  <a:gd name="T0" fmla="*/ 46 w 61"/>
                  <a:gd name="T1" fmla="*/ 3 h 97"/>
                  <a:gd name="T2" fmla="*/ 6 w 61"/>
                  <a:gd name="T3" fmla="*/ 81 h 97"/>
                  <a:gd name="T4" fmla="*/ 20 w 61"/>
                  <a:gd name="T5" fmla="*/ 91 h 97"/>
                  <a:gd name="T6" fmla="*/ 52 w 61"/>
                  <a:gd name="T7" fmla="*/ 51 h 97"/>
                  <a:gd name="T8" fmla="*/ 53 w 61"/>
                  <a:gd name="T9" fmla="*/ 3 h 97"/>
                  <a:gd name="T10" fmla="*/ 46 w 61"/>
                  <a:gd name="T11" fmla="*/ 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97">
                    <a:moveTo>
                      <a:pt x="46" y="3"/>
                    </a:moveTo>
                    <a:cubicBezTo>
                      <a:pt x="33" y="29"/>
                      <a:pt x="23" y="57"/>
                      <a:pt x="6" y="81"/>
                    </a:cubicBezTo>
                    <a:cubicBezTo>
                      <a:pt x="0" y="89"/>
                      <a:pt x="13" y="97"/>
                      <a:pt x="20" y="91"/>
                    </a:cubicBezTo>
                    <a:cubicBezTo>
                      <a:pt x="34" y="80"/>
                      <a:pt x="45" y="69"/>
                      <a:pt x="52" y="51"/>
                    </a:cubicBezTo>
                    <a:cubicBezTo>
                      <a:pt x="58" y="35"/>
                      <a:pt x="61" y="20"/>
                      <a:pt x="53" y="3"/>
                    </a:cubicBezTo>
                    <a:cubicBezTo>
                      <a:pt x="52" y="0"/>
                      <a:pt x="47" y="1"/>
                      <a:pt x="4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7" name="Freeform 21">
                <a:extLst>
                  <a:ext uri="{FF2B5EF4-FFF2-40B4-BE49-F238E27FC236}">
                    <a16:creationId xmlns:a16="http://schemas.microsoft.com/office/drawing/2014/main" id="{A8A5CB59-F1E5-105A-6164-9310D47DD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3544888"/>
                <a:ext cx="68263" cy="84138"/>
              </a:xfrm>
              <a:custGeom>
                <a:avLst/>
                <a:gdLst>
                  <a:gd name="T0" fmla="*/ 51 w 66"/>
                  <a:gd name="T1" fmla="*/ 4 h 81"/>
                  <a:gd name="T2" fmla="*/ 24 w 66"/>
                  <a:gd name="T3" fmla="*/ 33 h 81"/>
                  <a:gd name="T4" fmla="*/ 14 w 66"/>
                  <a:gd name="T5" fmla="*/ 46 h 81"/>
                  <a:gd name="T6" fmla="*/ 5 w 66"/>
                  <a:gd name="T7" fmla="*/ 62 h 81"/>
                  <a:gd name="T8" fmla="*/ 18 w 66"/>
                  <a:gd name="T9" fmla="*/ 75 h 81"/>
                  <a:gd name="T10" fmla="*/ 32 w 66"/>
                  <a:gd name="T11" fmla="*/ 65 h 81"/>
                  <a:gd name="T12" fmla="*/ 45 w 66"/>
                  <a:gd name="T13" fmla="*/ 49 h 81"/>
                  <a:gd name="T14" fmla="*/ 63 w 66"/>
                  <a:gd name="T15" fmla="*/ 11 h 81"/>
                  <a:gd name="T16" fmla="*/ 51 w 66"/>
                  <a:gd name="T17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81">
                    <a:moveTo>
                      <a:pt x="51" y="4"/>
                    </a:moveTo>
                    <a:cubicBezTo>
                      <a:pt x="41" y="13"/>
                      <a:pt x="32" y="22"/>
                      <a:pt x="24" y="33"/>
                    </a:cubicBezTo>
                    <a:cubicBezTo>
                      <a:pt x="21" y="37"/>
                      <a:pt x="17" y="41"/>
                      <a:pt x="14" y="46"/>
                    </a:cubicBezTo>
                    <a:cubicBezTo>
                      <a:pt x="10" y="51"/>
                      <a:pt x="9" y="57"/>
                      <a:pt x="5" y="62"/>
                    </a:cubicBezTo>
                    <a:cubicBezTo>
                      <a:pt x="0" y="70"/>
                      <a:pt x="10" y="81"/>
                      <a:pt x="18" y="75"/>
                    </a:cubicBezTo>
                    <a:cubicBezTo>
                      <a:pt x="22" y="72"/>
                      <a:pt x="29" y="69"/>
                      <a:pt x="32" y="65"/>
                    </a:cubicBezTo>
                    <a:cubicBezTo>
                      <a:pt x="37" y="60"/>
                      <a:pt x="41" y="55"/>
                      <a:pt x="45" y="49"/>
                    </a:cubicBezTo>
                    <a:cubicBezTo>
                      <a:pt x="53" y="37"/>
                      <a:pt x="59" y="25"/>
                      <a:pt x="63" y="11"/>
                    </a:cubicBezTo>
                    <a:cubicBezTo>
                      <a:pt x="66" y="4"/>
                      <a:pt x="56" y="0"/>
                      <a:pt x="5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8" name="Freeform 22">
                <a:extLst>
                  <a:ext uri="{FF2B5EF4-FFF2-40B4-BE49-F238E27FC236}">
                    <a16:creationId xmlns:a16="http://schemas.microsoft.com/office/drawing/2014/main" id="{9B8C969B-9E5D-0701-EE07-4A66FEEF2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4063" y="3732213"/>
                <a:ext cx="80963" cy="65088"/>
              </a:xfrm>
              <a:custGeom>
                <a:avLst/>
                <a:gdLst>
                  <a:gd name="T0" fmla="*/ 66 w 79"/>
                  <a:gd name="T1" fmla="*/ 3 h 62"/>
                  <a:gd name="T2" fmla="*/ 35 w 79"/>
                  <a:gd name="T3" fmla="*/ 23 h 62"/>
                  <a:gd name="T4" fmla="*/ 6 w 79"/>
                  <a:gd name="T5" fmla="*/ 48 h 62"/>
                  <a:gd name="T6" fmla="*/ 14 w 79"/>
                  <a:gd name="T7" fmla="*/ 58 h 62"/>
                  <a:gd name="T8" fmla="*/ 45 w 79"/>
                  <a:gd name="T9" fmla="*/ 38 h 62"/>
                  <a:gd name="T10" fmla="*/ 73 w 79"/>
                  <a:gd name="T11" fmla="*/ 13 h 62"/>
                  <a:gd name="T12" fmla="*/ 66 w 79"/>
                  <a:gd name="T13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62">
                    <a:moveTo>
                      <a:pt x="66" y="3"/>
                    </a:moveTo>
                    <a:cubicBezTo>
                      <a:pt x="55" y="9"/>
                      <a:pt x="45" y="15"/>
                      <a:pt x="35" y="23"/>
                    </a:cubicBezTo>
                    <a:cubicBezTo>
                      <a:pt x="25" y="31"/>
                      <a:pt x="16" y="39"/>
                      <a:pt x="6" y="48"/>
                    </a:cubicBezTo>
                    <a:cubicBezTo>
                      <a:pt x="0" y="53"/>
                      <a:pt x="8" y="62"/>
                      <a:pt x="14" y="58"/>
                    </a:cubicBezTo>
                    <a:cubicBezTo>
                      <a:pt x="25" y="52"/>
                      <a:pt x="35" y="46"/>
                      <a:pt x="45" y="38"/>
                    </a:cubicBezTo>
                    <a:cubicBezTo>
                      <a:pt x="55" y="30"/>
                      <a:pt x="64" y="21"/>
                      <a:pt x="73" y="13"/>
                    </a:cubicBezTo>
                    <a:cubicBezTo>
                      <a:pt x="79" y="9"/>
                      <a:pt x="72" y="0"/>
                      <a:pt x="6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29" name="Freeform 23">
                <a:extLst>
                  <a:ext uri="{FF2B5EF4-FFF2-40B4-BE49-F238E27FC236}">
                    <a16:creationId xmlns:a16="http://schemas.microsoft.com/office/drawing/2014/main" id="{7A276947-66A1-87A0-B07B-29C0D533A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3376" y="3932238"/>
                <a:ext cx="93663" cy="30163"/>
              </a:xfrm>
              <a:custGeom>
                <a:avLst/>
                <a:gdLst>
                  <a:gd name="T0" fmla="*/ 82 w 91"/>
                  <a:gd name="T1" fmla="*/ 1 h 30"/>
                  <a:gd name="T2" fmla="*/ 42 w 91"/>
                  <a:gd name="T3" fmla="*/ 5 h 30"/>
                  <a:gd name="T4" fmla="*/ 9 w 91"/>
                  <a:gd name="T5" fmla="*/ 11 h 30"/>
                  <a:gd name="T6" fmla="*/ 9 w 91"/>
                  <a:gd name="T7" fmla="*/ 28 h 30"/>
                  <a:gd name="T8" fmla="*/ 45 w 91"/>
                  <a:gd name="T9" fmla="*/ 27 h 30"/>
                  <a:gd name="T10" fmla="*/ 86 w 91"/>
                  <a:gd name="T11" fmla="*/ 9 h 30"/>
                  <a:gd name="T12" fmla="*/ 82 w 91"/>
                  <a:gd name="T13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30">
                    <a:moveTo>
                      <a:pt x="82" y="1"/>
                    </a:moveTo>
                    <a:cubicBezTo>
                      <a:pt x="69" y="3"/>
                      <a:pt x="55" y="3"/>
                      <a:pt x="42" y="5"/>
                    </a:cubicBezTo>
                    <a:cubicBezTo>
                      <a:pt x="31" y="6"/>
                      <a:pt x="20" y="9"/>
                      <a:pt x="9" y="11"/>
                    </a:cubicBezTo>
                    <a:cubicBezTo>
                      <a:pt x="0" y="13"/>
                      <a:pt x="0" y="27"/>
                      <a:pt x="9" y="28"/>
                    </a:cubicBezTo>
                    <a:cubicBezTo>
                      <a:pt x="22" y="30"/>
                      <a:pt x="32" y="30"/>
                      <a:pt x="45" y="27"/>
                    </a:cubicBezTo>
                    <a:cubicBezTo>
                      <a:pt x="60" y="23"/>
                      <a:pt x="72" y="15"/>
                      <a:pt x="86" y="9"/>
                    </a:cubicBezTo>
                    <a:cubicBezTo>
                      <a:pt x="91" y="7"/>
                      <a:pt x="87" y="0"/>
                      <a:pt x="8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0" name="Freeform 24">
                <a:extLst>
                  <a:ext uri="{FF2B5EF4-FFF2-40B4-BE49-F238E27FC236}">
                    <a16:creationId xmlns:a16="http://schemas.microsoft.com/office/drawing/2014/main" id="{0547853D-924D-D84A-FAD9-2056C0522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1476" y="3992563"/>
                <a:ext cx="65088" cy="77788"/>
              </a:xfrm>
              <a:custGeom>
                <a:avLst/>
                <a:gdLst>
                  <a:gd name="T0" fmla="*/ 2 w 63"/>
                  <a:gd name="T1" fmla="*/ 6 h 74"/>
                  <a:gd name="T2" fmla="*/ 12 w 63"/>
                  <a:gd name="T3" fmla="*/ 18 h 74"/>
                  <a:gd name="T4" fmla="*/ 24 w 63"/>
                  <a:gd name="T5" fmla="*/ 34 h 74"/>
                  <a:gd name="T6" fmla="*/ 36 w 63"/>
                  <a:gd name="T7" fmla="*/ 51 h 74"/>
                  <a:gd name="T8" fmla="*/ 47 w 63"/>
                  <a:gd name="T9" fmla="*/ 66 h 74"/>
                  <a:gd name="T10" fmla="*/ 61 w 63"/>
                  <a:gd name="T11" fmla="*/ 60 h 74"/>
                  <a:gd name="T12" fmla="*/ 37 w 63"/>
                  <a:gd name="T13" fmla="*/ 16 h 74"/>
                  <a:gd name="T14" fmla="*/ 18 w 63"/>
                  <a:gd name="T15" fmla="*/ 3 h 74"/>
                  <a:gd name="T16" fmla="*/ 3 w 63"/>
                  <a:gd name="T17" fmla="*/ 2 h 74"/>
                  <a:gd name="T18" fmla="*/ 2 w 63"/>
                  <a:gd name="T19" fmla="*/ 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3" h="74">
                    <a:moveTo>
                      <a:pt x="2" y="6"/>
                    </a:moveTo>
                    <a:cubicBezTo>
                      <a:pt x="6" y="7"/>
                      <a:pt x="10" y="15"/>
                      <a:pt x="12" y="18"/>
                    </a:cubicBezTo>
                    <a:cubicBezTo>
                      <a:pt x="15" y="24"/>
                      <a:pt x="20" y="29"/>
                      <a:pt x="24" y="34"/>
                    </a:cubicBezTo>
                    <a:cubicBezTo>
                      <a:pt x="29" y="39"/>
                      <a:pt x="32" y="45"/>
                      <a:pt x="36" y="51"/>
                    </a:cubicBezTo>
                    <a:cubicBezTo>
                      <a:pt x="39" y="56"/>
                      <a:pt x="44" y="60"/>
                      <a:pt x="47" y="66"/>
                    </a:cubicBezTo>
                    <a:cubicBezTo>
                      <a:pt x="51" y="74"/>
                      <a:pt x="63" y="68"/>
                      <a:pt x="61" y="60"/>
                    </a:cubicBezTo>
                    <a:cubicBezTo>
                      <a:pt x="57" y="43"/>
                      <a:pt x="50" y="29"/>
                      <a:pt x="37" y="16"/>
                    </a:cubicBezTo>
                    <a:cubicBezTo>
                      <a:pt x="32" y="10"/>
                      <a:pt x="26" y="6"/>
                      <a:pt x="18" y="3"/>
                    </a:cubicBezTo>
                    <a:cubicBezTo>
                      <a:pt x="13" y="0"/>
                      <a:pt x="8" y="1"/>
                      <a:pt x="3" y="2"/>
                    </a:cubicBezTo>
                    <a:cubicBezTo>
                      <a:pt x="0" y="2"/>
                      <a:pt x="0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1" name="Freeform 25">
                <a:extLst>
                  <a:ext uri="{FF2B5EF4-FFF2-40B4-BE49-F238E27FC236}">
                    <a16:creationId xmlns:a16="http://schemas.microsoft.com/office/drawing/2014/main" id="{3F7C2327-8D6B-76EC-A8BD-7AFBD561C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5138" y="4160838"/>
                <a:ext cx="26988" cy="95250"/>
              </a:xfrm>
              <a:custGeom>
                <a:avLst/>
                <a:gdLst>
                  <a:gd name="T0" fmla="*/ 0 w 26"/>
                  <a:gd name="T1" fmla="*/ 8 h 91"/>
                  <a:gd name="T2" fmla="*/ 6 w 26"/>
                  <a:gd name="T3" fmla="*/ 83 h 91"/>
                  <a:gd name="T4" fmla="*/ 22 w 26"/>
                  <a:gd name="T5" fmla="*/ 83 h 91"/>
                  <a:gd name="T6" fmla="*/ 13 w 26"/>
                  <a:gd name="T7" fmla="*/ 5 h 91"/>
                  <a:gd name="T8" fmla="*/ 0 w 26"/>
                  <a:gd name="T9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91">
                    <a:moveTo>
                      <a:pt x="0" y="8"/>
                    </a:moveTo>
                    <a:cubicBezTo>
                      <a:pt x="1" y="33"/>
                      <a:pt x="2" y="59"/>
                      <a:pt x="6" y="83"/>
                    </a:cubicBezTo>
                    <a:cubicBezTo>
                      <a:pt x="8" y="91"/>
                      <a:pt x="20" y="91"/>
                      <a:pt x="22" y="83"/>
                    </a:cubicBezTo>
                    <a:cubicBezTo>
                      <a:pt x="26" y="58"/>
                      <a:pt x="26" y="27"/>
                      <a:pt x="13" y="5"/>
                    </a:cubicBezTo>
                    <a:cubicBezTo>
                      <a:pt x="9" y="0"/>
                      <a:pt x="0" y="2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2" name="Freeform 26">
                <a:extLst>
                  <a:ext uri="{FF2B5EF4-FFF2-40B4-BE49-F238E27FC236}">
                    <a16:creationId xmlns:a16="http://schemas.microsoft.com/office/drawing/2014/main" id="{0A15C2CB-3E7C-5C69-4875-5C6534B07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4338" y="4348163"/>
                <a:ext cx="44450" cy="106363"/>
              </a:xfrm>
              <a:custGeom>
                <a:avLst/>
                <a:gdLst>
                  <a:gd name="T0" fmla="*/ 8 w 43"/>
                  <a:gd name="T1" fmla="*/ 99 h 102"/>
                  <a:gd name="T2" fmla="*/ 32 w 43"/>
                  <a:gd name="T3" fmla="*/ 61 h 102"/>
                  <a:gd name="T4" fmla="*/ 42 w 43"/>
                  <a:gd name="T5" fmla="*/ 9 h 102"/>
                  <a:gd name="T6" fmla="*/ 27 w 43"/>
                  <a:gd name="T7" fmla="*/ 7 h 102"/>
                  <a:gd name="T8" fmla="*/ 13 w 43"/>
                  <a:gd name="T9" fmla="*/ 50 h 102"/>
                  <a:gd name="T10" fmla="*/ 1 w 43"/>
                  <a:gd name="T11" fmla="*/ 95 h 102"/>
                  <a:gd name="T12" fmla="*/ 8 w 43"/>
                  <a:gd name="T13" fmla="*/ 9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102">
                    <a:moveTo>
                      <a:pt x="8" y="99"/>
                    </a:moveTo>
                    <a:cubicBezTo>
                      <a:pt x="19" y="87"/>
                      <a:pt x="26" y="76"/>
                      <a:pt x="32" y="61"/>
                    </a:cubicBezTo>
                    <a:cubicBezTo>
                      <a:pt x="38" y="44"/>
                      <a:pt x="40" y="27"/>
                      <a:pt x="42" y="9"/>
                    </a:cubicBezTo>
                    <a:cubicBezTo>
                      <a:pt x="43" y="0"/>
                      <a:pt x="30" y="0"/>
                      <a:pt x="27" y="7"/>
                    </a:cubicBezTo>
                    <a:cubicBezTo>
                      <a:pt x="21" y="22"/>
                      <a:pt x="16" y="35"/>
                      <a:pt x="13" y="50"/>
                    </a:cubicBezTo>
                    <a:cubicBezTo>
                      <a:pt x="9" y="64"/>
                      <a:pt x="7" y="81"/>
                      <a:pt x="1" y="95"/>
                    </a:cubicBezTo>
                    <a:cubicBezTo>
                      <a:pt x="0" y="99"/>
                      <a:pt x="6" y="102"/>
                      <a:pt x="8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3" name="Freeform 27">
                <a:extLst>
                  <a:ext uri="{FF2B5EF4-FFF2-40B4-BE49-F238E27FC236}">
                    <a16:creationId xmlns:a16="http://schemas.microsoft.com/office/drawing/2014/main" id="{7BBD5558-5CDB-BA29-A19E-0E5D51BE7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3526" y="4581526"/>
                <a:ext cx="80963" cy="74613"/>
              </a:xfrm>
              <a:custGeom>
                <a:avLst/>
                <a:gdLst>
                  <a:gd name="T0" fmla="*/ 7 w 78"/>
                  <a:gd name="T1" fmla="*/ 69 h 72"/>
                  <a:gd name="T2" fmla="*/ 45 w 78"/>
                  <a:gd name="T3" fmla="*/ 47 h 72"/>
                  <a:gd name="T4" fmla="*/ 75 w 78"/>
                  <a:gd name="T5" fmla="*/ 11 h 72"/>
                  <a:gd name="T6" fmla="*/ 67 w 78"/>
                  <a:gd name="T7" fmla="*/ 5 h 72"/>
                  <a:gd name="T8" fmla="*/ 37 w 78"/>
                  <a:gd name="T9" fmla="*/ 33 h 72"/>
                  <a:gd name="T10" fmla="*/ 4 w 78"/>
                  <a:gd name="T11" fmla="*/ 63 h 72"/>
                  <a:gd name="T12" fmla="*/ 7 w 78"/>
                  <a:gd name="T13" fmla="*/ 6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72">
                    <a:moveTo>
                      <a:pt x="7" y="69"/>
                    </a:moveTo>
                    <a:cubicBezTo>
                      <a:pt x="20" y="62"/>
                      <a:pt x="33" y="56"/>
                      <a:pt x="45" y="47"/>
                    </a:cubicBezTo>
                    <a:cubicBezTo>
                      <a:pt x="57" y="37"/>
                      <a:pt x="68" y="26"/>
                      <a:pt x="75" y="11"/>
                    </a:cubicBezTo>
                    <a:cubicBezTo>
                      <a:pt x="78" y="6"/>
                      <a:pt x="71" y="0"/>
                      <a:pt x="67" y="5"/>
                    </a:cubicBezTo>
                    <a:cubicBezTo>
                      <a:pt x="57" y="15"/>
                      <a:pt x="47" y="24"/>
                      <a:pt x="37" y="33"/>
                    </a:cubicBezTo>
                    <a:cubicBezTo>
                      <a:pt x="26" y="43"/>
                      <a:pt x="15" y="55"/>
                      <a:pt x="4" y="63"/>
                    </a:cubicBezTo>
                    <a:cubicBezTo>
                      <a:pt x="0" y="66"/>
                      <a:pt x="3" y="72"/>
                      <a:pt x="7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4" name="Freeform 28">
                <a:extLst>
                  <a:ext uri="{FF2B5EF4-FFF2-40B4-BE49-F238E27FC236}">
                    <a16:creationId xmlns:a16="http://schemas.microsoft.com/office/drawing/2014/main" id="{B824FD2D-89C5-BD87-3CB2-13575B1DE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6038" y="4762501"/>
                <a:ext cx="120650" cy="58738"/>
              </a:xfrm>
              <a:custGeom>
                <a:avLst/>
                <a:gdLst>
                  <a:gd name="T0" fmla="*/ 6 w 117"/>
                  <a:gd name="T1" fmla="*/ 56 h 56"/>
                  <a:gd name="T2" fmla="*/ 111 w 117"/>
                  <a:gd name="T3" fmla="*/ 13 h 56"/>
                  <a:gd name="T4" fmla="*/ 105 w 117"/>
                  <a:gd name="T5" fmla="*/ 2 h 56"/>
                  <a:gd name="T6" fmla="*/ 5 w 117"/>
                  <a:gd name="T7" fmla="*/ 48 h 56"/>
                  <a:gd name="T8" fmla="*/ 6 w 117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56">
                    <a:moveTo>
                      <a:pt x="6" y="56"/>
                    </a:moveTo>
                    <a:cubicBezTo>
                      <a:pt x="44" y="51"/>
                      <a:pt x="81" y="37"/>
                      <a:pt x="111" y="13"/>
                    </a:cubicBezTo>
                    <a:cubicBezTo>
                      <a:pt x="117" y="9"/>
                      <a:pt x="111" y="0"/>
                      <a:pt x="105" y="2"/>
                    </a:cubicBezTo>
                    <a:cubicBezTo>
                      <a:pt x="70" y="12"/>
                      <a:pt x="40" y="36"/>
                      <a:pt x="5" y="48"/>
                    </a:cubicBezTo>
                    <a:cubicBezTo>
                      <a:pt x="0" y="49"/>
                      <a:pt x="1" y="56"/>
                      <a:pt x="6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5" name="Freeform 29">
                <a:extLst>
                  <a:ext uri="{FF2B5EF4-FFF2-40B4-BE49-F238E27FC236}">
                    <a16:creationId xmlns:a16="http://schemas.microsoft.com/office/drawing/2014/main" id="{761D2C5E-94F6-75E3-D130-BDFB96BA4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4263" y="4868863"/>
                <a:ext cx="123825" cy="47625"/>
              </a:xfrm>
              <a:custGeom>
                <a:avLst/>
                <a:gdLst>
                  <a:gd name="T0" fmla="*/ 4 w 120"/>
                  <a:gd name="T1" fmla="*/ 46 h 46"/>
                  <a:gd name="T2" fmla="*/ 117 w 120"/>
                  <a:gd name="T3" fmla="*/ 10 h 46"/>
                  <a:gd name="T4" fmla="*/ 112 w 120"/>
                  <a:gd name="T5" fmla="*/ 2 h 46"/>
                  <a:gd name="T6" fmla="*/ 3 w 120"/>
                  <a:gd name="T7" fmla="*/ 39 h 46"/>
                  <a:gd name="T8" fmla="*/ 4 w 12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46">
                    <a:moveTo>
                      <a:pt x="4" y="46"/>
                    </a:moveTo>
                    <a:cubicBezTo>
                      <a:pt x="43" y="44"/>
                      <a:pt x="86" y="36"/>
                      <a:pt x="117" y="10"/>
                    </a:cubicBezTo>
                    <a:cubicBezTo>
                      <a:pt x="120" y="7"/>
                      <a:pt x="116" y="0"/>
                      <a:pt x="112" y="2"/>
                    </a:cubicBezTo>
                    <a:cubicBezTo>
                      <a:pt x="75" y="14"/>
                      <a:pt x="40" y="27"/>
                      <a:pt x="3" y="39"/>
                    </a:cubicBezTo>
                    <a:cubicBezTo>
                      <a:pt x="0" y="40"/>
                      <a:pt x="0" y="46"/>
                      <a:pt x="4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6" name="Freeform 30">
                <a:extLst>
                  <a:ext uri="{FF2B5EF4-FFF2-40B4-BE49-F238E27FC236}">
                    <a16:creationId xmlns:a16="http://schemas.microsoft.com/office/drawing/2014/main" id="{DABD8AD9-CBD3-251F-C6C8-B4974F668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2963" y="4932363"/>
                <a:ext cx="153988" cy="38100"/>
              </a:xfrm>
              <a:custGeom>
                <a:avLst/>
                <a:gdLst>
                  <a:gd name="T0" fmla="*/ 6 w 148"/>
                  <a:gd name="T1" fmla="*/ 36 h 37"/>
                  <a:gd name="T2" fmla="*/ 137 w 148"/>
                  <a:gd name="T3" fmla="*/ 20 h 37"/>
                  <a:gd name="T4" fmla="*/ 133 w 148"/>
                  <a:gd name="T5" fmla="*/ 3 h 37"/>
                  <a:gd name="T6" fmla="*/ 3 w 148"/>
                  <a:gd name="T7" fmla="*/ 31 h 37"/>
                  <a:gd name="T8" fmla="*/ 6 w 148"/>
                  <a:gd name="T9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37">
                    <a:moveTo>
                      <a:pt x="6" y="36"/>
                    </a:moveTo>
                    <a:cubicBezTo>
                      <a:pt x="51" y="28"/>
                      <a:pt x="94" y="36"/>
                      <a:pt x="137" y="20"/>
                    </a:cubicBezTo>
                    <a:cubicBezTo>
                      <a:pt x="148" y="16"/>
                      <a:pt x="144" y="0"/>
                      <a:pt x="133" y="3"/>
                    </a:cubicBezTo>
                    <a:cubicBezTo>
                      <a:pt x="88" y="13"/>
                      <a:pt x="46" y="13"/>
                      <a:pt x="3" y="31"/>
                    </a:cubicBezTo>
                    <a:cubicBezTo>
                      <a:pt x="0" y="32"/>
                      <a:pt x="2" y="37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7" name="Freeform 31">
                <a:extLst>
                  <a:ext uri="{FF2B5EF4-FFF2-40B4-BE49-F238E27FC236}">
                    <a16:creationId xmlns:a16="http://schemas.microsoft.com/office/drawing/2014/main" id="{E32F8753-721E-2215-2C6D-555499B06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763" y="4945063"/>
                <a:ext cx="88900" cy="22225"/>
              </a:xfrm>
              <a:custGeom>
                <a:avLst/>
                <a:gdLst>
                  <a:gd name="T0" fmla="*/ 4 w 86"/>
                  <a:gd name="T1" fmla="*/ 18 h 22"/>
                  <a:gd name="T2" fmla="*/ 80 w 86"/>
                  <a:gd name="T3" fmla="*/ 10 h 22"/>
                  <a:gd name="T4" fmla="*/ 77 w 86"/>
                  <a:gd name="T5" fmla="*/ 1 h 22"/>
                  <a:gd name="T6" fmla="*/ 4 w 86"/>
                  <a:gd name="T7" fmla="*/ 8 h 22"/>
                  <a:gd name="T8" fmla="*/ 4 w 86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2">
                    <a:moveTo>
                      <a:pt x="4" y="18"/>
                    </a:moveTo>
                    <a:cubicBezTo>
                      <a:pt x="30" y="22"/>
                      <a:pt x="56" y="21"/>
                      <a:pt x="80" y="10"/>
                    </a:cubicBezTo>
                    <a:cubicBezTo>
                      <a:pt x="86" y="8"/>
                      <a:pt x="82" y="0"/>
                      <a:pt x="77" y="1"/>
                    </a:cubicBezTo>
                    <a:cubicBezTo>
                      <a:pt x="53" y="5"/>
                      <a:pt x="28" y="5"/>
                      <a:pt x="4" y="8"/>
                    </a:cubicBezTo>
                    <a:cubicBezTo>
                      <a:pt x="0" y="9"/>
                      <a:pt x="0" y="17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8" name="Freeform 32">
                <a:extLst>
                  <a:ext uri="{FF2B5EF4-FFF2-40B4-BE49-F238E27FC236}">
                    <a16:creationId xmlns:a16="http://schemas.microsoft.com/office/drawing/2014/main" id="{46CA4EF3-B326-6E02-ECBE-06FB77943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8463" y="4924426"/>
                <a:ext cx="80963" cy="31750"/>
              </a:xfrm>
              <a:custGeom>
                <a:avLst/>
                <a:gdLst>
                  <a:gd name="T0" fmla="*/ 6 w 79"/>
                  <a:gd name="T1" fmla="*/ 17 h 31"/>
                  <a:gd name="T2" fmla="*/ 37 w 79"/>
                  <a:gd name="T3" fmla="*/ 24 h 31"/>
                  <a:gd name="T4" fmla="*/ 72 w 79"/>
                  <a:gd name="T5" fmla="*/ 31 h 31"/>
                  <a:gd name="T6" fmla="*/ 75 w 79"/>
                  <a:gd name="T7" fmla="*/ 21 h 31"/>
                  <a:gd name="T8" fmla="*/ 6 w 79"/>
                  <a:gd name="T9" fmla="*/ 6 h 31"/>
                  <a:gd name="T10" fmla="*/ 6 w 79"/>
                  <a:gd name="T11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31">
                    <a:moveTo>
                      <a:pt x="6" y="17"/>
                    </a:moveTo>
                    <a:cubicBezTo>
                      <a:pt x="16" y="20"/>
                      <a:pt x="27" y="22"/>
                      <a:pt x="37" y="24"/>
                    </a:cubicBezTo>
                    <a:cubicBezTo>
                      <a:pt x="49" y="27"/>
                      <a:pt x="60" y="31"/>
                      <a:pt x="72" y="31"/>
                    </a:cubicBezTo>
                    <a:cubicBezTo>
                      <a:pt x="78" y="31"/>
                      <a:pt x="79" y="24"/>
                      <a:pt x="75" y="21"/>
                    </a:cubicBezTo>
                    <a:cubicBezTo>
                      <a:pt x="56" y="8"/>
                      <a:pt x="28" y="0"/>
                      <a:pt x="6" y="6"/>
                    </a:cubicBezTo>
                    <a:cubicBezTo>
                      <a:pt x="0" y="8"/>
                      <a:pt x="1" y="15"/>
                      <a:pt x="6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39" name="Freeform 33">
                <a:extLst>
                  <a:ext uri="{FF2B5EF4-FFF2-40B4-BE49-F238E27FC236}">
                    <a16:creationId xmlns:a16="http://schemas.microsoft.com/office/drawing/2014/main" id="{7158B334-C445-7770-DD9E-A574B3330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9551" y="4949826"/>
                <a:ext cx="68263" cy="61913"/>
              </a:xfrm>
              <a:custGeom>
                <a:avLst/>
                <a:gdLst>
                  <a:gd name="T0" fmla="*/ 11 w 67"/>
                  <a:gd name="T1" fmla="*/ 56 h 59"/>
                  <a:gd name="T2" fmla="*/ 39 w 67"/>
                  <a:gd name="T3" fmla="*/ 37 h 59"/>
                  <a:gd name="T4" fmla="*/ 63 w 67"/>
                  <a:gd name="T5" fmla="*/ 12 h 59"/>
                  <a:gd name="T6" fmla="*/ 55 w 67"/>
                  <a:gd name="T7" fmla="*/ 4 h 59"/>
                  <a:gd name="T8" fmla="*/ 31 w 67"/>
                  <a:gd name="T9" fmla="*/ 25 h 59"/>
                  <a:gd name="T10" fmla="*/ 4 w 67"/>
                  <a:gd name="T11" fmla="*/ 48 h 59"/>
                  <a:gd name="T12" fmla="*/ 11 w 67"/>
                  <a:gd name="T13" fmla="*/ 5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59">
                    <a:moveTo>
                      <a:pt x="11" y="56"/>
                    </a:moveTo>
                    <a:cubicBezTo>
                      <a:pt x="21" y="50"/>
                      <a:pt x="30" y="44"/>
                      <a:pt x="39" y="37"/>
                    </a:cubicBezTo>
                    <a:cubicBezTo>
                      <a:pt x="48" y="29"/>
                      <a:pt x="55" y="21"/>
                      <a:pt x="63" y="12"/>
                    </a:cubicBezTo>
                    <a:cubicBezTo>
                      <a:pt x="67" y="7"/>
                      <a:pt x="60" y="0"/>
                      <a:pt x="55" y="4"/>
                    </a:cubicBezTo>
                    <a:cubicBezTo>
                      <a:pt x="47" y="11"/>
                      <a:pt x="39" y="17"/>
                      <a:pt x="31" y="25"/>
                    </a:cubicBezTo>
                    <a:cubicBezTo>
                      <a:pt x="22" y="33"/>
                      <a:pt x="14" y="41"/>
                      <a:pt x="4" y="48"/>
                    </a:cubicBezTo>
                    <a:cubicBezTo>
                      <a:pt x="0" y="52"/>
                      <a:pt x="6" y="59"/>
                      <a:pt x="11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0" name="Freeform 34">
                <a:extLst>
                  <a:ext uri="{FF2B5EF4-FFF2-40B4-BE49-F238E27FC236}">
                    <a16:creationId xmlns:a16="http://schemas.microsoft.com/office/drawing/2014/main" id="{9AE9B336-2FE3-0704-6720-C0E8C3172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5401" y="5078413"/>
                <a:ext cx="80963" cy="49213"/>
              </a:xfrm>
              <a:custGeom>
                <a:avLst/>
                <a:gdLst>
                  <a:gd name="T0" fmla="*/ 5 w 78"/>
                  <a:gd name="T1" fmla="*/ 46 h 46"/>
                  <a:gd name="T2" fmla="*/ 41 w 78"/>
                  <a:gd name="T3" fmla="*/ 34 h 46"/>
                  <a:gd name="T4" fmla="*/ 73 w 78"/>
                  <a:gd name="T5" fmla="*/ 11 h 46"/>
                  <a:gd name="T6" fmla="*/ 67 w 78"/>
                  <a:gd name="T7" fmla="*/ 2 h 46"/>
                  <a:gd name="T8" fmla="*/ 33 w 78"/>
                  <a:gd name="T9" fmla="*/ 21 h 46"/>
                  <a:gd name="T10" fmla="*/ 3 w 78"/>
                  <a:gd name="T11" fmla="*/ 41 h 46"/>
                  <a:gd name="T12" fmla="*/ 5 w 78"/>
                  <a:gd name="T13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46">
                    <a:moveTo>
                      <a:pt x="5" y="46"/>
                    </a:moveTo>
                    <a:cubicBezTo>
                      <a:pt x="17" y="42"/>
                      <a:pt x="29" y="41"/>
                      <a:pt x="41" y="34"/>
                    </a:cubicBezTo>
                    <a:cubicBezTo>
                      <a:pt x="53" y="28"/>
                      <a:pt x="63" y="20"/>
                      <a:pt x="73" y="11"/>
                    </a:cubicBezTo>
                    <a:cubicBezTo>
                      <a:pt x="78" y="6"/>
                      <a:pt x="72" y="0"/>
                      <a:pt x="67" y="2"/>
                    </a:cubicBezTo>
                    <a:cubicBezTo>
                      <a:pt x="55" y="8"/>
                      <a:pt x="44" y="14"/>
                      <a:pt x="33" y="21"/>
                    </a:cubicBezTo>
                    <a:cubicBezTo>
                      <a:pt x="23" y="28"/>
                      <a:pt x="14" y="37"/>
                      <a:pt x="3" y="41"/>
                    </a:cubicBezTo>
                    <a:cubicBezTo>
                      <a:pt x="0" y="42"/>
                      <a:pt x="2" y="46"/>
                      <a:pt x="5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1" name="Freeform 35">
                <a:extLst>
                  <a:ext uri="{FF2B5EF4-FFF2-40B4-BE49-F238E27FC236}">
                    <a16:creationId xmlns:a16="http://schemas.microsoft.com/office/drawing/2014/main" id="{E8CBC49D-FE9E-7919-FB59-FA875F4CC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7438" y="5192713"/>
                <a:ext cx="114300" cy="50800"/>
              </a:xfrm>
              <a:custGeom>
                <a:avLst/>
                <a:gdLst>
                  <a:gd name="T0" fmla="*/ 10 w 110"/>
                  <a:gd name="T1" fmla="*/ 48 h 50"/>
                  <a:gd name="T2" fmla="*/ 105 w 110"/>
                  <a:gd name="T3" fmla="*/ 11 h 50"/>
                  <a:gd name="T4" fmla="*/ 102 w 110"/>
                  <a:gd name="T5" fmla="*/ 2 h 50"/>
                  <a:gd name="T6" fmla="*/ 7 w 110"/>
                  <a:gd name="T7" fmla="*/ 37 h 50"/>
                  <a:gd name="T8" fmla="*/ 10 w 110"/>
                  <a:gd name="T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50">
                    <a:moveTo>
                      <a:pt x="10" y="48"/>
                    </a:moveTo>
                    <a:cubicBezTo>
                      <a:pt x="45" y="42"/>
                      <a:pt x="75" y="29"/>
                      <a:pt x="105" y="11"/>
                    </a:cubicBezTo>
                    <a:cubicBezTo>
                      <a:pt x="110" y="8"/>
                      <a:pt x="107" y="0"/>
                      <a:pt x="102" y="2"/>
                    </a:cubicBezTo>
                    <a:cubicBezTo>
                      <a:pt x="71" y="15"/>
                      <a:pt x="40" y="30"/>
                      <a:pt x="7" y="37"/>
                    </a:cubicBezTo>
                    <a:cubicBezTo>
                      <a:pt x="0" y="39"/>
                      <a:pt x="3" y="50"/>
                      <a:pt x="1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2" name="Freeform 36">
                <a:extLst>
                  <a:ext uri="{FF2B5EF4-FFF2-40B4-BE49-F238E27FC236}">
                    <a16:creationId xmlns:a16="http://schemas.microsoft.com/office/drawing/2014/main" id="{D869FEA5-A418-20FB-4800-759B5CDCC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9313" y="5272088"/>
                <a:ext cx="131763" cy="36513"/>
              </a:xfrm>
              <a:custGeom>
                <a:avLst/>
                <a:gdLst>
                  <a:gd name="T0" fmla="*/ 7 w 128"/>
                  <a:gd name="T1" fmla="*/ 30 h 35"/>
                  <a:gd name="T2" fmla="*/ 120 w 128"/>
                  <a:gd name="T3" fmla="*/ 16 h 35"/>
                  <a:gd name="T4" fmla="*/ 114 w 128"/>
                  <a:gd name="T5" fmla="*/ 2 h 35"/>
                  <a:gd name="T6" fmla="*/ 7 w 128"/>
                  <a:gd name="T7" fmla="*/ 18 h 35"/>
                  <a:gd name="T8" fmla="*/ 7 w 128"/>
                  <a:gd name="T9" fmla="*/ 3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35">
                    <a:moveTo>
                      <a:pt x="7" y="30"/>
                    </a:moveTo>
                    <a:cubicBezTo>
                      <a:pt x="47" y="33"/>
                      <a:pt x="84" y="35"/>
                      <a:pt x="120" y="16"/>
                    </a:cubicBezTo>
                    <a:cubicBezTo>
                      <a:pt x="128" y="11"/>
                      <a:pt x="122" y="0"/>
                      <a:pt x="114" y="2"/>
                    </a:cubicBezTo>
                    <a:cubicBezTo>
                      <a:pt x="79" y="10"/>
                      <a:pt x="43" y="15"/>
                      <a:pt x="7" y="18"/>
                    </a:cubicBezTo>
                    <a:cubicBezTo>
                      <a:pt x="0" y="18"/>
                      <a:pt x="0" y="29"/>
                      <a:pt x="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3" name="Freeform 37">
                <a:extLst>
                  <a:ext uri="{FF2B5EF4-FFF2-40B4-BE49-F238E27FC236}">
                    <a16:creationId xmlns:a16="http://schemas.microsoft.com/office/drawing/2014/main" id="{D5D4CA66-C3A4-006D-1A3F-3A485D148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9763" y="5281613"/>
                <a:ext cx="104775" cy="34925"/>
              </a:xfrm>
              <a:custGeom>
                <a:avLst/>
                <a:gdLst>
                  <a:gd name="T0" fmla="*/ 3 w 101"/>
                  <a:gd name="T1" fmla="*/ 11 h 33"/>
                  <a:gd name="T2" fmla="*/ 94 w 101"/>
                  <a:gd name="T3" fmla="*/ 29 h 33"/>
                  <a:gd name="T4" fmla="*/ 94 w 101"/>
                  <a:gd name="T5" fmla="*/ 15 h 33"/>
                  <a:gd name="T6" fmla="*/ 6 w 101"/>
                  <a:gd name="T7" fmla="*/ 3 h 33"/>
                  <a:gd name="T8" fmla="*/ 3 w 101"/>
                  <a:gd name="T9" fmla="*/ 1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33">
                    <a:moveTo>
                      <a:pt x="3" y="11"/>
                    </a:moveTo>
                    <a:cubicBezTo>
                      <a:pt x="29" y="28"/>
                      <a:pt x="65" y="33"/>
                      <a:pt x="94" y="29"/>
                    </a:cubicBezTo>
                    <a:cubicBezTo>
                      <a:pt x="101" y="28"/>
                      <a:pt x="101" y="16"/>
                      <a:pt x="94" y="15"/>
                    </a:cubicBezTo>
                    <a:cubicBezTo>
                      <a:pt x="66" y="10"/>
                      <a:pt x="34" y="0"/>
                      <a:pt x="6" y="3"/>
                    </a:cubicBezTo>
                    <a:cubicBezTo>
                      <a:pt x="1" y="3"/>
                      <a:pt x="0" y="9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4" name="Freeform 38">
                <a:extLst>
                  <a:ext uri="{FF2B5EF4-FFF2-40B4-BE49-F238E27FC236}">
                    <a16:creationId xmlns:a16="http://schemas.microsoft.com/office/drawing/2014/main" id="{C78B821F-7BDF-66AD-4A1C-746AE38C9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6563" y="5238751"/>
                <a:ext cx="103188" cy="33338"/>
              </a:xfrm>
              <a:custGeom>
                <a:avLst/>
                <a:gdLst>
                  <a:gd name="T0" fmla="*/ 5 w 100"/>
                  <a:gd name="T1" fmla="*/ 9 h 32"/>
                  <a:gd name="T2" fmla="*/ 92 w 100"/>
                  <a:gd name="T3" fmla="*/ 31 h 32"/>
                  <a:gd name="T4" fmla="*/ 94 w 100"/>
                  <a:gd name="T5" fmla="*/ 22 h 32"/>
                  <a:gd name="T6" fmla="*/ 7 w 100"/>
                  <a:gd name="T7" fmla="*/ 1 h 32"/>
                  <a:gd name="T8" fmla="*/ 5 w 100"/>
                  <a:gd name="T9" fmla="*/ 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2">
                    <a:moveTo>
                      <a:pt x="5" y="9"/>
                    </a:moveTo>
                    <a:cubicBezTo>
                      <a:pt x="34" y="18"/>
                      <a:pt x="62" y="26"/>
                      <a:pt x="92" y="31"/>
                    </a:cubicBezTo>
                    <a:cubicBezTo>
                      <a:pt x="98" y="32"/>
                      <a:pt x="100" y="24"/>
                      <a:pt x="94" y="22"/>
                    </a:cubicBezTo>
                    <a:cubicBezTo>
                      <a:pt x="66" y="13"/>
                      <a:pt x="37" y="6"/>
                      <a:pt x="7" y="1"/>
                    </a:cubicBezTo>
                    <a:cubicBezTo>
                      <a:pt x="2" y="0"/>
                      <a:pt x="0" y="7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5" name="Freeform 39">
                <a:extLst>
                  <a:ext uri="{FF2B5EF4-FFF2-40B4-BE49-F238E27FC236}">
                    <a16:creationId xmlns:a16="http://schemas.microsoft.com/office/drawing/2014/main" id="{28A89D53-8633-EB42-5508-9E8B0C821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7651" y="5132388"/>
                <a:ext cx="85725" cy="60325"/>
              </a:xfrm>
              <a:custGeom>
                <a:avLst/>
                <a:gdLst>
                  <a:gd name="T0" fmla="*/ 2 w 82"/>
                  <a:gd name="T1" fmla="*/ 8 h 58"/>
                  <a:gd name="T2" fmla="*/ 71 w 82"/>
                  <a:gd name="T3" fmla="*/ 57 h 58"/>
                  <a:gd name="T4" fmla="*/ 74 w 82"/>
                  <a:gd name="T5" fmla="*/ 44 h 58"/>
                  <a:gd name="T6" fmla="*/ 11 w 82"/>
                  <a:gd name="T7" fmla="*/ 3 h 58"/>
                  <a:gd name="T8" fmla="*/ 2 w 82"/>
                  <a:gd name="T9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58">
                    <a:moveTo>
                      <a:pt x="2" y="8"/>
                    </a:moveTo>
                    <a:cubicBezTo>
                      <a:pt x="14" y="38"/>
                      <a:pt x="41" y="52"/>
                      <a:pt x="71" y="57"/>
                    </a:cubicBezTo>
                    <a:cubicBezTo>
                      <a:pt x="79" y="58"/>
                      <a:pt x="82" y="47"/>
                      <a:pt x="74" y="44"/>
                    </a:cubicBezTo>
                    <a:cubicBezTo>
                      <a:pt x="51" y="35"/>
                      <a:pt x="30" y="19"/>
                      <a:pt x="11" y="3"/>
                    </a:cubicBezTo>
                    <a:cubicBezTo>
                      <a:pt x="8" y="0"/>
                      <a:pt x="0" y="3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6" name="Freeform 40">
                <a:extLst>
                  <a:ext uri="{FF2B5EF4-FFF2-40B4-BE49-F238E27FC236}">
                    <a16:creationId xmlns:a16="http://schemas.microsoft.com/office/drawing/2014/main" id="{58E7887C-6565-8D3D-E505-481BA926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7313" y="4940301"/>
                <a:ext cx="87313" cy="103188"/>
              </a:xfrm>
              <a:custGeom>
                <a:avLst/>
                <a:gdLst>
                  <a:gd name="T0" fmla="*/ 4 w 83"/>
                  <a:gd name="T1" fmla="*/ 13 h 98"/>
                  <a:gd name="T2" fmla="*/ 72 w 83"/>
                  <a:gd name="T3" fmla="*/ 94 h 98"/>
                  <a:gd name="T4" fmla="*/ 80 w 83"/>
                  <a:gd name="T5" fmla="*/ 87 h 98"/>
                  <a:gd name="T6" fmla="*/ 13 w 83"/>
                  <a:gd name="T7" fmla="*/ 4 h 98"/>
                  <a:gd name="T8" fmla="*/ 4 w 83"/>
                  <a:gd name="T9" fmla="*/ 1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98">
                    <a:moveTo>
                      <a:pt x="4" y="13"/>
                    </a:moveTo>
                    <a:cubicBezTo>
                      <a:pt x="23" y="41"/>
                      <a:pt x="44" y="74"/>
                      <a:pt x="72" y="94"/>
                    </a:cubicBezTo>
                    <a:cubicBezTo>
                      <a:pt x="76" y="98"/>
                      <a:pt x="83" y="91"/>
                      <a:pt x="80" y="87"/>
                    </a:cubicBezTo>
                    <a:cubicBezTo>
                      <a:pt x="61" y="58"/>
                      <a:pt x="41" y="25"/>
                      <a:pt x="13" y="4"/>
                    </a:cubicBezTo>
                    <a:cubicBezTo>
                      <a:pt x="8" y="0"/>
                      <a:pt x="0" y="8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7" name="Freeform 41">
                <a:extLst>
                  <a:ext uri="{FF2B5EF4-FFF2-40B4-BE49-F238E27FC236}">
                    <a16:creationId xmlns:a16="http://schemas.microsoft.com/office/drawing/2014/main" id="{C82FB094-8C03-F04B-C33C-B1D74DE44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3338" y="4803776"/>
                <a:ext cx="50800" cy="74613"/>
              </a:xfrm>
              <a:custGeom>
                <a:avLst/>
                <a:gdLst>
                  <a:gd name="T0" fmla="*/ 2 w 49"/>
                  <a:gd name="T1" fmla="*/ 6 h 71"/>
                  <a:gd name="T2" fmla="*/ 15 w 49"/>
                  <a:gd name="T3" fmla="*/ 35 h 71"/>
                  <a:gd name="T4" fmla="*/ 35 w 49"/>
                  <a:gd name="T5" fmla="*/ 65 h 71"/>
                  <a:gd name="T6" fmla="*/ 45 w 49"/>
                  <a:gd name="T7" fmla="*/ 59 h 71"/>
                  <a:gd name="T8" fmla="*/ 26 w 49"/>
                  <a:gd name="T9" fmla="*/ 28 h 71"/>
                  <a:gd name="T10" fmla="*/ 5 w 49"/>
                  <a:gd name="T11" fmla="*/ 3 h 71"/>
                  <a:gd name="T12" fmla="*/ 2 w 49"/>
                  <a:gd name="T13" fmla="*/ 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71">
                    <a:moveTo>
                      <a:pt x="2" y="6"/>
                    </a:moveTo>
                    <a:cubicBezTo>
                      <a:pt x="6" y="15"/>
                      <a:pt x="10" y="25"/>
                      <a:pt x="15" y="35"/>
                    </a:cubicBezTo>
                    <a:cubicBezTo>
                      <a:pt x="21" y="46"/>
                      <a:pt x="27" y="55"/>
                      <a:pt x="35" y="65"/>
                    </a:cubicBezTo>
                    <a:cubicBezTo>
                      <a:pt x="39" y="71"/>
                      <a:pt x="49" y="66"/>
                      <a:pt x="45" y="59"/>
                    </a:cubicBezTo>
                    <a:cubicBezTo>
                      <a:pt x="39" y="49"/>
                      <a:pt x="33" y="38"/>
                      <a:pt x="26" y="28"/>
                    </a:cubicBezTo>
                    <a:cubicBezTo>
                      <a:pt x="20" y="19"/>
                      <a:pt x="13" y="11"/>
                      <a:pt x="5" y="3"/>
                    </a:cubicBezTo>
                    <a:cubicBezTo>
                      <a:pt x="4" y="0"/>
                      <a:pt x="0" y="3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8" name="Freeform 42">
                <a:extLst>
                  <a:ext uri="{FF2B5EF4-FFF2-40B4-BE49-F238E27FC236}">
                    <a16:creationId xmlns:a16="http://schemas.microsoft.com/office/drawing/2014/main" id="{75667F1B-A4CE-0A9D-0C24-6AD1CCA36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5551" y="4613276"/>
                <a:ext cx="60325" cy="101600"/>
              </a:xfrm>
              <a:custGeom>
                <a:avLst/>
                <a:gdLst>
                  <a:gd name="T0" fmla="*/ 2 w 58"/>
                  <a:gd name="T1" fmla="*/ 8 h 97"/>
                  <a:gd name="T2" fmla="*/ 45 w 58"/>
                  <a:gd name="T3" fmla="*/ 91 h 97"/>
                  <a:gd name="T4" fmla="*/ 56 w 58"/>
                  <a:gd name="T5" fmla="*/ 84 h 97"/>
                  <a:gd name="T6" fmla="*/ 11 w 58"/>
                  <a:gd name="T7" fmla="*/ 4 h 97"/>
                  <a:gd name="T8" fmla="*/ 2 w 58"/>
                  <a:gd name="T9" fmla="*/ 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7">
                    <a:moveTo>
                      <a:pt x="2" y="8"/>
                    </a:moveTo>
                    <a:cubicBezTo>
                      <a:pt x="10" y="37"/>
                      <a:pt x="25" y="67"/>
                      <a:pt x="45" y="91"/>
                    </a:cubicBezTo>
                    <a:cubicBezTo>
                      <a:pt x="50" y="97"/>
                      <a:pt x="58" y="91"/>
                      <a:pt x="56" y="84"/>
                    </a:cubicBezTo>
                    <a:cubicBezTo>
                      <a:pt x="49" y="54"/>
                      <a:pt x="29" y="28"/>
                      <a:pt x="11" y="4"/>
                    </a:cubicBezTo>
                    <a:cubicBezTo>
                      <a:pt x="7" y="0"/>
                      <a:pt x="0" y="2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49" name="Freeform 43">
                <a:extLst>
                  <a:ext uri="{FF2B5EF4-FFF2-40B4-BE49-F238E27FC236}">
                    <a16:creationId xmlns:a16="http://schemas.microsoft.com/office/drawing/2014/main" id="{3405FB46-9810-4C30-4610-AD919AD71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163" y="4760913"/>
                <a:ext cx="82550" cy="20638"/>
              </a:xfrm>
              <a:custGeom>
                <a:avLst/>
                <a:gdLst>
                  <a:gd name="T0" fmla="*/ 2 w 79"/>
                  <a:gd name="T1" fmla="*/ 4 h 19"/>
                  <a:gd name="T2" fmla="*/ 74 w 79"/>
                  <a:gd name="T3" fmla="*/ 19 h 19"/>
                  <a:gd name="T4" fmla="*/ 76 w 79"/>
                  <a:gd name="T5" fmla="*/ 14 h 19"/>
                  <a:gd name="T6" fmla="*/ 3 w 79"/>
                  <a:gd name="T7" fmla="*/ 0 h 19"/>
                  <a:gd name="T8" fmla="*/ 2 w 79"/>
                  <a:gd name="T9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9">
                    <a:moveTo>
                      <a:pt x="2" y="4"/>
                    </a:moveTo>
                    <a:cubicBezTo>
                      <a:pt x="26" y="11"/>
                      <a:pt x="50" y="14"/>
                      <a:pt x="74" y="19"/>
                    </a:cubicBezTo>
                    <a:cubicBezTo>
                      <a:pt x="77" y="19"/>
                      <a:pt x="79" y="15"/>
                      <a:pt x="76" y="14"/>
                    </a:cubicBezTo>
                    <a:cubicBezTo>
                      <a:pt x="52" y="8"/>
                      <a:pt x="27" y="7"/>
                      <a:pt x="3" y="0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0" name="Freeform 44">
                <a:extLst>
                  <a:ext uri="{FF2B5EF4-FFF2-40B4-BE49-F238E27FC236}">
                    <a16:creationId xmlns:a16="http://schemas.microsoft.com/office/drawing/2014/main" id="{054117FC-BE55-B715-8EFC-D1BDCC7CDC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676" y="4772026"/>
                <a:ext cx="106363" cy="17463"/>
              </a:xfrm>
              <a:custGeom>
                <a:avLst/>
                <a:gdLst>
                  <a:gd name="T0" fmla="*/ 5 w 102"/>
                  <a:gd name="T1" fmla="*/ 16 h 17"/>
                  <a:gd name="T2" fmla="*/ 98 w 102"/>
                  <a:gd name="T3" fmla="*/ 10 h 17"/>
                  <a:gd name="T4" fmla="*/ 98 w 102"/>
                  <a:gd name="T5" fmla="*/ 3 h 17"/>
                  <a:gd name="T6" fmla="*/ 3 w 102"/>
                  <a:gd name="T7" fmla="*/ 11 h 17"/>
                  <a:gd name="T8" fmla="*/ 5 w 102"/>
                  <a:gd name="T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7">
                    <a:moveTo>
                      <a:pt x="5" y="16"/>
                    </a:moveTo>
                    <a:cubicBezTo>
                      <a:pt x="35" y="11"/>
                      <a:pt x="67" y="13"/>
                      <a:pt x="98" y="10"/>
                    </a:cubicBezTo>
                    <a:cubicBezTo>
                      <a:pt x="102" y="10"/>
                      <a:pt x="102" y="3"/>
                      <a:pt x="98" y="3"/>
                    </a:cubicBezTo>
                    <a:cubicBezTo>
                      <a:pt x="66" y="0"/>
                      <a:pt x="34" y="2"/>
                      <a:pt x="3" y="11"/>
                    </a:cubicBezTo>
                    <a:cubicBezTo>
                      <a:pt x="0" y="12"/>
                      <a:pt x="1" y="17"/>
                      <a:pt x="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1" name="Freeform 45">
                <a:extLst>
                  <a:ext uri="{FF2B5EF4-FFF2-40B4-BE49-F238E27FC236}">
                    <a16:creationId xmlns:a16="http://schemas.microsoft.com/office/drawing/2014/main" id="{13A26300-4E24-68D8-386C-81BB7AD20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701" y="4762501"/>
                <a:ext cx="90488" cy="34925"/>
              </a:xfrm>
              <a:custGeom>
                <a:avLst/>
                <a:gdLst>
                  <a:gd name="T0" fmla="*/ 4 w 87"/>
                  <a:gd name="T1" fmla="*/ 20 h 33"/>
                  <a:gd name="T2" fmla="*/ 83 w 87"/>
                  <a:gd name="T3" fmla="*/ 12 h 33"/>
                  <a:gd name="T4" fmla="*/ 77 w 87"/>
                  <a:gd name="T5" fmla="*/ 2 h 33"/>
                  <a:gd name="T6" fmla="*/ 6 w 87"/>
                  <a:gd name="T7" fmla="*/ 10 h 33"/>
                  <a:gd name="T8" fmla="*/ 4 w 87"/>
                  <a:gd name="T9" fmla="*/ 2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3">
                    <a:moveTo>
                      <a:pt x="4" y="20"/>
                    </a:moveTo>
                    <a:cubicBezTo>
                      <a:pt x="29" y="33"/>
                      <a:pt x="61" y="33"/>
                      <a:pt x="83" y="12"/>
                    </a:cubicBezTo>
                    <a:cubicBezTo>
                      <a:pt x="87" y="9"/>
                      <a:pt x="83" y="0"/>
                      <a:pt x="77" y="2"/>
                    </a:cubicBezTo>
                    <a:cubicBezTo>
                      <a:pt x="55" y="11"/>
                      <a:pt x="30" y="13"/>
                      <a:pt x="6" y="10"/>
                    </a:cubicBezTo>
                    <a:cubicBezTo>
                      <a:pt x="1" y="10"/>
                      <a:pt x="0" y="17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2" name="Freeform 46">
                <a:extLst>
                  <a:ext uri="{FF2B5EF4-FFF2-40B4-BE49-F238E27FC236}">
                    <a16:creationId xmlns:a16="http://schemas.microsoft.com/office/drawing/2014/main" id="{D8A7A52F-6A0B-52A5-1C43-758186BE4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388" y="4727576"/>
                <a:ext cx="88900" cy="25400"/>
              </a:xfrm>
              <a:custGeom>
                <a:avLst/>
                <a:gdLst>
                  <a:gd name="T0" fmla="*/ 5 w 86"/>
                  <a:gd name="T1" fmla="*/ 24 h 25"/>
                  <a:gd name="T2" fmla="*/ 79 w 86"/>
                  <a:gd name="T3" fmla="*/ 11 h 25"/>
                  <a:gd name="T4" fmla="*/ 76 w 86"/>
                  <a:gd name="T5" fmla="*/ 1 h 25"/>
                  <a:gd name="T6" fmla="*/ 41 w 86"/>
                  <a:gd name="T7" fmla="*/ 8 h 25"/>
                  <a:gd name="T8" fmla="*/ 5 w 86"/>
                  <a:gd name="T9" fmla="*/ 17 h 25"/>
                  <a:gd name="T10" fmla="*/ 5 w 86"/>
                  <a:gd name="T11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6" h="25">
                    <a:moveTo>
                      <a:pt x="5" y="24"/>
                    </a:moveTo>
                    <a:cubicBezTo>
                      <a:pt x="32" y="25"/>
                      <a:pt x="54" y="20"/>
                      <a:pt x="79" y="11"/>
                    </a:cubicBezTo>
                    <a:cubicBezTo>
                      <a:pt x="86" y="9"/>
                      <a:pt x="83" y="0"/>
                      <a:pt x="76" y="1"/>
                    </a:cubicBezTo>
                    <a:cubicBezTo>
                      <a:pt x="64" y="3"/>
                      <a:pt x="53" y="5"/>
                      <a:pt x="41" y="8"/>
                    </a:cubicBezTo>
                    <a:cubicBezTo>
                      <a:pt x="30" y="11"/>
                      <a:pt x="17" y="16"/>
                      <a:pt x="5" y="17"/>
                    </a:cubicBezTo>
                    <a:cubicBezTo>
                      <a:pt x="0" y="17"/>
                      <a:pt x="0" y="2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3" name="Freeform 47">
                <a:extLst>
                  <a:ext uri="{FF2B5EF4-FFF2-40B4-BE49-F238E27FC236}">
                    <a16:creationId xmlns:a16="http://schemas.microsoft.com/office/drawing/2014/main" id="{1F28B54C-35BC-EC1B-2501-2A2FE4903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2676" y="4657726"/>
                <a:ext cx="92075" cy="52388"/>
              </a:xfrm>
              <a:custGeom>
                <a:avLst/>
                <a:gdLst>
                  <a:gd name="T0" fmla="*/ 9 w 89"/>
                  <a:gd name="T1" fmla="*/ 48 h 50"/>
                  <a:gd name="T2" fmla="*/ 43 w 89"/>
                  <a:gd name="T3" fmla="*/ 32 h 50"/>
                  <a:gd name="T4" fmla="*/ 81 w 89"/>
                  <a:gd name="T5" fmla="*/ 15 h 50"/>
                  <a:gd name="T6" fmla="*/ 77 w 89"/>
                  <a:gd name="T7" fmla="*/ 1 h 50"/>
                  <a:gd name="T8" fmla="*/ 38 w 89"/>
                  <a:gd name="T9" fmla="*/ 14 h 50"/>
                  <a:gd name="T10" fmla="*/ 4 w 89"/>
                  <a:gd name="T11" fmla="*/ 41 h 50"/>
                  <a:gd name="T12" fmla="*/ 9 w 89"/>
                  <a:gd name="T13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50">
                    <a:moveTo>
                      <a:pt x="9" y="48"/>
                    </a:moveTo>
                    <a:cubicBezTo>
                      <a:pt x="20" y="42"/>
                      <a:pt x="32" y="37"/>
                      <a:pt x="43" y="32"/>
                    </a:cubicBezTo>
                    <a:cubicBezTo>
                      <a:pt x="55" y="26"/>
                      <a:pt x="68" y="20"/>
                      <a:pt x="81" y="15"/>
                    </a:cubicBezTo>
                    <a:cubicBezTo>
                      <a:pt x="89" y="11"/>
                      <a:pt x="86" y="0"/>
                      <a:pt x="77" y="1"/>
                    </a:cubicBezTo>
                    <a:cubicBezTo>
                      <a:pt x="62" y="4"/>
                      <a:pt x="51" y="7"/>
                      <a:pt x="38" y="14"/>
                    </a:cubicBezTo>
                    <a:cubicBezTo>
                      <a:pt x="25" y="22"/>
                      <a:pt x="15" y="32"/>
                      <a:pt x="4" y="41"/>
                    </a:cubicBezTo>
                    <a:cubicBezTo>
                      <a:pt x="0" y="44"/>
                      <a:pt x="5" y="50"/>
                      <a:pt x="9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4" name="Freeform 48">
                <a:extLst>
                  <a:ext uri="{FF2B5EF4-FFF2-40B4-BE49-F238E27FC236}">
                    <a16:creationId xmlns:a16="http://schemas.microsoft.com/office/drawing/2014/main" id="{E38E0C89-F7E9-03AD-0E6B-230F5D6D9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313" y="4714876"/>
                <a:ext cx="93663" cy="31750"/>
              </a:xfrm>
              <a:custGeom>
                <a:avLst/>
                <a:gdLst>
                  <a:gd name="T0" fmla="*/ 3 w 91"/>
                  <a:gd name="T1" fmla="*/ 6 h 31"/>
                  <a:gd name="T2" fmla="*/ 83 w 91"/>
                  <a:gd name="T3" fmla="*/ 30 h 31"/>
                  <a:gd name="T4" fmla="*/ 85 w 91"/>
                  <a:gd name="T5" fmla="*/ 21 h 31"/>
                  <a:gd name="T6" fmla="*/ 5 w 91"/>
                  <a:gd name="T7" fmla="*/ 1 h 31"/>
                  <a:gd name="T8" fmla="*/ 3 w 91"/>
                  <a:gd name="T9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1">
                    <a:moveTo>
                      <a:pt x="3" y="6"/>
                    </a:moveTo>
                    <a:cubicBezTo>
                      <a:pt x="29" y="18"/>
                      <a:pt x="55" y="25"/>
                      <a:pt x="83" y="30"/>
                    </a:cubicBezTo>
                    <a:cubicBezTo>
                      <a:pt x="89" y="31"/>
                      <a:pt x="91" y="23"/>
                      <a:pt x="85" y="21"/>
                    </a:cubicBezTo>
                    <a:cubicBezTo>
                      <a:pt x="59" y="12"/>
                      <a:pt x="33" y="6"/>
                      <a:pt x="5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5" name="Freeform 49">
                <a:extLst>
                  <a:ext uri="{FF2B5EF4-FFF2-40B4-BE49-F238E27FC236}">
                    <a16:creationId xmlns:a16="http://schemas.microsoft.com/office/drawing/2014/main" id="{676DC3FD-837C-6F9A-7743-26F93EA7B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276" y="4625976"/>
                <a:ext cx="98425" cy="63500"/>
              </a:xfrm>
              <a:custGeom>
                <a:avLst/>
                <a:gdLst>
                  <a:gd name="T0" fmla="*/ 2 w 94"/>
                  <a:gd name="T1" fmla="*/ 4 h 61"/>
                  <a:gd name="T2" fmla="*/ 82 w 94"/>
                  <a:gd name="T3" fmla="*/ 60 h 61"/>
                  <a:gd name="T4" fmla="*/ 88 w 94"/>
                  <a:gd name="T5" fmla="*/ 49 h 61"/>
                  <a:gd name="T6" fmla="*/ 5 w 94"/>
                  <a:gd name="T7" fmla="*/ 1 h 61"/>
                  <a:gd name="T8" fmla="*/ 2 w 94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61">
                    <a:moveTo>
                      <a:pt x="2" y="4"/>
                    </a:moveTo>
                    <a:cubicBezTo>
                      <a:pt x="26" y="27"/>
                      <a:pt x="50" y="51"/>
                      <a:pt x="82" y="60"/>
                    </a:cubicBezTo>
                    <a:cubicBezTo>
                      <a:pt x="88" y="61"/>
                      <a:pt x="94" y="53"/>
                      <a:pt x="88" y="49"/>
                    </a:cubicBezTo>
                    <a:cubicBezTo>
                      <a:pt x="64" y="28"/>
                      <a:pt x="35" y="13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6" name="Freeform 50">
                <a:extLst>
                  <a:ext uri="{FF2B5EF4-FFF2-40B4-BE49-F238E27FC236}">
                    <a16:creationId xmlns:a16="http://schemas.microsoft.com/office/drawing/2014/main" id="{D4699FE8-CACA-FADB-9C7E-682BBA67C6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813" y="4486276"/>
                <a:ext cx="82550" cy="73025"/>
              </a:xfrm>
              <a:custGeom>
                <a:avLst/>
                <a:gdLst>
                  <a:gd name="T0" fmla="*/ 2 w 79"/>
                  <a:gd name="T1" fmla="*/ 9 h 71"/>
                  <a:gd name="T2" fmla="*/ 68 w 79"/>
                  <a:gd name="T3" fmla="*/ 69 h 71"/>
                  <a:gd name="T4" fmla="*/ 75 w 79"/>
                  <a:gd name="T5" fmla="*/ 61 h 71"/>
                  <a:gd name="T6" fmla="*/ 9 w 79"/>
                  <a:gd name="T7" fmla="*/ 4 h 71"/>
                  <a:gd name="T8" fmla="*/ 2 w 79"/>
                  <a:gd name="T9" fmla="*/ 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71">
                    <a:moveTo>
                      <a:pt x="2" y="9"/>
                    </a:moveTo>
                    <a:cubicBezTo>
                      <a:pt x="15" y="34"/>
                      <a:pt x="42" y="57"/>
                      <a:pt x="68" y="69"/>
                    </a:cubicBezTo>
                    <a:cubicBezTo>
                      <a:pt x="73" y="71"/>
                      <a:pt x="79" y="65"/>
                      <a:pt x="75" y="61"/>
                    </a:cubicBezTo>
                    <a:cubicBezTo>
                      <a:pt x="53" y="40"/>
                      <a:pt x="28" y="25"/>
                      <a:pt x="9" y="4"/>
                    </a:cubicBezTo>
                    <a:cubicBezTo>
                      <a:pt x="5" y="0"/>
                      <a:pt x="0" y="5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7" name="Freeform 51">
                <a:extLst>
                  <a:ext uri="{FF2B5EF4-FFF2-40B4-BE49-F238E27FC236}">
                    <a16:creationId xmlns:a16="http://schemas.microsoft.com/office/drawing/2014/main" id="{274BBBD7-C820-A80E-98F9-7FC7924CE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4313238"/>
                <a:ext cx="57150" cy="82550"/>
              </a:xfrm>
              <a:custGeom>
                <a:avLst/>
                <a:gdLst>
                  <a:gd name="T0" fmla="*/ 1 w 56"/>
                  <a:gd name="T1" fmla="*/ 6 h 79"/>
                  <a:gd name="T2" fmla="*/ 45 w 56"/>
                  <a:gd name="T3" fmla="*/ 75 h 79"/>
                  <a:gd name="T4" fmla="*/ 52 w 56"/>
                  <a:gd name="T5" fmla="*/ 68 h 79"/>
                  <a:gd name="T6" fmla="*/ 9 w 56"/>
                  <a:gd name="T7" fmla="*/ 4 h 79"/>
                  <a:gd name="T8" fmla="*/ 1 w 56"/>
                  <a:gd name="T9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9">
                    <a:moveTo>
                      <a:pt x="1" y="6"/>
                    </a:moveTo>
                    <a:cubicBezTo>
                      <a:pt x="5" y="35"/>
                      <a:pt x="24" y="56"/>
                      <a:pt x="45" y="75"/>
                    </a:cubicBezTo>
                    <a:cubicBezTo>
                      <a:pt x="50" y="79"/>
                      <a:pt x="56" y="73"/>
                      <a:pt x="52" y="68"/>
                    </a:cubicBezTo>
                    <a:cubicBezTo>
                      <a:pt x="35" y="48"/>
                      <a:pt x="22" y="26"/>
                      <a:pt x="9" y="4"/>
                    </a:cubicBezTo>
                    <a:cubicBezTo>
                      <a:pt x="7" y="0"/>
                      <a:pt x="0" y="2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8" name="Freeform 52">
                <a:extLst>
                  <a:ext uri="{FF2B5EF4-FFF2-40B4-BE49-F238E27FC236}">
                    <a16:creationId xmlns:a16="http://schemas.microsoft.com/office/drawing/2014/main" id="{74A11097-5BBB-F1A3-6C26-381635324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776" y="4113213"/>
                <a:ext cx="42863" cy="101600"/>
              </a:xfrm>
              <a:custGeom>
                <a:avLst/>
                <a:gdLst>
                  <a:gd name="T0" fmla="*/ 2 w 42"/>
                  <a:gd name="T1" fmla="*/ 5 h 99"/>
                  <a:gd name="T2" fmla="*/ 31 w 42"/>
                  <a:gd name="T3" fmla="*/ 94 h 99"/>
                  <a:gd name="T4" fmla="*/ 39 w 42"/>
                  <a:gd name="T5" fmla="*/ 89 h 99"/>
                  <a:gd name="T6" fmla="*/ 10 w 42"/>
                  <a:gd name="T7" fmla="*/ 5 h 99"/>
                  <a:gd name="T8" fmla="*/ 2 w 42"/>
                  <a:gd name="T9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99">
                    <a:moveTo>
                      <a:pt x="2" y="5"/>
                    </a:moveTo>
                    <a:cubicBezTo>
                      <a:pt x="0" y="37"/>
                      <a:pt x="13" y="68"/>
                      <a:pt x="31" y="94"/>
                    </a:cubicBezTo>
                    <a:cubicBezTo>
                      <a:pt x="35" y="99"/>
                      <a:pt x="42" y="94"/>
                      <a:pt x="39" y="89"/>
                    </a:cubicBezTo>
                    <a:cubicBezTo>
                      <a:pt x="24" y="64"/>
                      <a:pt x="14" y="34"/>
                      <a:pt x="10" y="5"/>
                    </a:cubicBezTo>
                    <a:cubicBezTo>
                      <a:pt x="9" y="0"/>
                      <a:pt x="3" y="0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59" name="Freeform 53">
                <a:extLst>
                  <a:ext uri="{FF2B5EF4-FFF2-40B4-BE49-F238E27FC236}">
                    <a16:creationId xmlns:a16="http://schemas.microsoft.com/office/drawing/2014/main" id="{73A4BE18-5438-500A-9506-91CC1367E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901" y="3932238"/>
                <a:ext cx="20638" cy="79375"/>
              </a:xfrm>
              <a:custGeom>
                <a:avLst/>
                <a:gdLst>
                  <a:gd name="T0" fmla="*/ 4 w 19"/>
                  <a:gd name="T1" fmla="*/ 4 h 76"/>
                  <a:gd name="T2" fmla="*/ 10 w 19"/>
                  <a:gd name="T3" fmla="*/ 71 h 76"/>
                  <a:gd name="T4" fmla="*/ 18 w 19"/>
                  <a:gd name="T5" fmla="*/ 68 h 76"/>
                  <a:gd name="T6" fmla="*/ 10 w 19"/>
                  <a:gd name="T7" fmla="*/ 4 h 76"/>
                  <a:gd name="T8" fmla="*/ 4 w 19"/>
                  <a:gd name="T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6">
                    <a:moveTo>
                      <a:pt x="4" y="4"/>
                    </a:moveTo>
                    <a:cubicBezTo>
                      <a:pt x="2" y="27"/>
                      <a:pt x="0" y="50"/>
                      <a:pt x="10" y="71"/>
                    </a:cubicBezTo>
                    <a:cubicBezTo>
                      <a:pt x="13" y="76"/>
                      <a:pt x="19" y="72"/>
                      <a:pt x="18" y="68"/>
                    </a:cubicBezTo>
                    <a:cubicBezTo>
                      <a:pt x="15" y="47"/>
                      <a:pt x="12" y="25"/>
                      <a:pt x="10" y="4"/>
                    </a:cubicBezTo>
                    <a:cubicBezTo>
                      <a:pt x="10" y="0"/>
                      <a:pt x="4" y="0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0" name="Freeform 54">
                <a:extLst>
                  <a:ext uri="{FF2B5EF4-FFF2-40B4-BE49-F238E27FC236}">
                    <a16:creationId xmlns:a16="http://schemas.microsoft.com/office/drawing/2014/main" id="{C6E9A295-50E5-FD65-4661-46B43A891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663" y="3695701"/>
                <a:ext cx="47625" cy="131763"/>
              </a:xfrm>
              <a:custGeom>
                <a:avLst/>
                <a:gdLst>
                  <a:gd name="T0" fmla="*/ 4 w 46"/>
                  <a:gd name="T1" fmla="*/ 125 h 127"/>
                  <a:gd name="T2" fmla="*/ 43 w 46"/>
                  <a:gd name="T3" fmla="*/ 12 h 127"/>
                  <a:gd name="T4" fmla="*/ 33 w 46"/>
                  <a:gd name="T5" fmla="*/ 6 h 127"/>
                  <a:gd name="T6" fmla="*/ 0 w 46"/>
                  <a:gd name="T7" fmla="*/ 124 h 127"/>
                  <a:gd name="T8" fmla="*/ 4 w 46"/>
                  <a:gd name="T9" fmla="*/ 12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27">
                    <a:moveTo>
                      <a:pt x="4" y="125"/>
                    </a:moveTo>
                    <a:cubicBezTo>
                      <a:pt x="17" y="88"/>
                      <a:pt x="25" y="47"/>
                      <a:pt x="43" y="12"/>
                    </a:cubicBezTo>
                    <a:cubicBezTo>
                      <a:pt x="46" y="5"/>
                      <a:pt x="37" y="0"/>
                      <a:pt x="33" y="6"/>
                    </a:cubicBezTo>
                    <a:cubicBezTo>
                      <a:pt x="10" y="43"/>
                      <a:pt x="6" y="82"/>
                      <a:pt x="0" y="124"/>
                    </a:cubicBezTo>
                    <a:cubicBezTo>
                      <a:pt x="0" y="126"/>
                      <a:pt x="3" y="127"/>
                      <a:pt x="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1" name="Freeform 55">
                <a:extLst>
                  <a:ext uri="{FF2B5EF4-FFF2-40B4-BE49-F238E27FC236}">
                    <a16:creationId xmlns:a16="http://schemas.microsoft.com/office/drawing/2014/main" id="{41EFFEBD-132C-717B-2568-101B3AED2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163" y="3575051"/>
                <a:ext cx="50800" cy="66675"/>
              </a:xfrm>
              <a:custGeom>
                <a:avLst/>
                <a:gdLst>
                  <a:gd name="T0" fmla="*/ 9 w 48"/>
                  <a:gd name="T1" fmla="*/ 61 h 64"/>
                  <a:gd name="T2" fmla="*/ 21 w 48"/>
                  <a:gd name="T3" fmla="*/ 53 h 64"/>
                  <a:gd name="T4" fmla="*/ 31 w 48"/>
                  <a:gd name="T5" fmla="*/ 40 h 64"/>
                  <a:gd name="T6" fmla="*/ 47 w 48"/>
                  <a:gd name="T7" fmla="*/ 9 h 64"/>
                  <a:gd name="T8" fmla="*/ 39 w 48"/>
                  <a:gd name="T9" fmla="*/ 3 h 64"/>
                  <a:gd name="T10" fmla="*/ 18 w 48"/>
                  <a:gd name="T11" fmla="*/ 29 h 64"/>
                  <a:gd name="T12" fmla="*/ 11 w 48"/>
                  <a:gd name="T13" fmla="*/ 41 h 64"/>
                  <a:gd name="T14" fmla="*/ 3 w 48"/>
                  <a:gd name="T15" fmla="*/ 57 h 64"/>
                  <a:gd name="T16" fmla="*/ 9 w 48"/>
                  <a:gd name="T17" fmla="*/ 6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64">
                    <a:moveTo>
                      <a:pt x="9" y="61"/>
                    </a:moveTo>
                    <a:cubicBezTo>
                      <a:pt x="13" y="58"/>
                      <a:pt x="17" y="56"/>
                      <a:pt x="21" y="53"/>
                    </a:cubicBezTo>
                    <a:cubicBezTo>
                      <a:pt x="25" y="49"/>
                      <a:pt x="28" y="45"/>
                      <a:pt x="31" y="40"/>
                    </a:cubicBezTo>
                    <a:cubicBezTo>
                      <a:pt x="39" y="31"/>
                      <a:pt x="44" y="21"/>
                      <a:pt x="47" y="9"/>
                    </a:cubicBezTo>
                    <a:cubicBezTo>
                      <a:pt x="48" y="5"/>
                      <a:pt x="43" y="0"/>
                      <a:pt x="39" y="3"/>
                    </a:cubicBezTo>
                    <a:cubicBezTo>
                      <a:pt x="30" y="11"/>
                      <a:pt x="24" y="19"/>
                      <a:pt x="18" y="29"/>
                    </a:cubicBezTo>
                    <a:cubicBezTo>
                      <a:pt x="15" y="33"/>
                      <a:pt x="13" y="37"/>
                      <a:pt x="11" y="41"/>
                    </a:cubicBezTo>
                    <a:cubicBezTo>
                      <a:pt x="8" y="46"/>
                      <a:pt x="6" y="52"/>
                      <a:pt x="3" y="57"/>
                    </a:cubicBezTo>
                    <a:cubicBezTo>
                      <a:pt x="0" y="60"/>
                      <a:pt x="5" y="64"/>
                      <a:pt x="9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2" name="Freeform 56">
                <a:extLst>
                  <a:ext uri="{FF2B5EF4-FFF2-40B4-BE49-F238E27FC236}">
                    <a16:creationId xmlns:a16="http://schemas.microsoft.com/office/drawing/2014/main" id="{00103E56-307F-B617-3C80-D3064D613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876" y="3435351"/>
                <a:ext cx="66675" cy="74613"/>
              </a:xfrm>
              <a:custGeom>
                <a:avLst/>
                <a:gdLst>
                  <a:gd name="T0" fmla="*/ 11 w 64"/>
                  <a:gd name="T1" fmla="*/ 66 h 71"/>
                  <a:gd name="T2" fmla="*/ 60 w 64"/>
                  <a:gd name="T3" fmla="*/ 9 h 71"/>
                  <a:gd name="T4" fmla="*/ 56 w 64"/>
                  <a:gd name="T5" fmla="*/ 1 h 71"/>
                  <a:gd name="T6" fmla="*/ 2 w 64"/>
                  <a:gd name="T7" fmla="*/ 62 h 71"/>
                  <a:gd name="T8" fmla="*/ 11 w 64"/>
                  <a:gd name="T9" fmla="*/ 6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1">
                    <a:moveTo>
                      <a:pt x="11" y="66"/>
                    </a:moveTo>
                    <a:cubicBezTo>
                      <a:pt x="22" y="42"/>
                      <a:pt x="41" y="26"/>
                      <a:pt x="60" y="9"/>
                    </a:cubicBezTo>
                    <a:cubicBezTo>
                      <a:pt x="64" y="6"/>
                      <a:pt x="60" y="0"/>
                      <a:pt x="56" y="1"/>
                    </a:cubicBezTo>
                    <a:cubicBezTo>
                      <a:pt x="26" y="8"/>
                      <a:pt x="8" y="34"/>
                      <a:pt x="2" y="62"/>
                    </a:cubicBezTo>
                    <a:cubicBezTo>
                      <a:pt x="0" y="67"/>
                      <a:pt x="8" y="71"/>
                      <a:pt x="11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3" name="Freeform 57">
                <a:extLst>
                  <a:ext uri="{FF2B5EF4-FFF2-40B4-BE49-F238E27FC236}">
                    <a16:creationId xmlns:a16="http://schemas.microsoft.com/office/drawing/2014/main" id="{F348A5EA-44F6-5D33-B0C2-5A6EDF85C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888" y="3357563"/>
                <a:ext cx="57150" cy="34925"/>
              </a:xfrm>
              <a:custGeom>
                <a:avLst/>
                <a:gdLst>
                  <a:gd name="T0" fmla="*/ 5 w 56"/>
                  <a:gd name="T1" fmla="*/ 33 h 34"/>
                  <a:gd name="T2" fmla="*/ 16 w 56"/>
                  <a:gd name="T3" fmla="*/ 32 h 34"/>
                  <a:gd name="T4" fmla="*/ 29 w 56"/>
                  <a:gd name="T5" fmla="*/ 28 h 34"/>
                  <a:gd name="T6" fmla="*/ 51 w 56"/>
                  <a:gd name="T7" fmla="*/ 13 h 34"/>
                  <a:gd name="T8" fmla="*/ 46 w 56"/>
                  <a:gd name="T9" fmla="*/ 2 h 34"/>
                  <a:gd name="T10" fmla="*/ 22 w 56"/>
                  <a:gd name="T11" fmla="*/ 11 h 34"/>
                  <a:gd name="T12" fmla="*/ 10 w 56"/>
                  <a:gd name="T13" fmla="*/ 19 h 34"/>
                  <a:gd name="T14" fmla="*/ 3 w 56"/>
                  <a:gd name="T15" fmla="*/ 27 h 34"/>
                  <a:gd name="T16" fmla="*/ 5 w 56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34">
                    <a:moveTo>
                      <a:pt x="5" y="33"/>
                    </a:moveTo>
                    <a:cubicBezTo>
                      <a:pt x="9" y="32"/>
                      <a:pt x="12" y="33"/>
                      <a:pt x="16" y="32"/>
                    </a:cubicBezTo>
                    <a:cubicBezTo>
                      <a:pt x="20" y="31"/>
                      <a:pt x="24" y="29"/>
                      <a:pt x="29" y="28"/>
                    </a:cubicBezTo>
                    <a:cubicBezTo>
                      <a:pt x="38" y="24"/>
                      <a:pt x="43" y="19"/>
                      <a:pt x="51" y="13"/>
                    </a:cubicBezTo>
                    <a:cubicBezTo>
                      <a:pt x="56" y="10"/>
                      <a:pt x="53" y="0"/>
                      <a:pt x="46" y="2"/>
                    </a:cubicBezTo>
                    <a:cubicBezTo>
                      <a:pt x="37" y="5"/>
                      <a:pt x="30" y="7"/>
                      <a:pt x="22" y="11"/>
                    </a:cubicBezTo>
                    <a:cubicBezTo>
                      <a:pt x="18" y="14"/>
                      <a:pt x="14" y="16"/>
                      <a:pt x="10" y="19"/>
                    </a:cubicBezTo>
                    <a:cubicBezTo>
                      <a:pt x="7" y="21"/>
                      <a:pt x="5" y="25"/>
                      <a:pt x="3" y="27"/>
                    </a:cubicBezTo>
                    <a:cubicBezTo>
                      <a:pt x="0" y="29"/>
                      <a:pt x="1" y="34"/>
                      <a:pt x="5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4" name="Freeform 58">
                <a:extLst>
                  <a:ext uri="{FF2B5EF4-FFF2-40B4-BE49-F238E27FC236}">
                    <a16:creationId xmlns:a16="http://schemas.microsoft.com/office/drawing/2014/main" id="{752F2813-C382-2BE4-8E6B-52BF5B461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863" y="3227388"/>
                <a:ext cx="76200" cy="69850"/>
              </a:xfrm>
              <a:custGeom>
                <a:avLst/>
                <a:gdLst>
                  <a:gd name="T0" fmla="*/ 69 w 74"/>
                  <a:gd name="T1" fmla="*/ 58 h 68"/>
                  <a:gd name="T2" fmla="*/ 42 w 74"/>
                  <a:gd name="T3" fmla="*/ 36 h 68"/>
                  <a:gd name="T4" fmla="*/ 14 w 74"/>
                  <a:gd name="T5" fmla="*/ 6 h 68"/>
                  <a:gd name="T6" fmla="*/ 3 w 74"/>
                  <a:gd name="T7" fmla="*/ 15 h 68"/>
                  <a:gd name="T8" fmla="*/ 66 w 74"/>
                  <a:gd name="T9" fmla="*/ 66 h 68"/>
                  <a:gd name="T10" fmla="*/ 69 w 74"/>
                  <a:gd name="T11" fmla="*/ 5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8">
                    <a:moveTo>
                      <a:pt x="69" y="58"/>
                    </a:moveTo>
                    <a:cubicBezTo>
                      <a:pt x="59" y="53"/>
                      <a:pt x="50" y="44"/>
                      <a:pt x="42" y="36"/>
                    </a:cubicBezTo>
                    <a:cubicBezTo>
                      <a:pt x="32" y="26"/>
                      <a:pt x="23" y="16"/>
                      <a:pt x="14" y="6"/>
                    </a:cubicBezTo>
                    <a:cubicBezTo>
                      <a:pt x="9" y="0"/>
                      <a:pt x="0" y="8"/>
                      <a:pt x="3" y="15"/>
                    </a:cubicBezTo>
                    <a:cubicBezTo>
                      <a:pt x="17" y="41"/>
                      <a:pt x="38" y="58"/>
                      <a:pt x="66" y="66"/>
                    </a:cubicBezTo>
                    <a:cubicBezTo>
                      <a:pt x="71" y="68"/>
                      <a:pt x="74" y="60"/>
                      <a:pt x="69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5" name="Freeform 59">
                <a:extLst>
                  <a:ext uri="{FF2B5EF4-FFF2-40B4-BE49-F238E27FC236}">
                    <a16:creationId xmlns:a16="http://schemas.microsoft.com/office/drawing/2014/main" id="{D414266E-D57D-E1B1-1FFD-CAE6108484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676" y="3065463"/>
                <a:ext cx="60325" cy="96838"/>
              </a:xfrm>
              <a:custGeom>
                <a:avLst/>
                <a:gdLst>
                  <a:gd name="T0" fmla="*/ 54 w 58"/>
                  <a:gd name="T1" fmla="*/ 85 h 94"/>
                  <a:gd name="T2" fmla="*/ 12 w 58"/>
                  <a:gd name="T3" fmla="*/ 6 h 94"/>
                  <a:gd name="T4" fmla="*/ 2 w 58"/>
                  <a:gd name="T5" fmla="*/ 9 h 94"/>
                  <a:gd name="T6" fmla="*/ 47 w 58"/>
                  <a:gd name="T7" fmla="*/ 91 h 94"/>
                  <a:gd name="T8" fmla="*/ 54 w 58"/>
                  <a:gd name="T9" fmla="*/ 8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4">
                    <a:moveTo>
                      <a:pt x="54" y="85"/>
                    </a:moveTo>
                    <a:cubicBezTo>
                      <a:pt x="37" y="61"/>
                      <a:pt x="23" y="35"/>
                      <a:pt x="12" y="6"/>
                    </a:cubicBezTo>
                    <a:cubicBezTo>
                      <a:pt x="10" y="0"/>
                      <a:pt x="0" y="2"/>
                      <a:pt x="2" y="9"/>
                    </a:cubicBezTo>
                    <a:cubicBezTo>
                      <a:pt x="7" y="41"/>
                      <a:pt x="22" y="71"/>
                      <a:pt x="47" y="91"/>
                    </a:cubicBezTo>
                    <a:cubicBezTo>
                      <a:pt x="51" y="94"/>
                      <a:pt x="58" y="90"/>
                      <a:pt x="54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6" name="Freeform 60">
                <a:extLst>
                  <a:ext uri="{FF2B5EF4-FFF2-40B4-BE49-F238E27FC236}">
                    <a16:creationId xmlns:a16="http://schemas.microsoft.com/office/drawing/2014/main" id="{8B991733-2276-AEE7-B6B8-F6FC421BA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526" y="2909888"/>
                <a:ext cx="22225" cy="68263"/>
              </a:xfrm>
              <a:custGeom>
                <a:avLst/>
                <a:gdLst>
                  <a:gd name="T0" fmla="*/ 22 w 22"/>
                  <a:gd name="T1" fmla="*/ 62 h 66"/>
                  <a:gd name="T2" fmla="*/ 9 w 22"/>
                  <a:gd name="T3" fmla="*/ 4 h 66"/>
                  <a:gd name="T4" fmla="*/ 1 w 22"/>
                  <a:gd name="T5" fmla="*/ 6 h 66"/>
                  <a:gd name="T6" fmla="*/ 18 w 22"/>
                  <a:gd name="T7" fmla="*/ 64 h 66"/>
                  <a:gd name="T8" fmla="*/ 22 w 22"/>
                  <a:gd name="T9" fmla="*/ 6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66">
                    <a:moveTo>
                      <a:pt x="22" y="62"/>
                    </a:moveTo>
                    <a:cubicBezTo>
                      <a:pt x="17" y="43"/>
                      <a:pt x="16" y="23"/>
                      <a:pt x="9" y="4"/>
                    </a:cubicBezTo>
                    <a:cubicBezTo>
                      <a:pt x="7" y="0"/>
                      <a:pt x="0" y="1"/>
                      <a:pt x="1" y="6"/>
                    </a:cubicBezTo>
                    <a:cubicBezTo>
                      <a:pt x="6" y="25"/>
                      <a:pt x="6" y="47"/>
                      <a:pt x="18" y="64"/>
                    </a:cubicBezTo>
                    <a:cubicBezTo>
                      <a:pt x="19" y="66"/>
                      <a:pt x="22" y="65"/>
                      <a:pt x="22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7" name="Freeform 61">
                <a:extLst>
                  <a:ext uri="{FF2B5EF4-FFF2-40B4-BE49-F238E27FC236}">
                    <a16:creationId xmlns:a16="http://schemas.microsoft.com/office/drawing/2014/main" id="{3612102A-AF52-0786-FF38-24032CDD4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538" y="2741613"/>
                <a:ext cx="28575" cy="100013"/>
              </a:xfrm>
              <a:custGeom>
                <a:avLst/>
                <a:gdLst>
                  <a:gd name="T0" fmla="*/ 22 w 27"/>
                  <a:gd name="T1" fmla="*/ 89 h 96"/>
                  <a:gd name="T2" fmla="*/ 15 w 27"/>
                  <a:gd name="T3" fmla="*/ 8 h 96"/>
                  <a:gd name="T4" fmla="*/ 2 w 27"/>
                  <a:gd name="T5" fmla="*/ 8 h 96"/>
                  <a:gd name="T6" fmla="*/ 9 w 27"/>
                  <a:gd name="T7" fmla="*/ 89 h 96"/>
                  <a:gd name="T8" fmla="*/ 22 w 27"/>
                  <a:gd name="T9" fmla="*/ 8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96">
                    <a:moveTo>
                      <a:pt x="22" y="89"/>
                    </a:moveTo>
                    <a:cubicBezTo>
                      <a:pt x="27" y="62"/>
                      <a:pt x="18" y="35"/>
                      <a:pt x="15" y="8"/>
                    </a:cubicBezTo>
                    <a:cubicBezTo>
                      <a:pt x="14" y="0"/>
                      <a:pt x="3" y="0"/>
                      <a:pt x="2" y="8"/>
                    </a:cubicBezTo>
                    <a:cubicBezTo>
                      <a:pt x="0" y="35"/>
                      <a:pt x="4" y="62"/>
                      <a:pt x="9" y="89"/>
                    </a:cubicBezTo>
                    <a:cubicBezTo>
                      <a:pt x="10" y="96"/>
                      <a:pt x="21" y="96"/>
                      <a:pt x="22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8" name="Freeform 62">
                <a:extLst>
                  <a:ext uri="{FF2B5EF4-FFF2-40B4-BE49-F238E27FC236}">
                    <a16:creationId xmlns:a16="http://schemas.microsoft.com/office/drawing/2014/main" id="{6FBF5EC9-60C9-F9EA-3E3C-2D808A643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476" y="2592388"/>
                <a:ext cx="22225" cy="73025"/>
              </a:xfrm>
              <a:custGeom>
                <a:avLst/>
                <a:gdLst>
                  <a:gd name="T0" fmla="*/ 13 w 22"/>
                  <a:gd name="T1" fmla="*/ 66 h 70"/>
                  <a:gd name="T2" fmla="*/ 21 w 22"/>
                  <a:gd name="T3" fmla="*/ 8 h 70"/>
                  <a:gd name="T4" fmla="*/ 11 w 22"/>
                  <a:gd name="T5" fmla="*/ 6 h 70"/>
                  <a:gd name="T6" fmla="*/ 5 w 22"/>
                  <a:gd name="T7" fmla="*/ 66 h 70"/>
                  <a:gd name="T8" fmla="*/ 13 w 22"/>
                  <a:gd name="T9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70">
                    <a:moveTo>
                      <a:pt x="13" y="66"/>
                    </a:moveTo>
                    <a:cubicBezTo>
                      <a:pt x="17" y="47"/>
                      <a:pt x="16" y="27"/>
                      <a:pt x="21" y="8"/>
                    </a:cubicBezTo>
                    <a:cubicBezTo>
                      <a:pt x="22" y="2"/>
                      <a:pt x="13" y="0"/>
                      <a:pt x="11" y="6"/>
                    </a:cubicBezTo>
                    <a:cubicBezTo>
                      <a:pt x="4" y="26"/>
                      <a:pt x="0" y="45"/>
                      <a:pt x="5" y="66"/>
                    </a:cubicBezTo>
                    <a:cubicBezTo>
                      <a:pt x="6" y="70"/>
                      <a:pt x="12" y="70"/>
                      <a:pt x="1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69" name="Freeform 63">
                <a:extLst>
                  <a:ext uri="{FF2B5EF4-FFF2-40B4-BE49-F238E27FC236}">
                    <a16:creationId xmlns:a16="http://schemas.microsoft.com/office/drawing/2014/main" id="{AFBDFF50-EBE9-3E84-5187-2ABE04A95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2397126"/>
                <a:ext cx="49213" cy="103188"/>
              </a:xfrm>
              <a:custGeom>
                <a:avLst/>
                <a:gdLst>
                  <a:gd name="T0" fmla="*/ 7 w 47"/>
                  <a:gd name="T1" fmla="*/ 96 h 99"/>
                  <a:gd name="T2" fmla="*/ 45 w 47"/>
                  <a:gd name="T3" fmla="*/ 8 h 99"/>
                  <a:gd name="T4" fmla="*/ 36 w 47"/>
                  <a:gd name="T5" fmla="*/ 5 h 99"/>
                  <a:gd name="T6" fmla="*/ 0 w 47"/>
                  <a:gd name="T7" fmla="*/ 94 h 99"/>
                  <a:gd name="T8" fmla="*/ 7 w 47"/>
                  <a:gd name="T9" fmla="*/ 9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99">
                    <a:moveTo>
                      <a:pt x="7" y="96"/>
                    </a:moveTo>
                    <a:cubicBezTo>
                      <a:pt x="20" y="67"/>
                      <a:pt x="33" y="38"/>
                      <a:pt x="45" y="8"/>
                    </a:cubicBezTo>
                    <a:cubicBezTo>
                      <a:pt x="47" y="3"/>
                      <a:pt x="39" y="0"/>
                      <a:pt x="36" y="5"/>
                    </a:cubicBezTo>
                    <a:cubicBezTo>
                      <a:pt x="19" y="33"/>
                      <a:pt x="4" y="61"/>
                      <a:pt x="0" y="94"/>
                    </a:cubicBezTo>
                    <a:cubicBezTo>
                      <a:pt x="0" y="97"/>
                      <a:pt x="6" y="99"/>
                      <a:pt x="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0" name="Freeform 64">
                <a:extLst>
                  <a:ext uri="{FF2B5EF4-FFF2-40B4-BE49-F238E27FC236}">
                    <a16:creationId xmlns:a16="http://schemas.microsoft.com/office/drawing/2014/main" id="{9A64FEB1-B2D5-DB4E-E812-5ED469419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301" y="2254251"/>
                <a:ext cx="57150" cy="80963"/>
              </a:xfrm>
              <a:custGeom>
                <a:avLst/>
                <a:gdLst>
                  <a:gd name="T0" fmla="*/ 8 w 55"/>
                  <a:gd name="T1" fmla="*/ 74 h 78"/>
                  <a:gd name="T2" fmla="*/ 27 w 55"/>
                  <a:gd name="T3" fmla="*/ 44 h 78"/>
                  <a:gd name="T4" fmla="*/ 52 w 55"/>
                  <a:gd name="T5" fmla="*/ 10 h 78"/>
                  <a:gd name="T6" fmla="*/ 45 w 55"/>
                  <a:gd name="T7" fmla="*/ 3 h 78"/>
                  <a:gd name="T8" fmla="*/ 16 w 55"/>
                  <a:gd name="T9" fmla="*/ 33 h 78"/>
                  <a:gd name="T10" fmla="*/ 1 w 55"/>
                  <a:gd name="T11" fmla="*/ 72 h 78"/>
                  <a:gd name="T12" fmla="*/ 8 w 55"/>
                  <a:gd name="T13" fmla="*/ 7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78">
                    <a:moveTo>
                      <a:pt x="8" y="74"/>
                    </a:moveTo>
                    <a:cubicBezTo>
                      <a:pt x="12" y="63"/>
                      <a:pt x="21" y="53"/>
                      <a:pt x="27" y="44"/>
                    </a:cubicBezTo>
                    <a:cubicBezTo>
                      <a:pt x="35" y="32"/>
                      <a:pt x="45" y="22"/>
                      <a:pt x="52" y="10"/>
                    </a:cubicBezTo>
                    <a:cubicBezTo>
                      <a:pt x="55" y="6"/>
                      <a:pt x="50" y="0"/>
                      <a:pt x="45" y="3"/>
                    </a:cubicBezTo>
                    <a:cubicBezTo>
                      <a:pt x="34" y="11"/>
                      <a:pt x="25" y="21"/>
                      <a:pt x="16" y="33"/>
                    </a:cubicBezTo>
                    <a:cubicBezTo>
                      <a:pt x="7" y="45"/>
                      <a:pt x="5" y="57"/>
                      <a:pt x="1" y="72"/>
                    </a:cubicBezTo>
                    <a:cubicBezTo>
                      <a:pt x="0" y="76"/>
                      <a:pt x="6" y="78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1" name="Freeform 65">
                <a:extLst>
                  <a:ext uri="{FF2B5EF4-FFF2-40B4-BE49-F238E27FC236}">
                    <a16:creationId xmlns:a16="http://schemas.microsoft.com/office/drawing/2014/main" id="{C5EF2267-BA58-827F-4520-5CA9D9376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438" y="2087563"/>
                <a:ext cx="73025" cy="87313"/>
              </a:xfrm>
              <a:custGeom>
                <a:avLst/>
                <a:gdLst>
                  <a:gd name="T0" fmla="*/ 6 w 71"/>
                  <a:gd name="T1" fmla="*/ 84 h 85"/>
                  <a:gd name="T2" fmla="*/ 66 w 71"/>
                  <a:gd name="T3" fmla="*/ 14 h 85"/>
                  <a:gd name="T4" fmla="*/ 58 w 71"/>
                  <a:gd name="T5" fmla="*/ 5 h 85"/>
                  <a:gd name="T6" fmla="*/ 1 w 71"/>
                  <a:gd name="T7" fmla="*/ 81 h 85"/>
                  <a:gd name="T8" fmla="*/ 6 w 71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85">
                    <a:moveTo>
                      <a:pt x="6" y="84"/>
                    </a:moveTo>
                    <a:cubicBezTo>
                      <a:pt x="31" y="64"/>
                      <a:pt x="46" y="37"/>
                      <a:pt x="66" y="14"/>
                    </a:cubicBezTo>
                    <a:cubicBezTo>
                      <a:pt x="71" y="8"/>
                      <a:pt x="64" y="0"/>
                      <a:pt x="58" y="5"/>
                    </a:cubicBezTo>
                    <a:cubicBezTo>
                      <a:pt x="33" y="26"/>
                      <a:pt x="11" y="49"/>
                      <a:pt x="1" y="81"/>
                    </a:cubicBezTo>
                    <a:cubicBezTo>
                      <a:pt x="0" y="84"/>
                      <a:pt x="4" y="85"/>
                      <a:pt x="6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2" name="Freeform 66">
                <a:extLst>
                  <a:ext uri="{FF2B5EF4-FFF2-40B4-BE49-F238E27FC236}">
                    <a16:creationId xmlns:a16="http://schemas.microsoft.com/office/drawing/2014/main" id="{97AA46C6-0A86-B031-5F46-ED7782E5C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563" y="1936751"/>
                <a:ext cx="80963" cy="104775"/>
              </a:xfrm>
              <a:custGeom>
                <a:avLst/>
                <a:gdLst>
                  <a:gd name="T0" fmla="*/ 8 w 79"/>
                  <a:gd name="T1" fmla="*/ 98 h 101"/>
                  <a:gd name="T2" fmla="*/ 74 w 79"/>
                  <a:gd name="T3" fmla="*/ 12 h 101"/>
                  <a:gd name="T4" fmla="*/ 67 w 79"/>
                  <a:gd name="T5" fmla="*/ 5 h 101"/>
                  <a:gd name="T6" fmla="*/ 31 w 79"/>
                  <a:gd name="T7" fmla="*/ 43 h 101"/>
                  <a:gd name="T8" fmla="*/ 2 w 79"/>
                  <a:gd name="T9" fmla="*/ 94 h 101"/>
                  <a:gd name="T10" fmla="*/ 8 w 79"/>
                  <a:gd name="T11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01">
                    <a:moveTo>
                      <a:pt x="8" y="98"/>
                    </a:moveTo>
                    <a:cubicBezTo>
                      <a:pt x="34" y="72"/>
                      <a:pt x="51" y="41"/>
                      <a:pt x="74" y="12"/>
                    </a:cubicBezTo>
                    <a:cubicBezTo>
                      <a:pt x="79" y="7"/>
                      <a:pt x="72" y="0"/>
                      <a:pt x="67" y="5"/>
                    </a:cubicBezTo>
                    <a:cubicBezTo>
                      <a:pt x="53" y="17"/>
                      <a:pt x="41" y="28"/>
                      <a:pt x="31" y="43"/>
                    </a:cubicBezTo>
                    <a:cubicBezTo>
                      <a:pt x="20" y="59"/>
                      <a:pt x="12" y="76"/>
                      <a:pt x="2" y="94"/>
                    </a:cubicBezTo>
                    <a:cubicBezTo>
                      <a:pt x="0" y="97"/>
                      <a:pt x="5" y="101"/>
                      <a:pt x="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3" name="Freeform 67">
                <a:extLst>
                  <a:ext uri="{FF2B5EF4-FFF2-40B4-BE49-F238E27FC236}">
                    <a16:creationId xmlns:a16="http://schemas.microsoft.com/office/drawing/2014/main" id="{17178B33-09B8-BE63-D862-09F111BAA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626" y="1827213"/>
                <a:ext cx="87313" cy="65088"/>
              </a:xfrm>
              <a:custGeom>
                <a:avLst/>
                <a:gdLst>
                  <a:gd name="T0" fmla="*/ 8 w 85"/>
                  <a:gd name="T1" fmla="*/ 61 h 63"/>
                  <a:gd name="T2" fmla="*/ 23 w 85"/>
                  <a:gd name="T3" fmla="*/ 57 h 63"/>
                  <a:gd name="T4" fmla="*/ 40 w 85"/>
                  <a:gd name="T5" fmla="*/ 47 h 63"/>
                  <a:gd name="T6" fmla="*/ 76 w 85"/>
                  <a:gd name="T7" fmla="*/ 21 h 63"/>
                  <a:gd name="T8" fmla="*/ 67 w 85"/>
                  <a:gd name="T9" fmla="*/ 6 h 63"/>
                  <a:gd name="T10" fmla="*/ 34 w 85"/>
                  <a:gd name="T11" fmla="*/ 26 h 63"/>
                  <a:gd name="T12" fmla="*/ 18 w 85"/>
                  <a:gd name="T13" fmla="*/ 38 h 63"/>
                  <a:gd name="T14" fmla="*/ 3 w 85"/>
                  <a:gd name="T15" fmla="*/ 53 h 63"/>
                  <a:gd name="T16" fmla="*/ 8 w 85"/>
                  <a:gd name="T17" fmla="*/ 6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3">
                    <a:moveTo>
                      <a:pt x="8" y="61"/>
                    </a:moveTo>
                    <a:cubicBezTo>
                      <a:pt x="13" y="59"/>
                      <a:pt x="18" y="59"/>
                      <a:pt x="23" y="57"/>
                    </a:cubicBezTo>
                    <a:cubicBezTo>
                      <a:pt x="29" y="54"/>
                      <a:pt x="35" y="50"/>
                      <a:pt x="40" y="47"/>
                    </a:cubicBezTo>
                    <a:cubicBezTo>
                      <a:pt x="53" y="39"/>
                      <a:pt x="64" y="30"/>
                      <a:pt x="76" y="21"/>
                    </a:cubicBezTo>
                    <a:cubicBezTo>
                      <a:pt x="85" y="14"/>
                      <a:pt x="77" y="0"/>
                      <a:pt x="67" y="6"/>
                    </a:cubicBezTo>
                    <a:cubicBezTo>
                      <a:pt x="56" y="12"/>
                      <a:pt x="44" y="18"/>
                      <a:pt x="34" y="26"/>
                    </a:cubicBezTo>
                    <a:cubicBezTo>
                      <a:pt x="28" y="30"/>
                      <a:pt x="23" y="34"/>
                      <a:pt x="18" y="38"/>
                    </a:cubicBezTo>
                    <a:cubicBezTo>
                      <a:pt x="11" y="42"/>
                      <a:pt x="8" y="48"/>
                      <a:pt x="3" y="53"/>
                    </a:cubicBezTo>
                    <a:cubicBezTo>
                      <a:pt x="0" y="57"/>
                      <a:pt x="3" y="63"/>
                      <a:pt x="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4" name="Freeform 68">
                <a:extLst>
                  <a:ext uri="{FF2B5EF4-FFF2-40B4-BE49-F238E27FC236}">
                    <a16:creationId xmlns:a16="http://schemas.microsoft.com/office/drawing/2014/main" id="{BE5AF5C9-793B-7452-46D2-844715A30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1" y="1725613"/>
                <a:ext cx="109538" cy="76200"/>
              </a:xfrm>
              <a:custGeom>
                <a:avLst/>
                <a:gdLst>
                  <a:gd name="T0" fmla="*/ 9 w 105"/>
                  <a:gd name="T1" fmla="*/ 71 h 74"/>
                  <a:gd name="T2" fmla="*/ 96 w 105"/>
                  <a:gd name="T3" fmla="*/ 16 h 74"/>
                  <a:gd name="T4" fmla="*/ 89 w 105"/>
                  <a:gd name="T5" fmla="*/ 4 h 74"/>
                  <a:gd name="T6" fmla="*/ 2 w 105"/>
                  <a:gd name="T7" fmla="*/ 66 h 74"/>
                  <a:gd name="T8" fmla="*/ 9 w 105"/>
                  <a:gd name="T9" fmla="*/ 7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74">
                    <a:moveTo>
                      <a:pt x="9" y="71"/>
                    </a:moveTo>
                    <a:cubicBezTo>
                      <a:pt x="33" y="47"/>
                      <a:pt x="67" y="33"/>
                      <a:pt x="96" y="16"/>
                    </a:cubicBezTo>
                    <a:cubicBezTo>
                      <a:pt x="105" y="12"/>
                      <a:pt x="97" y="0"/>
                      <a:pt x="89" y="4"/>
                    </a:cubicBezTo>
                    <a:cubicBezTo>
                      <a:pt x="55" y="19"/>
                      <a:pt x="22" y="32"/>
                      <a:pt x="2" y="66"/>
                    </a:cubicBezTo>
                    <a:cubicBezTo>
                      <a:pt x="0" y="70"/>
                      <a:pt x="5" y="74"/>
                      <a:pt x="9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5" name="Freeform 69">
                <a:extLst>
                  <a:ext uri="{FF2B5EF4-FFF2-40B4-BE49-F238E27FC236}">
                    <a16:creationId xmlns:a16="http://schemas.microsoft.com/office/drawing/2014/main" id="{0FB81BD2-EC4D-C476-A9E2-1BDB1137D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538" y="1655763"/>
                <a:ext cx="87313" cy="47625"/>
              </a:xfrm>
              <a:custGeom>
                <a:avLst/>
                <a:gdLst>
                  <a:gd name="T0" fmla="*/ 7 w 84"/>
                  <a:gd name="T1" fmla="*/ 46 h 47"/>
                  <a:gd name="T2" fmla="*/ 80 w 84"/>
                  <a:gd name="T3" fmla="*/ 9 h 47"/>
                  <a:gd name="T4" fmla="*/ 77 w 84"/>
                  <a:gd name="T5" fmla="*/ 3 h 47"/>
                  <a:gd name="T6" fmla="*/ 5 w 84"/>
                  <a:gd name="T7" fmla="*/ 38 h 47"/>
                  <a:gd name="T8" fmla="*/ 7 w 84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47">
                    <a:moveTo>
                      <a:pt x="7" y="46"/>
                    </a:moveTo>
                    <a:cubicBezTo>
                      <a:pt x="36" y="41"/>
                      <a:pt x="58" y="26"/>
                      <a:pt x="80" y="9"/>
                    </a:cubicBezTo>
                    <a:cubicBezTo>
                      <a:pt x="84" y="6"/>
                      <a:pt x="81" y="0"/>
                      <a:pt x="77" y="3"/>
                    </a:cubicBezTo>
                    <a:cubicBezTo>
                      <a:pt x="54" y="16"/>
                      <a:pt x="30" y="29"/>
                      <a:pt x="5" y="38"/>
                    </a:cubicBezTo>
                    <a:cubicBezTo>
                      <a:pt x="0" y="40"/>
                      <a:pt x="2" y="47"/>
                      <a:pt x="7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6" name="Freeform 70">
                <a:extLst>
                  <a:ext uri="{FF2B5EF4-FFF2-40B4-BE49-F238E27FC236}">
                    <a16:creationId xmlns:a16="http://schemas.microsoft.com/office/drawing/2014/main" id="{5634A23D-2701-F100-D1CF-0F788BE96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351" y="1609726"/>
                <a:ext cx="103188" cy="31750"/>
              </a:xfrm>
              <a:custGeom>
                <a:avLst/>
                <a:gdLst>
                  <a:gd name="T0" fmla="*/ 4 w 100"/>
                  <a:gd name="T1" fmla="*/ 25 h 31"/>
                  <a:gd name="T2" fmla="*/ 95 w 100"/>
                  <a:gd name="T3" fmla="*/ 11 h 31"/>
                  <a:gd name="T4" fmla="*/ 92 w 100"/>
                  <a:gd name="T5" fmla="*/ 1 h 31"/>
                  <a:gd name="T6" fmla="*/ 4 w 100"/>
                  <a:gd name="T7" fmla="*/ 17 h 31"/>
                  <a:gd name="T8" fmla="*/ 4 w 100"/>
                  <a:gd name="T9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1">
                    <a:moveTo>
                      <a:pt x="4" y="25"/>
                    </a:moveTo>
                    <a:cubicBezTo>
                      <a:pt x="34" y="31"/>
                      <a:pt x="67" y="23"/>
                      <a:pt x="95" y="11"/>
                    </a:cubicBezTo>
                    <a:cubicBezTo>
                      <a:pt x="100" y="9"/>
                      <a:pt x="97" y="0"/>
                      <a:pt x="92" y="1"/>
                    </a:cubicBezTo>
                    <a:cubicBezTo>
                      <a:pt x="63" y="3"/>
                      <a:pt x="32" y="9"/>
                      <a:pt x="4" y="17"/>
                    </a:cubicBezTo>
                    <a:cubicBezTo>
                      <a:pt x="0" y="18"/>
                      <a:pt x="0" y="24"/>
                      <a:pt x="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7" name="Freeform 71">
                <a:extLst>
                  <a:ext uri="{FF2B5EF4-FFF2-40B4-BE49-F238E27FC236}">
                    <a16:creationId xmlns:a16="http://schemas.microsoft.com/office/drawing/2014/main" id="{5BA15892-1FCE-BBBF-5B19-1AA688184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1628776"/>
                <a:ext cx="109538" cy="19050"/>
              </a:xfrm>
              <a:custGeom>
                <a:avLst/>
                <a:gdLst>
                  <a:gd name="T0" fmla="*/ 4 w 105"/>
                  <a:gd name="T1" fmla="*/ 13 h 18"/>
                  <a:gd name="T2" fmla="*/ 99 w 105"/>
                  <a:gd name="T3" fmla="*/ 14 h 18"/>
                  <a:gd name="T4" fmla="*/ 99 w 105"/>
                  <a:gd name="T5" fmla="*/ 4 h 18"/>
                  <a:gd name="T6" fmla="*/ 4 w 105"/>
                  <a:gd name="T7" fmla="*/ 5 h 18"/>
                  <a:gd name="T8" fmla="*/ 4 w 105"/>
                  <a:gd name="T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18">
                    <a:moveTo>
                      <a:pt x="4" y="13"/>
                    </a:moveTo>
                    <a:cubicBezTo>
                      <a:pt x="35" y="18"/>
                      <a:pt x="67" y="17"/>
                      <a:pt x="99" y="14"/>
                    </a:cubicBezTo>
                    <a:cubicBezTo>
                      <a:pt x="105" y="13"/>
                      <a:pt x="105" y="5"/>
                      <a:pt x="99" y="4"/>
                    </a:cubicBezTo>
                    <a:cubicBezTo>
                      <a:pt x="67" y="1"/>
                      <a:pt x="35" y="0"/>
                      <a:pt x="4" y="5"/>
                    </a:cubicBezTo>
                    <a:cubicBezTo>
                      <a:pt x="0" y="6"/>
                      <a:pt x="0" y="12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8" name="Freeform 72">
                <a:extLst>
                  <a:ext uri="{FF2B5EF4-FFF2-40B4-BE49-F238E27FC236}">
                    <a16:creationId xmlns:a16="http://schemas.microsoft.com/office/drawing/2014/main" id="{2EECCA26-FD84-8369-9580-BC1B7DEB7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1401" y="1643063"/>
                <a:ext cx="68263" cy="30163"/>
              </a:xfrm>
              <a:custGeom>
                <a:avLst/>
                <a:gdLst>
                  <a:gd name="T0" fmla="*/ 2 w 65"/>
                  <a:gd name="T1" fmla="*/ 4 h 28"/>
                  <a:gd name="T2" fmla="*/ 59 w 65"/>
                  <a:gd name="T3" fmla="*/ 27 h 28"/>
                  <a:gd name="T4" fmla="*/ 62 w 65"/>
                  <a:gd name="T5" fmla="*/ 21 h 28"/>
                  <a:gd name="T6" fmla="*/ 3 w 65"/>
                  <a:gd name="T7" fmla="*/ 1 h 28"/>
                  <a:gd name="T8" fmla="*/ 2 w 65"/>
                  <a:gd name="T9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8">
                    <a:moveTo>
                      <a:pt x="2" y="4"/>
                    </a:moveTo>
                    <a:cubicBezTo>
                      <a:pt x="19" y="15"/>
                      <a:pt x="40" y="22"/>
                      <a:pt x="59" y="27"/>
                    </a:cubicBezTo>
                    <a:cubicBezTo>
                      <a:pt x="63" y="28"/>
                      <a:pt x="65" y="23"/>
                      <a:pt x="62" y="21"/>
                    </a:cubicBezTo>
                    <a:cubicBezTo>
                      <a:pt x="43" y="13"/>
                      <a:pt x="23" y="7"/>
                      <a:pt x="3" y="1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79" name="Freeform 73">
                <a:extLst>
                  <a:ext uri="{FF2B5EF4-FFF2-40B4-BE49-F238E27FC236}">
                    <a16:creationId xmlns:a16="http://schemas.microsoft.com/office/drawing/2014/main" id="{0F6BEBE9-24B9-4648-D3DB-0AA385314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563" y="1714501"/>
                <a:ext cx="71438" cy="33338"/>
              </a:xfrm>
              <a:custGeom>
                <a:avLst/>
                <a:gdLst>
                  <a:gd name="T0" fmla="*/ 3 w 68"/>
                  <a:gd name="T1" fmla="*/ 10 h 33"/>
                  <a:gd name="T2" fmla="*/ 59 w 68"/>
                  <a:gd name="T3" fmla="*/ 32 h 33"/>
                  <a:gd name="T4" fmla="*/ 64 w 68"/>
                  <a:gd name="T5" fmla="*/ 26 h 33"/>
                  <a:gd name="T6" fmla="*/ 3 w 68"/>
                  <a:gd name="T7" fmla="*/ 4 h 33"/>
                  <a:gd name="T8" fmla="*/ 3 w 68"/>
                  <a:gd name="T9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3">
                    <a:moveTo>
                      <a:pt x="3" y="10"/>
                    </a:moveTo>
                    <a:cubicBezTo>
                      <a:pt x="23" y="14"/>
                      <a:pt x="40" y="23"/>
                      <a:pt x="59" y="32"/>
                    </a:cubicBezTo>
                    <a:cubicBezTo>
                      <a:pt x="63" y="33"/>
                      <a:pt x="68" y="29"/>
                      <a:pt x="64" y="26"/>
                    </a:cubicBezTo>
                    <a:cubicBezTo>
                      <a:pt x="46" y="10"/>
                      <a:pt x="26" y="0"/>
                      <a:pt x="3" y="4"/>
                    </a:cubicBezTo>
                    <a:cubicBezTo>
                      <a:pt x="0" y="4"/>
                      <a:pt x="0" y="9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0" name="Freeform 74">
                <a:extLst>
                  <a:ext uri="{FF2B5EF4-FFF2-40B4-BE49-F238E27FC236}">
                    <a16:creationId xmlns:a16="http://schemas.microsoft.com/office/drawing/2014/main" id="{2CAC2FCA-BD2A-71C6-2187-21826CED0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9851" y="1784351"/>
                <a:ext cx="85725" cy="47625"/>
              </a:xfrm>
              <a:custGeom>
                <a:avLst/>
                <a:gdLst>
                  <a:gd name="T0" fmla="*/ 3 w 83"/>
                  <a:gd name="T1" fmla="*/ 6 h 46"/>
                  <a:gd name="T2" fmla="*/ 75 w 83"/>
                  <a:gd name="T3" fmla="*/ 43 h 46"/>
                  <a:gd name="T4" fmla="*/ 79 w 83"/>
                  <a:gd name="T5" fmla="*/ 37 h 46"/>
                  <a:gd name="T6" fmla="*/ 6 w 83"/>
                  <a:gd name="T7" fmla="*/ 1 h 46"/>
                  <a:gd name="T8" fmla="*/ 3 w 83"/>
                  <a:gd name="T9" fmla="*/ 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46">
                    <a:moveTo>
                      <a:pt x="3" y="6"/>
                    </a:moveTo>
                    <a:cubicBezTo>
                      <a:pt x="28" y="18"/>
                      <a:pt x="52" y="30"/>
                      <a:pt x="75" y="43"/>
                    </a:cubicBezTo>
                    <a:cubicBezTo>
                      <a:pt x="80" y="46"/>
                      <a:pt x="83" y="39"/>
                      <a:pt x="79" y="37"/>
                    </a:cubicBezTo>
                    <a:cubicBezTo>
                      <a:pt x="57" y="20"/>
                      <a:pt x="33" y="7"/>
                      <a:pt x="6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1" name="Freeform 75">
                <a:extLst>
                  <a:ext uri="{FF2B5EF4-FFF2-40B4-BE49-F238E27FC236}">
                    <a16:creationId xmlns:a16="http://schemas.microsoft.com/office/drawing/2014/main" id="{40D4E2CB-F11E-04BD-4707-FDEC7850A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5426" y="1847851"/>
                <a:ext cx="66675" cy="61913"/>
              </a:xfrm>
              <a:custGeom>
                <a:avLst/>
                <a:gdLst>
                  <a:gd name="T0" fmla="*/ 5 w 65"/>
                  <a:gd name="T1" fmla="*/ 12 h 59"/>
                  <a:gd name="T2" fmla="*/ 55 w 65"/>
                  <a:gd name="T3" fmla="*/ 55 h 59"/>
                  <a:gd name="T4" fmla="*/ 62 w 65"/>
                  <a:gd name="T5" fmla="*/ 49 h 59"/>
                  <a:gd name="T6" fmla="*/ 42 w 65"/>
                  <a:gd name="T7" fmla="*/ 23 h 59"/>
                  <a:gd name="T8" fmla="*/ 10 w 65"/>
                  <a:gd name="T9" fmla="*/ 4 h 59"/>
                  <a:gd name="T10" fmla="*/ 5 w 65"/>
                  <a:gd name="T11" fmla="*/ 1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59">
                    <a:moveTo>
                      <a:pt x="5" y="12"/>
                    </a:moveTo>
                    <a:cubicBezTo>
                      <a:pt x="23" y="25"/>
                      <a:pt x="42" y="37"/>
                      <a:pt x="55" y="55"/>
                    </a:cubicBezTo>
                    <a:cubicBezTo>
                      <a:pt x="58" y="59"/>
                      <a:pt x="65" y="53"/>
                      <a:pt x="62" y="49"/>
                    </a:cubicBezTo>
                    <a:cubicBezTo>
                      <a:pt x="57" y="39"/>
                      <a:pt x="50" y="31"/>
                      <a:pt x="42" y="23"/>
                    </a:cubicBezTo>
                    <a:cubicBezTo>
                      <a:pt x="33" y="15"/>
                      <a:pt x="21" y="9"/>
                      <a:pt x="10" y="4"/>
                    </a:cubicBezTo>
                    <a:cubicBezTo>
                      <a:pt x="5" y="0"/>
                      <a:pt x="0" y="8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2" name="Freeform 76">
                <a:extLst>
                  <a:ext uri="{FF2B5EF4-FFF2-40B4-BE49-F238E27FC236}">
                    <a16:creationId xmlns:a16="http://schemas.microsoft.com/office/drawing/2014/main" id="{2650EE36-A55B-FE17-221D-4E969DCFD0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0038" y="1765301"/>
                <a:ext cx="30163" cy="87313"/>
              </a:xfrm>
              <a:custGeom>
                <a:avLst/>
                <a:gdLst>
                  <a:gd name="T0" fmla="*/ 10 w 28"/>
                  <a:gd name="T1" fmla="*/ 81 h 84"/>
                  <a:gd name="T2" fmla="*/ 27 w 28"/>
                  <a:gd name="T3" fmla="*/ 10 h 84"/>
                  <a:gd name="T4" fmla="*/ 17 w 28"/>
                  <a:gd name="T5" fmla="*/ 6 h 84"/>
                  <a:gd name="T6" fmla="*/ 4 w 28"/>
                  <a:gd name="T7" fmla="*/ 81 h 84"/>
                  <a:gd name="T8" fmla="*/ 10 w 28"/>
                  <a:gd name="T9" fmla="*/ 8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84">
                    <a:moveTo>
                      <a:pt x="10" y="81"/>
                    </a:moveTo>
                    <a:cubicBezTo>
                      <a:pt x="15" y="57"/>
                      <a:pt x="22" y="34"/>
                      <a:pt x="27" y="10"/>
                    </a:cubicBezTo>
                    <a:cubicBezTo>
                      <a:pt x="28" y="4"/>
                      <a:pt x="20" y="0"/>
                      <a:pt x="17" y="6"/>
                    </a:cubicBezTo>
                    <a:cubicBezTo>
                      <a:pt x="6" y="29"/>
                      <a:pt x="0" y="55"/>
                      <a:pt x="4" y="81"/>
                    </a:cubicBezTo>
                    <a:cubicBezTo>
                      <a:pt x="5" y="84"/>
                      <a:pt x="10" y="84"/>
                      <a:pt x="10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3" name="Freeform 77">
                <a:extLst>
                  <a:ext uri="{FF2B5EF4-FFF2-40B4-BE49-F238E27FC236}">
                    <a16:creationId xmlns:a16="http://schemas.microsoft.com/office/drawing/2014/main" id="{15014387-3CE5-0180-BA92-EA81C5F430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1476" y="1625601"/>
                <a:ext cx="39688" cy="63500"/>
              </a:xfrm>
              <a:custGeom>
                <a:avLst/>
                <a:gdLst>
                  <a:gd name="T0" fmla="*/ 7 w 39"/>
                  <a:gd name="T1" fmla="*/ 58 h 62"/>
                  <a:gd name="T2" fmla="*/ 38 w 39"/>
                  <a:gd name="T3" fmla="*/ 7 h 62"/>
                  <a:gd name="T4" fmla="*/ 29 w 39"/>
                  <a:gd name="T5" fmla="*/ 3 h 62"/>
                  <a:gd name="T6" fmla="*/ 13 w 39"/>
                  <a:gd name="T7" fmla="*/ 25 h 62"/>
                  <a:gd name="T8" fmla="*/ 1 w 39"/>
                  <a:gd name="T9" fmla="*/ 56 h 62"/>
                  <a:gd name="T10" fmla="*/ 7 w 39"/>
                  <a:gd name="T11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62">
                    <a:moveTo>
                      <a:pt x="7" y="58"/>
                    </a:moveTo>
                    <a:cubicBezTo>
                      <a:pt x="16" y="40"/>
                      <a:pt x="30" y="26"/>
                      <a:pt x="38" y="7"/>
                    </a:cubicBezTo>
                    <a:cubicBezTo>
                      <a:pt x="39" y="2"/>
                      <a:pt x="32" y="0"/>
                      <a:pt x="29" y="3"/>
                    </a:cubicBezTo>
                    <a:cubicBezTo>
                      <a:pt x="24" y="11"/>
                      <a:pt x="18" y="18"/>
                      <a:pt x="13" y="25"/>
                    </a:cubicBezTo>
                    <a:cubicBezTo>
                      <a:pt x="7" y="34"/>
                      <a:pt x="4" y="45"/>
                      <a:pt x="1" y="56"/>
                    </a:cubicBezTo>
                    <a:cubicBezTo>
                      <a:pt x="0" y="59"/>
                      <a:pt x="5" y="62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4" name="Freeform 78">
                <a:extLst>
                  <a:ext uri="{FF2B5EF4-FFF2-40B4-BE49-F238E27FC236}">
                    <a16:creationId xmlns:a16="http://schemas.microsoft.com/office/drawing/2014/main" id="{19612E50-B71F-988E-5869-252D0CC9E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6" y="1449388"/>
                <a:ext cx="88900" cy="112713"/>
              </a:xfrm>
              <a:custGeom>
                <a:avLst/>
                <a:gdLst>
                  <a:gd name="T0" fmla="*/ 8 w 86"/>
                  <a:gd name="T1" fmla="*/ 105 h 108"/>
                  <a:gd name="T2" fmla="*/ 81 w 86"/>
                  <a:gd name="T3" fmla="*/ 12 h 108"/>
                  <a:gd name="T4" fmla="*/ 75 w 86"/>
                  <a:gd name="T5" fmla="*/ 4 h 108"/>
                  <a:gd name="T6" fmla="*/ 1 w 86"/>
                  <a:gd name="T7" fmla="*/ 101 h 108"/>
                  <a:gd name="T8" fmla="*/ 8 w 86"/>
                  <a:gd name="T9" fmla="*/ 10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08">
                    <a:moveTo>
                      <a:pt x="8" y="105"/>
                    </a:moveTo>
                    <a:cubicBezTo>
                      <a:pt x="34" y="75"/>
                      <a:pt x="53" y="41"/>
                      <a:pt x="81" y="12"/>
                    </a:cubicBezTo>
                    <a:cubicBezTo>
                      <a:pt x="86" y="8"/>
                      <a:pt x="80" y="0"/>
                      <a:pt x="75" y="4"/>
                    </a:cubicBezTo>
                    <a:cubicBezTo>
                      <a:pt x="39" y="25"/>
                      <a:pt x="16" y="63"/>
                      <a:pt x="1" y="101"/>
                    </a:cubicBezTo>
                    <a:cubicBezTo>
                      <a:pt x="0" y="105"/>
                      <a:pt x="5" y="108"/>
                      <a:pt x="8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5" name="Freeform 79">
                <a:extLst>
                  <a:ext uri="{FF2B5EF4-FFF2-40B4-BE49-F238E27FC236}">
                    <a16:creationId xmlns:a16="http://schemas.microsoft.com/office/drawing/2014/main" id="{F3436530-12A3-4420-997C-C3CBB4615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5313" y="1382713"/>
                <a:ext cx="88900" cy="57150"/>
              </a:xfrm>
              <a:custGeom>
                <a:avLst/>
                <a:gdLst>
                  <a:gd name="T0" fmla="*/ 7 w 86"/>
                  <a:gd name="T1" fmla="*/ 53 h 55"/>
                  <a:gd name="T2" fmla="*/ 79 w 86"/>
                  <a:gd name="T3" fmla="*/ 13 h 55"/>
                  <a:gd name="T4" fmla="*/ 76 w 86"/>
                  <a:gd name="T5" fmla="*/ 2 h 55"/>
                  <a:gd name="T6" fmla="*/ 3 w 86"/>
                  <a:gd name="T7" fmla="*/ 48 h 55"/>
                  <a:gd name="T8" fmla="*/ 7 w 86"/>
                  <a:gd name="T9" fmla="*/ 5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55">
                    <a:moveTo>
                      <a:pt x="7" y="53"/>
                    </a:moveTo>
                    <a:cubicBezTo>
                      <a:pt x="32" y="43"/>
                      <a:pt x="53" y="22"/>
                      <a:pt x="79" y="13"/>
                    </a:cubicBezTo>
                    <a:cubicBezTo>
                      <a:pt x="86" y="10"/>
                      <a:pt x="83" y="0"/>
                      <a:pt x="76" y="2"/>
                    </a:cubicBezTo>
                    <a:cubicBezTo>
                      <a:pt x="46" y="8"/>
                      <a:pt x="24" y="27"/>
                      <a:pt x="3" y="48"/>
                    </a:cubicBezTo>
                    <a:cubicBezTo>
                      <a:pt x="0" y="51"/>
                      <a:pt x="4" y="55"/>
                      <a:pt x="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6" name="Freeform 80">
                <a:extLst>
                  <a:ext uri="{FF2B5EF4-FFF2-40B4-BE49-F238E27FC236}">
                    <a16:creationId xmlns:a16="http://schemas.microsoft.com/office/drawing/2014/main" id="{4E9A6BE4-B6CA-DF6A-D15A-D2CD71505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5976" y="1304926"/>
                <a:ext cx="57150" cy="28575"/>
              </a:xfrm>
              <a:custGeom>
                <a:avLst/>
                <a:gdLst>
                  <a:gd name="T0" fmla="*/ 4 w 56"/>
                  <a:gd name="T1" fmla="*/ 26 h 27"/>
                  <a:gd name="T2" fmla="*/ 55 w 56"/>
                  <a:gd name="T3" fmla="*/ 4 h 27"/>
                  <a:gd name="T4" fmla="*/ 53 w 56"/>
                  <a:gd name="T5" fmla="*/ 2 h 27"/>
                  <a:gd name="T6" fmla="*/ 2 w 56"/>
                  <a:gd name="T7" fmla="*/ 23 h 27"/>
                  <a:gd name="T8" fmla="*/ 4 w 56"/>
                  <a:gd name="T9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7">
                    <a:moveTo>
                      <a:pt x="4" y="26"/>
                    </a:moveTo>
                    <a:cubicBezTo>
                      <a:pt x="21" y="18"/>
                      <a:pt x="41" y="18"/>
                      <a:pt x="55" y="4"/>
                    </a:cubicBezTo>
                    <a:cubicBezTo>
                      <a:pt x="56" y="2"/>
                      <a:pt x="54" y="0"/>
                      <a:pt x="53" y="2"/>
                    </a:cubicBezTo>
                    <a:cubicBezTo>
                      <a:pt x="38" y="14"/>
                      <a:pt x="19" y="15"/>
                      <a:pt x="2" y="23"/>
                    </a:cubicBezTo>
                    <a:cubicBezTo>
                      <a:pt x="0" y="24"/>
                      <a:pt x="2" y="27"/>
                      <a:pt x="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7" name="Freeform 81">
                <a:extLst>
                  <a:ext uri="{FF2B5EF4-FFF2-40B4-BE49-F238E27FC236}">
                    <a16:creationId xmlns:a16="http://schemas.microsoft.com/office/drawing/2014/main" id="{DB6460D5-5F85-A93A-45F1-AD69DA905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9488" y="1247776"/>
                <a:ext cx="125413" cy="41275"/>
              </a:xfrm>
              <a:custGeom>
                <a:avLst/>
                <a:gdLst>
                  <a:gd name="T0" fmla="*/ 6 w 121"/>
                  <a:gd name="T1" fmla="*/ 38 h 40"/>
                  <a:gd name="T2" fmla="*/ 115 w 121"/>
                  <a:gd name="T3" fmla="*/ 13 h 40"/>
                  <a:gd name="T4" fmla="*/ 113 w 121"/>
                  <a:gd name="T5" fmla="*/ 0 h 40"/>
                  <a:gd name="T6" fmla="*/ 3 w 121"/>
                  <a:gd name="T7" fmla="*/ 34 h 40"/>
                  <a:gd name="T8" fmla="*/ 6 w 121"/>
                  <a:gd name="T9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40">
                    <a:moveTo>
                      <a:pt x="6" y="38"/>
                    </a:moveTo>
                    <a:cubicBezTo>
                      <a:pt x="40" y="23"/>
                      <a:pt x="79" y="25"/>
                      <a:pt x="115" y="13"/>
                    </a:cubicBezTo>
                    <a:cubicBezTo>
                      <a:pt x="121" y="11"/>
                      <a:pt x="121" y="0"/>
                      <a:pt x="113" y="0"/>
                    </a:cubicBezTo>
                    <a:cubicBezTo>
                      <a:pt x="72" y="3"/>
                      <a:pt x="37" y="11"/>
                      <a:pt x="3" y="34"/>
                    </a:cubicBezTo>
                    <a:cubicBezTo>
                      <a:pt x="0" y="36"/>
                      <a:pt x="3" y="40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8" name="Freeform 82">
                <a:extLst>
                  <a:ext uri="{FF2B5EF4-FFF2-40B4-BE49-F238E27FC236}">
                    <a16:creationId xmlns:a16="http://schemas.microsoft.com/office/drawing/2014/main" id="{E0E79FD2-9068-00DB-3537-93BFD53A7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9838" y="1225551"/>
                <a:ext cx="120650" cy="30163"/>
              </a:xfrm>
              <a:custGeom>
                <a:avLst/>
                <a:gdLst>
                  <a:gd name="T0" fmla="*/ 8 w 116"/>
                  <a:gd name="T1" fmla="*/ 25 h 28"/>
                  <a:gd name="T2" fmla="*/ 108 w 116"/>
                  <a:gd name="T3" fmla="*/ 27 h 28"/>
                  <a:gd name="T4" fmla="*/ 110 w 116"/>
                  <a:gd name="T5" fmla="*/ 15 h 28"/>
                  <a:gd name="T6" fmla="*/ 4 w 116"/>
                  <a:gd name="T7" fmla="*/ 17 h 28"/>
                  <a:gd name="T8" fmla="*/ 8 w 116"/>
                  <a:gd name="T9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8">
                    <a:moveTo>
                      <a:pt x="8" y="25"/>
                    </a:moveTo>
                    <a:cubicBezTo>
                      <a:pt x="41" y="16"/>
                      <a:pt x="74" y="23"/>
                      <a:pt x="108" y="27"/>
                    </a:cubicBezTo>
                    <a:cubicBezTo>
                      <a:pt x="115" y="28"/>
                      <a:pt x="116" y="17"/>
                      <a:pt x="110" y="15"/>
                    </a:cubicBezTo>
                    <a:cubicBezTo>
                      <a:pt x="72" y="4"/>
                      <a:pt x="40" y="0"/>
                      <a:pt x="4" y="17"/>
                    </a:cubicBezTo>
                    <a:cubicBezTo>
                      <a:pt x="0" y="19"/>
                      <a:pt x="3" y="26"/>
                      <a:pt x="8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89" name="Freeform 83">
                <a:extLst>
                  <a:ext uri="{FF2B5EF4-FFF2-40B4-BE49-F238E27FC236}">
                    <a16:creationId xmlns:a16="http://schemas.microsoft.com/office/drawing/2014/main" id="{999CEF9E-6CAE-6CA0-665C-7F8D91DEF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951" y="1241426"/>
                <a:ext cx="109538" cy="19050"/>
              </a:xfrm>
              <a:custGeom>
                <a:avLst/>
                <a:gdLst>
                  <a:gd name="T0" fmla="*/ 5 w 106"/>
                  <a:gd name="T1" fmla="*/ 9 h 18"/>
                  <a:gd name="T2" fmla="*/ 98 w 106"/>
                  <a:gd name="T3" fmla="*/ 17 h 18"/>
                  <a:gd name="T4" fmla="*/ 100 w 106"/>
                  <a:gd name="T5" fmla="*/ 9 h 18"/>
                  <a:gd name="T6" fmla="*/ 5 w 106"/>
                  <a:gd name="T7" fmla="*/ 2 h 18"/>
                  <a:gd name="T8" fmla="*/ 5 w 106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8">
                    <a:moveTo>
                      <a:pt x="5" y="9"/>
                    </a:moveTo>
                    <a:cubicBezTo>
                      <a:pt x="35" y="11"/>
                      <a:pt x="68" y="12"/>
                      <a:pt x="98" y="17"/>
                    </a:cubicBezTo>
                    <a:cubicBezTo>
                      <a:pt x="103" y="18"/>
                      <a:pt x="106" y="10"/>
                      <a:pt x="100" y="9"/>
                    </a:cubicBezTo>
                    <a:cubicBezTo>
                      <a:pt x="68" y="0"/>
                      <a:pt x="38" y="1"/>
                      <a:pt x="5" y="2"/>
                    </a:cubicBezTo>
                    <a:cubicBezTo>
                      <a:pt x="0" y="2"/>
                      <a:pt x="0" y="9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0" name="Freeform 84">
                <a:extLst>
                  <a:ext uri="{FF2B5EF4-FFF2-40B4-BE49-F238E27FC236}">
                    <a16:creationId xmlns:a16="http://schemas.microsoft.com/office/drawing/2014/main" id="{11BA0193-5ECB-D55D-5AF7-CEE350BDD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9263" y="1285876"/>
                <a:ext cx="117475" cy="47625"/>
              </a:xfrm>
              <a:custGeom>
                <a:avLst/>
                <a:gdLst>
                  <a:gd name="T0" fmla="*/ 5 w 112"/>
                  <a:gd name="T1" fmla="*/ 11 h 45"/>
                  <a:gd name="T2" fmla="*/ 100 w 112"/>
                  <a:gd name="T3" fmla="*/ 42 h 45"/>
                  <a:gd name="T4" fmla="*/ 105 w 112"/>
                  <a:gd name="T5" fmla="*/ 29 h 45"/>
                  <a:gd name="T6" fmla="*/ 8 w 112"/>
                  <a:gd name="T7" fmla="*/ 1 h 45"/>
                  <a:gd name="T8" fmla="*/ 5 w 112"/>
                  <a:gd name="T9" fmla="*/ 1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5">
                    <a:moveTo>
                      <a:pt x="5" y="11"/>
                    </a:moveTo>
                    <a:cubicBezTo>
                      <a:pt x="35" y="25"/>
                      <a:pt x="69" y="29"/>
                      <a:pt x="100" y="42"/>
                    </a:cubicBezTo>
                    <a:cubicBezTo>
                      <a:pt x="107" y="45"/>
                      <a:pt x="112" y="33"/>
                      <a:pt x="105" y="29"/>
                    </a:cubicBezTo>
                    <a:cubicBezTo>
                      <a:pt x="76" y="13"/>
                      <a:pt x="41" y="2"/>
                      <a:pt x="8" y="1"/>
                    </a:cubicBezTo>
                    <a:cubicBezTo>
                      <a:pt x="2" y="0"/>
                      <a:pt x="0" y="9"/>
                      <a:pt x="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1" name="Freeform 85">
                <a:extLst>
                  <a:ext uri="{FF2B5EF4-FFF2-40B4-BE49-F238E27FC236}">
                    <a16:creationId xmlns:a16="http://schemas.microsoft.com/office/drawing/2014/main" id="{C3220054-0520-F911-99F4-F602654D5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2776" y="1343026"/>
                <a:ext cx="122238" cy="44450"/>
              </a:xfrm>
              <a:custGeom>
                <a:avLst/>
                <a:gdLst>
                  <a:gd name="T0" fmla="*/ 3 w 117"/>
                  <a:gd name="T1" fmla="*/ 4 h 43"/>
                  <a:gd name="T2" fmla="*/ 109 w 117"/>
                  <a:gd name="T3" fmla="*/ 41 h 43"/>
                  <a:gd name="T4" fmla="*/ 113 w 117"/>
                  <a:gd name="T5" fmla="*/ 35 h 43"/>
                  <a:gd name="T6" fmla="*/ 3 w 117"/>
                  <a:gd name="T7" fmla="*/ 0 h 43"/>
                  <a:gd name="T8" fmla="*/ 3 w 117"/>
                  <a:gd name="T9" fmla="*/ 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43">
                    <a:moveTo>
                      <a:pt x="3" y="4"/>
                    </a:moveTo>
                    <a:cubicBezTo>
                      <a:pt x="41" y="6"/>
                      <a:pt x="76" y="23"/>
                      <a:pt x="109" y="41"/>
                    </a:cubicBezTo>
                    <a:cubicBezTo>
                      <a:pt x="113" y="43"/>
                      <a:pt x="117" y="37"/>
                      <a:pt x="113" y="35"/>
                    </a:cubicBezTo>
                    <a:cubicBezTo>
                      <a:pt x="79" y="13"/>
                      <a:pt x="43" y="0"/>
                      <a:pt x="3" y="0"/>
                    </a:cubicBezTo>
                    <a:cubicBezTo>
                      <a:pt x="0" y="0"/>
                      <a:pt x="0" y="4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2" name="Freeform 86">
                <a:extLst>
                  <a:ext uri="{FF2B5EF4-FFF2-40B4-BE49-F238E27FC236}">
                    <a16:creationId xmlns:a16="http://schemas.microsoft.com/office/drawing/2014/main" id="{3DF12BA5-288E-D39C-068D-E025762756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8513" y="1409701"/>
                <a:ext cx="104775" cy="49213"/>
              </a:xfrm>
              <a:custGeom>
                <a:avLst/>
                <a:gdLst>
                  <a:gd name="T0" fmla="*/ 3 w 101"/>
                  <a:gd name="T1" fmla="*/ 6 h 47"/>
                  <a:gd name="T2" fmla="*/ 90 w 101"/>
                  <a:gd name="T3" fmla="*/ 45 h 47"/>
                  <a:gd name="T4" fmla="*/ 96 w 101"/>
                  <a:gd name="T5" fmla="*/ 35 h 47"/>
                  <a:gd name="T6" fmla="*/ 4 w 101"/>
                  <a:gd name="T7" fmla="*/ 0 h 47"/>
                  <a:gd name="T8" fmla="*/ 3 w 101"/>
                  <a:gd name="T9" fmla="*/ 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47">
                    <a:moveTo>
                      <a:pt x="3" y="6"/>
                    </a:moveTo>
                    <a:cubicBezTo>
                      <a:pt x="31" y="18"/>
                      <a:pt x="59" y="37"/>
                      <a:pt x="90" y="45"/>
                    </a:cubicBezTo>
                    <a:cubicBezTo>
                      <a:pt x="95" y="47"/>
                      <a:pt x="101" y="39"/>
                      <a:pt x="96" y="35"/>
                    </a:cubicBezTo>
                    <a:cubicBezTo>
                      <a:pt x="70" y="15"/>
                      <a:pt x="36" y="3"/>
                      <a:pt x="4" y="0"/>
                    </a:cubicBezTo>
                    <a:cubicBezTo>
                      <a:pt x="1" y="0"/>
                      <a:pt x="0" y="4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3" name="Freeform 87">
                <a:extLst>
                  <a:ext uri="{FF2B5EF4-FFF2-40B4-BE49-F238E27FC236}">
                    <a16:creationId xmlns:a16="http://schemas.microsoft.com/office/drawing/2014/main" id="{B07A1450-900D-5F73-92AB-6DCAC2302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3926" y="1504951"/>
                <a:ext cx="114300" cy="74613"/>
              </a:xfrm>
              <a:custGeom>
                <a:avLst/>
                <a:gdLst>
                  <a:gd name="T0" fmla="*/ 6 w 110"/>
                  <a:gd name="T1" fmla="*/ 10 h 71"/>
                  <a:gd name="T2" fmla="*/ 55 w 110"/>
                  <a:gd name="T3" fmla="*/ 40 h 71"/>
                  <a:gd name="T4" fmla="*/ 99 w 110"/>
                  <a:gd name="T5" fmla="*/ 67 h 71"/>
                  <a:gd name="T6" fmla="*/ 104 w 110"/>
                  <a:gd name="T7" fmla="*/ 58 h 71"/>
                  <a:gd name="T8" fmla="*/ 9 w 110"/>
                  <a:gd name="T9" fmla="*/ 0 h 71"/>
                  <a:gd name="T10" fmla="*/ 6 w 110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71">
                    <a:moveTo>
                      <a:pt x="6" y="10"/>
                    </a:moveTo>
                    <a:cubicBezTo>
                      <a:pt x="24" y="16"/>
                      <a:pt x="41" y="28"/>
                      <a:pt x="55" y="40"/>
                    </a:cubicBezTo>
                    <a:cubicBezTo>
                      <a:pt x="69" y="51"/>
                      <a:pt x="83" y="59"/>
                      <a:pt x="99" y="67"/>
                    </a:cubicBezTo>
                    <a:cubicBezTo>
                      <a:pt x="105" y="71"/>
                      <a:pt x="110" y="62"/>
                      <a:pt x="104" y="58"/>
                    </a:cubicBezTo>
                    <a:cubicBezTo>
                      <a:pt x="73" y="35"/>
                      <a:pt x="49" y="6"/>
                      <a:pt x="9" y="0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4" name="Freeform 88">
                <a:extLst>
                  <a:ext uri="{FF2B5EF4-FFF2-40B4-BE49-F238E27FC236}">
                    <a16:creationId xmlns:a16="http://schemas.microsoft.com/office/drawing/2014/main" id="{FC4253C6-4878-B4C9-CE39-0C8F7D83B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4738" y="1631951"/>
                <a:ext cx="88900" cy="96838"/>
              </a:xfrm>
              <a:custGeom>
                <a:avLst/>
                <a:gdLst>
                  <a:gd name="T0" fmla="*/ 3 w 85"/>
                  <a:gd name="T1" fmla="*/ 9 h 93"/>
                  <a:gd name="T2" fmla="*/ 75 w 85"/>
                  <a:gd name="T3" fmla="*/ 89 h 93"/>
                  <a:gd name="T4" fmla="*/ 83 w 85"/>
                  <a:gd name="T5" fmla="*/ 83 h 93"/>
                  <a:gd name="T6" fmla="*/ 8 w 85"/>
                  <a:gd name="T7" fmla="*/ 2 h 93"/>
                  <a:gd name="T8" fmla="*/ 3 w 85"/>
                  <a:gd name="T9" fmla="*/ 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93">
                    <a:moveTo>
                      <a:pt x="3" y="9"/>
                    </a:moveTo>
                    <a:cubicBezTo>
                      <a:pt x="28" y="35"/>
                      <a:pt x="50" y="63"/>
                      <a:pt x="75" y="89"/>
                    </a:cubicBezTo>
                    <a:cubicBezTo>
                      <a:pt x="79" y="93"/>
                      <a:pt x="85" y="88"/>
                      <a:pt x="83" y="83"/>
                    </a:cubicBezTo>
                    <a:cubicBezTo>
                      <a:pt x="64" y="52"/>
                      <a:pt x="41" y="20"/>
                      <a:pt x="8" y="2"/>
                    </a:cubicBezTo>
                    <a:cubicBezTo>
                      <a:pt x="4" y="0"/>
                      <a:pt x="0" y="5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5" name="Freeform 89">
                <a:extLst>
                  <a:ext uri="{FF2B5EF4-FFF2-40B4-BE49-F238E27FC236}">
                    <a16:creationId xmlns:a16="http://schemas.microsoft.com/office/drawing/2014/main" id="{517C82F7-E65C-BE13-B72D-644C37FE66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0626" y="1792288"/>
                <a:ext cx="53975" cy="84138"/>
              </a:xfrm>
              <a:custGeom>
                <a:avLst/>
                <a:gdLst>
                  <a:gd name="T0" fmla="*/ 2 w 52"/>
                  <a:gd name="T1" fmla="*/ 4 h 81"/>
                  <a:gd name="T2" fmla="*/ 22 w 52"/>
                  <a:gd name="T3" fmla="*/ 44 h 81"/>
                  <a:gd name="T4" fmla="*/ 45 w 52"/>
                  <a:gd name="T5" fmla="*/ 78 h 81"/>
                  <a:gd name="T6" fmla="*/ 50 w 52"/>
                  <a:gd name="T7" fmla="*/ 74 h 81"/>
                  <a:gd name="T8" fmla="*/ 32 w 52"/>
                  <a:gd name="T9" fmla="*/ 39 h 81"/>
                  <a:gd name="T10" fmla="*/ 6 w 52"/>
                  <a:gd name="T11" fmla="*/ 2 h 81"/>
                  <a:gd name="T12" fmla="*/ 2 w 52"/>
                  <a:gd name="T13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1">
                    <a:moveTo>
                      <a:pt x="2" y="4"/>
                    </a:moveTo>
                    <a:cubicBezTo>
                      <a:pt x="9" y="17"/>
                      <a:pt x="15" y="31"/>
                      <a:pt x="22" y="44"/>
                    </a:cubicBezTo>
                    <a:cubicBezTo>
                      <a:pt x="29" y="56"/>
                      <a:pt x="36" y="67"/>
                      <a:pt x="45" y="78"/>
                    </a:cubicBezTo>
                    <a:cubicBezTo>
                      <a:pt x="47" y="81"/>
                      <a:pt x="52" y="77"/>
                      <a:pt x="50" y="74"/>
                    </a:cubicBezTo>
                    <a:cubicBezTo>
                      <a:pt x="44" y="62"/>
                      <a:pt x="38" y="50"/>
                      <a:pt x="32" y="39"/>
                    </a:cubicBezTo>
                    <a:cubicBezTo>
                      <a:pt x="24" y="25"/>
                      <a:pt x="14" y="14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6" name="Freeform 90">
                <a:extLst>
                  <a:ext uri="{FF2B5EF4-FFF2-40B4-BE49-F238E27FC236}">
                    <a16:creationId xmlns:a16="http://schemas.microsoft.com/office/drawing/2014/main" id="{4FFAE0D2-486E-D30C-6B30-C540A4E63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7938" y="1963738"/>
                <a:ext cx="57150" cy="109538"/>
              </a:xfrm>
              <a:custGeom>
                <a:avLst/>
                <a:gdLst>
                  <a:gd name="T0" fmla="*/ 2 w 55"/>
                  <a:gd name="T1" fmla="*/ 6 h 106"/>
                  <a:gd name="T2" fmla="*/ 45 w 55"/>
                  <a:gd name="T3" fmla="*/ 102 h 106"/>
                  <a:gd name="T4" fmla="*/ 53 w 55"/>
                  <a:gd name="T5" fmla="*/ 98 h 106"/>
                  <a:gd name="T6" fmla="*/ 9 w 55"/>
                  <a:gd name="T7" fmla="*/ 3 h 106"/>
                  <a:gd name="T8" fmla="*/ 2 w 55"/>
                  <a:gd name="T9" fmla="*/ 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106">
                    <a:moveTo>
                      <a:pt x="2" y="6"/>
                    </a:moveTo>
                    <a:cubicBezTo>
                      <a:pt x="14" y="39"/>
                      <a:pt x="30" y="70"/>
                      <a:pt x="45" y="102"/>
                    </a:cubicBezTo>
                    <a:cubicBezTo>
                      <a:pt x="47" y="106"/>
                      <a:pt x="55" y="103"/>
                      <a:pt x="53" y="98"/>
                    </a:cubicBezTo>
                    <a:cubicBezTo>
                      <a:pt x="42" y="65"/>
                      <a:pt x="28" y="33"/>
                      <a:pt x="9" y="3"/>
                    </a:cubicBezTo>
                    <a:cubicBezTo>
                      <a:pt x="7" y="0"/>
                      <a:pt x="0" y="2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7" name="Freeform 91">
                <a:extLst>
                  <a:ext uri="{FF2B5EF4-FFF2-40B4-BE49-F238E27FC236}">
                    <a16:creationId xmlns:a16="http://schemas.microsoft.com/office/drawing/2014/main" id="{D9420FB7-D60B-DB3B-2244-A2580B1E1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0963" y="2119313"/>
                <a:ext cx="49213" cy="73025"/>
              </a:xfrm>
              <a:custGeom>
                <a:avLst/>
                <a:gdLst>
                  <a:gd name="T0" fmla="*/ 2 w 47"/>
                  <a:gd name="T1" fmla="*/ 9 h 70"/>
                  <a:gd name="T2" fmla="*/ 32 w 47"/>
                  <a:gd name="T3" fmla="*/ 63 h 70"/>
                  <a:gd name="T4" fmla="*/ 43 w 47"/>
                  <a:gd name="T5" fmla="*/ 54 h 70"/>
                  <a:gd name="T6" fmla="*/ 13 w 47"/>
                  <a:gd name="T7" fmla="*/ 4 h 70"/>
                  <a:gd name="T8" fmla="*/ 2 w 47"/>
                  <a:gd name="T9" fmla="*/ 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70">
                    <a:moveTo>
                      <a:pt x="2" y="9"/>
                    </a:moveTo>
                    <a:cubicBezTo>
                      <a:pt x="9" y="29"/>
                      <a:pt x="18" y="47"/>
                      <a:pt x="32" y="63"/>
                    </a:cubicBezTo>
                    <a:cubicBezTo>
                      <a:pt x="37" y="70"/>
                      <a:pt x="47" y="61"/>
                      <a:pt x="43" y="54"/>
                    </a:cubicBezTo>
                    <a:cubicBezTo>
                      <a:pt x="34" y="37"/>
                      <a:pt x="24" y="20"/>
                      <a:pt x="13" y="4"/>
                    </a:cubicBezTo>
                    <a:cubicBezTo>
                      <a:pt x="9" y="0"/>
                      <a:pt x="0" y="2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398" name="Freeform 92">
                <a:extLst>
                  <a:ext uri="{FF2B5EF4-FFF2-40B4-BE49-F238E27FC236}">
                    <a16:creationId xmlns:a16="http://schemas.microsoft.com/office/drawing/2014/main" id="{7ABC0C22-C331-2058-DFCE-F69D7EB9D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4513" y="3827463"/>
                <a:ext cx="123825" cy="60325"/>
              </a:xfrm>
              <a:custGeom>
                <a:avLst/>
                <a:gdLst>
                  <a:gd name="T0" fmla="*/ 1 w 118"/>
                  <a:gd name="T1" fmla="*/ 59 h 59"/>
                  <a:gd name="T2" fmla="*/ 115 w 118"/>
                  <a:gd name="T3" fmla="*/ 6 h 59"/>
                  <a:gd name="T4" fmla="*/ 112 w 118"/>
                  <a:gd name="T5" fmla="*/ 0 h 59"/>
                  <a:gd name="T6" fmla="*/ 0 w 118"/>
                  <a:gd name="T7" fmla="*/ 58 h 59"/>
                  <a:gd name="T8" fmla="*/ 1 w 118"/>
                  <a:gd name="T9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" h="59">
                    <a:moveTo>
                      <a:pt x="1" y="59"/>
                    </a:moveTo>
                    <a:cubicBezTo>
                      <a:pt x="41" y="56"/>
                      <a:pt x="81" y="26"/>
                      <a:pt x="115" y="6"/>
                    </a:cubicBezTo>
                    <a:cubicBezTo>
                      <a:pt x="118" y="4"/>
                      <a:pt x="116" y="0"/>
                      <a:pt x="112" y="0"/>
                    </a:cubicBezTo>
                    <a:cubicBezTo>
                      <a:pt x="73" y="9"/>
                      <a:pt x="33" y="35"/>
                      <a:pt x="0" y="58"/>
                    </a:cubicBezTo>
                    <a:cubicBezTo>
                      <a:pt x="0" y="58"/>
                      <a:pt x="0" y="59"/>
                      <a:pt x="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</p:grpSp>
      </p:grpSp>
      <p:grpSp>
        <p:nvGrpSpPr>
          <p:cNvPr id="579" name="组合 578">
            <a:extLst>
              <a:ext uri="{FF2B5EF4-FFF2-40B4-BE49-F238E27FC236}">
                <a16:creationId xmlns:a16="http://schemas.microsoft.com/office/drawing/2014/main" id="{FA6EDAEC-0F38-C6D1-36B0-863E4CD1A386}"/>
              </a:ext>
            </a:extLst>
          </p:cNvPr>
          <p:cNvGrpSpPr/>
          <p:nvPr/>
        </p:nvGrpSpPr>
        <p:grpSpPr>
          <a:xfrm>
            <a:off x="318711" y="1464991"/>
            <a:ext cx="989593" cy="1040485"/>
            <a:chOff x="4427538" y="954088"/>
            <a:chExt cx="3333750" cy="3729038"/>
          </a:xfrm>
        </p:grpSpPr>
        <p:sp>
          <p:nvSpPr>
            <p:cNvPr id="580" name="Freeform 5">
              <a:extLst>
                <a:ext uri="{FF2B5EF4-FFF2-40B4-BE49-F238E27FC236}">
                  <a16:creationId xmlns:a16="http://schemas.microsoft.com/office/drawing/2014/main" id="{8E33A8D7-815E-727C-9796-7F6ADEAA9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6026" y="1547813"/>
              <a:ext cx="2144713" cy="2363788"/>
            </a:xfrm>
            <a:custGeom>
              <a:avLst/>
              <a:gdLst>
                <a:gd name="T0" fmla="*/ 518 w 570"/>
                <a:gd name="T1" fmla="*/ 231 h 629"/>
                <a:gd name="T2" fmla="*/ 454 w 570"/>
                <a:gd name="T3" fmla="*/ 271 h 629"/>
                <a:gd name="T4" fmla="*/ 496 w 570"/>
                <a:gd name="T5" fmla="*/ 135 h 629"/>
                <a:gd name="T6" fmla="*/ 393 w 570"/>
                <a:gd name="T7" fmla="*/ 205 h 629"/>
                <a:gd name="T8" fmla="*/ 326 w 570"/>
                <a:gd name="T9" fmla="*/ 264 h 629"/>
                <a:gd name="T10" fmla="*/ 474 w 570"/>
                <a:gd name="T11" fmla="*/ 89 h 629"/>
                <a:gd name="T12" fmla="*/ 385 w 570"/>
                <a:gd name="T13" fmla="*/ 100 h 629"/>
                <a:gd name="T14" fmla="*/ 322 w 570"/>
                <a:gd name="T15" fmla="*/ 156 h 629"/>
                <a:gd name="T16" fmla="*/ 401 w 570"/>
                <a:gd name="T17" fmla="*/ 66 h 629"/>
                <a:gd name="T18" fmla="*/ 279 w 570"/>
                <a:gd name="T19" fmla="*/ 80 h 629"/>
                <a:gd name="T20" fmla="*/ 223 w 570"/>
                <a:gd name="T21" fmla="*/ 103 h 629"/>
                <a:gd name="T22" fmla="*/ 280 w 570"/>
                <a:gd name="T23" fmla="*/ 61 h 629"/>
                <a:gd name="T24" fmla="*/ 212 w 570"/>
                <a:gd name="T25" fmla="*/ 33 h 629"/>
                <a:gd name="T26" fmla="*/ 78 w 570"/>
                <a:gd name="T27" fmla="*/ 109 h 629"/>
                <a:gd name="T28" fmla="*/ 29 w 570"/>
                <a:gd name="T29" fmla="*/ 198 h 629"/>
                <a:gd name="T30" fmla="*/ 35 w 570"/>
                <a:gd name="T31" fmla="*/ 232 h 629"/>
                <a:gd name="T32" fmla="*/ 42 w 570"/>
                <a:gd name="T33" fmla="*/ 311 h 629"/>
                <a:gd name="T34" fmla="*/ 20 w 570"/>
                <a:gd name="T35" fmla="*/ 366 h 629"/>
                <a:gd name="T36" fmla="*/ 73 w 570"/>
                <a:gd name="T37" fmla="*/ 388 h 629"/>
                <a:gd name="T38" fmla="*/ 178 w 570"/>
                <a:gd name="T39" fmla="*/ 311 h 629"/>
                <a:gd name="T40" fmla="*/ 102 w 570"/>
                <a:gd name="T41" fmla="*/ 390 h 629"/>
                <a:gd name="T42" fmla="*/ 92 w 570"/>
                <a:gd name="T43" fmla="*/ 469 h 629"/>
                <a:gd name="T44" fmla="*/ 196 w 570"/>
                <a:gd name="T45" fmla="*/ 407 h 629"/>
                <a:gd name="T46" fmla="*/ 265 w 570"/>
                <a:gd name="T47" fmla="*/ 373 h 629"/>
                <a:gd name="T48" fmla="*/ 196 w 570"/>
                <a:gd name="T49" fmla="*/ 450 h 629"/>
                <a:gd name="T50" fmla="*/ 179 w 570"/>
                <a:gd name="T51" fmla="*/ 542 h 629"/>
                <a:gd name="T52" fmla="*/ 261 w 570"/>
                <a:gd name="T53" fmla="*/ 489 h 629"/>
                <a:gd name="T54" fmla="*/ 270 w 570"/>
                <a:gd name="T55" fmla="*/ 506 h 629"/>
                <a:gd name="T56" fmla="*/ 208 w 570"/>
                <a:gd name="T57" fmla="*/ 588 h 629"/>
                <a:gd name="T58" fmla="*/ 303 w 570"/>
                <a:gd name="T59" fmla="*/ 597 h 629"/>
                <a:gd name="T60" fmla="*/ 332 w 570"/>
                <a:gd name="T61" fmla="*/ 603 h 629"/>
                <a:gd name="T62" fmla="*/ 406 w 570"/>
                <a:gd name="T63" fmla="*/ 554 h 629"/>
                <a:gd name="T64" fmla="*/ 430 w 570"/>
                <a:gd name="T65" fmla="*/ 535 h 629"/>
                <a:gd name="T66" fmla="*/ 504 w 570"/>
                <a:gd name="T67" fmla="*/ 444 h 629"/>
                <a:gd name="T68" fmla="*/ 549 w 570"/>
                <a:gd name="T69" fmla="*/ 342 h 629"/>
                <a:gd name="T70" fmla="*/ 563 w 570"/>
                <a:gd name="T71" fmla="*/ 266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70" h="629">
                  <a:moveTo>
                    <a:pt x="558" y="231"/>
                  </a:moveTo>
                  <a:cubicBezTo>
                    <a:pt x="547" y="219"/>
                    <a:pt x="530" y="221"/>
                    <a:pt x="518" y="231"/>
                  </a:cubicBezTo>
                  <a:cubicBezTo>
                    <a:pt x="477" y="265"/>
                    <a:pt x="437" y="300"/>
                    <a:pt x="395" y="332"/>
                  </a:cubicBezTo>
                  <a:cubicBezTo>
                    <a:pt x="415" y="313"/>
                    <a:pt x="434" y="292"/>
                    <a:pt x="454" y="271"/>
                  </a:cubicBezTo>
                  <a:cubicBezTo>
                    <a:pt x="482" y="243"/>
                    <a:pt x="510" y="213"/>
                    <a:pt x="528" y="177"/>
                  </a:cubicBezTo>
                  <a:cubicBezTo>
                    <a:pt x="539" y="156"/>
                    <a:pt x="521" y="127"/>
                    <a:pt x="496" y="135"/>
                  </a:cubicBezTo>
                  <a:cubicBezTo>
                    <a:pt x="475" y="142"/>
                    <a:pt x="458" y="154"/>
                    <a:pt x="441" y="168"/>
                  </a:cubicBezTo>
                  <a:cubicBezTo>
                    <a:pt x="425" y="180"/>
                    <a:pt x="408" y="191"/>
                    <a:pt x="393" y="205"/>
                  </a:cubicBezTo>
                  <a:cubicBezTo>
                    <a:pt x="377" y="218"/>
                    <a:pt x="364" y="234"/>
                    <a:pt x="349" y="247"/>
                  </a:cubicBezTo>
                  <a:cubicBezTo>
                    <a:pt x="342" y="253"/>
                    <a:pt x="334" y="259"/>
                    <a:pt x="326" y="264"/>
                  </a:cubicBezTo>
                  <a:cubicBezTo>
                    <a:pt x="353" y="239"/>
                    <a:pt x="378" y="210"/>
                    <a:pt x="407" y="186"/>
                  </a:cubicBezTo>
                  <a:cubicBezTo>
                    <a:pt x="437" y="160"/>
                    <a:pt x="471" y="131"/>
                    <a:pt x="474" y="89"/>
                  </a:cubicBezTo>
                  <a:cubicBezTo>
                    <a:pt x="475" y="66"/>
                    <a:pt x="448" y="54"/>
                    <a:pt x="430" y="64"/>
                  </a:cubicBezTo>
                  <a:cubicBezTo>
                    <a:pt x="413" y="73"/>
                    <a:pt x="399" y="87"/>
                    <a:pt x="385" y="100"/>
                  </a:cubicBezTo>
                  <a:cubicBezTo>
                    <a:pt x="369" y="115"/>
                    <a:pt x="353" y="130"/>
                    <a:pt x="336" y="144"/>
                  </a:cubicBezTo>
                  <a:cubicBezTo>
                    <a:pt x="331" y="148"/>
                    <a:pt x="326" y="152"/>
                    <a:pt x="322" y="156"/>
                  </a:cubicBezTo>
                  <a:cubicBezTo>
                    <a:pt x="323" y="155"/>
                    <a:pt x="323" y="154"/>
                    <a:pt x="324" y="153"/>
                  </a:cubicBezTo>
                  <a:cubicBezTo>
                    <a:pt x="351" y="125"/>
                    <a:pt x="374" y="93"/>
                    <a:pt x="401" y="66"/>
                  </a:cubicBezTo>
                  <a:cubicBezTo>
                    <a:pt x="423" y="43"/>
                    <a:pt x="393" y="1"/>
                    <a:pt x="366" y="21"/>
                  </a:cubicBezTo>
                  <a:cubicBezTo>
                    <a:pt x="337" y="41"/>
                    <a:pt x="309" y="62"/>
                    <a:pt x="279" y="80"/>
                  </a:cubicBezTo>
                  <a:cubicBezTo>
                    <a:pt x="256" y="95"/>
                    <a:pt x="232" y="107"/>
                    <a:pt x="208" y="119"/>
                  </a:cubicBezTo>
                  <a:cubicBezTo>
                    <a:pt x="213" y="113"/>
                    <a:pt x="218" y="108"/>
                    <a:pt x="223" y="103"/>
                  </a:cubicBezTo>
                  <a:cubicBezTo>
                    <a:pt x="229" y="96"/>
                    <a:pt x="236" y="88"/>
                    <a:pt x="244" y="81"/>
                  </a:cubicBezTo>
                  <a:cubicBezTo>
                    <a:pt x="256" y="75"/>
                    <a:pt x="268" y="69"/>
                    <a:pt x="280" y="61"/>
                  </a:cubicBezTo>
                  <a:cubicBezTo>
                    <a:pt x="306" y="42"/>
                    <a:pt x="291" y="0"/>
                    <a:pt x="257" y="8"/>
                  </a:cubicBezTo>
                  <a:cubicBezTo>
                    <a:pt x="240" y="12"/>
                    <a:pt x="225" y="22"/>
                    <a:pt x="212" y="33"/>
                  </a:cubicBezTo>
                  <a:cubicBezTo>
                    <a:pt x="187" y="45"/>
                    <a:pt x="161" y="54"/>
                    <a:pt x="138" y="68"/>
                  </a:cubicBezTo>
                  <a:cubicBezTo>
                    <a:pt x="116" y="79"/>
                    <a:pt x="97" y="94"/>
                    <a:pt x="78" y="109"/>
                  </a:cubicBezTo>
                  <a:cubicBezTo>
                    <a:pt x="59" y="123"/>
                    <a:pt x="47" y="142"/>
                    <a:pt x="29" y="157"/>
                  </a:cubicBezTo>
                  <a:cubicBezTo>
                    <a:pt x="17" y="167"/>
                    <a:pt x="19" y="187"/>
                    <a:pt x="29" y="198"/>
                  </a:cubicBezTo>
                  <a:cubicBezTo>
                    <a:pt x="36" y="205"/>
                    <a:pt x="45" y="207"/>
                    <a:pt x="54" y="205"/>
                  </a:cubicBezTo>
                  <a:cubicBezTo>
                    <a:pt x="48" y="215"/>
                    <a:pt x="42" y="224"/>
                    <a:pt x="35" y="232"/>
                  </a:cubicBezTo>
                  <a:cubicBezTo>
                    <a:pt x="23" y="245"/>
                    <a:pt x="11" y="258"/>
                    <a:pt x="7" y="275"/>
                  </a:cubicBezTo>
                  <a:cubicBezTo>
                    <a:pt x="0" y="298"/>
                    <a:pt x="21" y="314"/>
                    <a:pt x="42" y="311"/>
                  </a:cubicBezTo>
                  <a:cubicBezTo>
                    <a:pt x="46" y="310"/>
                    <a:pt x="49" y="309"/>
                    <a:pt x="52" y="308"/>
                  </a:cubicBezTo>
                  <a:cubicBezTo>
                    <a:pt x="39" y="326"/>
                    <a:pt x="28" y="345"/>
                    <a:pt x="20" y="366"/>
                  </a:cubicBezTo>
                  <a:cubicBezTo>
                    <a:pt x="15" y="378"/>
                    <a:pt x="23" y="392"/>
                    <a:pt x="33" y="398"/>
                  </a:cubicBezTo>
                  <a:cubicBezTo>
                    <a:pt x="47" y="407"/>
                    <a:pt x="64" y="401"/>
                    <a:pt x="73" y="388"/>
                  </a:cubicBezTo>
                  <a:cubicBezTo>
                    <a:pt x="93" y="358"/>
                    <a:pt x="122" y="337"/>
                    <a:pt x="155" y="321"/>
                  </a:cubicBezTo>
                  <a:cubicBezTo>
                    <a:pt x="162" y="317"/>
                    <a:pt x="170" y="314"/>
                    <a:pt x="178" y="311"/>
                  </a:cubicBezTo>
                  <a:cubicBezTo>
                    <a:pt x="167" y="323"/>
                    <a:pt x="157" y="337"/>
                    <a:pt x="146" y="349"/>
                  </a:cubicBezTo>
                  <a:cubicBezTo>
                    <a:pt x="134" y="364"/>
                    <a:pt x="118" y="379"/>
                    <a:pt x="102" y="390"/>
                  </a:cubicBezTo>
                  <a:cubicBezTo>
                    <a:pt x="87" y="400"/>
                    <a:pt x="68" y="410"/>
                    <a:pt x="59" y="427"/>
                  </a:cubicBezTo>
                  <a:cubicBezTo>
                    <a:pt x="48" y="450"/>
                    <a:pt x="67" y="476"/>
                    <a:pt x="92" y="469"/>
                  </a:cubicBezTo>
                  <a:cubicBezTo>
                    <a:pt x="112" y="465"/>
                    <a:pt x="127" y="451"/>
                    <a:pt x="142" y="438"/>
                  </a:cubicBezTo>
                  <a:cubicBezTo>
                    <a:pt x="158" y="426"/>
                    <a:pt x="178" y="417"/>
                    <a:pt x="196" y="407"/>
                  </a:cubicBezTo>
                  <a:cubicBezTo>
                    <a:pt x="216" y="397"/>
                    <a:pt x="237" y="388"/>
                    <a:pt x="258" y="377"/>
                  </a:cubicBezTo>
                  <a:cubicBezTo>
                    <a:pt x="260" y="376"/>
                    <a:pt x="263" y="375"/>
                    <a:pt x="265" y="373"/>
                  </a:cubicBezTo>
                  <a:cubicBezTo>
                    <a:pt x="255" y="384"/>
                    <a:pt x="245" y="394"/>
                    <a:pt x="236" y="405"/>
                  </a:cubicBezTo>
                  <a:cubicBezTo>
                    <a:pt x="223" y="421"/>
                    <a:pt x="210" y="436"/>
                    <a:pt x="196" y="450"/>
                  </a:cubicBezTo>
                  <a:cubicBezTo>
                    <a:pt x="180" y="465"/>
                    <a:pt x="164" y="477"/>
                    <a:pt x="150" y="493"/>
                  </a:cubicBezTo>
                  <a:cubicBezTo>
                    <a:pt x="131" y="516"/>
                    <a:pt x="150" y="546"/>
                    <a:pt x="179" y="542"/>
                  </a:cubicBezTo>
                  <a:cubicBezTo>
                    <a:pt x="193" y="539"/>
                    <a:pt x="204" y="525"/>
                    <a:pt x="211" y="519"/>
                  </a:cubicBezTo>
                  <a:cubicBezTo>
                    <a:pt x="227" y="508"/>
                    <a:pt x="244" y="498"/>
                    <a:pt x="261" y="489"/>
                  </a:cubicBezTo>
                  <a:cubicBezTo>
                    <a:pt x="279" y="479"/>
                    <a:pt x="298" y="468"/>
                    <a:pt x="316" y="457"/>
                  </a:cubicBezTo>
                  <a:cubicBezTo>
                    <a:pt x="300" y="473"/>
                    <a:pt x="286" y="490"/>
                    <a:pt x="270" y="506"/>
                  </a:cubicBezTo>
                  <a:cubicBezTo>
                    <a:pt x="258" y="517"/>
                    <a:pt x="247" y="531"/>
                    <a:pt x="236" y="543"/>
                  </a:cubicBezTo>
                  <a:cubicBezTo>
                    <a:pt x="225" y="557"/>
                    <a:pt x="214" y="571"/>
                    <a:pt x="208" y="588"/>
                  </a:cubicBezTo>
                  <a:cubicBezTo>
                    <a:pt x="204" y="602"/>
                    <a:pt x="214" y="620"/>
                    <a:pt x="229" y="623"/>
                  </a:cubicBezTo>
                  <a:cubicBezTo>
                    <a:pt x="256" y="629"/>
                    <a:pt x="281" y="611"/>
                    <a:pt x="303" y="597"/>
                  </a:cubicBezTo>
                  <a:cubicBezTo>
                    <a:pt x="310" y="592"/>
                    <a:pt x="317" y="588"/>
                    <a:pt x="324" y="583"/>
                  </a:cubicBezTo>
                  <a:cubicBezTo>
                    <a:pt x="324" y="590"/>
                    <a:pt x="326" y="597"/>
                    <a:pt x="332" y="603"/>
                  </a:cubicBezTo>
                  <a:cubicBezTo>
                    <a:pt x="343" y="614"/>
                    <a:pt x="363" y="615"/>
                    <a:pt x="373" y="603"/>
                  </a:cubicBezTo>
                  <a:cubicBezTo>
                    <a:pt x="386" y="588"/>
                    <a:pt x="401" y="574"/>
                    <a:pt x="406" y="554"/>
                  </a:cubicBezTo>
                  <a:cubicBezTo>
                    <a:pt x="407" y="550"/>
                    <a:pt x="407" y="547"/>
                    <a:pt x="407" y="543"/>
                  </a:cubicBezTo>
                  <a:cubicBezTo>
                    <a:pt x="415" y="544"/>
                    <a:pt x="423" y="541"/>
                    <a:pt x="430" y="535"/>
                  </a:cubicBezTo>
                  <a:cubicBezTo>
                    <a:pt x="444" y="523"/>
                    <a:pt x="457" y="511"/>
                    <a:pt x="469" y="497"/>
                  </a:cubicBezTo>
                  <a:cubicBezTo>
                    <a:pt x="483" y="481"/>
                    <a:pt x="494" y="462"/>
                    <a:pt x="504" y="444"/>
                  </a:cubicBezTo>
                  <a:cubicBezTo>
                    <a:pt x="514" y="427"/>
                    <a:pt x="523" y="413"/>
                    <a:pt x="536" y="400"/>
                  </a:cubicBezTo>
                  <a:cubicBezTo>
                    <a:pt x="553" y="383"/>
                    <a:pt x="558" y="364"/>
                    <a:pt x="549" y="342"/>
                  </a:cubicBezTo>
                  <a:cubicBezTo>
                    <a:pt x="544" y="332"/>
                    <a:pt x="527" y="325"/>
                    <a:pt x="516" y="329"/>
                  </a:cubicBezTo>
                  <a:cubicBezTo>
                    <a:pt x="533" y="309"/>
                    <a:pt x="549" y="288"/>
                    <a:pt x="563" y="266"/>
                  </a:cubicBezTo>
                  <a:cubicBezTo>
                    <a:pt x="570" y="255"/>
                    <a:pt x="567" y="240"/>
                    <a:pt x="558" y="23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1" name="Freeform 6">
              <a:extLst>
                <a:ext uri="{FF2B5EF4-FFF2-40B4-BE49-F238E27FC236}">
                  <a16:creationId xmlns:a16="http://schemas.microsoft.com/office/drawing/2014/main" id="{F4C11488-5F27-46B6-E5B5-0EF8E4404F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2588" y="2581276"/>
              <a:ext cx="1274763" cy="1308100"/>
            </a:xfrm>
            <a:custGeom>
              <a:avLst/>
              <a:gdLst>
                <a:gd name="T0" fmla="*/ 275 w 339"/>
                <a:gd name="T1" fmla="*/ 103 h 348"/>
                <a:gd name="T2" fmla="*/ 261 w 339"/>
                <a:gd name="T3" fmla="*/ 119 h 348"/>
                <a:gd name="T4" fmla="*/ 256 w 339"/>
                <a:gd name="T5" fmla="*/ 55 h 348"/>
                <a:gd name="T6" fmla="*/ 214 w 339"/>
                <a:gd name="T7" fmla="*/ 32 h 348"/>
                <a:gd name="T8" fmla="*/ 151 w 339"/>
                <a:gd name="T9" fmla="*/ 73 h 348"/>
                <a:gd name="T10" fmla="*/ 161 w 339"/>
                <a:gd name="T11" fmla="*/ 56 h 348"/>
                <a:gd name="T12" fmla="*/ 111 w 339"/>
                <a:gd name="T13" fmla="*/ 46 h 348"/>
                <a:gd name="T14" fmla="*/ 86 w 339"/>
                <a:gd name="T15" fmla="*/ 100 h 348"/>
                <a:gd name="T16" fmla="*/ 74 w 339"/>
                <a:gd name="T17" fmla="*/ 103 h 348"/>
                <a:gd name="T18" fmla="*/ 49 w 339"/>
                <a:gd name="T19" fmla="*/ 132 h 348"/>
                <a:gd name="T20" fmla="*/ 67 w 339"/>
                <a:gd name="T21" fmla="*/ 154 h 348"/>
                <a:gd name="T22" fmla="*/ 102 w 339"/>
                <a:gd name="T23" fmla="*/ 239 h 348"/>
                <a:gd name="T24" fmla="*/ 131 w 339"/>
                <a:gd name="T25" fmla="*/ 333 h 348"/>
                <a:gd name="T26" fmla="*/ 117 w 339"/>
                <a:gd name="T27" fmla="*/ 205 h 348"/>
                <a:gd name="T28" fmla="*/ 83 w 339"/>
                <a:gd name="T29" fmla="*/ 129 h 348"/>
                <a:gd name="T30" fmla="*/ 132 w 339"/>
                <a:gd name="T31" fmla="*/ 89 h 348"/>
                <a:gd name="T32" fmla="*/ 217 w 339"/>
                <a:gd name="T33" fmla="*/ 87 h 348"/>
                <a:gd name="T34" fmla="*/ 257 w 339"/>
                <a:gd name="T35" fmla="*/ 143 h 348"/>
                <a:gd name="T36" fmla="*/ 208 w 339"/>
                <a:gd name="T37" fmla="*/ 272 h 348"/>
                <a:gd name="T38" fmla="*/ 186 w 339"/>
                <a:gd name="T39" fmla="*/ 333 h 348"/>
                <a:gd name="T40" fmla="*/ 228 w 339"/>
                <a:gd name="T41" fmla="*/ 283 h 348"/>
                <a:gd name="T42" fmla="*/ 280 w 339"/>
                <a:gd name="T43" fmla="*/ 147 h 348"/>
                <a:gd name="T44" fmla="*/ 323 w 339"/>
                <a:gd name="T45" fmla="*/ 92 h 348"/>
                <a:gd name="T46" fmla="*/ 40 w 339"/>
                <a:gd name="T47" fmla="*/ 99 h 348"/>
                <a:gd name="T48" fmla="*/ 43 w 339"/>
                <a:gd name="T49" fmla="*/ 103 h 348"/>
                <a:gd name="T50" fmla="*/ 142 w 339"/>
                <a:gd name="T51" fmla="*/ 37 h 348"/>
                <a:gd name="T52" fmla="*/ 141 w 339"/>
                <a:gd name="T53" fmla="*/ 44 h 348"/>
                <a:gd name="T54" fmla="*/ 142 w 339"/>
                <a:gd name="T55" fmla="*/ 37 h 348"/>
                <a:gd name="T56" fmla="*/ 235 w 339"/>
                <a:gd name="T57" fmla="*/ 43 h 348"/>
                <a:gd name="T58" fmla="*/ 234 w 339"/>
                <a:gd name="T59" fmla="*/ 46 h 348"/>
                <a:gd name="T60" fmla="*/ 300 w 339"/>
                <a:gd name="T61" fmla="*/ 115 h 348"/>
                <a:gd name="T62" fmla="*/ 296 w 339"/>
                <a:gd name="T63" fmla="*/ 112 h 348"/>
                <a:gd name="T64" fmla="*/ 304 w 339"/>
                <a:gd name="T65" fmla="*/ 10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9" h="348">
                  <a:moveTo>
                    <a:pt x="323" y="92"/>
                  </a:moveTo>
                  <a:cubicBezTo>
                    <a:pt x="308" y="65"/>
                    <a:pt x="286" y="83"/>
                    <a:pt x="275" y="103"/>
                  </a:cubicBezTo>
                  <a:cubicBezTo>
                    <a:pt x="272" y="109"/>
                    <a:pt x="269" y="115"/>
                    <a:pt x="266" y="121"/>
                  </a:cubicBezTo>
                  <a:cubicBezTo>
                    <a:pt x="264" y="121"/>
                    <a:pt x="263" y="120"/>
                    <a:pt x="261" y="119"/>
                  </a:cubicBezTo>
                  <a:cubicBezTo>
                    <a:pt x="249" y="111"/>
                    <a:pt x="242" y="94"/>
                    <a:pt x="238" y="76"/>
                  </a:cubicBezTo>
                  <a:cubicBezTo>
                    <a:pt x="246" y="71"/>
                    <a:pt x="253" y="65"/>
                    <a:pt x="256" y="55"/>
                  </a:cubicBezTo>
                  <a:cubicBezTo>
                    <a:pt x="259" y="45"/>
                    <a:pt x="260" y="25"/>
                    <a:pt x="248" y="20"/>
                  </a:cubicBezTo>
                  <a:cubicBezTo>
                    <a:pt x="236" y="15"/>
                    <a:pt x="220" y="19"/>
                    <a:pt x="214" y="32"/>
                  </a:cubicBezTo>
                  <a:cubicBezTo>
                    <a:pt x="210" y="41"/>
                    <a:pt x="210" y="52"/>
                    <a:pt x="211" y="64"/>
                  </a:cubicBezTo>
                  <a:cubicBezTo>
                    <a:pt x="193" y="73"/>
                    <a:pt x="171" y="78"/>
                    <a:pt x="151" y="73"/>
                  </a:cubicBezTo>
                  <a:cubicBezTo>
                    <a:pt x="151" y="73"/>
                    <a:pt x="150" y="73"/>
                    <a:pt x="149" y="72"/>
                  </a:cubicBezTo>
                  <a:cubicBezTo>
                    <a:pt x="154" y="67"/>
                    <a:pt x="158" y="62"/>
                    <a:pt x="161" y="56"/>
                  </a:cubicBezTo>
                  <a:cubicBezTo>
                    <a:pt x="167" y="46"/>
                    <a:pt x="169" y="27"/>
                    <a:pt x="160" y="18"/>
                  </a:cubicBezTo>
                  <a:cubicBezTo>
                    <a:pt x="141" y="0"/>
                    <a:pt x="114" y="25"/>
                    <a:pt x="111" y="46"/>
                  </a:cubicBezTo>
                  <a:cubicBezTo>
                    <a:pt x="110" y="55"/>
                    <a:pt x="113" y="64"/>
                    <a:pt x="117" y="72"/>
                  </a:cubicBezTo>
                  <a:cubicBezTo>
                    <a:pt x="107" y="82"/>
                    <a:pt x="97" y="92"/>
                    <a:pt x="86" y="100"/>
                  </a:cubicBezTo>
                  <a:cubicBezTo>
                    <a:pt x="82" y="103"/>
                    <a:pt x="79" y="105"/>
                    <a:pt x="75" y="106"/>
                  </a:cubicBezTo>
                  <a:cubicBezTo>
                    <a:pt x="75" y="105"/>
                    <a:pt x="75" y="104"/>
                    <a:pt x="74" y="103"/>
                  </a:cubicBezTo>
                  <a:cubicBezTo>
                    <a:pt x="64" y="84"/>
                    <a:pt x="32" y="62"/>
                    <a:pt x="14" y="86"/>
                  </a:cubicBezTo>
                  <a:cubicBezTo>
                    <a:pt x="0" y="105"/>
                    <a:pt x="36" y="127"/>
                    <a:pt x="49" y="132"/>
                  </a:cubicBezTo>
                  <a:cubicBezTo>
                    <a:pt x="53" y="133"/>
                    <a:pt x="57" y="134"/>
                    <a:pt x="61" y="134"/>
                  </a:cubicBezTo>
                  <a:cubicBezTo>
                    <a:pt x="63" y="141"/>
                    <a:pt x="65" y="148"/>
                    <a:pt x="67" y="154"/>
                  </a:cubicBezTo>
                  <a:cubicBezTo>
                    <a:pt x="71" y="168"/>
                    <a:pt x="79" y="180"/>
                    <a:pt x="86" y="193"/>
                  </a:cubicBezTo>
                  <a:cubicBezTo>
                    <a:pt x="94" y="207"/>
                    <a:pt x="98" y="223"/>
                    <a:pt x="102" y="239"/>
                  </a:cubicBezTo>
                  <a:cubicBezTo>
                    <a:pt x="106" y="253"/>
                    <a:pt x="112" y="267"/>
                    <a:pt x="117" y="281"/>
                  </a:cubicBezTo>
                  <a:cubicBezTo>
                    <a:pt x="123" y="298"/>
                    <a:pt x="126" y="316"/>
                    <a:pt x="131" y="333"/>
                  </a:cubicBezTo>
                  <a:cubicBezTo>
                    <a:pt x="135" y="347"/>
                    <a:pt x="157" y="341"/>
                    <a:pt x="153" y="326"/>
                  </a:cubicBezTo>
                  <a:cubicBezTo>
                    <a:pt x="141" y="286"/>
                    <a:pt x="129" y="246"/>
                    <a:pt x="117" y="205"/>
                  </a:cubicBezTo>
                  <a:cubicBezTo>
                    <a:pt x="110" y="186"/>
                    <a:pt x="98" y="171"/>
                    <a:pt x="91" y="153"/>
                  </a:cubicBezTo>
                  <a:cubicBezTo>
                    <a:pt x="88" y="145"/>
                    <a:pt x="86" y="137"/>
                    <a:pt x="83" y="129"/>
                  </a:cubicBezTo>
                  <a:cubicBezTo>
                    <a:pt x="101" y="120"/>
                    <a:pt x="118" y="103"/>
                    <a:pt x="130" y="91"/>
                  </a:cubicBezTo>
                  <a:cubicBezTo>
                    <a:pt x="131" y="90"/>
                    <a:pt x="132" y="90"/>
                    <a:pt x="132" y="89"/>
                  </a:cubicBezTo>
                  <a:cubicBezTo>
                    <a:pt x="145" y="97"/>
                    <a:pt x="160" y="98"/>
                    <a:pt x="175" y="97"/>
                  </a:cubicBezTo>
                  <a:cubicBezTo>
                    <a:pt x="190" y="97"/>
                    <a:pt x="204" y="92"/>
                    <a:pt x="217" y="87"/>
                  </a:cubicBezTo>
                  <a:cubicBezTo>
                    <a:pt x="220" y="95"/>
                    <a:pt x="223" y="102"/>
                    <a:pt x="225" y="108"/>
                  </a:cubicBezTo>
                  <a:cubicBezTo>
                    <a:pt x="232" y="123"/>
                    <a:pt x="243" y="136"/>
                    <a:pt x="257" y="143"/>
                  </a:cubicBezTo>
                  <a:cubicBezTo>
                    <a:pt x="248" y="165"/>
                    <a:pt x="241" y="187"/>
                    <a:pt x="232" y="209"/>
                  </a:cubicBezTo>
                  <a:cubicBezTo>
                    <a:pt x="225" y="230"/>
                    <a:pt x="216" y="251"/>
                    <a:pt x="208" y="272"/>
                  </a:cubicBezTo>
                  <a:cubicBezTo>
                    <a:pt x="200" y="289"/>
                    <a:pt x="191" y="305"/>
                    <a:pt x="187" y="323"/>
                  </a:cubicBezTo>
                  <a:cubicBezTo>
                    <a:pt x="186" y="326"/>
                    <a:pt x="186" y="330"/>
                    <a:pt x="186" y="333"/>
                  </a:cubicBezTo>
                  <a:cubicBezTo>
                    <a:pt x="185" y="348"/>
                    <a:pt x="208" y="348"/>
                    <a:pt x="209" y="333"/>
                  </a:cubicBezTo>
                  <a:cubicBezTo>
                    <a:pt x="210" y="316"/>
                    <a:pt x="220" y="299"/>
                    <a:pt x="228" y="283"/>
                  </a:cubicBezTo>
                  <a:cubicBezTo>
                    <a:pt x="237" y="263"/>
                    <a:pt x="245" y="242"/>
                    <a:pt x="253" y="221"/>
                  </a:cubicBezTo>
                  <a:cubicBezTo>
                    <a:pt x="262" y="196"/>
                    <a:pt x="270" y="171"/>
                    <a:pt x="280" y="147"/>
                  </a:cubicBezTo>
                  <a:cubicBezTo>
                    <a:pt x="282" y="147"/>
                    <a:pt x="283" y="146"/>
                    <a:pt x="285" y="146"/>
                  </a:cubicBezTo>
                  <a:cubicBezTo>
                    <a:pt x="309" y="141"/>
                    <a:pt x="339" y="120"/>
                    <a:pt x="323" y="92"/>
                  </a:cubicBezTo>
                  <a:close/>
                  <a:moveTo>
                    <a:pt x="39" y="99"/>
                  </a:moveTo>
                  <a:cubicBezTo>
                    <a:pt x="39" y="99"/>
                    <a:pt x="39" y="99"/>
                    <a:pt x="40" y="99"/>
                  </a:cubicBezTo>
                  <a:cubicBezTo>
                    <a:pt x="43" y="100"/>
                    <a:pt x="46" y="103"/>
                    <a:pt x="48" y="106"/>
                  </a:cubicBezTo>
                  <a:cubicBezTo>
                    <a:pt x="46" y="105"/>
                    <a:pt x="45" y="104"/>
                    <a:pt x="43" y="103"/>
                  </a:cubicBezTo>
                  <a:cubicBezTo>
                    <a:pt x="42" y="102"/>
                    <a:pt x="40" y="101"/>
                    <a:pt x="39" y="99"/>
                  </a:cubicBezTo>
                  <a:close/>
                  <a:moveTo>
                    <a:pt x="142" y="37"/>
                  </a:moveTo>
                  <a:cubicBezTo>
                    <a:pt x="142" y="36"/>
                    <a:pt x="143" y="36"/>
                    <a:pt x="143" y="36"/>
                  </a:cubicBezTo>
                  <a:cubicBezTo>
                    <a:pt x="143" y="39"/>
                    <a:pt x="142" y="42"/>
                    <a:pt x="141" y="44"/>
                  </a:cubicBezTo>
                  <a:cubicBezTo>
                    <a:pt x="139" y="48"/>
                    <a:pt x="137" y="51"/>
                    <a:pt x="135" y="54"/>
                  </a:cubicBezTo>
                  <a:cubicBezTo>
                    <a:pt x="134" y="48"/>
                    <a:pt x="136" y="41"/>
                    <a:pt x="142" y="37"/>
                  </a:cubicBezTo>
                  <a:close/>
                  <a:moveTo>
                    <a:pt x="234" y="43"/>
                  </a:moveTo>
                  <a:cubicBezTo>
                    <a:pt x="235" y="43"/>
                    <a:pt x="235" y="43"/>
                    <a:pt x="235" y="43"/>
                  </a:cubicBezTo>
                  <a:cubicBezTo>
                    <a:pt x="235" y="45"/>
                    <a:pt x="234" y="46"/>
                    <a:pt x="234" y="48"/>
                  </a:cubicBezTo>
                  <a:cubicBezTo>
                    <a:pt x="234" y="47"/>
                    <a:pt x="234" y="47"/>
                    <a:pt x="234" y="46"/>
                  </a:cubicBezTo>
                  <a:cubicBezTo>
                    <a:pt x="234" y="45"/>
                    <a:pt x="234" y="44"/>
                    <a:pt x="234" y="43"/>
                  </a:cubicBezTo>
                  <a:close/>
                  <a:moveTo>
                    <a:pt x="300" y="115"/>
                  </a:moveTo>
                  <a:cubicBezTo>
                    <a:pt x="298" y="117"/>
                    <a:pt x="295" y="119"/>
                    <a:pt x="292" y="120"/>
                  </a:cubicBezTo>
                  <a:cubicBezTo>
                    <a:pt x="294" y="118"/>
                    <a:pt x="295" y="115"/>
                    <a:pt x="296" y="112"/>
                  </a:cubicBezTo>
                  <a:cubicBezTo>
                    <a:pt x="298" y="109"/>
                    <a:pt x="300" y="105"/>
                    <a:pt x="303" y="103"/>
                  </a:cubicBezTo>
                  <a:cubicBezTo>
                    <a:pt x="304" y="104"/>
                    <a:pt x="304" y="106"/>
                    <a:pt x="304" y="108"/>
                  </a:cubicBezTo>
                  <a:cubicBezTo>
                    <a:pt x="305" y="111"/>
                    <a:pt x="302" y="114"/>
                    <a:pt x="300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2" name="Freeform 7">
              <a:extLst>
                <a:ext uri="{FF2B5EF4-FFF2-40B4-BE49-F238E27FC236}">
                  <a16:creationId xmlns:a16="http://schemas.microsoft.com/office/drawing/2014/main" id="{61483DEE-5D71-85D8-9A02-7AED2B324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325563"/>
              <a:ext cx="285750" cy="315913"/>
            </a:xfrm>
            <a:custGeom>
              <a:avLst/>
              <a:gdLst>
                <a:gd name="T0" fmla="*/ 72 w 76"/>
                <a:gd name="T1" fmla="*/ 66 h 84"/>
                <a:gd name="T2" fmla="*/ 54 w 76"/>
                <a:gd name="T3" fmla="*/ 15 h 84"/>
                <a:gd name="T4" fmla="*/ 32 w 76"/>
                <a:gd name="T5" fmla="*/ 21 h 84"/>
                <a:gd name="T6" fmla="*/ 34 w 76"/>
                <a:gd name="T7" fmla="*/ 27 h 84"/>
                <a:gd name="T8" fmla="*/ 27 w 76"/>
                <a:gd name="T9" fmla="*/ 14 h 84"/>
                <a:gd name="T10" fmla="*/ 5 w 76"/>
                <a:gd name="T11" fmla="*/ 20 h 84"/>
                <a:gd name="T12" fmla="*/ 63 w 76"/>
                <a:gd name="T13" fmla="*/ 83 h 84"/>
                <a:gd name="T14" fmla="*/ 72 w 76"/>
                <a:gd name="T15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84">
                  <a:moveTo>
                    <a:pt x="72" y="66"/>
                  </a:moveTo>
                  <a:cubicBezTo>
                    <a:pt x="65" y="50"/>
                    <a:pt x="59" y="33"/>
                    <a:pt x="54" y="15"/>
                  </a:cubicBezTo>
                  <a:cubicBezTo>
                    <a:pt x="51" y="1"/>
                    <a:pt x="28" y="7"/>
                    <a:pt x="32" y="21"/>
                  </a:cubicBezTo>
                  <a:cubicBezTo>
                    <a:pt x="33" y="23"/>
                    <a:pt x="33" y="25"/>
                    <a:pt x="34" y="27"/>
                  </a:cubicBezTo>
                  <a:cubicBezTo>
                    <a:pt x="31" y="23"/>
                    <a:pt x="29" y="18"/>
                    <a:pt x="27" y="14"/>
                  </a:cubicBezTo>
                  <a:cubicBezTo>
                    <a:pt x="22" y="0"/>
                    <a:pt x="0" y="6"/>
                    <a:pt x="5" y="20"/>
                  </a:cubicBezTo>
                  <a:cubicBezTo>
                    <a:pt x="15" y="44"/>
                    <a:pt x="33" y="82"/>
                    <a:pt x="63" y="83"/>
                  </a:cubicBezTo>
                  <a:cubicBezTo>
                    <a:pt x="72" y="84"/>
                    <a:pt x="76" y="73"/>
                    <a:pt x="72" y="6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3" name="Freeform 8">
              <a:extLst>
                <a:ext uri="{FF2B5EF4-FFF2-40B4-BE49-F238E27FC236}">
                  <a16:creationId xmlns:a16="http://schemas.microsoft.com/office/drawing/2014/main" id="{CF3FB08C-2F8D-1698-1C11-520B7905C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8051" y="987426"/>
              <a:ext cx="188913" cy="354013"/>
            </a:xfrm>
            <a:custGeom>
              <a:avLst/>
              <a:gdLst>
                <a:gd name="T0" fmla="*/ 49 w 50"/>
                <a:gd name="T1" fmla="*/ 26 h 94"/>
                <a:gd name="T2" fmla="*/ 47 w 50"/>
                <a:gd name="T3" fmla="*/ 19 h 94"/>
                <a:gd name="T4" fmla="*/ 46 w 50"/>
                <a:gd name="T5" fmla="*/ 10 h 94"/>
                <a:gd name="T6" fmla="*/ 32 w 50"/>
                <a:gd name="T7" fmla="*/ 2 h 94"/>
                <a:gd name="T8" fmla="*/ 15 w 50"/>
                <a:gd name="T9" fmla="*/ 5 h 94"/>
                <a:gd name="T10" fmla="*/ 15 w 50"/>
                <a:gd name="T11" fmla="*/ 28 h 94"/>
                <a:gd name="T12" fmla="*/ 22 w 50"/>
                <a:gd name="T13" fmla="*/ 28 h 94"/>
                <a:gd name="T14" fmla="*/ 15 w 50"/>
                <a:gd name="T15" fmla="*/ 46 h 94"/>
                <a:gd name="T16" fmla="*/ 13 w 50"/>
                <a:gd name="T17" fmla="*/ 82 h 94"/>
                <a:gd name="T18" fmla="*/ 33 w 50"/>
                <a:gd name="T19" fmla="*/ 87 h 94"/>
                <a:gd name="T20" fmla="*/ 49 w 50"/>
                <a:gd name="T21" fmla="*/ 2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94">
                  <a:moveTo>
                    <a:pt x="49" y="26"/>
                  </a:moveTo>
                  <a:cubicBezTo>
                    <a:pt x="49" y="23"/>
                    <a:pt x="48" y="21"/>
                    <a:pt x="47" y="19"/>
                  </a:cubicBezTo>
                  <a:cubicBezTo>
                    <a:pt x="47" y="16"/>
                    <a:pt x="47" y="13"/>
                    <a:pt x="46" y="10"/>
                  </a:cubicBezTo>
                  <a:cubicBezTo>
                    <a:pt x="45" y="4"/>
                    <a:pt x="38" y="0"/>
                    <a:pt x="32" y="2"/>
                  </a:cubicBezTo>
                  <a:cubicBezTo>
                    <a:pt x="26" y="3"/>
                    <a:pt x="21" y="5"/>
                    <a:pt x="15" y="5"/>
                  </a:cubicBezTo>
                  <a:cubicBezTo>
                    <a:pt x="0" y="6"/>
                    <a:pt x="0" y="29"/>
                    <a:pt x="15" y="28"/>
                  </a:cubicBezTo>
                  <a:cubicBezTo>
                    <a:pt x="17" y="28"/>
                    <a:pt x="20" y="28"/>
                    <a:pt x="22" y="28"/>
                  </a:cubicBezTo>
                  <a:cubicBezTo>
                    <a:pt x="19" y="34"/>
                    <a:pt x="16" y="41"/>
                    <a:pt x="15" y="46"/>
                  </a:cubicBezTo>
                  <a:cubicBezTo>
                    <a:pt x="12" y="58"/>
                    <a:pt x="10" y="70"/>
                    <a:pt x="13" y="82"/>
                  </a:cubicBezTo>
                  <a:cubicBezTo>
                    <a:pt x="15" y="90"/>
                    <a:pt x="27" y="94"/>
                    <a:pt x="33" y="87"/>
                  </a:cubicBezTo>
                  <a:cubicBezTo>
                    <a:pt x="45" y="71"/>
                    <a:pt x="50" y="46"/>
                    <a:pt x="49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4" name="Freeform 9">
              <a:extLst>
                <a:ext uri="{FF2B5EF4-FFF2-40B4-BE49-F238E27FC236}">
                  <a16:creationId xmlns:a16="http://schemas.microsoft.com/office/drawing/2014/main" id="{C03A515E-1C2F-4FEA-EC65-F8D4A5F38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113" y="1319213"/>
              <a:ext cx="320675" cy="352425"/>
            </a:xfrm>
            <a:custGeom>
              <a:avLst/>
              <a:gdLst>
                <a:gd name="T0" fmla="*/ 61 w 85"/>
                <a:gd name="T1" fmla="*/ 15 h 94"/>
                <a:gd name="T2" fmla="*/ 60 w 85"/>
                <a:gd name="T3" fmla="*/ 10 h 94"/>
                <a:gd name="T4" fmla="*/ 46 w 85"/>
                <a:gd name="T5" fmla="*/ 2 h 94"/>
                <a:gd name="T6" fmla="*/ 20 w 85"/>
                <a:gd name="T7" fmla="*/ 27 h 94"/>
                <a:gd name="T8" fmla="*/ 8 w 85"/>
                <a:gd name="T9" fmla="*/ 59 h 94"/>
                <a:gd name="T10" fmla="*/ 15 w 85"/>
                <a:gd name="T11" fmla="*/ 78 h 94"/>
                <a:gd name="T12" fmla="*/ 15 w 85"/>
                <a:gd name="T13" fmla="*/ 79 h 94"/>
                <a:gd name="T14" fmla="*/ 29 w 85"/>
                <a:gd name="T15" fmla="*/ 93 h 94"/>
                <a:gd name="T16" fmla="*/ 60 w 85"/>
                <a:gd name="T17" fmla="*/ 66 h 94"/>
                <a:gd name="T18" fmla="*/ 80 w 85"/>
                <a:gd name="T19" fmla="*/ 26 h 94"/>
                <a:gd name="T20" fmla="*/ 61 w 85"/>
                <a:gd name="T21" fmla="*/ 1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94">
                  <a:moveTo>
                    <a:pt x="61" y="15"/>
                  </a:moveTo>
                  <a:cubicBezTo>
                    <a:pt x="61" y="14"/>
                    <a:pt x="61" y="12"/>
                    <a:pt x="60" y="10"/>
                  </a:cubicBezTo>
                  <a:cubicBezTo>
                    <a:pt x="58" y="5"/>
                    <a:pt x="52" y="0"/>
                    <a:pt x="46" y="2"/>
                  </a:cubicBezTo>
                  <a:cubicBezTo>
                    <a:pt x="33" y="7"/>
                    <a:pt x="26" y="15"/>
                    <a:pt x="20" y="27"/>
                  </a:cubicBezTo>
                  <a:cubicBezTo>
                    <a:pt x="16" y="38"/>
                    <a:pt x="17" y="51"/>
                    <a:pt x="8" y="59"/>
                  </a:cubicBezTo>
                  <a:cubicBezTo>
                    <a:pt x="0" y="66"/>
                    <a:pt x="6" y="77"/>
                    <a:pt x="15" y="78"/>
                  </a:cubicBezTo>
                  <a:cubicBezTo>
                    <a:pt x="15" y="78"/>
                    <a:pt x="15" y="78"/>
                    <a:pt x="15" y="79"/>
                  </a:cubicBezTo>
                  <a:cubicBezTo>
                    <a:pt x="13" y="88"/>
                    <a:pt x="20" y="94"/>
                    <a:pt x="29" y="93"/>
                  </a:cubicBezTo>
                  <a:cubicBezTo>
                    <a:pt x="43" y="91"/>
                    <a:pt x="52" y="77"/>
                    <a:pt x="60" y="66"/>
                  </a:cubicBezTo>
                  <a:cubicBezTo>
                    <a:pt x="68" y="54"/>
                    <a:pt x="75" y="40"/>
                    <a:pt x="80" y="26"/>
                  </a:cubicBezTo>
                  <a:cubicBezTo>
                    <a:pt x="85" y="14"/>
                    <a:pt x="69" y="8"/>
                    <a:pt x="61" y="1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5" name="Freeform 10">
              <a:extLst>
                <a:ext uri="{FF2B5EF4-FFF2-40B4-BE49-F238E27FC236}">
                  <a16:creationId xmlns:a16="http://schemas.microsoft.com/office/drawing/2014/main" id="{9ED4E486-F5D6-6BB0-9880-34F488F3B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713" y="2228851"/>
              <a:ext cx="349250" cy="179388"/>
            </a:xfrm>
            <a:custGeom>
              <a:avLst/>
              <a:gdLst>
                <a:gd name="T0" fmla="*/ 90 w 93"/>
                <a:gd name="T1" fmla="*/ 33 h 48"/>
                <a:gd name="T2" fmla="*/ 84 w 93"/>
                <a:gd name="T3" fmla="*/ 11 h 48"/>
                <a:gd name="T4" fmla="*/ 70 w 93"/>
                <a:gd name="T5" fmla="*/ 2 h 48"/>
                <a:gd name="T6" fmla="*/ 31 w 93"/>
                <a:gd name="T7" fmla="*/ 19 h 48"/>
                <a:gd name="T8" fmla="*/ 30 w 93"/>
                <a:gd name="T9" fmla="*/ 19 h 48"/>
                <a:gd name="T10" fmla="*/ 29 w 93"/>
                <a:gd name="T11" fmla="*/ 18 h 48"/>
                <a:gd name="T12" fmla="*/ 8 w 93"/>
                <a:gd name="T13" fmla="*/ 23 h 48"/>
                <a:gd name="T14" fmla="*/ 14 w 93"/>
                <a:gd name="T15" fmla="*/ 44 h 48"/>
                <a:gd name="T16" fmla="*/ 28 w 93"/>
                <a:gd name="T17" fmla="*/ 43 h 48"/>
                <a:gd name="T18" fmla="*/ 76 w 93"/>
                <a:gd name="T19" fmla="*/ 47 h 48"/>
                <a:gd name="T20" fmla="*/ 90 w 93"/>
                <a:gd name="T21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90" y="33"/>
                  </a:moveTo>
                  <a:cubicBezTo>
                    <a:pt x="87" y="25"/>
                    <a:pt x="86" y="18"/>
                    <a:pt x="84" y="11"/>
                  </a:cubicBezTo>
                  <a:cubicBezTo>
                    <a:pt x="83" y="5"/>
                    <a:pt x="76" y="0"/>
                    <a:pt x="70" y="2"/>
                  </a:cubicBezTo>
                  <a:cubicBezTo>
                    <a:pt x="57" y="8"/>
                    <a:pt x="44" y="15"/>
                    <a:pt x="31" y="19"/>
                  </a:cubicBezTo>
                  <a:cubicBezTo>
                    <a:pt x="31" y="19"/>
                    <a:pt x="31" y="19"/>
                    <a:pt x="30" y="19"/>
                  </a:cubicBezTo>
                  <a:cubicBezTo>
                    <a:pt x="30" y="18"/>
                    <a:pt x="29" y="18"/>
                    <a:pt x="29" y="18"/>
                  </a:cubicBezTo>
                  <a:cubicBezTo>
                    <a:pt x="24" y="9"/>
                    <a:pt x="8" y="13"/>
                    <a:pt x="8" y="23"/>
                  </a:cubicBezTo>
                  <a:cubicBezTo>
                    <a:pt x="0" y="29"/>
                    <a:pt x="2" y="44"/>
                    <a:pt x="14" y="44"/>
                  </a:cubicBezTo>
                  <a:cubicBezTo>
                    <a:pt x="19" y="44"/>
                    <a:pt x="24" y="44"/>
                    <a:pt x="28" y="43"/>
                  </a:cubicBezTo>
                  <a:cubicBezTo>
                    <a:pt x="44" y="47"/>
                    <a:pt x="65" y="45"/>
                    <a:pt x="76" y="47"/>
                  </a:cubicBezTo>
                  <a:cubicBezTo>
                    <a:pt x="83" y="48"/>
                    <a:pt x="93" y="42"/>
                    <a:pt x="90" y="3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6" name="Freeform 11">
              <a:extLst>
                <a:ext uri="{FF2B5EF4-FFF2-40B4-BE49-F238E27FC236}">
                  <a16:creationId xmlns:a16="http://schemas.microsoft.com/office/drawing/2014/main" id="{2F4DCE13-C12A-816D-FDBA-322F68EB9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238" y="3190876"/>
              <a:ext cx="368300" cy="247650"/>
            </a:xfrm>
            <a:custGeom>
              <a:avLst/>
              <a:gdLst>
                <a:gd name="T0" fmla="*/ 97 w 98"/>
                <a:gd name="T1" fmla="*/ 50 h 66"/>
                <a:gd name="T2" fmla="*/ 80 w 98"/>
                <a:gd name="T3" fmla="*/ 27 h 66"/>
                <a:gd name="T4" fmla="*/ 68 w 98"/>
                <a:gd name="T5" fmla="*/ 28 h 66"/>
                <a:gd name="T6" fmla="*/ 45 w 98"/>
                <a:gd name="T7" fmla="*/ 3 h 66"/>
                <a:gd name="T8" fmla="*/ 32 w 98"/>
                <a:gd name="T9" fmla="*/ 4 h 66"/>
                <a:gd name="T10" fmla="*/ 15 w 98"/>
                <a:gd name="T11" fmla="*/ 6 h 66"/>
                <a:gd name="T12" fmla="*/ 15 w 98"/>
                <a:gd name="T13" fmla="*/ 29 h 66"/>
                <a:gd name="T14" fmla="*/ 28 w 98"/>
                <a:gd name="T15" fmla="*/ 28 h 66"/>
                <a:gd name="T16" fmla="*/ 30 w 98"/>
                <a:gd name="T17" fmla="*/ 28 h 66"/>
                <a:gd name="T18" fmla="*/ 29 w 98"/>
                <a:gd name="T19" fmla="*/ 36 h 66"/>
                <a:gd name="T20" fmla="*/ 42 w 98"/>
                <a:gd name="T21" fmla="*/ 57 h 66"/>
                <a:gd name="T22" fmla="*/ 64 w 98"/>
                <a:gd name="T23" fmla="*/ 55 h 66"/>
                <a:gd name="T24" fmla="*/ 65 w 98"/>
                <a:gd name="T25" fmla="*/ 55 h 66"/>
                <a:gd name="T26" fmla="*/ 83 w 98"/>
                <a:gd name="T27" fmla="*/ 64 h 66"/>
                <a:gd name="T28" fmla="*/ 97 w 98"/>
                <a:gd name="T2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8" h="66">
                  <a:moveTo>
                    <a:pt x="97" y="50"/>
                  </a:moveTo>
                  <a:cubicBezTo>
                    <a:pt x="95" y="39"/>
                    <a:pt x="91" y="29"/>
                    <a:pt x="80" y="27"/>
                  </a:cubicBezTo>
                  <a:cubicBezTo>
                    <a:pt x="76" y="26"/>
                    <a:pt x="72" y="26"/>
                    <a:pt x="68" y="28"/>
                  </a:cubicBezTo>
                  <a:cubicBezTo>
                    <a:pt x="61" y="19"/>
                    <a:pt x="54" y="9"/>
                    <a:pt x="45" y="3"/>
                  </a:cubicBezTo>
                  <a:cubicBezTo>
                    <a:pt x="40" y="0"/>
                    <a:pt x="35" y="1"/>
                    <a:pt x="32" y="4"/>
                  </a:cubicBezTo>
                  <a:cubicBezTo>
                    <a:pt x="26" y="4"/>
                    <a:pt x="20" y="5"/>
                    <a:pt x="15" y="6"/>
                  </a:cubicBezTo>
                  <a:cubicBezTo>
                    <a:pt x="0" y="6"/>
                    <a:pt x="0" y="29"/>
                    <a:pt x="15" y="29"/>
                  </a:cubicBezTo>
                  <a:cubicBezTo>
                    <a:pt x="19" y="28"/>
                    <a:pt x="24" y="28"/>
                    <a:pt x="28" y="28"/>
                  </a:cubicBezTo>
                  <a:cubicBezTo>
                    <a:pt x="29" y="28"/>
                    <a:pt x="30" y="28"/>
                    <a:pt x="30" y="28"/>
                  </a:cubicBezTo>
                  <a:cubicBezTo>
                    <a:pt x="30" y="31"/>
                    <a:pt x="29" y="33"/>
                    <a:pt x="29" y="36"/>
                  </a:cubicBezTo>
                  <a:cubicBezTo>
                    <a:pt x="28" y="45"/>
                    <a:pt x="34" y="54"/>
                    <a:pt x="42" y="57"/>
                  </a:cubicBezTo>
                  <a:cubicBezTo>
                    <a:pt x="50" y="60"/>
                    <a:pt x="57" y="58"/>
                    <a:pt x="64" y="55"/>
                  </a:cubicBezTo>
                  <a:cubicBezTo>
                    <a:pt x="64" y="55"/>
                    <a:pt x="64" y="55"/>
                    <a:pt x="65" y="55"/>
                  </a:cubicBezTo>
                  <a:cubicBezTo>
                    <a:pt x="70" y="59"/>
                    <a:pt x="75" y="62"/>
                    <a:pt x="83" y="64"/>
                  </a:cubicBezTo>
                  <a:cubicBezTo>
                    <a:pt x="92" y="66"/>
                    <a:pt x="98" y="58"/>
                    <a:pt x="97" y="5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7" name="Freeform 12">
              <a:extLst>
                <a:ext uri="{FF2B5EF4-FFF2-40B4-BE49-F238E27FC236}">
                  <a16:creationId xmlns:a16="http://schemas.microsoft.com/office/drawing/2014/main" id="{99D66D4B-E604-2F12-0BE1-088927CAB4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0576" y="3221038"/>
              <a:ext cx="349250" cy="209550"/>
            </a:xfrm>
            <a:custGeom>
              <a:avLst/>
              <a:gdLst>
                <a:gd name="T0" fmla="*/ 87 w 93"/>
                <a:gd name="T1" fmla="*/ 6 h 56"/>
                <a:gd name="T2" fmla="*/ 67 w 93"/>
                <a:gd name="T3" fmla="*/ 2 h 56"/>
                <a:gd name="T4" fmla="*/ 51 w 93"/>
                <a:gd name="T5" fmla="*/ 8 h 56"/>
                <a:gd name="T6" fmla="*/ 46 w 93"/>
                <a:gd name="T7" fmla="*/ 5 h 56"/>
                <a:gd name="T8" fmla="*/ 34 w 93"/>
                <a:gd name="T9" fmla="*/ 5 h 56"/>
                <a:gd name="T10" fmla="*/ 24 w 93"/>
                <a:gd name="T11" fmla="*/ 4 h 56"/>
                <a:gd name="T12" fmla="*/ 2 w 93"/>
                <a:gd name="T13" fmla="*/ 41 h 56"/>
                <a:gd name="T14" fmla="*/ 25 w 93"/>
                <a:gd name="T15" fmla="*/ 41 h 56"/>
                <a:gd name="T16" fmla="*/ 25 w 93"/>
                <a:gd name="T17" fmla="*/ 39 h 56"/>
                <a:gd name="T18" fmla="*/ 42 w 93"/>
                <a:gd name="T19" fmla="*/ 47 h 56"/>
                <a:gd name="T20" fmla="*/ 50 w 93"/>
                <a:gd name="T21" fmla="*/ 33 h 56"/>
                <a:gd name="T22" fmla="*/ 52 w 93"/>
                <a:gd name="T23" fmla="*/ 33 h 56"/>
                <a:gd name="T24" fmla="*/ 85 w 93"/>
                <a:gd name="T25" fmla="*/ 27 h 56"/>
                <a:gd name="T26" fmla="*/ 87 w 93"/>
                <a:gd name="T27" fmla="*/ 6 h 56"/>
                <a:gd name="T28" fmla="*/ 25 w 93"/>
                <a:gd name="T29" fmla="*/ 36 h 56"/>
                <a:gd name="T30" fmla="*/ 25 w 93"/>
                <a:gd name="T31" fmla="*/ 30 h 56"/>
                <a:gd name="T32" fmla="*/ 25 w 93"/>
                <a:gd name="T33" fmla="*/ 28 h 56"/>
                <a:gd name="T34" fmla="*/ 25 w 93"/>
                <a:gd name="T35" fmla="*/ 27 h 56"/>
                <a:gd name="T36" fmla="*/ 27 w 93"/>
                <a:gd name="T37" fmla="*/ 27 h 56"/>
                <a:gd name="T38" fmla="*/ 30 w 93"/>
                <a:gd name="T39" fmla="*/ 27 h 56"/>
                <a:gd name="T40" fmla="*/ 30 w 93"/>
                <a:gd name="T41" fmla="*/ 27 h 56"/>
                <a:gd name="T42" fmla="*/ 25 w 93"/>
                <a:gd name="T43" fmla="*/ 3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3" h="56">
                  <a:moveTo>
                    <a:pt x="87" y="6"/>
                  </a:moveTo>
                  <a:cubicBezTo>
                    <a:pt x="81" y="0"/>
                    <a:pt x="74" y="1"/>
                    <a:pt x="67" y="2"/>
                  </a:cubicBezTo>
                  <a:cubicBezTo>
                    <a:pt x="62" y="3"/>
                    <a:pt x="56" y="5"/>
                    <a:pt x="51" y="8"/>
                  </a:cubicBezTo>
                  <a:cubicBezTo>
                    <a:pt x="49" y="7"/>
                    <a:pt x="47" y="6"/>
                    <a:pt x="46" y="5"/>
                  </a:cubicBezTo>
                  <a:cubicBezTo>
                    <a:pt x="41" y="2"/>
                    <a:pt x="37" y="3"/>
                    <a:pt x="34" y="5"/>
                  </a:cubicBezTo>
                  <a:cubicBezTo>
                    <a:pt x="31" y="4"/>
                    <a:pt x="28" y="4"/>
                    <a:pt x="24" y="4"/>
                  </a:cubicBezTo>
                  <a:cubicBezTo>
                    <a:pt x="4" y="6"/>
                    <a:pt x="0" y="24"/>
                    <a:pt x="2" y="41"/>
                  </a:cubicBezTo>
                  <a:cubicBezTo>
                    <a:pt x="4" y="55"/>
                    <a:pt x="27" y="56"/>
                    <a:pt x="25" y="41"/>
                  </a:cubicBezTo>
                  <a:cubicBezTo>
                    <a:pt x="25" y="40"/>
                    <a:pt x="25" y="40"/>
                    <a:pt x="25" y="39"/>
                  </a:cubicBezTo>
                  <a:cubicBezTo>
                    <a:pt x="27" y="47"/>
                    <a:pt x="34" y="52"/>
                    <a:pt x="42" y="47"/>
                  </a:cubicBezTo>
                  <a:cubicBezTo>
                    <a:pt x="47" y="43"/>
                    <a:pt x="49" y="39"/>
                    <a:pt x="50" y="33"/>
                  </a:cubicBezTo>
                  <a:cubicBezTo>
                    <a:pt x="50" y="33"/>
                    <a:pt x="51" y="33"/>
                    <a:pt x="52" y="33"/>
                  </a:cubicBezTo>
                  <a:cubicBezTo>
                    <a:pt x="63" y="36"/>
                    <a:pt x="76" y="36"/>
                    <a:pt x="85" y="27"/>
                  </a:cubicBezTo>
                  <a:cubicBezTo>
                    <a:pt x="90" y="21"/>
                    <a:pt x="93" y="12"/>
                    <a:pt x="87" y="6"/>
                  </a:cubicBezTo>
                  <a:close/>
                  <a:moveTo>
                    <a:pt x="25" y="36"/>
                  </a:moveTo>
                  <a:cubicBezTo>
                    <a:pt x="25" y="34"/>
                    <a:pt x="25" y="32"/>
                    <a:pt x="25" y="30"/>
                  </a:cubicBezTo>
                  <a:cubicBezTo>
                    <a:pt x="25" y="29"/>
                    <a:pt x="25" y="28"/>
                    <a:pt x="25" y="2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6" y="27"/>
                    <a:pt x="26" y="27"/>
                    <a:pt x="27" y="27"/>
                  </a:cubicBezTo>
                  <a:cubicBezTo>
                    <a:pt x="27" y="29"/>
                    <a:pt x="27" y="29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6" y="30"/>
                    <a:pt x="25" y="33"/>
                    <a:pt x="25" y="3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8" name="Freeform 13">
              <a:extLst>
                <a:ext uri="{FF2B5EF4-FFF2-40B4-BE49-F238E27FC236}">
                  <a16:creationId xmlns:a16="http://schemas.microsoft.com/office/drawing/2014/main" id="{1BC9AC3E-ED74-18A8-27D2-F54493354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826" y="2228851"/>
              <a:ext cx="381000" cy="195263"/>
            </a:xfrm>
            <a:custGeom>
              <a:avLst/>
              <a:gdLst>
                <a:gd name="T0" fmla="*/ 77 w 101"/>
                <a:gd name="T1" fmla="*/ 14 h 52"/>
                <a:gd name="T2" fmla="*/ 31 w 101"/>
                <a:gd name="T3" fmla="*/ 0 h 52"/>
                <a:gd name="T4" fmla="*/ 20 w 101"/>
                <a:gd name="T5" fmla="*/ 14 h 52"/>
                <a:gd name="T6" fmla="*/ 15 w 101"/>
                <a:gd name="T7" fmla="*/ 14 h 52"/>
                <a:gd name="T8" fmla="*/ 15 w 101"/>
                <a:gd name="T9" fmla="*/ 37 h 52"/>
                <a:gd name="T10" fmla="*/ 67 w 101"/>
                <a:gd name="T11" fmla="*/ 48 h 52"/>
                <a:gd name="T12" fmla="*/ 98 w 101"/>
                <a:gd name="T13" fmla="*/ 38 h 52"/>
                <a:gd name="T14" fmla="*/ 77 w 101"/>
                <a:gd name="T15" fmla="*/ 1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52">
                  <a:moveTo>
                    <a:pt x="77" y="14"/>
                  </a:moveTo>
                  <a:cubicBezTo>
                    <a:pt x="62" y="7"/>
                    <a:pt x="48" y="0"/>
                    <a:pt x="31" y="0"/>
                  </a:cubicBezTo>
                  <a:cubicBezTo>
                    <a:pt x="23" y="0"/>
                    <a:pt x="19" y="7"/>
                    <a:pt x="20" y="14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0" y="13"/>
                    <a:pt x="0" y="36"/>
                    <a:pt x="15" y="37"/>
                  </a:cubicBezTo>
                  <a:cubicBezTo>
                    <a:pt x="34" y="37"/>
                    <a:pt x="50" y="40"/>
                    <a:pt x="67" y="48"/>
                  </a:cubicBezTo>
                  <a:cubicBezTo>
                    <a:pt x="77" y="52"/>
                    <a:pt x="94" y="51"/>
                    <a:pt x="98" y="38"/>
                  </a:cubicBezTo>
                  <a:cubicBezTo>
                    <a:pt x="101" y="26"/>
                    <a:pt x="86" y="18"/>
                    <a:pt x="77" y="1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9" name="Freeform 14">
              <a:extLst>
                <a:ext uri="{FF2B5EF4-FFF2-40B4-BE49-F238E27FC236}">
                  <a16:creationId xmlns:a16="http://schemas.microsoft.com/office/drawing/2014/main" id="{761A02E3-5F60-8C0C-E423-1935B391E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51" y="3903663"/>
              <a:ext cx="971550" cy="142875"/>
            </a:xfrm>
            <a:custGeom>
              <a:avLst/>
              <a:gdLst>
                <a:gd name="T0" fmla="*/ 243 w 258"/>
                <a:gd name="T1" fmla="*/ 1 h 38"/>
                <a:gd name="T2" fmla="*/ 129 w 258"/>
                <a:gd name="T3" fmla="*/ 1 h 38"/>
                <a:gd name="T4" fmla="*/ 15 w 258"/>
                <a:gd name="T5" fmla="*/ 9 h 38"/>
                <a:gd name="T6" fmla="*/ 15 w 258"/>
                <a:gd name="T7" fmla="*/ 32 h 38"/>
                <a:gd name="T8" fmla="*/ 93 w 258"/>
                <a:gd name="T9" fmla="*/ 26 h 38"/>
                <a:gd name="T10" fmla="*/ 107 w 258"/>
                <a:gd name="T11" fmla="*/ 35 h 38"/>
                <a:gd name="T12" fmla="*/ 169 w 258"/>
                <a:gd name="T13" fmla="*/ 32 h 38"/>
                <a:gd name="T14" fmla="*/ 204 w 258"/>
                <a:gd name="T15" fmla="*/ 32 h 38"/>
                <a:gd name="T16" fmla="*/ 243 w 258"/>
                <a:gd name="T17" fmla="*/ 24 h 38"/>
                <a:gd name="T18" fmla="*/ 243 w 258"/>
                <a:gd name="T19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8" h="38">
                  <a:moveTo>
                    <a:pt x="243" y="1"/>
                  </a:moveTo>
                  <a:cubicBezTo>
                    <a:pt x="205" y="1"/>
                    <a:pt x="167" y="0"/>
                    <a:pt x="129" y="1"/>
                  </a:cubicBezTo>
                  <a:cubicBezTo>
                    <a:pt x="90" y="2"/>
                    <a:pt x="53" y="6"/>
                    <a:pt x="15" y="9"/>
                  </a:cubicBezTo>
                  <a:cubicBezTo>
                    <a:pt x="0" y="10"/>
                    <a:pt x="0" y="34"/>
                    <a:pt x="15" y="32"/>
                  </a:cubicBezTo>
                  <a:cubicBezTo>
                    <a:pt x="41" y="30"/>
                    <a:pt x="67" y="28"/>
                    <a:pt x="93" y="26"/>
                  </a:cubicBezTo>
                  <a:cubicBezTo>
                    <a:pt x="94" y="32"/>
                    <a:pt x="99" y="38"/>
                    <a:pt x="107" y="35"/>
                  </a:cubicBezTo>
                  <a:cubicBezTo>
                    <a:pt x="126" y="27"/>
                    <a:pt x="149" y="32"/>
                    <a:pt x="169" y="32"/>
                  </a:cubicBezTo>
                  <a:cubicBezTo>
                    <a:pt x="181" y="32"/>
                    <a:pt x="192" y="33"/>
                    <a:pt x="204" y="32"/>
                  </a:cubicBezTo>
                  <a:cubicBezTo>
                    <a:pt x="217" y="30"/>
                    <a:pt x="230" y="25"/>
                    <a:pt x="243" y="24"/>
                  </a:cubicBezTo>
                  <a:cubicBezTo>
                    <a:pt x="258" y="22"/>
                    <a:pt x="258" y="1"/>
                    <a:pt x="243" y="1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0" name="Freeform 15">
              <a:extLst>
                <a:ext uri="{FF2B5EF4-FFF2-40B4-BE49-F238E27FC236}">
                  <a16:creationId xmlns:a16="http://schemas.microsoft.com/office/drawing/2014/main" id="{D71CB355-167A-0F69-DFF4-DD113E83F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3" y="4081463"/>
              <a:ext cx="974725" cy="153988"/>
            </a:xfrm>
            <a:custGeom>
              <a:avLst/>
              <a:gdLst>
                <a:gd name="T0" fmla="*/ 248 w 259"/>
                <a:gd name="T1" fmla="*/ 5 h 41"/>
                <a:gd name="T2" fmla="*/ 186 w 259"/>
                <a:gd name="T3" fmla="*/ 2 h 41"/>
                <a:gd name="T4" fmla="*/ 117 w 259"/>
                <a:gd name="T5" fmla="*/ 3 h 41"/>
                <a:gd name="T6" fmla="*/ 60 w 259"/>
                <a:gd name="T7" fmla="*/ 1 h 41"/>
                <a:gd name="T8" fmla="*/ 12 w 259"/>
                <a:gd name="T9" fmla="*/ 11 h 41"/>
                <a:gd name="T10" fmla="*/ 24 w 259"/>
                <a:gd name="T11" fmla="*/ 31 h 41"/>
                <a:gd name="T12" fmla="*/ 64 w 259"/>
                <a:gd name="T13" fmla="*/ 25 h 41"/>
                <a:gd name="T14" fmla="*/ 100 w 259"/>
                <a:gd name="T15" fmla="*/ 26 h 41"/>
                <a:gd name="T16" fmla="*/ 110 w 259"/>
                <a:gd name="T17" fmla="*/ 40 h 41"/>
                <a:gd name="T18" fmla="*/ 191 w 259"/>
                <a:gd name="T19" fmla="*/ 40 h 41"/>
                <a:gd name="T20" fmla="*/ 250 w 259"/>
                <a:gd name="T21" fmla="*/ 26 h 41"/>
                <a:gd name="T22" fmla="*/ 248 w 259"/>
                <a:gd name="T23" fmla="*/ 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9" h="41">
                  <a:moveTo>
                    <a:pt x="248" y="5"/>
                  </a:moveTo>
                  <a:cubicBezTo>
                    <a:pt x="227" y="1"/>
                    <a:pt x="206" y="2"/>
                    <a:pt x="186" y="2"/>
                  </a:cubicBezTo>
                  <a:cubicBezTo>
                    <a:pt x="163" y="3"/>
                    <a:pt x="140" y="3"/>
                    <a:pt x="117" y="3"/>
                  </a:cubicBezTo>
                  <a:cubicBezTo>
                    <a:pt x="98" y="3"/>
                    <a:pt x="79" y="2"/>
                    <a:pt x="60" y="1"/>
                  </a:cubicBezTo>
                  <a:cubicBezTo>
                    <a:pt x="44" y="0"/>
                    <a:pt x="26" y="1"/>
                    <a:pt x="12" y="11"/>
                  </a:cubicBezTo>
                  <a:cubicBezTo>
                    <a:pt x="0" y="19"/>
                    <a:pt x="12" y="39"/>
                    <a:pt x="24" y="31"/>
                  </a:cubicBezTo>
                  <a:cubicBezTo>
                    <a:pt x="35" y="22"/>
                    <a:pt x="50" y="24"/>
                    <a:pt x="64" y="25"/>
                  </a:cubicBezTo>
                  <a:cubicBezTo>
                    <a:pt x="76" y="25"/>
                    <a:pt x="88" y="26"/>
                    <a:pt x="100" y="26"/>
                  </a:cubicBezTo>
                  <a:cubicBezTo>
                    <a:pt x="98" y="32"/>
                    <a:pt x="102" y="40"/>
                    <a:pt x="110" y="40"/>
                  </a:cubicBezTo>
                  <a:cubicBezTo>
                    <a:pt x="137" y="40"/>
                    <a:pt x="164" y="41"/>
                    <a:pt x="191" y="40"/>
                  </a:cubicBezTo>
                  <a:cubicBezTo>
                    <a:pt x="210" y="40"/>
                    <a:pt x="235" y="38"/>
                    <a:pt x="250" y="26"/>
                  </a:cubicBezTo>
                  <a:cubicBezTo>
                    <a:pt x="257" y="21"/>
                    <a:pt x="259" y="7"/>
                    <a:pt x="248" y="5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1" name="Freeform 16">
              <a:extLst>
                <a:ext uri="{FF2B5EF4-FFF2-40B4-BE49-F238E27FC236}">
                  <a16:creationId xmlns:a16="http://schemas.microsoft.com/office/drawing/2014/main" id="{EE616DDD-0656-6975-64E1-3885951707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751" y="4230688"/>
              <a:ext cx="925513" cy="403225"/>
            </a:xfrm>
            <a:custGeom>
              <a:avLst/>
              <a:gdLst>
                <a:gd name="T0" fmla="*/ 239 w 246"/>
                <a:gd name="T1" fmla="*/ 18 h 107"/>
                <a:gd name="T2" fmla="*/ 159 w 246"/>
                <a:gd name="T3" fmla="*/ 9 h 107"/>
                <a:gd name="T4" fmla="*/ 15 w 246"/>
                <a:gd name="T5" fmla="*/ 23 h 107"/>
                <a:gd name="T6" fmla="*/ 21 w 246"/>
                <a:gd name="T7" fmla="*/ 45 h 107"/>
                <a:gd name="T8" fmla="*/ 45 w 246"/>
                <a:gd name="T9" fmla="*/ 40 h 107"/>
                <a:gd name="T10" fmla="*/ 46 w 246"/>
                <a:gd name="T11" fmla="*/ 54 h 107"/>
                <a:gd name="T12" fmla="*/ 64 w 246"/>
                <a:gd name="T13" fmla="*/ 63 h 107"/>
                <a:gd name="T14" fmla="*/ 61 w 246"/>
                <a:gd name="T15" fmla="*/ 73 h 107"/>
                <a:gd name="T16" fmla="*/ 63 w 246"/>
                <a:gd name="T17" fmla="*/ 78 h 107"/>
                <a:gd name="T18" fmla="*/ 63 w 246"/>
                <a:gd name="T19" fmla="*/ 95 h 107"/>
                <a:gd name="T20" fmla="*/ 80 w 246"/>
                <a:gd name="T21" fmla="*/ 102 h 107"/>
                <a:gd name="T22" fmla="*/ 84 w 246"/>
                <a:gd name="T23" fmla="*/ 100 h 107"/>
                <a:gd name="T24" fmla="*/ 112 w 246"/>
                <a:gd name="T25" fmla="*/ 106 h 107"/>
                <a:gd name="T26" fmla="*/ 150 w 246"/>
                <a:gd name="T27" fmla="*/ 106 h 107"/>
                <a:gd name="T28" fmla="*/ 189 w 246"/>
                <a:gd name="T29" fmla="*/ 78 h 107"/>
                <a:gd name="T30" fmla="*/ 193 w 246"/>
                <a:gd name="T31" fmla="*/ 70 h 107"/>
                <a:gd name="T32" fmla="*/ 200 w 246"/>
                <a:gd name="T33" fmla="*/ 56 h 107"/>
                <a:gd name="T34" fmla="*/ 197 w 246"/>
                <a:gd name="T35" fmla="*/ 45 h 107"/>
                <a:gd name="T36" fmla="*/ 234 w 246"/>
                <a:gd name="T37" fmla="*/ 37 h 107"/>
                <a:gd name="T38" fmla="*/ 239 w 246"/>
                <a:gd name="T39" fmla="*/ 18 h 107"/>
                <a:gd name="T40" fmla="*/ 97 w 246"/>
                <a:gd name="T41" fmla="*/ 62 h 107"/>
                <a:gd name="T42" fmla="*/ 104 w 246"/>
                <a:gd name="T43" fmla="*/ 62 h 107"/>
                <a:gd name="T44" fmla="*/ 166 w 246"/>
                <a:gd name="T45" fmla="*/ 62 h 107"/>
                <a:gd name="T46" fmla="*/ 97 w 246"/>
                <a:gd name="T47" fmla="*/ 6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107">
                  <a:moveTo>
                    <a:pt x="239" y="18"/>
                  </a:moveTo>
                  <a:cubicBezTo>
                    <a:pt x="221" y="0"/>
                    <a:pt x="182" y="9"/>
                    <a:pt x="159" y="9"/>
                  </a:cubicBezTo>
                  <a:cubicBezTo>
                    <a:pt x="110" y="9"/>
                    <a:pt x="62" y="10"/>
                    <a:pt x="15" y="23"/>
                  </a:cubicBezTo>
                  <a:cubicBezTo>
                    <a:pt x="0" y="27"/>
                    <a:pt x="6" y="49"/>
                    <a:pt x="21" y="45"/>
                  </a:cubicBezTo>
                  <a:cubicBezTo>
                    <a:pt x="29" y="43"/>
                    <a:pt x="37" y="41"/>
                    <a:pt x="45" y="40"/>
                  </a:cubicBezTo>
                  <a:cubicBezTo>
                    <a:pt x="42" y="44"/>
                    <a:pt x="43" y="51"/>
                    <a:pt x="46" y="54"/>
                  </a:cubicBezTo>
                  <a:cubicBezTo>
                    <a:pt x="51" y="59"/>
                    <a:pt x="57" y="62"/>
                    <a:pt x="64" y="63"/>
                  </a:cubicBezTo>
                  <a:cubicBezTo>
                    <a:pt x="62" y="65"/>
                    <a:pt x="60" y="69"/>
                    <a:pt x="61" y="73"/>
                  </a:cubicBezTo>
                  <a:cubicBezTo>
                    <a:pt x="62" y="75"/>
                    <a:pt x="62" y="76"/>
                    <a:pt x="63" y="78"/>
                  </a:cubicBezTo>
                  <a:cubicBezTo>
                    <a:pt x="61" y="83"/>
                    <a:pt x="61" y="88"/>
                    <a:pt x="63" y="95"/>
                  </a:cubicBezTo>
                  <a:cubicBezTo>
                    <a:pt x="66" y="102"/>
                    <a:pt x="73" y="105"/>
                    <a:pt x="80" y="102"/>
                  </a:cubicBezTo>
                  <a:cubicBezTo>
                    <a:pt x="82" y="101"/>
                    <a:pt x="83" y="101"/>
                    <a:pt x="84" y="100"/>
                  </a:cubicBezTo>
                  <a:cubicBezTo>
                    <a:pt x="92" y="104"/>
                    <a:pt x="102" y="105"/>
                    <a:pt x="112" y="106"/>
                  </a:cubicBezTo>
                  <a:cubicBezTo>
                    <a:pt x="124" y="107"/>
                    <a:pt x="138" y="107"/>
                    <a:pt x="150" y="106"/>
                  </a:cubicBezTo>
                  <a:cubicBezTo>
                    <a:pt x="169" y="104"/>
                    <a:pt x="178" y="91"/>
                    <a:pt x="189" y="78"/>
                  </a:cubicBezTo>
                  <a:cubicBezTo>
                    <a:pt x="192" y="76"/>
                    <a:pt x="193" y="73"/>
                    <a:pt x="193" y="70"/>
                  </a:cubicBezTo>
                  <a:cubicBezTo>
                    <a:pt x="196" y="66"/>
                    <a:pt x="199" y="62"/>
                    <a:pt x="200" y="56"/>
                  </a:cubicBezTo>
                  <a:cubicBezTo>
                    <a:pt x="201" y="52"/>
                    <a:pt x="200" y="47"/>
                    <a:pt x="197" y="45"/>
                  </a:cubicBezTo>
                  <a:cubicBezTo>
                    <a:pt x="210" y="43"/>
                    <a:pt x="223" y="41"/>
                    <a:pt x="234" y="37"/>
                  </a:cubicBezTo>
                  <a:cubicBezTo>
                    <a:pt x="242" y="34"/>
                    <a:pt x="246" y="24"/>
                    <a:pt x="239" y="18"/>
                  </a:cubicBezTo>
                  <a:close/>
                  <a:moveTo>
                    <a:pt x="97" y="62"/>
                  </a:moveTo>
                  <a:cubicBezTo>
                    <a:pt x="100" y="62"/>
                    <a:pt x="102" y="62"/>
                    <a:pt x="104" y="62"/>
                  </a:cubicBezTo>
                  <a:cubicBezTo>
                    <a:pt x="124" y="62"/>
                    <a:pt x="145" y="60"/>
                    <a:pt x="166" y="62"/>
                  </a:cubicBezTo>
                  <a:cubicBezTo>
                    <a:pt x="143" y="65"/>
                    <a:pt x="120" y="63"/>
                    <a:pt x="97" y="62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2" name="Freeform 17">
              <a:extLst>
                <a:ext uri="{FF2B5EF4-FFF2-40B4-BE49-F238E27FC236}">
                  <a16:creationId xmlns:a16="http://schemas.microsoft.com/office/drawing/2014/main" id="{CF78DDD5-3FE5-89FE-B046-489A6187A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11113" cy="7938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1 w 3"/>
                <a:gd name="T5" fmla="*/ 1 h 2"/>
                <a:gd name="T6" fmla="*/ 3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1"/>
                    <a:pt x="3" y="1"/>
                    <a:pt x="3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3" name="Freeform 18">
              <a:extLst>
                <a:ext uri="{FF2B5EF4-FFF2-40B4-BE49-F238E27FC236}">
                  <a16:creationId xmlns:a16="http://schemas.microsoft.com/office/drawing/2014/main" id="{7F57C25B-E35C-D5E7-6BD2-52D3ED4CD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9826" y="3460751"/>
              <a:ext cx="11113" cy="3175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4" name="Freeform 19">
              <a:extLst>
                <a:ext uri="{FF2B5EF4-FFF2-40B4-BE49-F238E27FC236}">
                  <a16:creationId xmlns:a16="http://schemas.microsoft.com/office/drawing/2014/main" id="{E4B6B5E1-8B0B-5264-E361-3E64F6D72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51" y="3460751"/>
              <a:ext cx="3175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5" name="Freeform 20">
              <a:extLst>
                <a:ext uri="{FF2B5EF4-FFF2-40B4-BE49-F238E27FC236}">
                  <a16:creationId xmlns:a16="http://schemas.microsoft.com/office/drawing/2014/main" id="{670AB03B-388B-1C58-ECCA-56015B38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6" name="Freeform 21">
              <a:extLst>
                <a:ext uri="{FF2B5EF4-FFF2-40B4-BE49-F238E27FC236}">
                  <a16:creationId xmlns:a16="http://schemas.microsoft.com/office/drawing/2014/main" id="{C714B7E9-C8D1-7543-3D24-D3EEC913A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2013" y="3141663"/>
              <a:ext cx="420688" cy="322263"/>
            </a:xfrm>
            <a:custGeom>
              <a:avLst/>
              <a:gdLst>
                <a:gd name="T0" fmla="*/ 107 w 112"/>
                <a:gd name="T1" fmla="*/ 42 h 86"/>
                <a:gd name="T2" fmla="*/ 110 w 112"/>
                <a:gd name="T3" fmla="*/ 58 h 86"/>
                <a:gd name="T4" fmla="*/ 106 w 112"/>
                <a:gd name="T5" fmla="*/ 70 h 86"/>
                <a:gd name="T6" fmla="*/ 105 w 112"/>
                <a:gd name="T7" fmla="*/ 72 h 86"/>
                <a:gd name="T8" fmla="*/ 72 w 112"/>
                <a:gd name="T9" fmla="*/ 81 h 86"/>
                <a:gd name="T10" fmla="*/ 65 w 112"/>
                <a:gd name="T11" fmla="*/ 78 h 86"/>
                <a:gd name="T12" fmla="*/ 73 w 112"/>
                <a:gd name="T13" fmla="*/ 82 h 86"/>
                <a:gd name="T14" fmla="*/ 103 w 112"/>
                <a:gd name="T15" fmla="*/ 73 h 86"/>
                <a:gd name="T16" fmla="*/ 109 w 112"/>
                <a:gd name="T17" fmla="*/ 60 h 86"/>
                <a:gd name="T18" fmla="*/ 106 w 112"/>
                <a:gd name="T19" fmla="*/ 42 h 86"/>
                <a:gd name="T20" fmla="*/ 94 w 112"/>
                <a:gd name="T21" fmla="*/ 35 h 86"/>
                <a:gd name="T22" fmla="*/ 100 w 112"/>
                <a:gd name="T23" fmla="*/ 44 h 86"/>
                <a:gd name="T24" fmla="*/ 101 w 112"/>
                <a:gd name="T25" fmla="*/ 52 h 86"/>
                <a:gd name="T26" fmla="*/ 99 w 112"/>
                <a:gd name="T27" fmla="*/ 66 h 86"/>
                <a:gd name="T28" fmla="*/ 92 w 112"/>
                <a:gd name="T29" fmla="*/ 73 h 86"/>
                <a:gd name="T30" fmla="*/ 75 w 112"/>
                <a:gd name="T31" fmla="*/ 74 h 86"/>
                <a:gd name="T32" fmla="*/ 60 w 112"/>
                <a:gd name="T33" fmla="*/ 66 h 86"/>
                <a:gd name="T34" fmla="*/ 72 w 112"/>
                <a:gd name="T35" fmla="*/ 73 h 86"/>
                <a:gd name="T36" fmla="*/ 75 w 112"/>
                <a:gd name="T37" fmla="*/ 74 h 86"/>
                <a:gd name="T38" fmla="*/ 92 w 112"/>
                <a:gd name="T39" fmla="*/ 73 h 86"/>
                <a:gd name="T40" fmla="*/ 98 w 112"/>
                <a:gd name="T41" fmla="*/ 67 h 86"/>
                <a:gd name="T42" fmla="*/ 101 w 112"/>
                <a:gd name="T43" fmla="*/ 54 h 86"/>
                <a:gd name="T44" fmla="*/ 98 w 112"/>
                <a:gd name="T45" fmla="*/ 50 h 86"/>
                <a:gd name="T46" fmla="*/ 97 w 112"/>
                <a:gd name="T47" fmla="*/ 63 h 86"/>
                <a:gd name="T48" fmla="*/ 96 w 112"/>
                <a:gd name="T49" fmla="*/ 66 h 86"/>
                <a:gd name="T50" fmla="*/ 78 w 112"/>
                <a:gd name="T51" fmla="*/ 72 h 86"/>
                <a:gd name="T52" fmla="*/ 73 w 112"/>
                <a:gd name="T53" fmla="*/ 70 h 86"/>
                <a:gd name="T54" fmla="*/ 28 w 112"/>
                <a:gd name="T55" fmla="*/ 46 h 86"/>
                <a:gd name="T56" fmla="*/ 20 w 112"/>
                <a:gd name="T57" fmla="*/ 42 h 86"/>
                <a:gd name="T58" fmla="*/ 14 w 112"/>
                <a:gd name="T59" fmla="*/ 33 h 86"/>
                <a:gd name="T60" fmla="*/ 21 w 112"/>
                <a:gd name="T61" fmla="*/ 17 h 86"/>
                <a:gd name="T62" fmla="*/ 36 w 112"/>
                <a:gd name="T63" fmla="*/ 17 h 86"/>
                <a:gd name="T64" fmla="*/ 50 w 112"/>
                <a:gd name="T65" fmla="*/ 23 h 86"/>
                <a:gd name="T66" fmla="*/ 79 w 112"/>
                <a:gd name="T67" fmla="*/ 28 h 86"/>
                <a:gd name="T68" fmla="*/ 59 w 112"/>
                <a:gd name="T69" fmla="*/ 12 h 86"/>
                <a:gd name="T70" fmla="*/ 43 w 112"/>
                <a:gd name="T71" fmla="*/ 4 h 86"/>
                <a:gd name="T72" fmla="*/ 6 w 112"/>
                <a:gd name="T73" fmla="*/ 12 h 86"/>
                <a:gd name="T74" fmla="*/ 5 w 112"/>
                <a:gd name="T75" fmla="*/ 47 h 86"/>
                <a:gd name="T76" fmla="*/ 23 w 112"/>
                <a:gd name="T77" fmla="*/ 60 h 86"/>
                <a:gd name="T78" fmla="*/ 66 w 112"/>
                <a:gd name="T79" fmla="*/ 81 h 86"/>
                <a:gd name="T80" fmla="*/ 70 w 112"/>
                <a:gd name="T81" fmla="*/ 83 h 86"/>
                <a:gd name="T82" fmla="*/ 31 w 112"/>
                <a:gd name="T83" fmla="*/ 63 h 86"/>
                <a:gd name="T84" fmla="*/ 14 w 112"/>
                <a:gd name="T85" fmla="*/ 55 h 86"/>
                <a:gd name="T86" fmla="*/ 8 w 112"/>
                <a:gd name="T87" fmla="*/ 50 h 86"/>
                <a:gd name="T88" fmla="*/ 2 w 112"/>
                <a:gd name="T89" fmla="*/ 21 h 86"/>
                <a:gd name="T90" fmla="*/ 12 w 112"/>
                <a:gd name="T91" fmla="*/ 52 h 86"/>
                <a:gd name="T92" fmla="*/ 21 w 112"/>
                <a:gd name="T93" fmla="*/ 57 h 86"/>
                <a:gd name="T94" fmla="*/ 65 w 112"/>
                <a:gd name="T95" fmla="*/ 80 h 86"/>
                <a:gd name="T96" fmla="*/ 72 w 112"/>
                <a:gd name="T97" fmla="*/ 83 h 86"/>
                <a:gd name="T98" fmla="*/ 91 w 112"/>
                <a:gd name="T99" fmla="*/ 85 h 86"/>
                <a:gd name="T100" fmla="*/ 107 w 112"/>
                <a:gd name="T101" fmla="*/ 72 h 86"/>
                <a:gd name="T102" fmla="*/ 112 w 112"/>
                <a:gd name="T103" fmla="*/ 5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" h="86">
                  <a:moveTo>
                    <a:pt x="111" y="53"/>
                  </a:moveTo>
                  <a:cubicBezTo>
                    <a:pt x="111" y="51"/>
                    <a:pt x="111" y="50"/>
                    <a:pt x="110" y="49"/>
                  </a:cubicBezTo>
                  <a:cubicBezTo>
                    <a:pt x="110" y="46"/>
                    <a:pt x="108" y="44"/>
                    <a:pt x="107" y="42"/>
                  </a:cubicBezTo>
                  <a:cubicBezTo>
                    <a:pt x="108" y="44"/>
                    <a:pt x="109" y="47"/>
                    <a:pt x="109" y="50"/>
                  </a:cubicBezTo>
                  <a:cubicBezTo>
                    <a:pt x="110" y="51"/>
                    <a:pt x="110" y="53"/>
                    <a:pt x="110" y="54"/>
                  </a:cubicBezTo>
                  <a:cubicBezTo>
                    <a:pt x="110" y="55"/>
                    <a:pt x="110" y="57"/>
                    <a:pt x="110" y="58"/>
                  </a:cubicBezTo>
                  <a:cubicBezTo>
                    <a:pt x="109" y="61"/>
                    <a:pt x="109" y="64"/>
                    <a:pt x="108" y="67"/>
                  </a:cubicBezTo>
                  <a:cubicBezTo>
                    <a:pt x="107" y="67"/>
                    <a:pt x="107" y="68"/>
                    <a:pt x="107" y="69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4" y="73"/>
                    <a:pt x="104" y="73"/>
                    <a:pt x="103" y="74"/>
                  </a:cubicBezTo>
                  <a:cubicBezTo>
                    <a:pt x="99" y="79"/>
                    <a:pt x="94" y="82"/>
                    <a:pt x="88" y="83"/>
                  </a:cubicBezTo>
                  <a:cubicBezTo>
                    <a:pt x="83" y="84"/>
                    <a:pt x="77" y="84"/>
                    <a:pt x="72" y="81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0" y="70"/>
                    <a:pt x="58" y="74"/>
                    <a:pt x="65" y="78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9" y="80"/>
                    <a:pt x="70" y="80"/>
                    <a:pt x="71" y="81"/>
                  </a:cubicBezTo>
                  <a:cubicBezTo>
                    <a:pt x="71" y="81"/>
                    <a:pt x="72" y="81"/>
                    <a:pt x="73" y="82"/>
                  </a:cubicBezTo>
                  <a:cubicBezTo>
                    <a:pt x="76" y="83"/>
                    <a:pt x="79" y="83"/>
                    <a:pt x="82" y="83"/>
                  </a:cubicBezTo>
                  <a:cubicBezTo>
                    <a:pt x="89" y="83"/>
                    <a:pt x="95" y="81"/>
                    <a:pt x="100" y="77"/>
                  </a:cubicBezTo>
                  <a:cubicBezTo>
                    <a:pt x="101" y="76"/>
                    <a:pt x="102" y="74"/>
                    <a:pt x="103" y="73"/>
                  </a:cubicBezTo>
                  <a:cubicBezTo>
                    <a:pt x="104" y="72"/>
                    <a:pt x="104" y="72"/>
                    <a:pt x="105" y="71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7" y="66"/>
                    <a:pt x="108" y="63"/>
                    <a:pt x="109" y="60"/>
                  </a:cubicBezTo>
                  <a:cubicBezTo>
                    <a:pt x="109" y="59"/>
                    <a:pt x="109" y="57"/>
                    <a:pt x="109" y="55"/>
                  </a:cubicBezTo>
                  <a:cubicBezTo>
                    <a:pt x="109" y="54"/>
                    <a:pt x="109" y="53"/>
                    <a:pt x="109" y="51"/>
                  </a:cubicBezTo>
                  <a:cubicBezTo>
                    <a:pt x="108" y="48"/>
                    <a:pt x="107" y="45"/>
                    <a:pt x="106" y="42"/>
                  </a:cubicBezTo>
                  <a:cubicBezTo>
                    <a:pt x="105" y="41"/>
                    <a:pt x="104" y="40"/>
                    <a:pt x="104" y="38"/>
                  </a:cubicBezTo>
                  <a:cubicBezTo>
                    <a:pt x="102" y="37"/>
                    <a:pt x="101" y="36"/>
                    <a:pt x="99" y="36"/>
                  </a:cubicBezTo>
                  <a:cubicBezTo>
                    <a:pt x="97" y="34"/>
                    <a:pt x="94" y="35"/>
                    <a:pt x="94" y="35"/>
                  </a:cubicBezTo>
                  <a:cubicBezTo>
                    <a:pt x="94" y="36"/>
                    <a:pt x="94" y="36"/>
                    <a:pt x="95" y="37"/>
                  </a:cubicBezTo>
                  <a:cubicBezTo>
                    <a:pt x="95" y="38"/>
                    <a:pt x="96" y="39"/>
                    <a:pt x="98" y="41"/>
                  </a:cubicBezTo>
                  <a:cubicBezTo>
                    <a:pt x="98" y="42"/>
                    <a:pt x="99" y="43"/>
                    <a:pt x="100" y="44"/>
                  </a:cubicBezTo>
                  <a:cubicBezTo>
                    <a:pt x="101" y="46"/>
                    <a:pt x="101" y="47"/>
                    <a:pt x="101" y="47"/>
                  </a:cubicBezTo>
                  <a:cubicBezTo>
                    <a:pt x="101" y="48"/>
                    <a:pt x="100" y="47"/>
                    <a:pt x="99" y="47"/>
                  </a:cubicBezTo>
                  <a:cubicBezTo>
                    <a:pt x="100" y="49"/>
                    <a:pt x="101" y="50"/>
                    <a:pt x="101" y="52"/>
                  </a:cubicBezTo>
                  <a:cubicBezTo>
                    <a:pt x="101" y="53"/>
                    <a:pt x="101" y="54"/>
                    <a:pt x="101" y="54"/>
                  </a:cubicBezTo>
                  <a:cubicBezTo>
                    <a:pt x="101" y="55"/>
                    <a:pt x="101" y="56"/>
                    <a:pt x="101" y="57"/>
                  </a:cubicBezTo>
                  <a:cubicBezTo>
                    <a:pt x="101" y="60"/>
                    <a:pt x="100" y="63"/>
                    <a:pt x="99" y="66"/>
                  </a:cubicBezTo>
                  <a:cubicBezTo>
                    <a:pt x="98" y="67"/>
                    <a:pt x="98" y="67"/>
                    <a:pt x="97" y="68"/>
                  </a:cubicBezTo>
                  <a:cubicBezTo>
                    <a:pt x="97" y="69"/>
                    <a:pt x="96" y="69"/>
                    <a:pt x="96" y="70"/>
                  </a:cubicBezTo>
                  <a:cubicBezTo>
                    <a:pt x="95" y="71"/>
                    <a:pt x="94" y="72"/>
                    <a:pt x="92" y="73"/>
                  </a:cubicBezTo>
                  <a:cubicBezTo>
                    <a:pt x="90" y="74"/>
                    <a:pt x="86" y="75"/>
                    <a:pt x="83" y="75"/>
                  </a:cubicBezTo>
                  <a:cubicBezTo>
                    <a:pt x="81" y="75"/>
                    <a:pt x="79" y="75"/>
                    <a:pt x="78" y="75"/>
                  </a:cubicBezTo>
                  <a:cubicBezTo>
                    <a:pt x="77" y="75"/>
                    <a:pt x="76" y="74"/>
                    <a:pt x="75" y="74"/>
                  </a:cubicBezTo>
                  <a:cubicBezTo>
                    <a:pt x="74" y="74"/>
                    <a:pt x="74" y="73"/>
                    <a:pt x="74" y="73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52" y="62"/>
                    <a:pt x="44" y="58"/>
                    <a:pt x="36" y="53"/>
                  </a:cubicBezTo>
                  <a:cubicBezTo>
                    <a:pt x="44" y="58"/>
                    <a:pt x="52" y="62"/>
                    <a:pt x="60" y="6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5" y="74"/>
                    <a:pt x="75" y="74"/>
                  </a:cubicBezTo>
                  <a:cubicBezTo>
                    <a:pt x="76" y="74"/>
                    <a:pt x="77" y="74"/>
                    <a:pt x="78" y="75"/>
                  </a:cubicBezTo>
                  <a:cubicBezTo>
                    <a:pt x="79" y="75"/>
                    <a:pt x="81" y="75"/>
                    <a:pt x="83" y="75"/>
                  </a:cubicBezTo>
                  <a:cubicBezTo>
                    <a:pt x="86" y="75"/>
                    <a:pt x="90" y="74"/>
                    <a:pt x="92" y="73"/>
                  </a:cubicBezTo>
                  <a:cubicBezTo>
                    <a:pt x="94" y="72"/>
                    <a:pt x="95" y="71"/>
                    <a:pt x="96" y="70"/>
                  </a:cubicBezTo>
                  <a:cubicBezTo>
                    <a:pt x="96" y="69"/>
                    <a:pt x="97" y="68"/>
                    <a:pt x="97" y="68"/>
                  </a:cubicBezTo>
                  <a:cubicBezTo>
                    <a:pt x="97" y="68"/>
                    <a:pt x="98" y="67"/>
                    <a:pt x="98" y="67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100" y="63"/>
                    <a:pt x="101" y="60"/>
                    <a:pt x="101" y="57"/>
                  </a:cubicBezTo>
                  <a:cubicBezTo>
                    <a:pt x="101" y="56"/>
                    <a:pt x="101" y="55"/>
                    <a:pt x="101" y="54"/>
                  </a:cubicBezTo>
                  <a:cubicBezTo>
                    <a:pt x="101" y="53"/>
                    <a:pt x="100" y="52"/>
                    <a:pt x="100" y="52"/>
                  </a:cubicBezTo>
                  <a:cubicBezTo>
                    <a:pt x="100" y="50"/>
                    <a:pt x="99" y="49"/>
                    <a:pt x="99" y="47"/>
                  </a:cubicBezTo>
                  <a:cubicBezTo>
                    <a:pt x="98" y="47"/>
                    <a:pt x="98" y="48"/>
                    <a:pt x="98" y="50"/>
                  </a:cubicBezTo>
                  <a:cubicBezTo>
                    <a:pt x="98" y="51"/>
                    <a:pt x="98" y="52"/>
                    <a:pt x="98" y="54"/>
                  </a:cubicBezTo>
                  <a:cubicBezTo>
                    <a:pt x="98" y="56"/>
                    <a:pt x="99" y="58"/>
                    <a:pt x="98" y="60"/>
                  </a:cubicBezTo>
                  <a:cubicBezTo>
                    <a:pt x="98" y="61"/>
                    <a:pt x="98" y="62"/>
                    <a:pt x="97" y="63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4"/>
                    <a:pt x="97" y="65"/>
                    <a:pt x="97" y="65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5" y="68"/>
                    <a:pt x="93" y="70"/>
                    <a:pt x="92" y="70"/>
                  </a:cubicBezTo>
                  <a:cubicBezTo>
                    <a:pt x="88" y="73"/>
                    <a:pt x="83" y="74"/>
                    <a:pt x="78" y="72"/>
                  </a:cubicBezTo>
                  <a:cubicBezTo>
                    <a:pt x="77" y="72"/>
                    <a:pt x="76" y="72"/>
                    <a:pt x="75" y="71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4" y="70"/>
                    <a:pt x="73" y="70"/>
                    <a:pt x="73" y="70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0" y="58"/>
                    <a:pt x="39" y="52"/>
                    <a:pt x="28" y="46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6" y="39"/>
                    <a:pt x="15" y="36"/>
                    <a:pt x="14" y="33"/>
                  </a:cubicBezTo>
                  <a:cubicBezTo>
                    <a:pt x="14" y="30"/>
                    <a:pt x="14" y="26"/>
                    <a:pt x="15" y="23"/>
                  </a:cubicBezTo>
                  <a:cubicBezTo>
                    <a:pt x="16" y="22"/>
                    <a:pt x="17" y="21"/>
                    <a:pt x="18" y="20"/>
                  </a:cubicBezTo>
                  <a:cubicBezTo>
                    <a:pt x="18" y="18"/>
                    <a:pt x="20" y="18"/>
                    <a:pt x="21" y="17"/>
                  </a:cubicBezTo>
                  <a:cubicBezTo>
                    <a:pt x="24" y="15"/>
                    <a:pt x="29" y="14"/>
                    <a:pt x="34" y="16"/>
                  </a:cubicBezTo>
                  <a:cubicBezTo>
                    <a:pt x="34" y="16"/>
                    <a:pt x="35" y="16"/>
                    <a:pt x="35" y="16"/>
                  </a:cubicBezTo>
                  <a:cubicBezTo>
                    <a:pt x="36" y="16"/>
                    <a:pt x="36" y="16"/>
                    <a:pt x="36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61" y="29"/>
                    <a:pt x="72" y="34"/>
                    <a:pt x="81" y="38"/>
                  </a:cubicBezTo>
                  <a:cubicBezTo>
                    <a:pt x="98" y="45"/>
                    <a:pt x="94" y="38"/>
                    <a:pt x="78" y="29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95" y="37"/>
                    <a:pt x="88" y="30"/>
                    <a:pt x="91" y="29"/>
                  </a:cubicBezTo>
                  <a:cubicBezTo>
                    <a:pt x="82" y="25"/>
                    <a:pt x="75" y="21"/>
                    <a:pt x="67" y="16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4"/>
                    <a:pt x="41" y="3"/>
                    <a:pt x="40" y="3"/>
                  </a:cubicBezTo>
                  <a:cubicBezTo>
                    <a:pt x="32" y="0"/>
                    <a:pt x="24" y="0"/>
                    <a:pt x="16" y="3"/>
                  </a:cubicBezTo>
                  <a:cubicBezTo>
                    <a:pt x="12" y="5"/>
                    <a:pt x="8" y="8"/>
                    <a:pt x="6" y="12"/>
                  </a:cubicBezTo>
                  <a:cubicBezTo>
                    <a:pt x="3" y="15"/>
                    <a:pt x="1" y="19"/>
                    <a:pt x="1" y="23"/>
                  </a:cubicBezTo>
                  <a:cubicBezTo>
                    <a:pt x="0" y="27"/>
                    <a:pt x="0" y="31"/>
                    <a:pt x="0" y="35"/>
                  </a:cubicBezTo>
                  <a:cubicBezTo>
                    <a:pt x="1" y="39"/>
                    <a:pt x="2" y="43"/>
                    <a:pt x="5" y="47"/>
                  </a:cubicBezTo>
                  <a:cubicBezTo>
                    <a:pt x="6" y="49"/>
                    <a:pt x="7" y="50"/>
                    <a:pt x="9" y="52"/>
                  </a:cubicBezTo>
                  <a:cubicBezTo>
                    <a:pt x="11" y="53"/>
                    <a:pt x="13" y="55"/>
                    <a:pt x="15" y="55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8" y="82"/>
                    <a:pt x="68" y="82"/>
                    <a:pt x="68" y="83"/>
                  </a:cubicBezTo>
                  <a:cubicBezTo>
                    <a:pt x="69" y="83"/>
                    <a:pt x="69" y="83"/>
                    <a:pt x="70" y="83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4"/>
                    <a:pt x="12" y="53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4" y="47"/>
                    <a:pt x="2" y="42"/>
                    <a:pt x="1" y="36"/>
                  </a:cubicBezTo>
                  <a:cubicBezTo>
                    <a:pt x="0" y="31"/>
                    <a:pt x="0" y="26"/>
                    <a:pt x="2" y="21"/>
                  </a:cubicBezTo>
                  <a:cubicBezTo>
                    <a:pt x="2" y="21"/>
                    <a:pt x="2" y="22"/>
                    <a:pt x="2" y="21"/>
                  </a:cubicBezTo>
                  <a:cubicBezTo>
                    <a:pt x="1" y="26"/>
                    <a:pt x="1" y="31"/>
                    <a:pt x="2" y="36"/>
                  </a:cubicBezTo>
                  <a:cubicBezTo>
                    <a:pt x="3" y="41"/>
                    <a:pt x="5" y="46"/>
                    <a:pt x="9" y="50"/>
                  </a:cubicBezTo>
                  <a:cubicBezTo>
                    <a:pt x="10" y="51"/>
                    <a:pt x="11" y="52"/>
                    <a:pt x="12" y="52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5" y="54"/>
                    <a:pt x="15" y="54"/>
                    <a:pt x="16" y="54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9" y="67"/>
                    <a:pt x="47" y="71"/>
                    <a:pt x="54" y="74"/>
                  </a:cubicBezTo>
                  <a:cubicBezTo>
                    <a:pt x="58" y="76"/>
                    <a:pt x="61" y="78"/>
                    <a:pt x="65" y="80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9" y="82"/>
                    <a:pt x="70" y="82"/>
                  </a:cubicBezTo>
                  <a:cubicBezTo>
                    <a:pt x="70" y="82"/>
                    <a:pt x="71" y="83"/>
                    <a:pt x="72" y="83"/>
                  </a:cubicBezTo>
                  <a:cubicBezTo>
                    <a:pt x="74" y="84"/>
                    <a:pt x="77" y="84"/>
                    <a:pt x="79" y="84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83" y="86"/>
                    <a:pt x="87" y="86"/>
                    <a:pt x="91" y="85"/>
                  </a:cubicBezTo>
                  <a:cubicBezTo>
                    <a:pt x="95" y="84"/>
                    <a:pt x="98" y="82"/>
                    <a:pt x="101" y="79"/>
                  </a:cubicBezTo>
                  <a:cubicBezTo>
                    <a:pt x="103" y="78"/>
                    <a:pt x="104" y="76"/>
                    <a:pt x="106" y="74"/>
                  </a:cubicBezTo>
                  <a:cubicBezTo>
                    <a:pt x="106" y="74"/>
                    <a:pt x="107" y="73"/>
                    <a:pt x="107" y="72"/>
                  </a:cubicBezTo>
                  <a:cubicBezTo>
                    <a:pt x="108" y="71"/>
                    <a:pt x="108" y="71"/>
                    <a:pt x="108" y="71"/>
                  </a:cubicBezTo>
                  <a:cubicBezTo>
                    <a:pt x="108" y="70"/>
                    <a:pt x="108" y="70"/>
                    <a:pt x="109" y="69"/>
                  </a:cubicBezTo>
                  <a:cubicBezTo>
                    <a:pt x="111" y="66"/>
                    <a:pt x="111" y="62"/>
                    <a:pt x="112" y="58"/>
                  </a:cubicBezTo>
                  <a:cubicBezTo>
                    <a:pt x="112" y="57"/>
                    <a:pt x="112" y="56"/>
                    <a:pt x="112" y="55"/>
                  </a:cubicBezTo>
                  <a:cubicBezTo>
                    <a:pt x="112" y="54"/>
                    <a:pt x="111" y="54"/>
                    <a:pt x="111" y="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7" name="Freeform 22">
              <a:extLst>
                <a:ext uri="{FF2B5EF4-FFF2-40B4-BE49-F238E27FC236}">
                  <a16:creationId xmlns:a16="http://schemas.microsoft.com/office/drawing/2014/main" id="{038186DC-9E7F-7EC4-7171-DF38DF0CA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1" y="3144838"/>
              <a:ext cx="417513" cy="315913"/>
            </a:xfrm>
            <a:custGeom>
              <a:avLst/>
              <a:gdLst>
                <a:gd name="T0" fmla="*/ 97 w 111"/>
                <a:gd name="T1" fmla="*/ 52 h 84"/>
                <a:gd name="T2" fmla="*/ 92 w 111"/>
                <a:gd name="T3" fmla="*/ 54 h 84"/>
                <a:gd name="T4" fmla="*/ 47 w 111"/>
                <a:gd name="T5" fmla="*/ 76 h 84"/>
                <a:gd name="T6" fmla="*/ 40 w 111"/>
                <a:gd name="T7" fmla="*/ 79 h 84"/>
                <a:gd name="T8" fmla="*/ 22 w 111"/>
                <a:gd name="T9" fmla="*/ 80 h 84"/>
                <a:gd name="T10" fmla="*/ 41 w 111"/>
                <a:gd name="T11" fmla="*/ 78 h 84"/>
                <a:gd name="T12" fmla="*/ 59 w 111"/>
                <a:gd name="T13" fmla="*/ 69 h 84"/>
                <a:gd name="T14" fmla="*/ 103 w 111"/>
                <a:gd name="T15" fmla="*/ 45 h 84"/>
                <a:gd name="T16" fmla="*/ 107 w 111"/>
                <a:gd name="T17" fmla="*/ 19 h 84"/>
                <a:gd name="T18" fmla="*/ 102 w 111"/>
                <a:gd name="T19" fmla="*/ 23 h 84"/>
                <a:gd name="T20" fmla="*/ 101 w 111"/>
                <a:gd name="T21" fmla="*/ 30 h 84"/>
                <a:gd name="T22" fmla="*/ 72 w 111"/>
                <a:gd name="T23" fmla="*/ 54 h 84"/>
                <a:gd name="T24" fmla="*/ 38 w 111"/>
                <a:gd name="T25" fmla="*/ 71 h 84"/>
                <a:gd name="T26" fmla="*/ 25 w 111"/>
                <a:gd name="T27" fmla="*/ 72 h 84"/>
                <a:gd name="T28" fmla="*/ 37 w 111"/>
                <a:gd name="T29" fmla="*/ 71 h 84"/>
                <a:gd name="T30" fmla="*/ 47 w 111"/>
                <a:gd name="T31" fmla="*/ 66 h 84"/>
                <a:gd name="T32" fmla="*/ 98 w 111"/>
                <a:gd name="T33" fmla="*/ 38 h 84"/>
                <a:gd name="T34" fmla="*/ 94 w 111"/>
                <a:gd name="T35" fmla="*/ 40 h 84"/>
                <a:gd name="T36" fmla="*/ 89 w 111"/>
                <a:gd name="T37" fmla="*/ 44 h 84"/>
                <a:gd name="T38" fmla="*/ 47 w 111"/>
                <a:gd name="T39" fmla="*/ 64 h 84"/>
                <a:gd name="T40" fmla="*/ 36 w 111"/>
                <a:gd name="T41" fmla="*/ 69 h 84"/>
                <a:gd name="T42" fmla="*/ 31 w 111"/>
                <a:gd name="T43" fmla="*/ 70 h 84"/>
                <a:gd name="T44" fmla="*/ 16 w 111"/>
                <a:gd name="T45" fmla="*/ 63 h 84"/>
                <a:gd name="T46" fmla="*/ 15 w 111"/>
                <a:gd name="T47" fmla="*/ 62 h 84"/>
                <a:gd name="T48" fmla="*/ 14 w 111"/>
                <a:gd name="T49" fmla="*/ 54 h 84"/>
                <a:gd name="T50" fmla="*/ 19 w 111"/>
                <a:gd name="T51" fmla="*/ 43 h 84"/>
                <a:gd name="T52" fmla="*/ 25 w 111"/>
                <a:gd name="T53" fmla="*/ 40 h 84"/>
                <a:gd name="T54" fmla="*/ 73 w 111"/>
                <a:gd name="T55" fmla="*/ 16 h 84"/>
                <a:gd name="T56" fmla="*/ 76 w 111"/>
                <a:gd name="T57" fmla="*/ 14 h 84"/>
                <a:gd name="T58" fmla="*/ 96 w 111"/>
                <a:gd name="T59" fmla="*/ 19 h 84"/>
                <a:gd name="T60" fmla="*/ 98 w 111"/>
                <a:gd name="T61" fmla="*/ 19 h 84"/>
                <a:gd name="T62" fmla="*/ 88 w 111"/>
                <a:gd name="T63" fmla="*/ 5 h 84"/>
                <a:gd name="T64" fmla="*/ 102 w 111"/>
                <a:gd name="T65" fmla="*/ 8 h 84"/>
                <a:gd name="T66" fmla="*/ 67 w 111"/>
                <a:gd name="T67" fmla="*/ 3 h 84"/>
                <a:gd name="T68" fmla="*/ 26 w 111"/>
                <a:gd name="T69" fmla="*/ 24 h 84"/>
                <a:gd name="T70" fmla="*/ 14 w 111"/>
                <a:gd name="T71" fmla="*/ 30 h 84"/>
                <a:gd name="T72" fmla="*/ 1 w 111"/>
                <a:gd name="T73" fmla="*/ 46 h 84"/>
                <a:gd name="T74" fmla="*/ 0 w 111"/>
                <a:gd name="T75" fmla="*/ 58 h 84"/>
                <a:gd name="T76" fmla="*/ 3 w 111"/>
                <a:gd name="T77" fmla="*/ 68 h 84"/>
                <a:gd name="T78" fmla="*/ 3 w 111"/>
                <a:gd name="T79" fmla="*/ 70 h 84"/>
                <a:gd name="T80" fmla="*/ 4 w 111"/>
                <a:gd name="T81" fmla="*/ 71 h 84"/>
                <a:gd name="T82" fmla="*/ 12 w 111"/>
                <a:gd name="T83" fmla="*/ 79 h 84"/>
                <a:gd name="T84" fmla="*/ 42 w 111"/>
                <a:gd name="T85" fmla="*/ 81 h 84"/>
                <a:gd name="T86" fmla="*/ 44 w 111"/>
                <a:gd name="T87" fmla="*/ 80 h 84"/>
                <a:gd name="T88" fmla="*/ 72 w 111"/>
                <a:gd name="T89" fmla="*/ 66 h 84"/>
                <a:gd name="T90" fmla="*/ 43 w 111"/>
                <a:gd name="T91" fmla="*/ 80 h 84"/>
                <a:gd name="T92" fmla="*/ 38 w 111"/>
                <a:gd name="T93" fmla="*/ 82 h 84"/>
                <a:gd name="T94" fmla="*/ 4 w 111"/>
                <a:gd name="T95" fmla="*/ 69 h 84"/>
                <a:gd name="T96" fmla="*/ 3 w 111"/>
                <a:gd name="T97" fmla="*/ 69 h 84"/>
                <a:gd name="T98" fmla="*/ 1 w 111"/>
                <a:gd name="T99" fmla="*/ 62 h 84"/>
                <a:gd name="T100" fmla="*/ 9 w 111"/>
                <a:gd name="T101" fmla="*/ 33 h 84"/>
                <a:gd name="T102" fmla="*/ 1 w 111"/>
                <a:gd name="T103" fmla="*/ 55 h 84"/>
                <a:gd name="T104" fmla="*/ 4 w 111"/>
                <a:gd name="T105" fmla="*/ 68 h 84"/>
                <a:gd name="T106" fmla="*/ 5 w 111"/>
                <a:gd name="T107" fmla="*/ 69 h 84"/>
                <a:gd name="T108" fmla="*/ 10 w 111"/>
                <a:gd name="T109" fmla="*/ 76 h 84"/>
                <a:gd name="T110" fmla="*/ 42 w 111"/>
                <a:gd name="T111" fmla="*/ 80 h 84"/>
                <a:gd name="T112" fmla="*/ 73 w 111"/>
                <a:gd name="T113" fmla="*/ 64 h 84"/>
                <a:gd name="T114" fmla="*/ 94 w 111"/>
                <a:gd name="T115" fmla="*/ 56 h 84"/>
                <a:gd name="T116" fmla="*/ 110 w 111"/>
                <a:gd name="T117" fmla="*/ 3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" h="84">
                  <a:moveTo>
                    <a:pt x="105" y="44"/>
                  </a:moveTo>
                  <a:cubicBezTo>
                    <a:pt x="104" y="47"/>
                    <a:pt x="101" y="49"/>
                    <a:pt x="99" y="50"/>
                  </a:cubicBezTo>
                  <a:cubicBezTo>
                    <a:pt x="98" y="51"/>
                    <a:pt x="98" y="51"/>
                    <a:pt x="97" y="52"/>
                  </a:cubicBezTo>
                  <a:cubicBezTo>
                    <a:pt x="97" y="52"/>
                    <a:pt x="96" y="52"/>
                    <a:pt x="96" y="52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83" y="58"/>
                    <a:pt x="75" y="62"/>
                    <a:pt x="66" y="66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1" y="78"/>
                    <a:pt x="41" y="79"/>
                    <a:pt x="40" y="79"/>
                  </a:cubicBezTo>
                  <a:cubicBezTo>
                    <a:pt x="35" y="81"/>
                    <a:pt x="29" y="82"/>
                    <a:pt x="24" y="81"/>
                  </a:cubicBezTo>
                  <a:cubicBezTo>
                    <a:pt x="19" y="80"/>
                    <a:pt x="15" y="78"/>
                    <a:pt x="12" y="76"/>
                  </a:cubicBezTo>
                  <a:cubicBezTo>
                    <a:pt x="15" y="78"/>
                    <a:pt x="18" y="79"/>
                    <a:pt x="22" y="80"/>
                  </a:cubicBezTo>
                  <a:cubicBezTo>
                    <a:pt x="26" y="81"/>
                    <a:pt x="31" y="81"/>
                    <a:pt x="36" y="80"/>
                  </a:cubicBezTo>
                  <a:cubicBezTo>
                    <a:pt x="37" y="80"/>
                    <a:pt x="38" y="79"/>
                    <a:pt x="40" y="79"/>
                  </a:cubicBezTo>
                  <a:cubicBezTo>
                    <a:pt x="40" y="79"/>
                    <a:pt x="41" y="78"/>
                    <a:pt x="41" y="78"/>
                  </a:cubicBezTo>
                  <a:cubicBezTo>
                    <a:pt x="42" y="78"/>
                    <a:pt x="42" y="77"/>
                    <a:pt x="43" y="7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3"/>
                    <a:pt x="56" y="71"/>
                    <a:pt x="59" y="69"/>
                  </a:cubicBezTo>
                  <a:cubicBezTo>
                    <a:pt x="70" y="64"/>
                    <a:pt x="79" y="60"/>
                    <a:pt x="89" y="55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9" y="50"/>
                    <a:pt x="101" y="48"/>
                    <a:pt x="103" y="45"/>
                  </a:cubicBezTo>
                  <a:cubicBezTo>
                    <a:pt x="107" y="40"/>
                    <a:pt x="109" y="34"/>
                    <a:pt x="109" y="28"/>
                  </a:cubicBezTo>
                  <a:cubicBezTo>
                    <a:pt x="109" y="26"/>
                    <a:pt x="109" y="25"/>
                    <a:pt x="109" y="24"/>
                  </a:cubicBezTo>
                  <a:cubicBezTo>
                    <a:pt x="108" y="22"/>
                    <a:pt x="107" y="21"/>
                    <a:pt x="107" y="19"/>
                  </a:cubicBezTo>
                  <a:cubicBezTo>
                    <a:pt x="105" y="17"/>
                    <a:pt x="103" y="16"/>
                    <a:pt x="103" y="16"/>
                  </a:cubicBezTo>
                  <a:cubicBezTo>
                    <a:pt x="102" y="16"/>
                    <a:pt x="102" y="17"/>
                    <a:pt x="102" y="18"/>
                  </a:cubicBezTo>
                  <a:cubicBezTo>
                    <a:pt x="102" y="19"/>
                    <a:pt x="102" y="21"/>
                    <a:pt x="102" y="23"/>
                  </a:cubicBezTo>
                  <a:cubicBezTo>
                    <a:pt x="103" y="24"/>
                    <a:pt x="103" y="26"/>
                    <a:pt x="103" y="27"/>
                  </a:cubicBezTo>
                  <a:cubicBezTo>
                    <a:pt x="103" y="29"/>
                    <a:pt x="103" y="30"/>
                    <a:pt x="103" y="30"/>
                  </a:cubicBezTo>
                  <a:cubicBezTo>
                    <a:pt x="102" y="31"/>
                    <a:pt x="102" y="30"/>
                    <a:pt x="101" y="30"/>
                  </a:cubicBezTo>
                  <a:cubicBezTo>
                    <a:pt x="101" y="33"/>
                    <a:pt x="100" y="36"/>
                    <a:pt x="98" y="39"/>
                  </a:cubicBezTo>
                  <a:cubicBezTo>
                    <a:pt x="97" y="41"/>
                    <a:pt x="95" y="44"/>
                    <a:pt x="92" y="4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64" y="58"/>
                    <a:pt x="55" y="62"/>
                    <a:pt x="47" y="6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1"/>
                    <a:pt x="36" y="72"/>
                    <a:pt x="35" y="72"/>
                  </a:cubicBezTo>
                  <a:cubicBezTo>
                    <a:pt x="32" y="73"/>
                    <a:pt x="28" y="73"/>
                    <a:pt x="25" y="72"/>
                  </a:cubicBezTo>
                  <a:cubicBezTo>
                    <a:pt x="28" y="73"/>
                    <a:pt x="32" y="73"/>
                    <a:pt x="35" y="72"/>
                  </a:cubicBezTo>
                  <a:cubicBezTo>
                    <a:pt x="36" y="71"/>
                    <a:pt x="36" y="71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8" y="71"/>
                    <a:pt x="38" y="71"/>
                    <a:pt x="38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3"/>
                    <a:pt x="97" y="41"/>
                    <a:pt x="98" y="38"/>
                  </a:cubicBezTo>
                  <a:cubicBezTo>
                    <a:pt x="100" y="36"/>
                    <a:pt x="100" y="32"/>
                    <a:pt x="100" y="29"/>
                  </a:cubicBezTo>
                  <a:cubicBezTo>
                    <a:pt x="100" y="29"/>
                    <a:pt x="99" y="29"/>
                    <a:pt x="98" y="31"/>
                  </a:cubicBezTo>
                  <a:cubicBezTo>
                    <a:pt x="98" y="33"/>
                    <a:pt x="97" y="37"/>
                    <a:pt x="94" y="40"/>
                  </a:cubicBezTo>
                  <a:cubicBezTo>
                    <a:pt x="94" y="41"/>
                    <a:pt x="93" y="41"/>
                    <a:pt x="92" y="42"/>
                  </a:cubicBezTo>
                  <a:cubicBezTo>
                    <a:pt x="92" y="42"/>
                    <a:pt x="91" y="43"/>
                    <a:pt x="91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6" y="45"/>
                    <a:pt x="84" y="46"/>
                    <a:pt x="82" y="47"/>
                  </a:cubicBezTo>
                  <a:cubicBezTo>
                    <a:pt x="76" y="50"/>
                    <a:pt x="70" y="52"/>
                    <a:pt x="64" y="55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5" y="69"/>
                    <a:pt x="35" y="69"/>
                    <a:pt x="34" y="70"/>
                  </a:cubicBezTo>
                  <a:cubicBezTo>
                    <a:pt x="33" y="70"/>
                    <a:pt x="32" y="70"/>
                    <a:pt x="31" y="70"/>
                  </a:cubicBezTo>
                  <a:cubicBezTo>
                    <a:pt x="26" y="71"/>
                    <a:pt x="21" y="69"/>
                    <a:pt x="19" y="67"/>
                  </a:cubicBezTo>
                  <a:cubicBezTo>
                    <a:pt x="18" y="66"/>
                    <a:pt x="17" y="65"/>
                    <a:pt x="16" y="64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2"/>
                    <a:pt x="16" y="62"/>
                    <a:pt x="15" y="62"/>
                  </a:cubicBezTo>
                  <a:cubicBezTo>
                    <a:pt x="15" y="62"/>
                    <a:pt x="15" y="61"/>
                    <a:pt x="15" y="61"/>
                  </a:cubicBezTo>
                  <a:cubicBezTo>
                    <a:pt x="15" y="60"/>
                    <a:pt x="15" y="60"/>
                    <a:pt x="14" y="59"/>
                  </a:cubicBezTo>
                  <a:cubicBezTo>
                    <a:pt x="14" y="58"/>
                    <a:pt x="14" y="56"/>
                    <a:pt x="14" y="54"/>
                  </a:cubicBezTo>
                  <a:cubicBezTo>
                    <a:pt x="14" y="53"/>
                    <a:pt x="14" y="53"/>
                    <a:pt x="14" y="52"/>
                  </a:cubicBezTo>
                  <a:cubicBezTo>
                    <a:pt x="14" y="51"/>
                    <a:pt x="14" y="50"/>
                    <a:pt x="15" y="50"/>
                  </a:cubicBezTo>
                  <a:cubicBezTo>
                    <a:pt x="16" y="47"/>
                    <a:pt x="17" y="44"/>
                    <a:pt x="19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42" y="31"/>
                    <a:pt x="54" y="25"/>
                    <a:pt x="65" y="20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6" y="15"/>
                    <a:pt x="76" y="14"/>
                  </a:cubicBezTo>
                  <a:cubicBezTo>
                    <a:pt x="77" y="14"/>
                    <a:pt x="78" y="14"/>
                    <a:pt x="79" y="14"/>
                  </a:cubicBezTo>
                  <a:cubicBezTo>
                    <a:pt x="84" y="13"/>
                    <a:pt x="88" y="14"/>
                    <a:pt x="91" y="15"/>
                  </a:cubicBezTo>
                  <a:cubicBezTo>
                    <a:pt x="93" y="17"/>
                    <a:pt x="95" y="18"/>
                    <a:pt x="96" y="19"/>
                  </a:cubicBezTo>
                  <a:cubicBezTo>
                    <a:pt x="96" y="19"/>
                    <a:pt x="96" y="19"/>
                    <a:pt x="97" y="19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8" y="18"/>
                    <a:pt x="98" y="16"/>
                    <a:pt x="97" y="13"/>
                  </a:cubicBezTo>
                  <a:cubicBezTo>
                    <a:pt x="95" y="11"/>
                    <a:pt x="92" y="8"/>
                    <a:pt x="88" y="7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93" y="7"/>
                    <a:pt x="96" y="9"/>
                    <a:pt x="97" y="10"/>
                  </a:cubicBezTo>
                  <a:cubicBezTo>
                    <a:pt x="99" y="11"/>
                    <a:pt x="100" y="11"/>
                    <a:pt x="100" y="11"/>
                  </a:cubicBezTo>
                  <a:cubicBezTo>
                    <a:pt x="101" y="10"/>
                    <a:pt x="100" y="8"/>
                    <a:pt x="102" y="8"/>
                  </a:cubicBezTo>
                  <a:cubicBezTo>
                    <a:pt x="98" y="4"/>
                    <a:pt x="92" y="2"/>
                    <a:pt x="87" y="1"/>
                  </a:cubicBezTo>
                  <a:cubicBezTo>
                    <a:pt x="81" y="0"/>
                    <a:pt x="75" y="0"/>
                    <a:pt x="70" y="2"/>
                  </a:cubicBezTo>
                  <a:cubicBezTo>
                    <a:pt x="69" y="2"/>
                    <a:pt x="68" y="2"/>
                    <a:pt x="67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0"/>
                    <a:pt x="13" y="30"/>
                    <a:pt x="12" y="30"/>
                  </a:cubicBezTo>
                  <a:cubicBezTo>
                    <a:pt x="10" y="32"/>
                    <a:pt x="9" y="33"/>
                    <a:pt x="7" y="35"/>
                  </a:cubicBezTo>
                  <a:cubicBezTo>
                    <a:pt x="4" y="38"/>
                    <a:pt x="2" y="42"/>
                    <a:pt x="1" y="46"/>
                  </a:cubicBezTo>
                  <a:cubicBezTo>
                    <a:pt x="0" y="48"/>
                    <a:pt x="0" y="50"/>
                    <a:pt x="0" y="52"/>
                  </a:cubicBezTo>
                  <a:cubicBezTo>
                    <a:pt x="0" y="53"/>
                    <a:pt x="0" y="54"/>
                    <a:pt x="0" y="55"/>
                  </a:cubicBezTo>
                  <a:cubicBezTo>
                    <a:pt x="0" y="56"/>
                    <a:pt x="0" y="57"/>
                    <a:pt x="0" y="58"/>
                  </a:cubicBezTo>
                  <a:cubicBezTo>
                    <a:pt x="0" y="60"/>
                    <a:pt x="0" y="62"/>
                    <a:pt x="1" y="64"/>
                  </a:cubicBezTo>
                  <a:cubicBezTo>
                    <a:pt x="1" y="65"/>
                    <a:pt x="2" y="66"/>
                    <a:pt x="2" y="67"/>
                  </a:cubicBezTo>
                  <a:cubicBezTo>
                    <a:pt x="2" y="67"/>
                    <a:pt x="2" y="68"/>
                    <a:pt x="3" y="68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5" y="72"/>
                    <a:pt x="5" y="72"/>
                  </a:cubicBezTo>
                  <a:cubicBezTo>
                    <a:pt x="5" y="73"/>
                    <a:pt x="6" y="74"/>
                    <a:pt x="7" y="75"/>
                  </a:cubicBezTo>
                  <a:cubicBezTo>
                    <a:pt x="8" y="77"/>
                    <a:pt x="10" y="78"/>
                    <a:pt x="12" y="79"/>
                  </a:cubicBezTo>
                  <a:cubicBezTo>
                    <a:pt x="15" y="82"/>
                    <a:pt x="19" y="83"/>
                    <a:pt x="23" y="84"/>
                  </a:cubicBezTo>
                  <a:cubicBezTo>
                    <a:pt x="27" y="84"/>
                    <a:pt x="32" y="84"/>
                    <a:pt x="36" y="83"/>
                  </a:cubicBezTo>
                  <a:cubicBezTo>
                    <a:pt x="38" y="83"/>
                    <a:pt x="40" y="82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0"/>
                    <a:pt x="44" y="80"/>
                    <a:pt x="44" y="80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2"/>
                    <a:pt x="39" y="82"/>
                    <a:pt x="38" y="82"/>
                  </a:cubicBezTo>
                  <a:cubicBezTo>
                    <a:pt x="33" y="84"/>
                    <a:pt x="27" y="84"/>
                    <a:pt x="22" y="83"/>
                  </a:cubicBezTo>
                  <a:cubicBezTo>
                    <a:pt x="17" y="82"/>
                    <a:pt x="12" y="80"/>
                    <a:pt x="9" y="76"/>
                  </a:cubicBezTo>
                  <a:cubicBezTo>
                    <a:pt x="7" y="74"/>
                    <a:pt x="5" y="72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70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8"/>
                    <a:pt x="3" y="68"/>
                  </a:cubicBezTo>
                  <a:cubicBezTo>
                    <a:pt x="3" y="67"/>
                    <a:pt x="2" y="67"/>
                    <a:pt x="2" y="66"/>
                  </a:cubicBezTo>
                  <a:cubicBezTo>
                    <a:pt x="2" y="65"/>
                    <a:pt x="1" y="64"/>
                    <a:pt x="1" y="62"/>
                  </a:cubicBezTo>
                  <a:cubicBezTo>
                    <a:pt x="0" y="60"/>
                    <a:pt x="0" y="57"/>
                    <a:pt x="0" y="55"/>
                  </a:cubicBezTo>
                  <a:cubicBezTo>
                    <a:pt x="0" y="52"/>
                    <a:pt x="0" y="50"/>
                    <a:pt x="1" y="47"/>
                  </a:cubicBezTo>
                  <a:cubicBezTo>
                    <a:pt x="2" y="42"/>
                    <a:pt x="5" y="37"/>
                    <a:pt x="9" y="33"/>
                  </a:cubicBezTo>
                  <a:cubicBezTo>
                    <a:pt x="9" y="34"/>
                    <a:pt x="9" y="34"/>
                    <a:pt x="10" y="34"/>
                  </a:cubicBezTo>
                  <a:cubicBezTo>
                    <a:pt x="6" y="37"/>
                    <a:pt x="3" y="42"/>
                    <a:pt x="2" y="47"/>
                  </a:cubicBezTo>
                  <a:cubicBezTo>
                    <a:pt x="1" y="50"/>
                    <a:pt x="1" y="52"/>
                    <a:pt x="1" y="55"/>
                  </a:cubicBezTo>
                  <a:cubicBezTo>
                    <a:pt x="1" y="57"/>
                    <a:pt x="1" y="60"/>
                    <a:pt x="2" y="62"/>
                  </a:cubicBezTo>
                  <a:cubicBezTo>
                    <a:pt x="2" y="64"/>
                    <a:pt x="3" y="65"/>
                    <a:pt x="3" y="66"/>
                  </a:cubicBezTo>
                  <a:cubicBezTo>
                    <a:pt x="3" y="67"/>
                    <a:pt x="4" y="67"/>
                    <a:pt x="4" y="68"/>
                  </a:cubicBezTo>
                  <a:cubicBezTo>
                    <a:pt x="4" y="68"/>
                    <a:pt x="4" y="68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6" y="72"/>
                    <a:pt x="8" y="74"/>
                    <a:pt x="10" y="76"/>
                  </a:cubicBezTo>
                  <a:cubicBezTo>
                    <a:pt x="13" y="79"/>
                    <a:pt x="18" y="81"/>
                    <a:pt x="23" y="82"/>
                  </a:cubicBezTo>
                  <a:cubicBezTo>
                    <a:pt x="28" y="83"/>
                    <a:pt x="33" y="83"/>
                    <a:pt x="38" y="81"/>
                  </a:cubicBezTo>
                  <a:cubicBezTo>
                    <a:pt x="40" y="81"/>
                    <a:pt x="41" y="81"/>
                    <a:pt x="42" y="80"/>
                  </a:cubicBezTo>
                  <a:cubicBezTo>
                    <a:pt x="43" y="79"/>
                    <a:pt x="44" y="79"/>
                    <a:pt x="45" y="79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58" y="72"/>
                    <a:pt x="65" y="68"/>
                    <a:pt x="73" y="64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5" y="55"/>
                    <a:pt x="96" y="55"/>
                    <a:pt x="98" y="53"/>
                  </a:cubicBezTo>
                  <a:cubicBezTo>
                    <a:pt x="102" y="51"/>
                    <a:pt x="105" y="48"/>
                    <a:pt x="107" y="44"/>
                  </a:cubicBezTo>
                  <a:cubicBezTo>
                    <a:pt x="109" y="41"/>
                    <a:pt x="110" y="38"/>
                    <a:pt x="110" y="35"/>
                  </a:cubicBezTo>
                  <a:cubicBezTo>
                    <a:pt x="111" y="33"/>
                    <a:pt x="110" y="30"/>
                    <a:pt x="110" y="28"/>
                  </a:cubicBezTo>
                  <a:cubicBezTo>
                    <a:pt x="110" y="33"/>
                    <a:pt x="109" y="39"/>
                    <a:pt x="105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8" name="Freeform 23">
              <a:extLst>
                <a:ext uri="{FF2B5EF4-FFF2-40B4-BE49-F238E27FC236}">
                  <a16:creationId xmlns:a16="http://schemas.microsoft.com/office/drawing/2014/main" id="{9BC9323B-7C3C-D518-4085-DB0C627E5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3026" y="2405063"/>
              <a:ext cx="4763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9" name="Freeform 24">
              <a:extLst>
                <a:ext uri="{FF2B5EF4-FFF2-40B4-BE49-F238E27FC236}">
                  <a16:creationId xmlns:a16="http://schemas.microsoft.com/office/drawing/2014/main" id="{47B338FC-A6A8-114C-252C-015951194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2397126"/>
              <a:ext cx="11113" cy="7938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0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2"/>
                    <a:pt x="2" y="1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0" name="Freeform 25">
              <a:extLst>
                <a:ext uri="{FF2B5EF4-FFF2-40B4-BE49-F238E27FC236}">
                  <a16:creationId xmlns:a16="http://schemas.microsoft.com/office/drawing/2014/main" id="{ACF70DDD-EBD0-D7C1-1D3A-4DBBFC8C1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788" y="2201863"/>
              <a:ext cx="444500" cy="258763"/>
            </a:xfrm>
            <a:custGeom>
              <a:avLst/>
              <a:gdLst>
                <a:gd name="T0" fmla="*/ 95 w 118"/>
                <a:gd name="T1" fmla="*/ 0 h 69"/>
                <a:gd name="T2" fmla="*/ 111 w 118"/>
                <a:gd name="T3" fmla="*/ 43 h 69"/>
                <a:gd name="T4" fmla="*/ 95 w 118"/>
                <a:gd name="T5" fmla="*/ 53 h 69"/>
                <a:gd name="T6" fmla="*/ 83 w 118"/>
                <a:gd name="T7" fmla="*/ 56 h 69"/>
                <a:gd name="T8" fmla="*/ 90 w 118"/>
                <a:gd name="T9" fmla="*/ 54 h 69"/>
                <a:gd name="T10" fmla="*/ 96 w 118"/>
                <a:gd name="T11" fmla="*/ 53 h 69"/>
                <a:gd name="T12" fmla="*/ 113 w 118"/>
                <a:gd name="T13" fmla="*/ 39 h 69"/>
                <a:gd name="T14" fmla="*/ 95 w 118"/>
                <a:gd name="T15" fmla="*/ 1 h 69"/>
                <a:gd name="T16" fmla="*/ 82 w 118"/>
                <a:gd name="T17" fmla="*/ 4 h 69"/>
                <a:gd name="T18" fmla="*/ 93 w 118"/>
                <a:gd name="T19" fmla="*/ 7 h 69"/>
                <a:gd name="T20" fmla="*/ 106 w 118"/>
                <a:gd name="T21" fmla="*/ 23 h 69"/>
                <a:gd name="T22" fmla="*/ 98 w 118"/>
                <a:gd name="T23" fmla="*/ 44 h 69"/>
                <a:gd name="T24" fmla="*/ 79 w 118"/>
                <a:gd name="T25" fmla="*/ 48 h 69"/>
                <a:gd name="T26" fmla="*/ 92 w 118"/>
                <a:gd name="T27" fmla="*/ 45 h 69"/>
                <a:gd name="T28" fmla="*/ 102 w 118"/>
                <a:gd name="T29" fmla="*/ 41 h 69"/>
                <a:gd name="T30" fmla="*/ 94 w 118"/>
                <a:gd name="T31" fmla="*/ 10 h 69"/>
                <a:gd name="T32" fmla="*/ 102 w 118"/>
                <a:gd name="T33" fmla="*/ 19 h 69"/>
                <a:gd name="T34" fmla="*/ 97 w 118"/>
                <a:gd name="T35" fmla="*/ 42 h 69"/>
                <a:gd name="T36" fmla="*/ 79 w 118"/>
                <a:gd name="T37" fmla="*/ 46 h 69"/>
                <a:gd name="T38" fmla="*/ 30 w 118"/>
                <a:gd name="T39" fmla="*/ 55 h 69"/>
                <a:gd name="T40" fmla="*/ 28 w 118"/>
                <a:gd name="T41" fmla="*/ 55 h 69"/>
                <a:gd name="T42" fmla="*/ 25 w 118"/>
                <a:gd name="T43" fmla="*/ 54 h 69"/>
                <a:gd name="T44" fmla="*/ 16 w 118"/>
                <a:gd name="T45" fmla="*/ 36 h 69"/>
                <a:gd name="T46" fmla="*/ 25 w 118"/>
                <a:gd name="T47" fmla="*/ 25 h 69"/>
                <a:gd name="T48" fmla="*/ 31 w 118"/>
                <a:gd name="T49" fmla="*/ 24 h 69"/>
                <a:gd name="T50" fmla="*/ 66 w 118"/>
                <a:gd name="T51" fmla="*/ 9 h 69"/>
                <a:gd name="T52" fmla="*/ 49 w 118"/>
                <a:gd name="T53" fmla="*/ 6 h 69"/>
                <a:gd name="T54" fmla="*/ 25 w 118"/>
                <a:gd name="T55" fmla="*/ 11 h 69"/>
                <a:gd name="T56" fmla="*/ 9 w 118"/>
                <a:gd name="T57" fmla="*/ 19 h 69"/>
                <a:gd name="T58" fmla="*/ 2 w 118"/>
                <a:gd name="T59" fmla="*/ 31 h 69"/>
                <a:gd name="T60" fmla="*/ 25 w 118"/>
                <a:gd name="T61" fmla="*/ 69 h 69"/>
                <a:gd name="T62" fmla="*/ 27 w 118"/>
                <a:gd name="T63" fmla="*/ 69 h 69"/>
                <a:gd name="T64" fmla="*/ 37 w 118"/>
                <a:gd name="T65" fmla="*/ 69 h 69"/>
                <a:gd name="T66" fmla="*/ 84 w 118"/>
                <a:gd name="T67" fmla="*/ 58 h 69"/>
                <a:gd name="T68" fmla="*/ 99 w 118"/>
                <a:gd name="T69" fmla="*/ 55 h 69"/>
                <a:gd name="T70" fmla="*/ 94 w 118"/>
                <a:gd name="T71" fmla="*/ 56 h 69"/>
                <a:gd name="T72" fmla="*/ 55 w 118"/>
                <a:gd name="T73" fmla="*/ 64 h 69"/>
                <a:gd name="T74" fmla="*/ 29 w 118"/>
                <a:gd name="T75" fmla="*/ 69 h 69"/>
                <a:gd name="T76" fmla="*/ 27 w 118"/>
                <a:gd name="T77" fmla="*/ 69 h 69"/>
                <a:gd name="T78" fmla="*/ 14 w 118"/>
                <a:gd name="T79" fmla="*/ 65 h 69"/>
                <a:gd name="T80" fmla="*/ 15 w 118"/>
                <a:gd name="T81" fmla="*/ 64 h 69"/>
                <a:gd name="T82" fmla="*/ 27 w 118"/>
                <a:gd name="T83" fmla="*/ 67 h 69"/>
                <a:gd name="T84" fmla="*/ 29 w 118"/>
                <a:gd name="T85" fmla="*/ 68 h 69"/>
                <a:gd name="T86" fmla="*/ 55 w 118"/>
                <a:gd name="T87" fmla="*/ 63 h 69"/>
                <a:gd name="T88" fmla="*/ 95 w 118"/>
                <a:gd name="T89" fmla="*/ 55 h 69"/>
                <a:gd name="T90" fmla="*/ 105 w 118"/>
                <a:gd name="T91" fmla="*/ 50 h 69"/>
                <a:gd name="T92" fmla="*/ 118 w 118"/>
                <a:gd name="T93" fmla="*/ 3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8" h="69">
                  <a:moveTo>
                    <a:pt x="110" y="9"/>
                  </a:moveTo>
                  <a:cubicBezTo>
                    <a:pt x="108" y="6"/>
                    <a:pt x="106" y="4"/>
                    <a:pt x="103" y="3"/>
                  </a:cubicBezTo>
                  <a:cubicBezTo>
                    <a:pt x="101" y="1"/>
                    <a:pt x="98" y="0"/>
                    <a:pt x="95" y="0"/>
                  </a:cubicBezTo>
                  <a:cubicBezTo>
                    <a:pt x="101" y="2"/>
                    <a:pt x="106" y="6"/>
                    <a:pt x="109" y="10"/>
                  </a:cubicBezTo>
                  <a:cubicBezTo>
                    <a:pt x="113" y="15"/>
                    <a:pt x="115" y="20"/>
                    <a:pt x="115" y="26"/>
                  </a:cubicBezTo>
                  <a:cubicBezTo>
                    <a:pt x="116" y="32"/>
                    <a:pt x="115" y="38"/>
                    <a:pt x="111" y="43"/>
                  </a:cubicBezTo>
                  <a:cubicBezTo>
                    <a:pt x="110" y="45"/>
                    <a:pt x="108" y="47"/>
                    <a:pt x="105" y="49"/>
                  </a:cubicBezTo>
                  <a:cubicBezTo>
                    <a:pt x="103" y="51"/>
                    <a:pt x="100" y="52"/>
                    <a:pt x="97" y="53"/>
                  </a:cubicBezTo>
                  <a:cubicBezTo>
                    <a:pt x="97" y="53"/>
                    <a:pt x="96" y="53"/>
                    <a:pt x="95" y="53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56" y="61"/>
                    <a:pt x="74" y="57"/>
                    <a:pt x="90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5" y="53"/>
                    <a:pt x="96" y="53"/>
                    <a:pt x="96" y="53"/>
                  </a:cubicBezTo>
                  <a:cubicBezTo>
                    <a:pt x="97" y="53"/>
                    <a:pt x="98" y="52"/>
                    <a:pt x="98" y="52"/>
                  </a:cubicBezTo>
                  <a:cubicBezTo>
                    <a:pt x="102" y="51"/>
                    <a:pt x="105" y="50"/>
                    <a:pt x="107" y="47"/>
                  </a:cubicBezTo>
                  <a:cubicBezTo>
                    <a:pt x="110" y="45"/>
                    <a:pt x="112" y="42"/>
                    <a:pt x="113" y="39"/>
                  </a:cubicBezTo>
                  <a:cubicBezTo>
                    <a:pt x="114" y="36"/>
                    <a:pt x="115" y="33"/>
                    <a:pt x="115" y="30"/>
                  </a:cubicBezTo>
                  <a:cubicBezTo>
                    <a:pt x="115" y="24"/>
                    <a:pt x="113" y="17"/>
                    <a:pt x="110" y="12"/>
                  </a:cubicBezTo>
                  <a:cubicBezTo>
                    <a:pt x="106" y="7"/>
                    <a:pt x="101" y="3"/>
                    <a:pt x="95" y="1"/>
                  </a:cubicBezTo>
                  <a:cubicBezTo>
                    <a:pt x="94" y="1"/>
                    <a:pt x="92" y="0"/>
                    <a:pt x="91" y="0"/>
                  </a:cubicBezTo>
                  <a:cubicBezTo>
                    <a:pt x="89" y="0"/>
                    <a:pt x="88" y="0"/>
                    <a:pt x="86" y="1"/>
                  </a:cubicBezTo>
                  <a:cubicBezTo>
                    <a:pt x="84" y="2"/>
                    <a:pt x="82" y="3"/>
                    <a:pt x="82" y="4"/>
                  </a:cubicBezTo>
                  <a:cubicBezTo>
                    <a:pt x="82" y="5"/>
                    <a:pt x="83" y="5"/>
                    <a:pt x="84" y="5"/>
                  </a:cubicBezTo>
                  <a:cubicBezTo>
                    <a:pt x="85" y="5"/>
                    <a:pt x="87" y="6"/>
                    <a:pt x="89" y="6"/>
                  </a:cubicBezTo>
                  <a:cubicBezTo>
                    <a:pt x="90" y="6"/>
                    <a:pt x="91" y="6"/>
                    <a:pt x="93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6" y="8"/>
                    <a:pt x="95" y="9"/>
                    <a:pt x="94" y="9"/>
                  </a:cubicBezTo>
                  <a:cubicBezTo>
                    <a:pt x="100" y="12"/>
                    <a:pt x="105" y="17"/>
                    <a:pt x="106" y="23"/>
                  </a:cubicBezTo>
                  <a:cubicBezTo>
                    <a:pt x="107" y="27"/>
                    <a:pt x="107" y="30"/>
                    <a:pt x="107" y="33"/>
                  </a:cubicBezTo>
                  <a:cubicBezTo>
                    <a:pt x="106" y="36"/>
                    <a:pt x="105" y="39"/>
                    <a:pt x="102" y="41"/>
                  </a:cubicBezTo>
                  <a:cubicBezTo>
                    <a:pt x="101" y="42"/>
                    <a:pt x="100" y="43"/>
                    <a:pt x="98" y="44"/>
                  </a:cubicBezTo>
                  <a:cubicBezTo>
                    <a:pt x="97" y="44"/>
                    <a:pt x="96" y="45"/>
                    <a:pt x="95" y="45"/>
                  </a:cubicBezTo>
                  <a:cubicBezTo>
                    <a:pt x="94" y="45"/>
                    <a:pt x="93" y="45"/>
                    <a:pt x="92" y="46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0" y="50"/>
                    <a:pt x="61" y="52"/>
                    <a:pt x="52" y="53"/>
                  </a:cubicBezTo>
                  <a:cubicBezTo>
                    <a:pt x="61" y="52"/>
                    <a:pt x="70" y="50"/>
                    <a:pt x="79" y="48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3" y="45"/>
                    <a:pt x="94" y="45"/>
                    <a:pt x="95" y="45"/>
                  </a:cubicBezTo>
                  <a:cubicBezTo>
                    <a:pt x="96" y="45"/>
                    <a:pt x="97" y="44"/>
                    <a:pt x="98" y="44"/>
                  </a:cubicBezTo>
                  <a:cubicBezTo>
                    <a:pt x="100" y="43"/>
                    <a:pt x="101" y="42"/>
                    <a:pt x="102" y="41"/>
                  </a:cubicBezTo>
                  <a:cubicBezTo>
                    <a:pt x="105" y="39"/>
                    <a:pt x="106" y="36"/>
                    <a:pt x="106" y="33"/>
                  </a:cubicBezTo>
                  <a:cubicBezTo>
                    <a:pt x="107" y="30"/>
                    <a:pt x="107" y="27"/>
                    <a:pt x="106" y="23"/>
                  </a:cubicBezTo>
                  <a:cubicBezTo>
                    <a:pt x="104" y="17"/>
                    <a:pt x="100" y="12"/>
                    <a:pt x="94" y="10"/>
                  </a:cubicBezTo>
                  <a:cubicBezTo>
                    <a:pt x="93" y="10"/>
                    <a:pt x="93" y="11"/>
                    <a:pt x="95" y="12"/>
                  </a:cubicBezTo>
                  <a:cubicBezTo>
                    <a:pt x="96" y="13"/>
                    <a:pt x="97" y="14"/>
                    <a:pt x="98" y="15"/>
                  </a:cubicBezTo>
                  <a:cubicBezTo>
                    <a:pt x="99" y="16"/>
                    <a:pt x="101" y="17"/>
                    <a:pt x="102" y="19"/>
                  </a:cubicBezTo>
                  <a:cubicBezTo>
                    <a:pt x="103" y="21"/>
                    <a:pt x="104" y="24"/>
                    <a:pt x="105" y="26"/>
                  </a:cubicBezTo>
                  <a:cubicBezTo>
                    <a:pt x="105" y="28"/>
                    <a:pt x="105" y="30"/>
                    <a:pt x="105" y="32"/>
                  </a:cubicBezTo>
                  <a:cubicBezTo>
                    <a:pt x="104" y="36"/>
                    <a:pt x="101" y="40"/>
                    <a:pt x="97" y="42"/>
                  </a:cubicBezTo>
                  <a:cubicBezTo>
                    <a:pt x="96" y="42"/>
                    <a:pt x="94" y="43"/>
                    <a:pt x="93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66" y="48"/>
                    <a:pt x="53" y="51"/>
                    <a:pt x="41" y="53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3" y="55"/>
                    <a:pt x="31" y="55"/>
                    <a:pt x="30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6" y="54"/>
                    <a:pt x="25" y="54"/>
                    <a:pt x="25" y="54"/>
                  </a:cubicBezTo>
                  <a:cubicBezTo>
                    <a:pt x="23" y="54"/>
                    <a:pt x="22" y="53"/>
                    <a:pt x="21" y="52"/>
                  </a:cubicBezTo>
                  <a:cubicBezTo>
                    <a:pt x="19" y="51"/>
                    <a:pt x="17" y="48"/>
                    <a:pt x="16" y="45"/>
                  </a:cubicBezTo>
                  <a:cubicBezTo>
                    <a:pt x="15" y="42"/>
                    <a:pt x="15" y="39"/>
                    <a:pt x="16" y="36"/>
                  </a:cubicBezTo>
                  <a:cubicBezTo>
                    <a:pt x="16" y="33"/>
                    <a:pt x="17" y="32"/>
                    <a:pt x="18" y="30"/>
                  </a:cubicBezTo>
                  <a:cubicBezTo>
                    <a:pt x="20" y="28"/>
                    <a:pt x="21" y="27"/>
                    <a:pt x="23" y="26"/>
                  </a:cubicBezTo>
                  <a:cubicBezTo>
                    <a:pt x="24" y="26"/>
                    <a:pt x="24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52" y="20"/>
                    <a:pt x="64" y="17"/>
                    <a:pt x="74" y="15"/>
                  </a:cubicBezTo>
                  <a:cubicBezTo>
                    <a:pt x="91" y="10"/>
                    <a:pt x="84" y="7"/>
                    <a:pt x="66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83" y="5"/>
                    <a:pt x="74" y="3"/>
                    <a:pt x="76" y="1"/>
                  </a:cubicBezTo>
                  <a:cubicBezTo>
                    <a:pt x="67" y="3"/>
                    <a:pt x="58" y="5"/>
                    <a:pt x="49" y="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6" y="14"/>
                    <a:pt x="12" y="16"/>
                    <a:pt x="9" y="19"/>
                  </a:cubicBezTo>
                  <a:cubicBezTo>
                    <a:pt x="8" y="20"/>
                    <a:pt x="7" y="21"/>
                    <a:pt x="7" y="22"/>
                  </a:cubicBezTo>
                  <a:cubicBezTo>
                    <a:pt x="6" y="23"/>
                    <a:pt x="6" y="23"/>
                    <a:pt x="5" y="25"/>
                  </a:cubicBezTo>
                  <a:cubicBezTo>
                    <a:pt x="4" y="26"/>
                    <a:pt x="3" y="29"/>
                    <a:pt x="2" y="31"/>
                  </a:cubicBezTo>
                  <a:cubicBezTo>
                    <a:pt x="0" y="38"/>
                    <a:pt x="1" y="47"/>
                    <a:pt x="4" y="54"/>
                  </a:cubicBezTo>
                  <a:cubicBezTo>
                    <a:pt x="6" y="58"/>
                    <a:pt x="9" y="62"/>
                    <a:pt x="13" y="64"/>
                  </a:cubicBezTo>
                  <a:cubicBezTo>
                    <a:pt x="16" y="67"/>
                    <a:pt x="21" y="68"/>
                    <a:pt x="25" y="69"/>
                  </a:cubicBezTo>
                  <a:cubicBezTo>
                    <a:pt x="25" y="69"/>
                    <a:pt x="26" y="69"/>
                    <a:pt x="26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9"/>
                    <a:pt x="29" y="69"/>
                    <a:pt x="30" y="69"/>
                  </a:cubicBezTo>
                  <a:cubicBezTo>
                    <a:pt x="32" y="69"/>
                    <a:pt x="35" y="69"/>
                    <a:pt x="37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7" y="56"/>
                    <a:pt x="98" y="55"/>
                    <a:pt x="99" y="55"/>
                  </a:cubicBezTo>
                  <a:cubicBezTo>
                    <a:pt x="99" y="55"/>
                    <a:pt x="100" y="55"/>
                    <a:pt x="100" y="54"/>
                  </a:cubicBezTo>
                  <a:cubicBezTo>
                    <a:pt x="99" y="55"/>
                    <a:pt x="98" y="55"/>
                    <a:pt x="97" y="55"/>
                  </a:cubicBezTo>
                  <a:cubicBezTo>
                    <a:pt x="95" y="56"/>
                    <a:pt x="95" y="56"/>
                    <a:pt x="94" y="56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4" y="69"/>
                    <a:pt x="32" y="69"/>
                    <a:pt x="29" y="69"/>
                  </a:cubicBezTo>
                  <a:cubicBezTo>
                    <a:pt x="28" y="69"/>
                    <a:pt x="28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9"/>
                    <a:pt x="26" y="68"/>
                    <a:pt x="26" y="68"/>
                  </a:cubicBezTo>
                  <a:cubicBezTo>
                    <a:pt x="24" y="68"/>
                    <a:pt x="23" y="68"/>
                    <a:pt x="22" y="68"/>
                  </a:cubicBezTo>
                  <a:cubicBezTo>
                    <a:pt x="19" y="67"/>
                    <a:pt x="17" y="66"/>
                    <a:pt x="14" y="65"/>
                  </a:cubicBezTo>
                  <a:cubicBezTo>
                    <a:pt x="9" y="62"/>
                    <a:pt x="6" y="57"/>
                    <a:pt x="4" y="52"/>
                  </a:cubicBezTo>
                  <a:cubicBezTo>
                    <a:pt x="4" y="52"/>
                    <a:pt x="5" y="53"/>
                    <a:pt x="4" y="52"/>
                  </a:cubicBezTo>
                  <a:cubicBezTo>
                    <a:pt x="6" y="57"/>
                    <a:pt x="10" y="61"/>
                    <a:pt x="15" y="64"/>
                  </a:cubicBezTo>
                  <a:cubicBezTo>
                    <a:pt x="17" y="65"/>
                    <a:pt x="19" y="66"/>
                    <a:pt x="22" y="67"/>
                  </a:cubicBezTo>
                  <a:cubicBezTo>
                    <a:pt x="23" y="67"/>
                    <a:pt x="25" y="67"/>
                    <a:pt x="26" y="67"/>
                  </a:cubicBezTo>
                  <a:cubicBezTo>
                    <a:pt x="26" y="67"/>
                    <a:pt x="27" y="67"/>
                    <a:pt x="27" y="67"/>
                  </a:cubicBezTo>
                  <a:cubicBezTo>
                    <a:pt x="27" y="68"/>
                    <a:pt x="27" y="67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9" y="68"/>
                    <a:pt x="29" y="68"/>
                  </a:cubicBezTo>
                  <a:cubicBezTo>
                    <a:pt x="32" y="68"/>
                    <a:pt x="34" y="68"/>
                    <a:pt x="37" y="67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3" y="62"/>
                    <a:pt x="71" y="60"/>
                    <a:pt x="79" y="58"/>
                  </a:cubicBezTo>
                  <a:cubicBezTo>
                    <a:pt x="83" y="58"/>
                    <a:pt x="87" y="57"/>
                    <a:pt x="91" y="56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7" y="54"/>
                    <a:pt x="97" y="54"/>
                    <a:pt x="98" y="54"/>
                  </a:cubicBezTo>
                  <a:cubicBezTo>
                    <a:pt x="101" y="53"/>
                    <a:pt x="103" y="52"/>
                    <a:pt x="105" y="50"/>
                  </a:cubicBezTo>
                  <a:cubicBezTo>
                    <a:pt x="106" y="51"/>
                    <a:pt x="106" y="51"/>
                    <a:pt x="106" y="51"/>
                  </a:cubicBezTo>
                  <a:cubicBezTo>
                    <a:pt x="109" y="49"/>
                    <a:pt x="112" y="46"/>
                    <a:pt x="114" y="42"/>
                  </a:cubicBezTo>
                  <a:cubicBezTo>
                    <a:pt x="116" y="39"/>
                    <a:pt x="117" y="35"/>
                    <a:pt x="118" y="31"/>
                  </a:cubicBezTo>
                  <a:cubicBezTo>
                    <a:pt x="118" y="23"/>
                    <a:pt x="115" y="15"/>
                    <a:pt x="110" y="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1" name="Freeform 26">
              <a:extLst>
                <a:ext uri="{FF2B5EF4-FFF2-40B4-BE49-F238E27FC236}">
                  <a16:creationId xmlns:a16="http://schemas.microsoft.com/office/drawing/2014/main" id="{5BFB6B1A-D62A-7BB3-A923-B777047FC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2193926"/>
              <a:ext cx="431800" cy="266700"/>
            </a:xfrm>
            <a:custGeom>
              <a:avLst/>
              <a:gdLst>
                <a:gd name="T0" fmla="*/ 26 w 115"/>
                <a:gd name="T1" fmla="*/ 58 h 71"/>
                <a:gd name="T2" fmla="*/ 20 w 115"/>
                <a:gd name="T3" fmla="*/ 56 h 71"/>
                <a:gd name="T4" fmla="*/ 1 w 115"/>
                <a:gd name="T5" fmla="*/ 25 h 71"/>
                <a:gd name="T6" fmla="*/ 13 w 115"/>
                <a:gd name="T7" fmla="*/ 5 h 71"/>
                <a:gd name="T8" fmla="*/ 13 w 115"/>
                <a:gd name="T9" fmla="*/ 6 h 71"/>
                <a:gd name="T10" fmla="*/ 2 w 115"/>
                <a:gd name="T11" fmla="*/ 26 h 71"/>
                <a:gd name="T12" fmla="*/ 21 w 115"/>
                <a:gd name="T13" fmla="*/ 56 h 71"/>
                <a:gd name="T14" fmla="*/ 24 w 115"/>
                <a:gd name="T15" fmla="*/ 57 h 71"/>
                <a:gd name="T16" fmla="*/ 58 w 115"/>
                <a:gd name="T17" fmla="*/ 64 h 71"/>
                <a:gd name="T18" fmla="*/ 80 w 115"/>
                <a:gd name="T19" fmla="*/ 70 h 71"/>
                <a:gd name="T20" fmla="*/ 97 w 115"/>
                <a:gd name="T21" fmla="*/ 70 h 71"/>
                <a:gd name="T22" fmla="*/ 96 w 115"/>
                <a:gd name="T23" fmla="*/ 68 h 71"/>
                <a:gd name="T24" fmla="*/ 81 w 115"/>
                <a:gd name="T25" fmla="*/ 68 h 71"/>
                <a:gd name="T26" fmla="*/ 23 w 115"/>
                <a:gd name="T27" fmla="*/ 55 h 71"/>
                <a:gd name="T28" fmla="*/ 19 w 115"/>
                <a:gd name="T29" fmla="*/ 54 h 71"/>
                <a:gd name="T30" fmla="*/ 4 w 115"/>
                <a:gd name="T31" fmla="*/ 31 h 71"/>
                <a:gd name="T32" fmla="*/ 21 w 115"/>
                <a:gd name="T33" fmla="*/ 54 h 71"/>
                <a:gd name="T34" fmla="*/ 32 w 115"/>
                <a:gd name="T35" fmla="*/ 57 h 71"/>
                <a:gd name="T36" fmla="*/ 80 w 115"/>
                <a:gd name="T37" fmla="*/ 68 h 71"/>
                <a:gd name="T38" fmla="*/ 109 w 115"/>
                <a:gd name="T39" fmla="*/ 57 h 71"/>
                <a:gd name="T40" fmla="*/ 111 w 115"/>
                <a:gd name="T41" fmla="*/ 44 h 71"/>
                <a:gd name="T42" fmla="*/ 105 w 115"/>
                <a:gd name="T43" fmla="*/ 53 h 71"/>
                <a:gd name="T44" fmla="*/ 94 w 115"/>
                <a:gd name="T45" fmla="*/ 60 h 71"/>
                <a:gd name="T46" fmla="*/ 80 w 115"/>
                <a:gd name="T47" fmla="*/ 59 h 71"/>
                <a:gd name="T48" fmla="*/ 37 w 115"/>
                <a:gd name="T49" fmla="*/ 50 h 71"/>
                <a:gd name="T50" fmla="*/ 25 w 115"/>
                <a:gd name="T51" fmla="*/ 47 h 71"/>
                <a:gd name="T52" fmla="*/ 24 w 115"/>
                <a:gd name="T53" fmla="*/ 46 h 71"/>
                <a:gd name="T54" fmla="*/ 74 w 115"/>
                <a:gd name="T55" fmla="*/ 58 h 71"/>
                <a:gd name="T56" fmla="*/ 85 w 115"/>
                <a:gd name="T57" fmla="*/ 60 h 71"/>
                <a:gd name="T58" fmla="*/ 99 w 115"/>
                <a:gd name="T59" fmla="*/ 54 h 71"/>
                <a:gd name="T60" fmla="*/ 76 w 115"/>
                <a:gd name="T61" fmla="*/ 56 h 71"/>
                <a:gd name="T62" fmla="*/ 26 w 115"/>
                <a:gd name="T63" fmla="*/ 45 h 71"/>
                <a:gd name="T64" fmla="*/ 24 w 115"/>
                <a:gd name="T65" fmla="*/ 44 h 71"/>
                <a:gd name="T66" fmla="*/ 15 w 115"/>
                <a:gd name="T67" fmla="*/ 27 h 71"/>
                <a:gd name="T68" fmla="*/ 21 w 115"/>
                <a:gd name="T69" fmla="*/ 16 h 71"/>
                <a:gd name="T70" fmla="*/ 33 w 115"/>
                <a:gd name="T71" fmla="*/ 14 h 71"/>
                <a:gd name="T72" fmla="*/ 42 w 115"/>
                <a:gd name="T73" fmla="*/ 16 h 71"/>
                <a:gd name="T74" fmla="*/ 93 w 115"/>
                <a:gd name="T75" fmla="*/ 27 h 71"/>
                <a:gd name="T76" fmla="*/ 104 w 115"/>
                <a:gd name="T77" fmla="*/ 42 h 71"/>
                <a:gd name="T78" fmla="*/ 106 w 115"/>
                <a:gd name="T79" fmla="*/ 44 h 71"/>
                <a:gd name="T80" fmla="*/ 107 w 115"/>
                <a:gd name="T81" fmla="*/ 27 h 71"/>
                <a:gd name="T82" fmla="*/ 112 w 115"/>
                <a:gd name="T83" fmla="*/ 39 h 71"/>
                <a:gd name="T84" fmla="*/ 109 w 115"/>
                <a:gd name="T85" fmla="*/ 22 h 71"/>
                <a:gd name="T86" fmla="*/ 96 w 115"/>
                <a:gd name="T87" fmla="*/ 14 h 71"/>
                <a:gd name="T88" fmla="*/ 47 w 115"/>
                <a:gd name="T89" fmla="*/ 3 h 71"/>
                <a:gd name="T90" fmla="*/ 34 w 115"/>
                <a:gd name="T91" fmla="*/ 0 h 71"/>
                <a:gd name="T92" fmla="*/ 14 w 115"/>
                <a:gd name="T93" fmla="*/ 4 h 71"/>
                <a:gd name="T94" fmla="*/ 1 w 115"/>
                <a:gd name="T95" fmla="*/ 25 h 71"/>
                <a:gd name="T96" fmla="*/ 17 w 115"/>
                <a:gd name="T97" fmla="*/ 56 h 71"/>
                <a:gd name="T98" fmla="*/ 23 w 115"/>
                <a:gd name="T99" fmla="*/ 58 h 71"/>
                <a:gd name="T100" fmla="*/ 56 w 115"/>
                <a:gd name="T101" fmla="*/ 6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5" h="71">
                  <a:moveTo>
                    <a:pt x="56" y="65"/>
                  </a:moveTo>
                  <a:cubicBezTo>
                    <a:pt x="32" y="59"/>
                    <a:pt x="32" y="59"/>
                    <a:pt x="32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1" y="57"/>
                    <a:pt x="20" y="57"/>
                    <a:pt x="20" y="56"/>
                  </a:cubicBezTo>
                  <a:cubicBezTo>
                    <a:pt x="14" y="55"/>
                    <a:pt x="10" y="51"/>
                    <a:pt x="7" y="47"/>
                  </a:cubicBezTo>
                  <a:cubicBezTo>
                    <a:pt x="4" y="43"/>
                    <a:pt x="2" y="38"/>
                    <a:pt x="1" y="33"/>
                  </a:cubicBezTo>
                  <a:cubicBezTo>
                    <a:pt x="1" y="30"/>
                    <a:pt x="1" y="28"/>
                    <a:pt x="1" y="25"/>
                  </a:cubicBezTo>
                  <a:cubicBezTo>
                    <a:pt x="1" y="24"/>
                    <a:pt x="1" y="23"/>
                    <a:pt x="2" y="22"/>
                  </a:cubicBezTo>
                  <a:cubicBezTo>
                    <a:pt x="2" y="20"/>
                    <a:pt x="2" y="19"/>
                    <a:pt x="3" y="18"/>
                  </a:cubicBezTo>
                  <a:cubicBezTo>
                    <a:pt x="5" y="13"/>
                    <a:pt x="9" y="8"/>
                    <a:pt x="13" y="5"/>
                  </a:cubicBezTo>
                  <a:cubicBezTo>
                    <a:pt x="17" y="2"/>
                    <a:pt x="22" y="1"/>
                    <a:pt x="28" y="0"/>
                  </a:cubicBezTo>
                  <a:cubicBezTo>
                    <a:pt x="27" y="0"/>
                    <a:pt x="26" y="1"/>
                    <a:pt x="28" y="1"/>
                  </a:cubicBezTo>
                  <a:cubicBezTo>
                    <a:pt x="23" y="1"/>
                    <a:pt x="18" y="3"/>
                    <a:pt x="13" y="6"/>
                  </a:cubicBezTo>
                  <a:cubicBezTo>
                    <a:pt x="9" y="9"/>
                    <a:pt x="6" y="13"/>
                    <a:pt x="4" y="18"/>
                  </a:cubicBezTo>
                  <a:cubicBezTo>
                    <a:pt x="3" y="19"/>
                    <a:pt x="3" y="21"/>
                    <a:pt x="3" y="22"/>
                  </a:cubicBezTo>
                  <a:cubicBezTo>
                    <a:pt x="2" y="23"/>
                    <a:pt x="2" y="24"/>
                    <a:pt x="2" y="26"/>
                  </a:cubicBezTo>
                  <a:cubicBezTo>
                    <a:pt x="2" y="28"/>
                    <a:pt x="2" y="31"/>
                    <a:pt x="2" y="33"/>
                  </a:cubicBezTo>
                  <a:cubicBezTo>
                    <a:pt x="3" y="38"/>
                    <a:pt x="5" y="43"/>
                    <a:pt x="8" y="47"/>
                  </a:cubicBezTo>
                  <a:cubicBezTo>
                    <a:pt x="11" y="51"/>
                    <a:pt x="15" y="55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41" y="61"/>
                    <a:pt x="49" y="62"/>
                    <a:pt x="58" y="64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1" y="71"/>
                    <a:pt x="82" y="71"/>
                  </a:cubicBezTo>
                  <a:cubicBezTo>
                    <a:pt x="83" y="71"/>
                    <a:pt x="84" y="71"/>
                    <a:pt x="85" y="71"/>
                  </a:cubicBezTo>
                  <a:cubicBezTo>
                    <a:pt x="89" y="71"/>
                    <a:pt x="93" y="71"/>
                    <a:pt x="97" y="70"/>
                  </a:cubicBezTo>
                  <a:cubicBezTo>
                    <a:pt x="101" y="68"/>
                    <a:pt x="103" y="66"/>
                    <a:pt x="105" y="64"/>
                  </a:cubicBezTo>
                  <a:cubicBezTo>
                    <a:pt x="107" y="62"/>
                    <a:pt x="109" y="60"/>
                    <a:pt x="110" y="58"/>
                  </a:cubicBezTo>
                  <a:cubicBezTo>
                    <a:pt x="106" y="63"/>
                    <a:pt x="102" y="66"/>
                    <a:pt x="96" y="68"/>
                  </a:cubicBezTo>
                  <a:cubicBezTo>
                    <a:pt x="93" y="69"/>
                    <a:pt x="90" y="69"/>
                    <a:pt x="87" y="69"/>
                  </a:cubicBezTo>
                  <a:cubicBezTo>
                    <a:pt x="86" y="69"/>
                    <a:pt x="84" y="69"/>
                    <a:pt x="83" y="69"/>
                  </a:cubicBezTo>
                  <a:cubicBezTo>
                    <a:pt x="82" y="69"/>
                    <a:pt x="82" y="68"/>
                    <a:pt x="81" y="68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0" y="66"/>
                    <a:pt x="61" y="63"/>
                    <a:pt x="51" y="61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8" y="53"/>
                    <a:pt x="17" y="53"/>
                    <a:pt x="16" y="52"/>
                  </a:cubicBezTo>
                  <a:cubicBezTo>
                    <a:pt x="13" y="50"/>
                    <a:pt x="11" y="48"/>
                    <a:pt x="9" y="46"/>
                  </a:cubicBezTo>
                  <a:cubicBezTo>
                    <a:pt x="6" y="42"/>
                    <a:pt x="4" y="36"/>
                    <a:pt x="4" y="31"/>
                  </a:cubicBezTo>
                  <a:cubicBezTo>
                    <a:pt x="4" y="35"/>
                    <a:pt x="5" y="40"/>
                    <a:pt x="8" y="44"/>
                  </a:cubicBezTo>
                  <a:cubicBezTo>
                    <a:pt x="11" y="48"/>
                    <a:pt x="15" y="52"/>
                    <a:pt x="20" y="54"/>
                  </a:cubicBezTo>
                  <a:cubicBezTo>
                    <a:pt x="20" y="54"/>
                    <a:pt x="21" y="54"/>
                    <a:pt x="21" y="54"/>
                  </a:cubicBezTo>
                  <a:cubicBezTo>
                    <a:pt x="22" y="54"/>
                    <a:pt x="23" y="54"/>
                    <a:pt x="23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7" y="58"/>
                    <a:pt x="41" y="58"/>
                    <a:pt x="44" y="59"/>
                  </a:cubicBezTo>
                  <a:cubicBezTo>
                    <a:pt x="55" y="62"/>
                    <a:pt x="66" y="64"/>
                    <a:pt x="76" y="67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1" y="68"/>
                    <a:pt x="83" y="68"/>
                    <a:pt x="84" y="68"/>
                  </a:cubicBezTo>
                  <a:cubicBezTo>
                    <a:pt x="87" y="69"/>
                    <a:pt x="91" y="69"/>
                    <a:pt x="94" y="68"/>
                  </a:cubicBezTo>
                  <a:cubicBezTo>
                    <a:pt x="100" y="66"/>
                    <a:pt x="105" y="62"/>
                    <a:pt x="109" y="57"/>
                  </a:cubicBezTo>
                  <a:cubicBezTo>
                    <a:pt x="110" y="56"/>
                    <a:pt x="111" y="55"/>
                    <a:pt x="111" y="54"/>
                  </a:cubicBezTo>
                  <a:cubicBezTo>
                    <a:pt x="112" y="52"/>
                    <a:pt x="112" y="51"/>
                    <a:pt x="112" y="49"/>
                  </a:cubicBezTo>
                  <a:cubicBezTo>
                    <a:pt x="112" y="47"/>
                    <a:pt x="112" y="45"/>
                    <a:pt x="111" y="44"/>
                  </a:cubicBezTo>
                  <a:cubicBezTo>
                    <a:pt x="110" y="44"/>
                    <a:pt x="110" y="45"/>
                    <a:pt x="109" y="46"/>
                  </a:cubicBezTo>
                  <a:cubicBezTo>
                    <a:pt x="109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5" y="53"/>
                  </a:cubicBezTo>
                  <a:cubicBezTo>
                    <a:pt x="104" y="55"/>
                    <a:pt x="103" y="55"/>
                    <a:pt x="103" y="55"/>
                  </a:cubicBezTo>
                  <a:cubicBezTo>
                    <a:pt x="102" y="56"/>
                    <a:pt x="102" y="55"/>
                    <a:pt x="102" y="54"/>
                  </a:cubicBezTo>
                  <a:cubicBezTo>
                    <a:pt x="100" y="57"/>
                    <a:pt x="97" y="58"/>
                    <a:pt x="94" y="60"/>
                  </a:cubicBezTo>
                  <a:cubicBezTo>
                    <a:pt x="91" y="61"/>
                    <a:pt x="88" y="61"/>
                    <a:pt x="85" y="60"/>
                  </a:cubicBezTo>
                  <a:cubicBezTo>
                    <a:pt x="84" y="60"/>
                    <a:pt x="83" y="60"/>
                    <a:pt x="82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54"/>
                    <a:pt x="46" y="52"/>
                    <a:pt x="37" y="50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0" y="45"/>
                    <a:pt x="18" y="43"/>
                    <a:pt x="16" y="40"/>
                  </a:cubicBezTo>
                  <a:cubicBezTo>
                    <a:pt x="18" y="43"/>
                    <a:pt x="21" y="45"/>
                    <a:pt x="24" y="46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3" y="60"/>
                    <a:pt x="84" y="60"/>
                    <a:pt x="85" y="60"/>
                  </a:cubicBezTo>
                  <a:cubicBezTo>
                    <a:pt x="88" y="61"/>
                    <a:pt x="91" y="60"/>
                    <a:pt x="94" y="59"/>
                  </a:cubicBezTo>
                  <a:cubicBezTo>
                    <a:pt x="97" y="58"/>
                    <a:pt x="99" y="56"/>
                    <a:pt x="101" y="53"/>
                  </a:cubicBezTo>
                  <a:cubicBezTo>
                    <a:pt x="101" y="53"/>
                    <a:pt x="101" y="52"/>
                    <a:pt x="99" y="54"/>
                  </a:cubicBezTo>
                  <a:cubicBezTo>
                    <a:pt x="97" y="55"/>
                    <a:pt x="94" y="57"/>
                    <a:pt x="90" y="58"/>
                  </a:cubicBezTo>
                  <a:cubicBezTo>
                    <a:pt x="88" y="58"/>
                    <a:pt x="85" y="58"/>
                    <a:pt x="83" y="58"/>
                  </a:cubicBezTo>
                  <a:cubicBezTo>
                    <a:pt x="81" y="57"/>
                    <a:pt x="78" y="57"/>
                    <a:pt x="76" y="56"/>
                  </a:cubicBezTo>
                  <a:cubicBezTo>
                    <a:pt x="64" y="53"/>
                    <a:pt x="51" y="50"/>
                    <a:pt x="38" y="47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4"/>
                    <a:pt x="22" y="43"/>
                    <a:pt x="21" y="43"/>
                  </a:cubicBezTo>
                  <a:cubicBezTo>
                    <a:pt x="18" y="41"/>
                    <a:pt x="16" y="37"/>
                    <a:pt x="15" y="32"/>
                  </a:cubicBezTo>
                  <a:cubicBezTo>
                    <a:pt x="15" y="30"/>
                    <a:pt x="15" y="29"/>
                    <a:pt x="15" y="27"/>
                  </a:cubicBezTo>
                  <a:cubicBezTo>
                    <a:pt x="15" y="26"/>
                    <a:pt x="15" y="25"/>
                    <a:pt x="15" y="25"/>
                  </a:cubicBezTo>
                  <a:cubicBezTo>
                    <a:pt x="15" y="24"/>
                    <a:pt x="16" y="23"/>
                    <a:pt x="16" y="23"/>
                  </a:cubicBezTo>
                  <a:cubicBezTo>
                    <a:pt x="17" y="20"/>
                    <a:pt x="19" y="18"/>
                    <a:pt x="21" y="16"/>
                  </a:cubicBezTo>
                  <a:cubicBezTo>
                    <a:pt x="24" y="15"/>
                    <a:pt x="27" y="14"/>
                    <a:pt x="30" y="14"/>
                  </a:cubicBezTo>
                  <a:cubicBezTo>
                    <a:pt x="31" y="14"/>
                    <a:pt x="32" y="14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55" y="19"/>
                    <a:pt x="67" y="22"/>
                    <a:pt x="79" y="24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4" y="28"/>
                    <a:pt x="95" y="28"/>
                    <a:pt x="96" y="28"/>
                  </a:cubicBezTo>
                  <a:cubicBezTo>
                    <a:pt x="99" y="30"/>
                    <a:pt x="101" y="32"/>
                    <a:pt x="102" y="36"/>
                  </a:cubicBezTo>
                  <a:cubicBezTo>
                    <a:pt x="103" y="39"/>
                    <a:pt x="104" y="41"/>
                    <a:pt x="104" y="42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3"/>
                    <a:pt x="105" y="44"/>
                    <a:pt x="105" y="44"/>
                  </a:cubicBezTo>
                  <a:cubicBezTo>
                    <a:pt x="105" y="44"/>
                    <a:pt x="105" y="44"/>
                    <a:pt x="106" y="44"/>
                  </a:cubicBezTo>
                  <a:cubicBezTo>
                    <a:pt x="107" y="43"/>
                    <a:pt x="108" y="41"/>
                    <a:pt x="108" y="38"/>
                  </a:cubicBezTo>
                  <a:cubicBezTo>
                    <a:pt x="109" y="36"/>
                    <a:pt x="109" y="32"/>
                    <a:pt x="106" y="28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9" y="29"/>
                    <a:pt x="110" y="31"/>
                    <a:pt x="110" y="32"/>
                  </a:cubicBezTo>
                  <a:cubicBezTo>
                    <a:pt x="111" y="34"/>
                    <a:pt x="111" y="35"/>
                    <a:pt x="111" y="36"/>
                  </a:cubicBezTo>
                  <a:cubicBezTo>
                    <a:pt x="112" y="38"/>
                    <a:pt x="112" y="39"/>
                    <a:pt x="112" y="39"/>
                  </a:cubicBezTo>
                  <a:cubicBezTo>
                    <a:pt x="113" y="39"/>
                    <a:pt x="114" y="37"/>
                    <a:pt x="115" y="38"/>
                  </a:cubicBezTo>
                  <a:cubicBezTo>
                    <a:pt x="115" y="35"/>
                    <a:pt x="115" y="33"/>
                    <a:pt x="114" y="30"/>
                  </a:cubicBezTo>
                  <a:cubicBezTo>
                    <a:pt x="113" y="27"/>
                    <a:pt x="111" y="24"/>
                    <a:pt x="109" y="22"/>
                  </a:cubicBezTo>
                  <a:cubicBezTo>
                    <a:pt x="107" y="20"/>
                    <a:pt x="105" y="18"/>
                    <a:pt x="102" y="16"/>
                  </a:cubicBezTo>
                  <a:cubicBezTo>
                    <a:pt x="101" y="16"/>
                    <a:pt x="99" y="15"/>
                    <a:pt x="98" y="14"/>
                  </a:cubicBezTo>
                  <a:cubicBezTo>
                    <a:pt x="97" y="14"/>
                    <a:pt x="97" y="14"/>
                    <a:pt x="96" y="14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9" y="0"/>
                    <a:pt x="27" y="0"/>
                    <a:pt x="25" y="0"/>
                  </a:cubicBezTo>
                  <a:cubicBezTo>
                    <a:pt x="21" y="1"/>
                    <a:pt x="17" y="2"/>
                    <a:pt x="14" y="4"/>
                  </a:cubicBezTo>
                  <a:cubicBezTo>
                    <a:pt x="10" y="6"/>
                    <a:pt x="7" y="9"/>
                    <a:pt x="5" y="13"/>
                  </a:cubicBezTo>
                  <a:cubicBezTo>
                    <a:pt x="4" y="15"/>
                    <a:pt x="3" y="17"/>
                    <a:pt x="2" y="19"/>
                  </a:cubicBezTo>
                  <a:cubicBezTo>
                    <a:pt x="1" y="21"/>
                    <a:pt x="1" y="23"/>
                    <a:pt x="1" y="25"/>
                  </a:cubicBezTo>
                  <a:cubicBezTo>
                    <a:pt x="0" y="29"/>
                    <a:pt x="1" y="33"/>
                    <a:pt x="2" y="37"/>
                  </a:cubicBezTo>
                  <a:cubicBezTo>
                    <a:pt x="3" y="41"/>
                    <a:pt x="4" y="45"/>
                    <a:pt x="7" y="48"/>
                  </a:cubicBezTo>
                  <a:cubicBezTo>
                    <a:pt x="10" y="51"/>
                    <a:pt x="13" y="54"/>
                    <a:pt x="17" y="56"/>
                  </a:cubicBezTo>
                  <a:cubicBezTo>
                    <a:pt x="18" y="56"/>
                    <a:pt x="19" y="57"/>
                    <a:pt x="20" y="57"/>
                  </a:cubicBezTo>
                  <a:cubicBezTo>
                    <a:pt x="21" y="57"/>
                    <a:pt x="21" y="57"/>
                    <a:pt x="22" y="57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37" y="61"/>
                    <a:pt x="37" y="61"/>
                    <a:pt x="37" y="61"/>
                  </a:cubicBezTo>
                  <a:lnTo>
                    <a:pt x="56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2" name="Freeform 27">
              <a:extLst>
                <a:ext uri="{FF2B5EF4-FFF2-40B4-BE49-F238E27FC236}">
                  <a16:creationId xmlns:a16="http://schemas.microsoft.com/office/drawing/2014/main" id="{BE147CAD-E16A-BDC3-2DB3-D4EB7C822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3713" y="1300163"/>
              <a:ext cx="363538" cy="390525"/>
            </a:xfrm>
            <a:custGeom>
              <a:avLst/>
              <a:gdLst>
                <a:gd name="T0" fmla="*/ 86 w 97"/>
                <a:gd name="T1" fmla="*/ 48 h 104"/>
                <a:gd name="T2" fmla="*/ 56 w 97"/>
                <a:gd name="T3" fmla="*/ 83 h 104"/>
                <a:gd name="T4" fmla="*/ 48 w 97"/>
                <a:gd name="T5" fmla="*/ 93 h 104"/>
                <a:gd name="T6" fmla="*/ 31 w 97"/>
                <a:gd name="T7" fmla="*/ 101 h 104"/>
                <a:gd name="T8" fmla="*/ 43 w 97"/>
                <a:gd name="T9" fmla="*/ 97 h 104"/>
                <a:gd name="T10" fmla="*/ 49 w 97"/>
                <a:gd name="T11" fmla="*/ 92 h 104"/>
                <a:gd name="T12" fmla="*/ 82 w 97"/>
                <a:gd name="T13" fmla="*/ 52 h 104"/>
                <a:gd name="T14" fmla="*/ 86 w 97"/>
                <a:gd name="T15" fmla="*/ 47 h 104"/>
                <a:gd name="T16" fmla="*/ 93 w 97"/>
                <a:gd name="T17" fmla="*/ 20 h 104"/>
                <a:gd name="T18" fmla="*/ 83 w 97"/>
                <a:gd name="T19" fmla="*/ 11 h 104"/>
                <a:gd name="T20" fmla="*/ 87 w 97"/>
                <a:gd name="T21" fmla="*/ 21 h 104"/>
                <a:gd name="T22" fmla="*/ 80 w 97"/>
                <a:gd name="T23" fmla="*/ 42 h 104"/>
                <a:gd name="T24" fmla="*/ 44 w 97"/>
                <a:gd name="T25" fmla="*/ 85 h 104"/>
                <a:gd name="T26" fmla="*/ 40 w 97"/>
                <a:gd name="T27" fmla="*/ 89 h 104"/>
                <a:gd name="T28" fmla="*/ 41 w 97"/>
                <a:gd name="T29" fmla="*/ 88 h 104"/>
                <a:gd name="T30" fmla="*/ 44 w 97"/>
                <a:gd name="T31" fmla="*/ 85 h 104"/>
                <a:gd name="T32" fmla="*/ 80 w 97"/>
                <a:gd name="T33" fmla="*/ 42 h 104"/>
                <a:gd name="T34" fmla="*/ 83 w 97"/>
                <a:gd name="T35" fmla="*/ 30 h 104"/>
                <a:gd name="T36" fmla="*/ 78 w 97"/>
                <a:gd name="T37" fmla="*/ 41 h 104"/>
                <a:gd name="T38" fmla="*/ 47 w 97"/>
                <a:gd name="T39" fmla="*/ 77 h 104"/>
                <a:gd name="T40" fmla="*/ 38 w 97"/>
                <a:gd name="T41" fmla="*/ 87 h 104"/>
                <a:gd name="T42" fmla="*/ 20 w 97"/>
                <a:gd name="T43" fmla="*/ 87 h 104"/>
                <a:gd name="T44" fmla="*/ 19 w 97"/>
                <a:gd name="T45" fmla="*/ 86 h 104"/>
                <a:gd name="T46" fmla="*/ 18 w 97"/>
                <a:gd name="T47" fmla="*/ 85 h 104"/>
                <a:gd name="T48" fmla="*/ 15 w 97"/>
                <a:gd name="T49" fmla="*/ 74 h 104"/>
                <a:gd name="T50" fmla="*/ 20 w 97"/>
                <a:gd name="T51" fmla="*/ 62 h 104"/>
                <a:gd name="T52" fmla="*/ 50 w 97"/>
                <a:gd name="T53" fmla="*/ 24 h 104"/>
                <a:gd name="T54" fmla="*/ 56 w 97"/>
                <a:gd name="T55" fmla="*/ 17 h 104"/>
                <a:gd name="T56" fmla="*/ 60 w 97"/>
                <a:gd name="T57" fmla="*/ 14 h 104"/>
                <a:gd name="T58" fmla="*/ 79 w 97"/>
                <a:gd name="T59" fmla="*/ 16 h 104"/>
                <a:gd name="T60" fmla="*/ 66 w 97"/>
                <a:gd name="T61" fmla="*/ 6 h 104"/>
                <a:gd name="T62" fmla="*/ 79 w 97"/>
                <a:gd name="T63" fmla="*/ 7 h 104"/>
                <a:gd name="T64" fmla="*/ 55 w 97"/>
                <a:gd name="T65" fmla="*/ 1 h 104"/>
                <a:gd name="T66" fmla="*/ 43 w 97"/>
                <a:gd name="T67" fmla="*/ 10 h 104"/>
                <a:gd name="T68" fmla="*/ 10 w 97"/>
                <a:gd name="T69" fmla="*/ 52 h 104"/>
                <a:gd name="T70" fmla="*/ 7 w 97"/>
                <a:gd name="T71" fmla="*/ 56 h 104"/>
                <a:gd name="T72" fmla="*/ 2 w 97"/>
                <a:gd name="T73" fmla="*/ 85 h 104"/>
                <a:gd name="T74" fmla="*/ 11 w 97"/>
                <a:gd name="T75" fmla="*/ 98 h 104"/>
                <a:gd name="T76" fmla="*/ 31 w 97"/>
                <a:gd name="T77" fmla="*/ 103 h 104"/>
                <a:gd name="T78" fmla="*/ 50 w 97"/>
                <a:gd name="T79" fmla="*/ 95 h 104"/>
                <a:gd name="T80" fmla="*/ 58 w 97"/>
                <a:gd name="T81" fmla="*/ 84 h 104"/>
                <a:gd name="T82" fmla="*/ 51 w 97"/>
                <a:gd name="T83" fmla="*/ 93 h 104"/>
                <a:gd name="T84" fmla="*/ 49 w 97"/>
                <a:gd name="T85" fmla="*/ 96 h 104"/>
                <a:gd name="T86" fmla="*/ 16 w 97"/>
                <a:gd name="T87" fmla="*/ 100 h 104"/>
                <a:gd name="T88" fmla="*/ 10 w 97"/>
                <a:gd name="T89" fmla="*/ 97 h 104"/>
                <a:gd name="T90" fmla="*/ 4 w 97"/>
                <a:gd name="T91" fmla="*/ 89 h 104"/>
                <a:gd name="T92" fmla="*/ 6 w 97"/>
                <a:gd name="T93" fmla="*/ 59 h 104"/>
                <a:gd name="T94" fmla="*/ 7 w 97"/>
                <a:gd name="T95" fmla="*/ 92 h 104"/>
                <a:gd name="T96" fmla="*/ 10 w 97"/>
                <a:gd name="T97" fmla="*/ 95 h 104"/>
                <a:gd name="T98" fmla="*/ 13 w 97"/>
                <a:gd name="T99" fmla="*/ 97 h 104"/>
                <a:gd name="T100" fmla="*/ 46 w 97"/>
                <a:gd name="T101" fmla="*/ 97 h 104"/>
                <a:gd name="T102" fmla="*/ 55 w 97"/>
                <a:gd name="T103" fmla="*/ 87 h 104"/>
                <a:gd name="T104" fmla="*/ 83 w 97"/>
                <a:gd name="T105" fmla="*/ 55 h 104"/>
                <a:gd name="T106" fmla="*/ 88 w 97"/>
                <a:gd name="T107" fmla="*/ 48 h 104"/>
                <a:gd name="T108" fmla="*/ 94 w 97"/>
                <a:gd name="T109" fmla="*/ 2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7" h="104">
                  <a:moveTo>
                    <a:pt x="92" y="37"/>
                  </a:moveTo>
                  <a:cubicBezTo>
                    <a:pt x="91" y="40"/>
                    <a:pt x="90" y="42"/>
                    <a:pt x="89" y="44"/>
                  </a:cubicBezTo>
                  <a:cubicBezTo>
                    <a:pt x="88" y="45"/>
                    <a:pt x="87" y="47"/>
                    <a:pt x="86" y="48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78" y="57"/>
                    <a:pt x="72" y="65"/>
                    <a:pt x="65" y="72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3"/>
                    <a:pt x="48" y="93"/>
                    <a:pt x="48" y="93"/>
                  </a:cubicBezTo>
                  <a:cubicBezTo>
                    <a:pt x="48" y="93"/>
                    <a:pt x="47" y="94"/>
                    <a:pt x="47" y="94"/>
                  </a:cubicBezTo>
                  <a:cubicBezTo>
                    <a:pt x="45" y="96"/>
                    <a:pt x="42" y="98"/>
                    <a:pt x="39" y="99"/>
                  </a:cubicBezTo>
                  <a:cubicBezTo>
                    <a:pt x="37" y="100"/>
                    <a:pt x="34" y="101"/>
                    <a:pt x="31" y="101"/>
                  </a:cubicBezTo>
                  <a:cubicBezTo>
                    <a:pt x="26" y="101"/>
                    <a:pt x="20" y="99"/>
                    <a:pt x="16" y="97"/>
                  </a:cubicBezTo>
                  <a:cubicBezTo>
                    <a:pt x="20" y="99"/>
                    <a:pt x="24" y="100"/>
                    <a:pt x="29" y="100"/>
                  </a:cubicBezTo>
                  <a:cubicBezTo>
                    <a:pt x="34" y="101"/>
                    <a:pt x="39" y="100"/>
                    <a:pt x="43" y="97"/>
                  </a:cubicBezTo>
                  <a:cubicBezTo>
                    <a:pt x="44" y="96"/>
                    <a:pt x="45" y="95"/>
                    <a:pt x="46" y="94"/>
                  </a:cubicBezTo>
                  <a:cubicBezTo>
                    <a:pt x="47" y="94"/>
                    <a:pt x="47" y="93"/>
                    <a:pt x="48" y="93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5" y="84"/>
                    <a:pt x="58" y="80"/>
                    <a:pt x="61" y="77"/>
                  </a:cubicBezTo>
                  <a:cubicBezTo>
                    <a:pt x="68" y="69"/>
                    <a:pt x="75" y="61"/>
                    <a:pt x="82" y="52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8" y="44"/>
                    <a:pt x="90" y="41"/>
                    <a:pt x="91" y="38"/>
                  </a:cubicBezTo>
                  <a:cubicBezTo>
                    <a:pt x="93" y="33"/>
                    <a:pt x="94" y="27"/>
                    <a:pt x="93" y="20"/>
                  </a:cubicBezTo>
                  <a:cubicBezTo>
                    <a:pt x="93" y="19"/>
                    <a:pt x="92" y="18"/>
                    <a:pt x="92" y="16"/>
                  </a:cubicBezTo>
                  <a:cubicBezTo>
                    <a:pt x="91" y="15"/>
                    <a:pt x="89" y="13"/>
                    <a:pt x="88" y="12"/>
                  </a:cubicBezTo>
                  <a:cubicBezTo>
                    <a:pt x="86" y="11"/>
                    <a:pt x="84" y="10"/>
                    <a:pt x="83" y="11"/>
                  </a:cubicBezTo>
                  <a:cubicBezTo>
                    <a:pt x="83" y="11"/>
                    <a:pt x="83" y="12"/>
                    <a:pt x="83" y="13"/>
                  </a:cubicBezTo>
                  <a:cubicBezTo>
                    <a:pt x="84" y="14"/>
                    <a:pt x="84" y="15"/>
                    <a:pt x="85" y="18"/>
                  </a:cubicBezTo>
                  <a:cubicBezTo>
                    <a:pt x="86" y="18"/>
                    <a:pt x="87" y="20"/>
                    <a:pt x="87" y="21"/>
                  </a:cubicBezTo>
                  <a:cubicBezTo>
                    <a:pt x="87" y="23"/>
                    <a:pt x="87" y="24"/>
                    <a:pt x="87" y="24"/>
                  </a:cubicBezTo>
                  <a:cubicBezTo>
                    <a:pt x="87" y="25"/>
                    <a:pt x="86" y="24"/>
                    <a:pt x="86" y="24"/>
                  </a:cubicBezTo>
                  <a:cubicBezTo>
                    <a:pt x="86" y="30"/>
                    <a:pt x="84" y="37"/>
                    <a:pt x="80" y="42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0" y="66"/>
                    <a:pt x="54" y="73"/>
                    <a:pt x="48" y="80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89"/>
                    <a:pt x="40" y="89"/>
                    <a:pt x="40" y="89"/>
                  </a:cubicBezTo>
                  <a:cubicBezTo>
                    <a:pt x="37" y="91"/>
                    <a:pt x="34" y="92"/>
                    <a:pt x="30" y="92"/>
                  </a:cubicBezTo>
                  <a:cubicBezTo>
                    <a:pt x="34" y="92"/>
                    <a:pt x="37" y="91"/>
                    <a:pt x="40" y="89"/>
                  </a:cubicBezTo>
                  <a:cubicBezTo>
                    <a:pt x="40" y="89"/>
                    <a:pt x="41" y="88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84" y="37"/>
                    <a:pt x="86" y="30"/>
                    <a:pt x="85" y="23"/>
                  </a:cubicBezTo>
                  <a:cubicBezTo>
                    <a:pt x="84" y="23"/>
                    <a:pt x="84" y="24"/>
                    <a:pt x="83" y="26"/>
                  </a:cubicBezTo>
                  <a:cubicBezTo>
                    <a:pt x="83" y="27"/>
                    <a:pt x="83" y="28"/>
                    <a:pt x="83" y="30"/>
                  </a:cubicBezTo>
                  <a:cubicBezTo>
                    <a:pt x="82" y="32"/>
                    <a:pt x="82" y="34"/>
                    <a:pt x="81" y="36"/>
                  </a:cubicBezTo>
                  <a:cubicBezTo>
                    <a:pt x="80" y="37"/>
                    <a:pt x="80" y="38"/>
                    <a:pt x="79" y="39"/>
                  </a:cubicBezTo>
                  <a:cubicBezTo>
                    <a:pt x="79" y="40"/>
                    <a:pt x="79" y="40"/>
                    <a:pt x="78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5" y="44"/>
                    <a:pt x="73" y="46"/>
                    <a:pt x="72" y="48"/>
                  </a:cubicBezTo>
                  <a:cubicBezTo>
                    <a:pt x="64" y="57"/>
                    <a:pt x="55" y="67"/>
                    <a:pt x="47" y="77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86"/>
                    <a:pt x="40" y="86"/>
                    <a:pt x="39" y="87"/>
                  </a:cubicBezTo>
                  <a:cubicBezTo>
                    <a:pt x="39" y="87"/>
                    <a:pt x="39" y="87"/>
                    <a:pt x="38" y="87"/>
                  </a:cubicBezTo>
                  <a:cubicBezTo>
                    <a:pt x="38" y="88"/>
                    <a:pt x="37" y="88"/>
                    <a:pt x="36" y="89"/>
                  </a:cubicBezTo>
                  <a:cubicBezTo>
                    <a:pt x="32" y="90"/>
                    <a:pt x="27" y="90"/>
                    <a:pt x="22" y="88"/>
                  </a:cubicBezTo>
                  <a:cubicBezTo>
                    <a:pt x="22" y="88"/>
                    <a:pt x="21" y="87"/>
                    <a:pt x="20" y="87"/>
                  </a:cubicBezTo>
                  <a:cubicBezTo>
                    <a:pt x="20" y="87"/>
                    <a:pt x="20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8" y="85"/>
                    <a:pt x="18" y="84"/>
                    <a:pt x="18" y="84"/>
                  </a:cubicBezTo>
                  <a:cubicBezTo>
                    <a:pt x="17" y="84"/>
                    <a:pt x="17" y="83"/>
                    <a:pt x="16" y="82"/>
                  </a:cubicBezTo>
                  <a:cubicBezTo>
                    <a:pt x="15" y="80"/>
                    <a:pt x="14" y="77"/>
                    <a:pt x="15" y="74"/>
                  </a:cubicBezTo>
                  <a:cubicBezTo>
                    <a:pt x="15" y="70"/>
                    <a:pt x="16" y="67"/>
                    <a:pt x="18" y="65"/>
                  </a:cubicBezTo>
                  <a:cubicBezTo>
                    <a:pt x="18" y="64"/>
                    <a:pt x="19" y="64"/>
                    <a:pt x="19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34" y="44"/>
                    <a:pt x="42" y="34"/>
                    <a:pt x="50" y="24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6"/>
                    <a:pt x="56" y="16"/>
                    <a:pt x="57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8" y="15"/>
                    <a:pt x="59" y="14"/>
                    <a:pt x="60" y="14"/>
                  </a:cubicBezTo>
                  <a:cubicBezTo>
                    <a:pt x="63" y="13"/>
                    <a:pt x="67" y="13"/>
                    <a:pt x="71" y="14"/>
                  </a:cubicBezTo>
                  <a:cubicBezTo>
                    <a:pt x="74" y="15"/>
                    <a:pt x="76" y="16"/>
                    <a:pt x="78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5"/>
                  </a:cubicBezTo>
                  <a:cubicBezTo>
                    <a:pt x="80" y="14"/>
                    <a:pt x="79" y="12"/>
                    <a:pt x="77" y="10"/>
                  </a:cubicBezTo>
                  <a:cubicBezTo>
                    <a:pt x="74" y="8"/>
                    <a:pt x="71" y="6"/>
                    <a:pt x="66" y="6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5"/>
                    <a:pt x="74" y="6"/>
                    <a:pt x="76" y="7"/>
                  </a:cubicBezTo>
                  <a:cubicBezTo>
                    <a:pt x="78" y="7"/>
                    <a:pt x="78" y="7"/>
                    <a:pt x="79" y="7"/>
                  </a:cubicBezTo>
                  <a:cubicBezTo>
                    <a:pt x="79" y="6"/>
                    <a:pt x="78" y="4"/>
                    <a:pt x="80" y="4"/>
                  </a:cubicBezTo>
                  <a:cubicBezTo>
                    <a:pt x="75" y="2"/>
                    <a:pt x="70" y="0"/>
                    <a:pt x="64" y="0"/>
                  </a:cubicBezTo>
                  <a:cubicBezTo>
                    <a:pt x="61" y="0"/>
                    <a:pt x="58" y="0"/>
                    <a:pt x="55" y="1"/>
                  </a:cubicBezTo>
                  <a:cubicBezTo>
                    <a:pt x="52" y="2"/>
                    <a:pt x="49" y="4"/>
                    <a:pt x="47" y="6"/>
                  </a:cubicBezTo>
                  <a:cubicBezTo>
                    <a:pt x="46" y="6"/>
                    <a:pt x="46" y="7"/>
                    <a:pt x="45" y="8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6" y="57"/>
                    <a:pt x="5" y="59"/>
                    <a:pt x="4" y="61"/>
                  </a:cubicBezTo>
                  <a:cubicBezTo>
                    <a:pt x="2" y="64"/>
                    <a:pt x="1" y="68"/>
                    <a:pt x="0" y="73"/>
                  </a:cubicBezTo>
                  <a:cubicBezTo>
                    <a:pt x="0" y="77"/>
                    <a:pt x="0" y="81"/>
                    <a:pt x="2" y="85"/>
                  </a:cubicBezTo>
                  <a:cubicBezTo>
                    <a:pt x="3" y="89"/>
                    <a:pt x="6" y="92"/>
                    <a:pt x="8" y="95"/>
                  </a:cubicBezTo>
                  <a:cubicBezTo>
                    <a:pt x="9" y="96"/>
                    <a:pt x="9" y="96"/>
                    <a:pt x="10" y="97"/>
                  </a:cubicBezTo>
                  <a:cubicBezTo>
                    <a:pt x="11" y="97"/>
                    <a:pt x="11" y="98"/>
                    <a:pt x="11" y="98"/>
                  </a:cubicBezTo>
                  <a:cubicBezTo>
                    <a:pt x="12" y="98"/>
                    <a:pt x="13" y="99"/>
                    <a:pt x="14" y="99"/>
                  </a:cubicBezTo>
                  <a:cubicBezTo>
                    <a:pt x="16" y="100"/>
                    <a:pt x="18" y="101"/>
                    <a:pt x="20" y="102"/>
                  </a:cubicBezTo>
                  <a:cubicBezTo>
                    <a:pt x="23" y="103"/>
                    <a:pt x="27" y="104"/>
                    <a:pt x="31" y="103"/>
                  </a:cubicBezTo>
                  <a:cubicBezTo>
                    <a:pt x="35" y="103"/>
                    <a:pt x="40" y="102"/>
                    <a:pt x="44" y="100"/>
                  </a:cubicBezTo>
                  <a:cubicBezTo>
                    <a:pt x="46" y="99"/>
                    <a:pt x="47" y="98"/>
                    <a:pt x="49" y="96"/>
                  </a:cubicBezTo>
                  <a:cubicBezTo>
                    <a:pt x="49" y="95"/>
                    <a:pt x="50" y="95"/>
                    <a:pt x="50" y="95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52" y="92"/>
                    <a:pt x="52" y="92"/>
                    <a:pt x="52" y="92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9" y="95"/>
                    <a:pt x="49" y="96"/>
                  </a:cubicBezTo>
                  <a:cubicBezTo>
                    <a:pt x="48" y="97"/>
                    <a:pt x="47" y="98"/>
                    <a:pt x="45" y="99"/>
                  </a:cubicBezTo>
                  <a:cubicBezTo>
                    <a:pt x="41" y="102"/>
                    <a:pt x="35" y="103"/>
                    <a:pt x="30" y="103"/>
                  </a:cubicBezTo>
                  <a:cubicBezTo>
                    <a:pt x="25" y="103"/>
                    <a:pt x="20" y="102"/>
                    <a:pt x="16" y="100"/>
                  </a:cubicBezTo>
                  <a:cubicBezTo>
                    <a:pt x="15" y="99"/>
                    <a:pt x="14" y="99"/>
                    <a:pt x="12" y="98"/>
                  </a:cubicBezTo>
                  <a:cubicBezTo>
                    <a:pt x="12" y="98"/>
                    <a:pt x="11" y="97"/>
                    <a:pt x="11" y="97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9" y="96"/>
                    <a:pt x="9" y="95"/>
                  </a:cubicBezTo>
                  <a:cubicBezTo>
                    <a:pt x="7" y="93"/>
                    <a:pt x="6" y="91"/>
                    <a:pt x="4" y="89"/>
                  </a:cubicBezTo>
                  <a:cubicBezTo>
                    <a:pt x="2" y="84"/>
                    <a:pt x="1" y="79"/>
                    <a:pt x="1" y="74"/>
                  </a:cubicBezTo>
                  <a:cubicBezTo>
                    <a:pt x="1" y="69"/>
                    <a:pt x="3" y="64"/>
                    <a:pt x="5" y="59"/>
                  </a:cubicBezTo>
                  <a:cubicBezTo>
                    <a:pt x="5" y="59"/>
                    <a:pt x="5" y="60"/>
                    <a:pt x="6" y="59"/>
                  </a:cubicBezTo>
                  <a:cubicBezTo>
                    <a:pt x="3" y="64"/>
                    <a:pt x="2" y="69"/>
                    <a:pt x="2" y="74"/>
                  </a:cubicBezTo>
                  <a:cubicBezTo>
                    <a:pt x="2" y="79"/>
                    <a:pt x="3" y="84"/>
                    <a:pt x="5" y="89"/>
                  </a:cubicBezTo>
                  <a:cubicBezTo>
                    <a:pt x="6" y="90"/>
                    <a:pt x="7" y="91"/>
                    <a:pt x="7" y="92"/>
                  </a:cubicBezTo>
                  <a:cubicBezTo>
                    <a:pt x="8" y="92"/>
                    <a:pt x="8" y="93"/>
                    <a:pt x="9" y="93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9" y="94"/>
                    <a:pt x="10" y="94"/>
                    <a:pt x="10" y="95"/>
                  </a:cubicBezTo>
                  <a:cubicBezTo>
                    <a:pt x="10" y="95"/>
                    <a:pt x="11" y="95"/>
                    <a:pt x="11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97"/>
                    <a:pt x="13" y="97"/>
                    <a:pt x="13" y="97"/>
                  </a:cubicBezTo>
                  <a:cubicBezTo>
                    <a:pt x="14" y="98"/>
                    <a:pt x="16" y="99"/>
                    <a:pt x="17" y="99"/>
                  </a:cubicBezTo>
                  <a:cubicBezTo>
                    <a:pt x="21" y="101"/>
                    <a:pt x="26" y="102"/>
                    <a:pt x="31" y="102"/>
                  </a:cubicBezTo>
                  <a:cubicBezTo>
                    <a:pt x="36" y="102"/>
                    <a:pt x="41" y="101"/>
                    <a:pt x="46" y="97"/>
                  </a:cubicBezTo>
                  <a:cubicBezTo>
                    <a:pt x="47" y="96"/>
                    <a:pt x="48" y="96"/>
                    <a:pt x="49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1"/>
                    <a:pt x="66" y="74"/>
                    <a:pt x="71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9" y="48"/>
                    <a:pt x="89" y="48"/>
                    <a:pt x="89" y="47"/>
                  </a:cubicBezTo>
                  <a:cubicBezTo>
                    <a:pt x="92" y="44"/>
                    <a:pt x="93" y="41"/>
                    <a:pt x="95" y="37"/>
                  </a:cubicBezTo>
                  <a:cubicBezTo>
                    <a:pt x="97" y="31"/>
                    <a:pt x="96" y="25"/>
                    <a:pt x="94" y="20"/>
                  </a:cubicBezTo>
                  <a:cubicBezTo>
                    <a:pt x="95" y="26"/>
                    <a:pt x="94" y="32"/>
                    <a:pt x="92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3" name="Freeform 28">
              <a:extLst>
                <a:ext uri="{FF2B5EF4-FFF2-40B4-BE49-F238E27FC236}">
                  <a16:creationId xmlns:a16="http://schemas.microsoft.com/office/drawing/2014/main" id="{D54FC156-B3BA-7649-3268-B5FF4369F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251" y="1671638"/>
              <a:ext cx="4763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4" name="Freeform 29">
              <a:extLst>
                <a:ext uri="{FF2B5EF4-FFF2-40B4-BE49-F238E27FC236}">
                  <a16:creationId xmlns:a16="http://schemas.microsoft.com/office/drawing/2014/main" id="{F46D93DE-1C8A-0823-7544-8B350FB84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963" y="1660526"/>
              <a:ext cx="3175" cy="3175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5" name="Freeform 30">
              <a:extLst>
                <a:ext uri="{FF2B5EF4-FFF2-40B4-BE49-F238E27FC236}">
                  <a16:creationId xmlns:a16="http://schemas.microsoft.com/office/drawing/2014/main" id="{6D29D8BE-905B-BBDB-79CD-FDE217720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0013" y="1674813"/>
              <a:ext cx="11113" cy="4763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6" name="Freeform 31">
              <a:extLst>
                <a:ext uri="{FF2B5EF4-FFF2-40B4-BE49-F238E27FC236}">
                  <a16:creationId xmlns:a16="http://schemas.microsoft.com/office/drawing/2014/main" id="{D3DFB26C-564E-AEF9-0F67-A269860B3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63701"/>
              <a:ext cx="7938" cy="4763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7" name="Freeform 32">
              <a:extLst>
                <a:ext uri="{FF2B5EF4-FFF2-40B4-BE49-F238E27FC236}">
                  <a16:creationId xmlns:a16="http://schemas.microsoft.com/office/drawing/2014/main" id="{35BAC91D-F0FE-A621-0909-366434B26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076" y="1668463"/>
              <a:ext cx="3175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8" name="Freeform 33">
              <a:extLst>
                <a:ext uri="{FF2B5EF4-FFF2-40B4-BE49-F238E27FC236}">
                  <a16:creationId xmlns:a16="http://schemas.microsoft.com/office/drawing/2014/main" id="{D2E303DB-1B4F-41D2-BD1A-65351CC1E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926" y="1292226"/>
              <a:ext cx="360363" cy="398463"/>
            </a:xfrm>
            <a:custGeom>
              <a:avLst/>
              <a:gdLst>
                <a:gd name="T0" fmla="*/ 38 w 96"/>
                <a:gd name="T1" fmla="*/ 88 h 106"/>
                <a:gd name="T2" fmla="*/ 46 w 96"/>
                <a:gd name="T3" fmla="*/ 98 h 106"/>
                <a:gd name="T4" fmla="*/ 42 w 96"/>
                <a:gd name="T5" fmla="*/ 93 h 106"/>
                <a:gd name="T6" fmla="*/ 12 w 96"/>
                <a:gd name="T7" fmla="*/ 55 h 106"/>
                <a:gd name="T8" fmla="*/ 0 w 96"/>
                <a:gd name="T9" fmla="*/ 29 h 106"/>
                <a:gd name="T10" fmla="*/ 6 w 96"/>
                <a:gd name="T11" fmla="*/ 14 h 106"/>
                <a:gd name="T12" fmla="*/ 5 w 96"/>
                <a:gd name="T13" fmla="*/ 43 h 106"/>
                <a:gd name="T14" fmla="*/ 20 w 96"/>
                <a:gd name="T15" fmla="*/ 64 h 106"/>
                <a:gd name="T16" fmla="*/ 45 w 96"/>
                <a:gd name="T17" fmla="*/ 96 h 106"/>
                <a:gd name="T18" fmla="*/ 48 w 96"/>
                <a:gd name="T19" fmla="*/ 99 h 106"/>
                <a:gd name="T20" fmla="*/ 67 w 96"/>
                <a:gd name="T21" fmla="*/ 106 h 106"/>
                <a:gd name="T22" fmla="*/ 86 w 96"/>
                <a:gd name="T23" fmla="*/ 98 h 106"/>
                <a:gd name="T24" fmla="*/ 95 w 96"/>
                <a:gd name="T25" fmla="*/ 86 h 106"/>
                <a:gd name="T26" fmla="*/ 92 w 96"/>
                <a:gd name="T27" fmla="*/ 86 h 106"/>
                <a:gd name="T28" fmla="*/ 81 w 96"/>
                <a:gd name="T29" fmla="*/ 99 h 106"/>
                <a:gd name="T30" fmla="*/ 49 w 96"/>
                <a:gd name="T31" fmla="*/ 97 h 106"/>
                <a:gd name="T32" fmla="*/ 40 w 96"/>
                <a:gd name="T33" fmla="*/ 86 h 106"/>
                <a:gd name="T34" fmla="*/ 44 w 96"/>
                <a:gd name="T35" fmla="*/ 91 h 106"/>
                <a:gd name="T36" fmla="*/ 50 w 96"/>
                <a:gd name="T37" fmla="*/ 98 h 106"/>
                <a:gd name="T38" fmla="*/ 78 w 96"/>
                <a:gd name="T39" fmla="*/ 101 h 106"/>
                <a:gd name="T40" fmla="*/ 92 w 96"/>
                <a:gd name="T41" fmla="*/ 69 h 106"/>
                <a:gd name="T42" fmla="*/ 83 w 96"/>
                <a:gd name="T43" fmla="*/ 59 h 106"/>
                <a:gd name="T44" fmla="*/ 86 w 96"/>
                <a:gd name="T45" fmla="*/ 70 h 106"/>
                <a:gd name="T46" fmla="*/ 85 w 96"/>
                <a:gd name="T47" fmla="*/ 82 h 106"/>
                <a:gd name="T48" fmla="*/ 57 w 96"/>
                <a:gd name="T49" fmla="*/ 93 h 106"/>
                <a:gd name="T50" fmla="*/ 53 w 96"/>
                <a:gd name="T51" fmla="*/ 90 h 106"/>
                <a:gd name="T52" fmla="*/ 28 w 96"/>
                <a:gd name="T53" fmla="*/ 57 h 106"/>
                <a:gd name="T54" fmla="*/ 54 w 96"/>
                <a:gd name="T55" fmla="*/ 91 h 106"/>
                <a:gd name="T56" fmla="*/ 62 w 96"/>
                <a:gd name="T57" fmla="*/ 95 h 106"/>
                <a:gd name="T58" fmla="*/ 84 w 96"/>
                <a:gd name="T59" fmla="*/ 72 h 106"/>
                <a:gd name="T60" fmla="*/ 79 w 96"/>
                <a:gd name="T61" fmla="*/ 87 h 106"/>
                <a:gd name="T62" fmla="*/ 72 w 96"/>
                <a:gd name="T63" fmla="*/ 92 h 106"/>
                <a:gd name="T64" fmla="*/ 56 w 96"/>
                <a:gd name="T65" fmla="*/ 89 h 106"/>
                <a:gd name="T66" fmla="*/ 23 w 96"/>
                <a:gd name="T67" fmla="*/ 47 h 106"/>
                <a:gd name="T68" fmla="*/ 18 w 96"/>
                <a:gd name="T69" fmla="*/ 40 h 106"/>
                <a:gd name="T70" fmla="*/ 17 w 96"/>
                <a:gd name="T71" fmla="*/ 21 h 106"/>
                <a:gd name="T72" fmla="*/ 21 w 96"/>
                <a:gd name="T73" fmla="*/ 18 h 106"/>
                <a:gd name="T74" fmla="*/ 37 w 96"/>
                <a:gd name="T75" fmla="*/ 17 h 106"/>
                <a:gd name="T76" fmla="*/ 39 w 96"/>
                <a:gd name="T77" fmla="*/ 19 h 106"/>
                <a:gd name="T78" fmla="*/ 70 w 96"/>
                <a:gd name="T79" fmla="*/ 57 h 106"/>
                <a:gd name="T80" fmla="*/ 83 w 96"/>
                <a:gd name="T81" fmla="*/ 53 h 106"/>
                <a:gd name="T82" fmla="*/ 55 w 96"/>
                <a:gd name="T83" fmla="*/ 16 h 106"/>
                <a:gd name="T84" fmla="*/ 48 w 96"/>
                <a:gd name="T85" fmla="*/ 7 h 106"/>
                <a:gd name="T86" fmla="*/ 12 w 96"/>
                <a:gd name="T87" fmla="*/ 6 h 106"/>
                <a:gd name="T88" fmla="*/ 7 w 96"/>
                <a:gd name="T89" fmla="*/ 10 h 106"/>
                <a:gd name="T90" fmla="*/ 2 w 96"/>
                <a:gd name="T91" fmla="*/ 4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106">
                  <a:moveTo>
                    <a:pt x="14" y="58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5" y="97"/>
                    <a:pt x="45" y="97"/>
                    <a:pt x="45" y="97"/>
                  </a:cubicBezTo>
                  <a:cubicBezTo>
                    <a:pt x="46" y="97"/>
                    <a:pt x="46" y="98"/>
                    <a:pt x="46" y="98"/>
                  </a:cubicBezTo>
                  <a:cubicBezTo>
                    <a:pt x="46" y="98"/>
                    <a:pt x="45" y="97"/>
                    <a:pt x="45" y="97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2" y="93"/>
                    <a:pt x="42" y="93"/>
                    <a:pt x="42" y="9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6" y="48"/>
                    <a:pt x="5" y="46"/>
                    <a:pt x="4" y="44"/>
                  </a:cubicBezTo>
                  <a:cubicBezTo>
                    <a:pt x="2" y="39"/>
                    <a:pt x="0" y="34"/>
                    <a:pt x="0" y="29"/>
                  </a:cubicBezTo>
                  <a:cubicBezTo>
                    <a:pt x="0" y="27"/>
                    <a:pt x="0" y="24"/>
                    <a:pt x="1" y="21"/>
                  </a:cubicBezTo>
                  <a:cubicBezTo>
                    <a:pt x="2" y="18"/>
                    <a:pt x="3" y="16"/>
                    <a:pt x="5" y="13"/>
                  </a:cubicBezTo>
                  <a:cubicBezTo>
                    <a:pt x="5" y="14"/>
                    <a:pt x="4" y="15"/>
                    <a:pt x="6" y="14"/>
                  </a:cubicBezTo>
                  <a:cubicBezTo>
                    <a:pt x="4" y="16"/>
                    <a:pt x="3" y="18"/>
                    <a:pt x="2" y="21"/>
                  </a:cubicBezTo>
                  <a:cubicBezTo>
                    <a:pt x="1" y="24"/>
                    <a:pt x="1" y="27"/>
                    <a:pt x="1" y="29"/>
                  </a:cubicBezTo>
                  <a:cubicBezTo>
                    <a:pt x="1" y="34"/>
                    <a:pt x="3" y="39"/>
                    <a:pt x="5" y="43"/>
                  </a:cubicBezTo>
                  <a:cubicBezTo>
                    <a:pt x="6" y="46"/>
                    <a:pt x="7" y="48"/>
                    <a:pt x="9" y="5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5" y="71"/>
                    <a:pt x="30" y="77"/>
                    <a:pt x="36" y="84"/>
                  </a:cubicBezTo>
                  <a:cubicBezTo>
                    <a:pt x="38" y="87"/>
                    <a:pt x="41" y="90"/>
                    <a:pt x="43" y="93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6" y="97"/>
                    <a:pt x="47" y="97"/>
                    <a:pt x="47" y="97"/>
                  </a:cubicBezTo>
                  <a:cubicBezTo>
                    <a:pt x="47" y="98"/>
                    <a:pt x="48" y="98"/>
                    <a:pt x="48" y="99"/>
                  </a:cubicBezTo>
                  <a:cubicBezTo>
                    <a:pt x="51" y="101"/>
                    <a:pt x="53" y="102"/>
                    <a:pt x="56" y="103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9" y="106"/>
                    <a:pt x="63" y="106"/>
                    <a:pt x="67" y="106"/>
                  </a:cubicBezTo>
                  <a:cubicBezTo>
                    <a:pt x="71" y="106"/>
                    <a:pt x="75" y="105"/>
                    <a:pt x="78" y="103"/>
                  </a:cubicBezTo>
                  <a:cubicBezTo>
                    <a:pt x="80" y="102"/>
                    <a:pt x="82" y="101"/>
                    <a:pt x="84" y="100"/>
                  </a:cubicBezTo>
                  <a:cubicBezTo>
                    <a:pt x="84" y="100"/>
                    <a:pt x="85" y="99"/>
                    <a:pt x="86" y="98"/>
                  </a:cubicBezTo>
                  <a:cubicBezTo>
                    <a:pt x="86" y="98"/>
                    <a:pt x="87" y="98"/>
                    <a:pt x="87" y="97"/>
                  </a:cubicBezTo>
                  <a:cubicBezTo>
                    <a:pt x="88" y="97"/>
                    <a:pt x="88" y="97"/>
                    <a:pt x="88" y="96"/>
                  </a:cubicBezTo>
                  <a:cubicBezTo>
                    <a:pt x="91" y="93"/>
                    <a:pt x="93" y="90"/>
                    <a:pt x="95" y="86"/>
                  </a:cubicBezTo>
                  <a:cubicBezTo>
                    <a:pt x="96" y="82"/>
                    <a:pt x="96" y="79"/>
                    <a:pt x="95" y="76"/>
                  </a:cubicBezTo>
                  <a:cubicBezTo>
                    <a:pt x="95" y="73"/>
                    <a:pt x="94" y="71"/>
                    <a:pt x="93" y="69"/>
                  </a:cubicBezTo>
                  <a:cubicBezTo>
                    <a:pt x="95" y="74"/>
                    <a:pt x="95" y="80"/>
                    <a:pt x="92" y="86"/>
                  </a:cubicBezTo>
                  <a:cubicBezTo>
                    <a:pt x="91" y="89"/>
                    <a:pt x="90" y="91"/>
                    <a:pt x="88" y="93"/>
                  </a:cubicBezTo>
                  <a:cubicBezTo>
                    <a:pt x="87" y="94"/>
                    <a:pt x="86" y="95"/>
                    <a:pt x="85" y="96"/>
                  </a:cubicBezTo>
                  <a:cubicBezTo>
                    <a:pt x="84" y="97"/>
                    <a:pt x="83" y="98"/>
                    <a:pt x="81" y="99"/>
                  </a:cubicBezTo>
                  <a:cubicBezTo>
                    <a:pt x="76" y="102"/>
                    <a:pt x="71" y="103"/>
                    <a:pt x="65" y="103"/>
                  </a:cubicBezTo>
                  <a:cubicBezTo>
                    <a:pt x="62" y="103"/>
                    <a:pt x="60" y="103"/>
                    <a:pt x="57" y="102"/>
                  </a:cubicBezTo>
                  <a:cubicBezTo>
                    <a:pt x="54" y="101"/>
                    <a:pt x="51" y="100"/>
                    <a:pt x="49" y="97"/>
                  </a:cubicBezTo>
                  <a:cubicBezTo>
                    <a:pt x="48" y="96"/>
                    <a:pt x="47" y="95"/>
                    <a:pt x="46" y="94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0" y="86"/>
                    <a:pt x="40" y="86"/>
                    <a:pt x="40" y="86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23" y="64"/>
                    <a:pt x="35" y="78"/>
                    <a:pt x="44" y="91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47" y="95"/>
                    <a:pt x="48" y="96"/>
                    <a:pt x="48" y="96"/>
                  </a:cubicBezTo>
                  <a:cubicBezTo>
                    <a:pt x="49" y="97"/>
                    <a:pt x="49" y="98"/>
                    <a:pt x="50" y="98"/>
                  </a:cubicBezTo>
                  <a:cubicBezTo>
                    <a:pt x="53" y="100"/>
                    <a:pt x="56" y="102"/>
                    <a:pt x="59" y="103"/>
                  </a:cubicBezTo>
                  <a:cubicBezTo>
                    <a:pt x="63" y="103"/>
                    <a:pt x="66" y="103"/>
                    <a:pt x="69" y="103"/>
                  </a:cubicBezTo>
                  <a:cubicBezTo>
                    <a:pt x="72" y="103"/>
                    <a:pt x="75" y="102"/>
                    <a:pt x="78" y="101"/>
                  </a:cubicBezTo>
                  <a:cubicBezTo>
                    <a:pt x="81" y="99"/>
                    <a:pt x="83" y="97"/>
                    <a:pt x="86" y="95"/>
                  </a:cubicBezTo>
                  <a:cubicBezTo>
                    <a:pt x="88" y="93"/>
                    <a:pt x="90" y="90"/>
                    <a:pt x="91" y="87"/>
                  </a:cubicBezTo>
                  <a:cubicBezTo>
                    <a:pt x="94" y="81"/>
                    <a:pt x="94" y="75"/>
                    <a:pt x="92" y="69"/>
                  </a:cubicBezTo>
                  <a:cubicBezTo>
                    <a:pt x="92" y="68"/>
                    <a:pt x="91" y="66"/>
                    <a:pt x="91" y="65"/>
                  </a:cubicBezTo>
                  <a:cubicBezTo>
                    <a:pt x="90" y="64"/>
                    <a:pt x="89" y="62"/>
                    <a:pt x="88" y="61"/>
                  </a:cubicBezTo>
                  <a:cubicBezTo>
                    <a:pt x="86" y="60"/>
                    <a:pt x="84" y="59"/>
                    <a:pt x="83" y="59"/>
                  </a:cubicBezTo>
                  <a:cubicBezTo>
                    <a:pt x="83" y="60"/>
                    <a:pt x="83" y="60"/>
                    <a:pt x="83" y="61"/>
                  </a:cubicBezTo>
                  <a:cubicBezTo>
                    <a:pt x="83" y="62"/>
                    <a:pt x="84" y="64"/>
                    <a:pt x="84" y="66"/>
                  </a:cubicBezTo>
                  <a:cubicBezTo>
                    <a:pt x="85" y="67"/>
                    <a:pt x="86" y="69"/>
                    <a:pt x="86" y="70"/>
                  </a:cubicBezTo>
                  <a:cubicBezTo>
                    <a:pt x="87" y="71"/>
                    <a:pt x="87" y="72"/>
                    <a:pt x="87" y="72"/>
                  </a:cubicBezTo>
                  <a:cubicBezTo>
                    <a:pt x="86" y="73"/>
                    <a:pt x="86" y="73"/>
                    <a:pt x="85" y="73"/>
                  </a:cubicBezTo>
                  <a:cubicBezTo>
                    <a:pt x="86" y="76"/>
                    <a:pt x="86" y="79"/>
                    <a:pt x="85" y="82"/>
                  </a:cubicBezTo>
                  <a:cubicBezTo>
                    <a:pt x="84" y="85"/>
                    <a:pt x="82" y="88"/>
                    <a:pt x="80" y="90"/>
                  </a:cubicBezTo>
                  <a:cubicBezTo>
                    <a:pt x="75" y="94"/>
                    <a:pt x="68" y="96"/>
                    <a:pt x="62" y="95"/>
                  </a:cubicBezTo>
                  <a:cubicBezTo>
                    <a:pt x="60" y="95"/>
                    <a:pt x="58" y="94"/>
                    <a:pt x="57" y="93"/>
                  </a:cubicBezTo>
                  <a:cubicBezTo>
                    <a:pt x="56" y="93"/>
                    <a:pt x="55" y="92"/>
                    <a:pt x="55" y="92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54" y="90"/>
                    <a:pt x="53" y="90"/>
                    <a:pt x="53" y="90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39" y="71"/>
                    <a:pt x="33" y="64"/>
                    <a:pt x="28" y="57"/>
                  </a:cubicBezTo>
                  <a:cubicBezTo>
                    <a:pt x="34" y="64"/>
                    <a:pt x="39" y="72"/>
                    <a:pt x="45" y="7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90"/>
                    <a:pt x="54" y="90"/>
                    <a:pt x="54" y="91"/>
                  </a:cubicBezTo>
                  <a:cubicBezTo>
                    <a:pt x="54" y="91"/>
                    <a:pt x="54" y="91"/>
                    <a:pt x="55" y="92"/>
                  </a:cubicBezTo>
                  <a:cubicBezTo>
                    <a:pt x="55" y="92"/>
                    <a:pt x="56" y="93"/>
                    <a:pt x="57" y="93"/>
                  </a:cubicBezTo>
                  <a:cubicBezTo>
                    <a:pt x="58" y="94"/>
                    <a:pt x="60" y="95"/>
                    <a:pt x="62" y="95"/>
                  </a:cubicBezTo>
                  <a:cubicBezTo>
                    <a:pt x="68" y="96"/>
                    <a:pt x="75" y="94"/>
                    <a:pt x="79" y="90"/>
                  </a:cubicBezTo>
                  <a:cubicBezTo>
                    <a:pt x="82" y="87"/>
                    <a:pt x="83" y="85"/>
                    <a:pt x="84" y="82"/>
                  </a:cubicBezTo>
                  <a:cubicBezTo>
                    <a:pt x="85" y="79"/>
                    <a:pt x="85" y="76"/>
                    <a:pt x="84" y="72"/>
                  </a:cubicBezTo>
                  <a:cubicBezTo>
                    <a:pt x="83" y="72"/>
                    <a:pt x="83" y="72"/>
                    <a:pt x="83" y="75"/>
                  </a:cubicBezTo>
                  <a:cubicBezTo>
                    <a:pt x="83" y="77"/>
                    <a:pt x="83" y="81"/>
                    <a:pt x="81" y="84"/>
                  </a:cubicBezTo>
                  <a:cubicBezTo>
                    <a:pt x="80" y="85"/>
                    <a:pt x="80" y="86"/>
                    <a:pt x="79" y="87"/>
                  </a:cubicBezTo>
                  <a:cubicBezTo>
                    <a:pt x="79" y="88"/>
                    <a:pt x="78" y="88"/>
                    <a:pt x="78" y="88"/>
                  </a:cubicBezTo>
                  <a:cubicBezTo>
                    <a:pt x="78" y="89"/>
                    <a:pt x="77" y="89"/>
                    <a:pt x="77" y="89"/>
                  </a:cubicBezTo>
                  <a:cubicBezTo>
                    <a:pt x="75" y="91"/>
                    <a:pt x="73" y="92"/>
                    <a:pt x="72" y="92"/>
                  </a:cubicBezTo>
                  <a:cubicBezTo>
                    <a:pt x="69" y="93"/>
                    <a:pt x="67" y="93"/>
                    <a:pt x="64" y="93"/>
                  </a:cubicBezTo>
                  <a:cubicBezTo>
                    <a:pt x="62" y="93"/>
                    <a:pt x="60" y="92"/>
                    <a:pt x="58" y="91"/>
                  </a:cubicBezTo>
                  <a:cubicBezTo>
                    <a:pt x="57" y="90"/>
                    <a:pt x="56" y="90"/>
                    <a:pt x="56" y="89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39" y="67"/>
                    <a:pt x="31" y="57"/>
                    <a:pt x="23" y="47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17" y="38"/>
                    <a:pt x="16" y="37"/>
                  </a:cubicBezTo>
                  <a:cubicBezTo>
                    <a:pt x="15" y="34"/>
                    <a:pt x="14" y="31"/>
                    <a:pt x="14" y="28"/>
                  </a:cubicBezTo>
                  <a:cubicBezTo>
                    <a:pt x="14" y="25"/>
                    <a:pt x="15" y="23"/>
                    <a:pt x="17" y="21"/>
                  </a:cubicBezTo>
                  <a:cubicBezTo>
                    <a:pt x="17" y="21"/>
                    <a:pt x="17" y="20"/>
                    <a:pt x="18" y="20"/>
                  </a:cubicBezTo>
                  <a:cubicBezTo>
                    <a:pt x="18" y="20"/>
                    <a:pt x="18" y="20"/>
                    <a:pt x="19" y="19"/>
                  </a:cubicBezTo>
                  <a:cubicBezTo>
                    <a:pt x="19" y="19"/>
                    <a:pt x="20" y="18"/>
                    <a:pt x="21" y="18"/>
                  </a:cubicBezTo>
                  <a:cubicBezTo>
                    <a:pt x="22" y="17"/>
                    <a:pt x="24" y="16"/>
                    <a:pt x="26" y="16"/>
                  </a:cubicBezTo>
                  <a:cubicBezTo>
                    <a:pt x="28" y="15"/>
                    <a:pt x="30" y="15"/>
                    <a:pt x="32" y="15"/>
                  </a:cubicBezTo>
                  <a:cubicBezTo>
                    <a:pt x="34" y="15"/>
                    <a:pt x="36" y="16"/>
                    <a:pt x="37" y="17"/>
                  </a:cubicBezTo>
                  <a:cubicBezTo>
                    <a:pt x="38" y="17"/>
                    <a:pt x="38" y="17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6" y="40"/>
                    <a:pt x="63" y="49"/>
                    <a:pt x="70" y="57"/>
                  </a:cubicBezTo>
                  <a:cubicBezTo>
                    <a:pt x="82" y="70"/>
                    <a:pt x="82" y="62"/>
                    <a:pt x="72" y="47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83" y="61"/>
                    <a:pt x="80" y="52"/>
                    <a:pt x="83" y="53"/>
                  </a:cubicBezTo>
                  <a:cubicBezTo>
                    <a:pt x="77" y="45"/>
                    <a:pt x="72" y="38"/>
                    <a:pt x="67" y="30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8"/>
                    <a:pt x="48" y="7"/>
                  </a:cubicBezTo>
                  <a:cubicBezTo>
                    <a:pt x="45" y="4"/>
                    <a:pt x="40" y="2"/>
                    <a:pt x="36" y="1"/>
                  </a:cubicBezTo>
                  <a:cubicBezTo>
                    <a:pt x="31" y="0"/>
                    <a:pt x="27" y="1"/>
                    <a:pt x="23" y="2"/>
                  </a:cubicBezTo>
                  <a:cubicBezTo>
                    <a:pt x="19" y="3"/>
                    <a:pt x="16" y="4"/>
                    <a:pt x="12" y="6"/>
                  </a:cubicBezTo>
                  <a:cubicBezTo>
                    <a:pt x="11" y="7"/>
                    <a:pt x="11" y="7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9"/>
                    <a:pt x="8" y="10"/>
                    <a:pt x="7" y="10"/>
                  </a:cubicBezTo>
                  <a:cubicBezTo>
                    <a:pt x="6" y="12"/>
                    <a:pt x="4" y="13"/>
                    <a:pt x="3" y="15"/>
                  </a:cubicBezTo>
                  <a:cubicBezTo>
                    <a:pt x="1" y="19"/>
                    <a:pt x="0" y="24"/>
                    <a:pt x="0" y="28"/>
                  </a:cubicBezTo>
                  <a:cubicBezTo>
                    <a:pt x="0" y="32"/>
                    <a:pt x="0" y="36"/>
                    <a:pt x="2" y="40"/>
                  </a:cubicBezTo>
                  <a:cubicBezTo>
                    <a:pt x="3" y="43"/>
                    <a:pt x="5" y="47"/>
                    <a:pt x="7" y="50"/>
                  </a:cubicBezTo>
                  <a:lnTo>
                    <a:pt x="14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9" name="Freeform 34">
              <a:extLst>
                <a:ext uri="{FF2B5EF4-FFF2-40B4-BE49-F238E27FC236}">
                  <a16:creationId xmlns:a16="http://schemas.microsoft.com/office/drawing/2014/main" id="{8E8F6788-6837-8B65-DCA1-A988640B0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6" y="954088"/>
              <a:ext cx="222250" cy="431800"/>
            </a:xfrm>
            <a:custGeom>
              <a:avLst/>
              <a:gdLst>
                <a:gd name="T0" fmla="*/ 0 w 59"/>
                <a:gd name="T1" fmla="*/ 87 h 115"/>
                <a:gd name="T2" fmla="*/ 17 w 59"/>
                <a:gd name="T3" fmla="*/ 113 h 115"/>
                <a:gd name="T4" fmla="*/ 47 w 59"/>
                <a:gd name="T5" fmla="*/ 110 h 115"/>
                <a:gd name="T6" fmla="*/ 48 w 59"/>
                <a:gd name="T7" fmla="*/ 108 h 115"/>
                <a:gd name="T8" fmla="*/ 51 w 59"/>
                <a:gd name="T9" fmla="*/ 106 h 115"/>
                <a:gd name="T10" fmla="*/ 58 w 59"/>
                <a:gd name="T11" fmla="*/ 87 h 115"/>
                <a:gd name="T12" fmla="*/ 58 w 59"/>
                <a:gd name="T13" fmla="*/ 73 h 115"/>
                <a:gd name="T14" fmla="*/ 58 w 59"/>
                <a:gd name="T15" fmla="*/ 85 h 115"/>
                <a:gd name="T16" fmla="*/ 57 w 59"/>
                <a:gd name="T17" fmla="*/ 92 h 115"/>
                <a:gd name="T18" fmla="*/ 48 w 59"/>
                <a:gd name="T19" fmla="*/ 108 h 115"/>
                <a:gd name="T20" fmla="*/ 47 w 59"/>
                <a:gd name="T21" fmla="*/ 108 h 115"/>
                <a:gd name="T22" fmla="*/ 29 w 59"/>
                <a:gd name="T23" fmla="*/ 115 h 115"/>
                <a:gd name="T24" fmla="*/ 1 w 59"/>
                <a:gd name="T25" fmla="*/ 92 h 115"/>
                <a:gd name="T26" fmla="*/ 37 w 59"/>
                <a:gd name="T27" fmla="*/ 113 h 115"/>
                <a:gd name="T28" fmla="*/ 48 w 59"/>
                <a:gd name="T29" fmla="*/ 106 h 115"/>
                <a:gd name="T30" fmla="*/ 57 w 59"/>
                <a:gd name="T31" fmla="*/ 87 h 115"/>
                <a:gd name="T32" fmla="*/ 57 w 59"/>
                <a:gd name="T33" fmla="*/ 53 h 115"/>
                <a:gd name="T34" fmla="*/ 59 w 59"/>
                <a:gd name="T35" fmla="*/ 30 h 115"/>
                <a:gd name="T36" fmla="*/ 43 w 59"/>
                <a:gd name="T37" fmla="*/ 2 h 115"/>
                <a:gd name="T38" fmla="*/ 57 w 59"/>
                <a:gd name="T39" fmla="*/ 25 h 115"/>
                <a:gd name="T40" fmla="*/ 57 w 59"/>
                <a:gd name="T41" fmla="*/ 31 h 115"/>
                <a:gd name="T42" fmla="*/ 56 w 59"/>
                <a:gd name="T43" fmla="*/ 81 h 115"/>
                <a:gd name="T44" fmla="*/ 56 w 59"/>
                <a:gd name="T45" fmla="*/ 88 h 115"/>
                <a:gd name="T46" fmla="*/ 47 w 59"/>
                <a:gd name="T47" fmla="*/ 105 h 115"/>
                <a:gd name="T48" fmla="*/ 46 w 59"/>
                <a:gd name="T49" fmla="*/ 107 h 115"/>
                <a:gd name="T50" fmla="*/ 41 w 59"/>
                <a:gd name="T51" fmla="*/ 110 h 115"/>
                <a:gd name="T52" fmla="*/ 46 w 59"/>
                <a:gd name="T53" fmla="*/ 106 h 115"/>
                <a:gd name="T54" fmla="*/ 55 w 59"/>
                <a:gd name="T55" fmla="*/ 93 h 115"/>
                <a:gd name="T56" fmla="*/ 55 w 59"/>
                <a:gd name="T57" fmla="*/ 79 h 115"/>
                <a:gd name="T58" fmla="*/ 56 w 59"/>
                <a:gd name="T59" fmla="*/ 26 h 115"/>
                <a:gd name="T60" fmla="*/ 39 w 59"/>
                <a:gd name="T61" fmla="*/ 1 h 115"/>
                <a:gd name="T62" fmla="*/ 31 w 59"/>
                <a:gd name="T63" fmla="*/ 4 h 115"/>
                <a:gd name="T64" fmla="*/ 41 w 59"/>
                <a:gd name="T65" fmla="*/ 9 h 115"/>
                <a:gd name="T66" fmla="*/ 48 w 59"/>
                <a:gd name="T67" fmla="*/ 49 h 115"/>
                <a:gd name="T68" fmla="*/ 47 w 59"/>
                <a:gd name="T69" fmla="*/ 86 h 115"/>
                <a:gd name="T70" fmla="*/ 47 w 59"/>
                <a:gd name="T71" fmla="*/ 89 h 115"/>
                <a:gd name="T72" fmla="*/ 47 w 59"/>
                <a:gd name="T73" fmla="*/ 76 h 115"/>
                <a:gd name="T74" fmla="*/ 39 w 59"/>
                <a:gd name="T75" fmla="*/ 11 h 115"/>
                <a:gd name="T76" fmla="*/ 46 w 59"/>
                <a:gd name="T77" fmla="*/ 25 h 115"/>
                <a:gd name="T78" fmla="*/ 46 w 59"/>
                <a:gd name="T79" fmla="*/ 37 h 115"/>
                <a:gd name="T80" fmla="*/ 45 w 59"/>
                <a:gd name="T81" fmla="*/ 86 h 115"/>
                <a:gd name="T82" fmla="*/ 44 w 59"/>
                <a:gd name="T83" fmla="*/ 92 h 115"/>
                <a:gd name="T84" fmla="*/ 39 w 59"/>
                <a:gd name="T85" fmla="*/ 98 h 115"/>
                <a:gd name="T86" fmla="*/ 34 w 59"/>
                <a:gd name="T87" fmla="*/ 101 h 115"/>
                <a:gd name="T88" fmla="*/ 18 w 59"/>
                <a:gd name="T89" fmla="*/ 96 h 115"/>
                <a:gd name="T90" fmla="*/ 14 w 59"/>
                <a:gd name="T91" fmla="*/ 85 h 115"/>
                <a:gd name="T92" fmla="*/ 14 w 59"/>
                <a:gd name="T93" fmla="*/ 36 h 115"/>
                <a:gd name="T94" fmla="*/ 14 w 59"/>
                <a:gd name="T95" fmla="*/ 26 h 115"/>
                <a:gd name="T96" fmla="*/ 22 w 59"/>
                <a:gd name="T97" fmla="*/ 13 h 115"/>
                <a:gd name="T98" fmla="*/ 30 w 59"/>
                <a:gd name="T99" fmla="*/ 9 h 115"/>
                <a:gd name="T100" fmla="*/ 13 w 59"/>
                <a:gd name="T101" fmla="*/ 10 h 115"/>
                <a:gd name="T102" fmla="*/ 23 w 59"/>
                <a:gd name="T103" fmla="*/ 2 h 115"/>
                <a:gd name="T104" fmla="*/ 0 w 59"/>
                <a:gd name="T105" fmla="*/ 24 h 115"/>
                <a:gd name="T106" fmla="*/ 0 w 59"/>
                <a:gd name="T107" fmla="*/ 3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115">
                  <a:moveTo>
                    <a:pt x="0" y="83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8"/>
                    <a:pt x="0" y="88"/>
                  </a:cubicBezTo>
                  <a:cubicBezTo>
                    <a:pt x="0" y="90"/>
                    <a:pt x="0" y="92"/>
                    <a:pt x="1" y="94"/>
                  </a:cubicBezTo>
                  <a:cubicBezTo>
                    <a:pt x="3" y="103"/>
                    <a:pt x="9" y="109"/>
                    <a:pt x="17" y="113"/>
                  </a:cubicBezTo>
                  <a:cubicBezTo>
                    <a:pt x="21" y="115"/>
                    <a:pt x="25" y="115"/>
                    <a:pt x="29" y="115"/>
                  </a:cubicBezTo>
                  <a:cubicBezTo>
                    <a:pt x="33" y="115"/>
                    <a:pt x="37" y="115"/>
                    <a:pt x="41" y="113"/>
                  </a:cubicBezTo>
                  <a:cubicBezTo>
                    <a:pt x="43" y="112"/>
                    <a:pt x="45" y="111"/>
                    <a:pt x="47" y="110"/>
                  </a:cubicBezTo>
                  <a:cubicBezTo>
                    <a:pt x="47" y="109"/>
                    <a:pt x="48" y="109"/>
                    <a:pt x="48" y="109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9" y="108"/>
                    <a:pt x="49" y="108"/>
                    <a:pt x="49" y="108"/>
                  </a:cubicBezTo>
                  <a:cubicBezTo>
                    <a:pt x="50" y="107"/>
                    <a:pt x="50" y="106"/>
                    <a:pt x="51" y="106"/>
                  </a:cubicBezTo>
                  <a:cubicBezTo>
                    <a:pt x="54" y="103"/>
                    <a:pt x="56" y="99"/>
                    <a:pt x="57" y="94"/>
                  </a:cubicBezTo>
                  <a:cubicBezTo>
                    <a:pt x="58" y="92"/>
                    <a:pt x="58" y="90"/>
                    <a:pt x="58" y="88"/>
                  </a:cubicBezTo>
                  <a:cubicBezTo>
                    <a:pt x="58" y="88"/>
                    <a:pt x="58" y="87"/>
                    <a:pt x="58" y="87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3"/>
                    <a:pt x="58" y="83"/>
                    <a:pt x="58" y="8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7"/>
                    <a:pt x="58" y="88"/>
                    <a:pt x="58" y="88"/>
                  </a:cubicBezTo>
                  <a:cubicBezTo>
                    <a:pt x="58" y="90"/>
                    <a:pt x="58" y="91"/>
                    <a:pt x="57" y="92"/>
                  </a:cubicBezTo>
                  <a:cubicBezTo>
                    <a:pt x="57" y="97"/>
                    <a:pt x="54" y="102"/>
                    <a:pt x="50" y="106"/>
                  </a:cubicBezTo>
                  <a:cubicBezTo>
                    <a:pt x="50" y="107"/>
                    <a:pt x="49" y="107"/>
                    <a:pt x="49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7" y="108"/>
                    <a:pt x="47" y="108"/>
                    <a:pt x="47" y="108"/>
                  </a:cubicBezTo>
                  <a:cubicBezTo>
                    <a:pt x="46" y="109"/>
                    <a:pt x="45" y="110"/>
                    <a:pt x="44" y="111"/>
                  </a:cubicBezTo>
                  <a:cubicBezTo>
                    <a:pt x="42" y="112"/>
                    <a:pt x="39" y="113"/>
                    <a:pt x="37" y="114"/>
                  </a:cubicBezTo>
                  <a:cubicBezTo>
                    <a:pt x="34" y="115"/>
                    <a:pt x="32" y="115"/>
                    <a:pt x="29" y="115"/>
                  </a:cubicBezTo>
                  <a:cubicBezTo>
                    <a:pt x="27" y="115"/>
                    <a:pt x="24" y="115"/>
                    <a:pt x="21" y="114"/>
                  </a:cubicBezTo>
                  <a:cubicBezTo>
                    <a:pt x="11" y="111"/>
                    <a:pt x="3" y="103"/>
                    <a:pt x="1" y="92"/>
                  </a:cubicBezTo>
                  <a:cubicBezTo>
                    <a:pt x="1" y="92"/>
                    <a:pt x="1" y="93"/>
                    <a:pt x="1" y="92"/>
                  </a:cubicBezTo>
                  <a:cubicBezTo>
                    <a:pt x="4" y="102"/>
                    <a:pt x="12" y="110"/>
                    <a:pt x="22" y="113"/>
                  </a:cubicBezTo>
                  <a:cubicBezTo>
                    <a:pt x="24" y="114"/>
                    <a:pt x="27" y="114"/>
                    <a:pt x="30" y="114"/>
                  </a:cubicBezTo>
                  <a:cubicBezTo>
                    <a:pt x="32" y="114"/>
                    <a:pt x="35" y="114"/>
                    <a:pt x="37" y="113"/>
                  </a:cubicBezTo>
                  <a:cubicBezTo>
                    <a:pt x="40" y="112"/>
                    <a:pt x="42" y="111"/>
                    <a:pt x="44" y="110"/>
                  </a:cubicBezTo>
                  <a:cubicBezTo>
                    <a:pt x="45" y="109"/>
                    <a:pt x="46" y="108"/>
                    <a:pt x="47" y="107"/>
                  </a:cubicBezTo>
                  <a:cubicBezTo>
                    <a:pt x="47" y="107"/>
                    <a:pt x="48" y="107"/>
                    <a:pt x="48" y="106"/>
                  </a:cubicBezTo>
                  <a:cubicBezTo>
                    <a:pt x="49" y="106"/>
                    <a:pt x="49" y="106"/>
                    <a:pt x="50" y="105"/>
                  </a:cubicBezTo>
                  <a:cubicBezTo>
                    <a:pt x="54" y="101"/>
                    <a:pt x="56" y="96"/>
                    <a:pt x="57" y="91"/>
                  </a:cubicBezTo>
                  <a:cubicBezTo>
                    <a:pt x="57" y="90"/>
                    <a:pt x="57" y="89"/>
                    <a:pt x="57" y="87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57" y="78"/>
                    <a:pt x="57" y="78"/>
                    <a:pt x="57" y="78"/>
                  </a:cubicBezTo>
                  <a:cubicBezTo>
                    <a:pt x="58" y="70"/>
                    <a:pt x="58" y="61"/>
                    <a:pt x="57" y="53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28"/>
                    <a:pt x="59" y="27"/>
                    <a:pt x="59" y="25"/>
                  </a:cubicBezTo>
                  <a:cubicBezTo>
                    <a:pt x="59" y="21"/>
                    <a:pt x="58" y="17"/>
                    <a:pt x="56" y="13"/>
                  </a:cubicBezTo>
                  <a:cubicBezTo>
                    <a:pt x="53" y="7"/>
                    <a:pt x="48" y="4"/>
                    <a:pt x="43" y="2"/>
                  </a:cubicBezTo>
                  <a:cubicBezTo>
                    <a:pt x="48" y="5"/>
                    <a:pt x="52" y="10"/>
                    <a:pt x="54" y="15"/>
                  </a:cubicBezTo>
                  <a:cubicBezTo>
                    <a:pt x="55" y="17"/>
                    <a:pt x="56" y="20"/>
                    <a:pt x="57" y="23"/>
                  </a:cubicBezTo>
                  <a:cubicBezTo>
                    <a:pt x="57" y="24"/>
                    <a:pt x="57" y="25"/>
                    <a:pt x="57" y="25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6" y="40"/>
                    <a:pt x="56" y="50"/>
                    <a:pt x="56" y="59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6" y="81"/>
                    <a:pt x="56" y="81"/>
                    <a:pt x="56" y="81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6" y="86"/>
                    <a:pt x="56" y="86"/>
                    <a:pt x="56" y="86"/>
                  </a:cubicBezTo>
                  <a:cubicBezTo>
                    <a:pt x="56" y="87"/>
                    <a:pt x="56" y="88"/>
                    <a:pt x="56" y="88"/>
                  </a:cubicBezTo>
                  <a:cubicBezTo>
                    <a:pt x="55" y="91"/>
                    <a:pt x="55" y="94"/>
                    <a:pt x="54" y="97"/>
                  </a:cubicBezTo>
                  <a:cubicBezTo>
                    <a:pt x="53" y="99"/>
                    <a:pt x="51" y="102"/>
                    <a:pt x="49" y="104"/>
                  </a:cubicBezTo>
                  <a:cubicBezTo>
                    <a:pt x="48" y="104"/>
                    <a:pt x="48" y="105"/>
                    <a:pt x="47" y="105"/>
                  </a:cubicBezTo>
                  <a:cubicBezTo>
                    <a:pt x="47" y="106"/>
                    <a:pt x="47" y="106"/>
                    <a:pt x="47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5" y="107"/>
                    <a:pt x="44" y="108"/>
                    <a:pt x="43" y="109"/>
                  </a:cubicBezTo>
                  <a:cubicBezTo>
                    <a:pt x="40" y="110"/>
                    <a:pt x="37" y="111"/>
                    <a:pt x="35" y="112"/>
                  </a:cubicBezTo>
                  <a:cubicBezTo>
                    <a:pt x="37" y="111"/>
                    <a:pt x="39" y="111"/>
                    <a:pt x="41" y="110"/>
                  </a:cubicBezTo>
                  <a:cubicBezTo>
                    <a:pt x="42" y="109"/>
                    <a:pt x="44" y="108"/>
                    <a:pt x="45" y="108"/>
                  </a:cubicBezTo>
                  <a:cubicBezTo>
                    <a:pt x="45" y="107"/>
                    <a:pt x="46" y="107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7" y="105"/>
                    <a:pt x="47" y="105"/>
                    <a:pt x="47" y="105"/>
                  </a:cubicBezTo>
                  <a:cubicBezTo>
                    <a:pt x="51" y="102"/>
                    <a:pt x="54" y="97"/>
                    <a:pt x="55" y="93"/>
                  </a:cubicBezTo>
                  <a:cubicBezTo>
                    <a:pt x="55" y="91"/>
                    <a:pt x="55" y="90"/>
                    <a:pt x="55" y="89"/>
                  </a:cubicBezTo>
                  <a:cubicBezTo>
                    <a:pt x="55" y="88"/>
                    <a:pt x="55" y="86"/>
                    <a:pt x="55" y="85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75"/>
                    <a:pt x="55" y="71"/>
                    <a:pt x="56" y="67"/>
                  </a:cubicBezTo>
                  <a:cubicBezTo>
                    <a:pt x="56" y="55"/>
                    <a:pt x="56" y="45"/>
                    <a:pt x="56" y="34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3"/>
                    <a:pt x="56" y="20"/>
                    <a:pt x="54" y="17"/>
                  </a:cubicBezTo>
                  <a:cubicBezTo>
                    <a:pt x="52" y="11"/>
                    <a:pt x="48" y="6"/>
                    <a:pt x="43" y="3"/>
                  </a:cubicBezTo>
                  <a:cubicBezTo>
                    <a:pt x="41" y="2"/>
                    <a:pt x="40" y="1"/>
                    <a:pt x="39" y="1"/>
                  </a:cubicBezTo>
                  <a:cubicBezTo>
                    <a:pt x="37" y="0"/>
                    <a:pt x="35" y="0"/>
                    <a:pt x="34" y="0"/>
                  </a:cubicBezTo>
                  <a:cubicBezTo>
                    <a:pt x="31" y="1"/>
                    <a:pt x="29" y="2"/>
                    <a:pt x="29" y="3"/>
                  </a:cubicBezTo>
                  <a:cubicBezTo>
                    <a:pt x="29" y="3"/>
                    <a:pt x="30" y="4"/>
                    <a:pt x="31" y="4"/>
                  </a:cubicBezTo>
                  <a:cubicBezTo>
                    <a:pt x="32" y="5"/>
                    <a:pt x="33" y="5"/>
                    <a:pt x="35" y="6"/>
                  </a:cubicBezTo>
                  <a:cubicBezTo>
                    <a:pt x="36" y="6"/>
                    <a:pt x="38" y="7"/>
                    <a:pt x="39" y="8"/>
                  </a:cubicBezTo>
                  <a:cubicBezTo>
                    <a:pt x="40" y="8"/>
                    <a:pt x="41" y="9"/>
                    <a:pt x="41" y="9"/>
                  </a:cubicBezTo>
                  <a:cubicBezTo>
                    <a:pt x="41" y="10"/>
                    <a:pt x="41" y="10"/>
                    <a:pt x="40" y="10"/>
                  </a:cubicBezTo>
                  <a:cubicBezTo>
                    <a:pt x="45" y="14"/>
                    <a:pt x="49" y="21"/>
                    <a:pt x="48" y="27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8"/>
                    <a:pt x="48" y="67"/>
                    <a:pt x="48" y="7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7" y="87"/>
                    <a:pt x="47" y="88"/>
                    <a:pt x="47" y="89"/>
                  </a:cubicBezTo>
                  <a:cubicBezTo>
                    <a:pt x="46" y="93"/>
                    <a:pt x="45" y="96"/>
                    <a:pt x="42" y="98"/>
                  </a:cubicBezTo>
                  <a:cubicBezTo>
                    <a:pt x="45" y="96"/>
                    <a:pt x="46" y="93"/>
                    <a:pt x="47" y="89"/>
                  </a:cubicBezTo>
                  <a:cubicBezTo>
                    <a:pt x="47" y="88"/>
                    <a:pt x="47" y="87"/>
                    <a:pt x="47" y="8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0"/>
                    <a:pt x="45" y="14"/>
                    <a:pt x="39" y="11"/>
                  </a:cubicBezTo>
                  <a:cubicBezTo>
                    <a:pt x="38" y="11"/>
                    <a:pt x="38" y="12"/>
                    <a:pt x="40" y="14"/>
                  </a:cubicBezTo>
                  <a:cubicBezTo>
                    <a:pt x="41" y="15"/>
                    <a:pt x="44" y="18"/>
                    <a:pt x="45" y="22"/>
                  </a:cubicBezTo>
                  <a:cubicBezTo>
                    <a:pt x="46" y="23"/>
                    <a:pt x="46" y="24"/>
                    <a:pt x="46" y="25"/>
                  </a:cubicBezTo>
                  <a:cubicBezTo>
                    <a:pt x="46" y="26"/>
                    <a:pt x="46" y="26"/>
                    <a:pt x="46" y="2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32"/>
                    <a:pt x="46" y="35"/>
                    <a:pt x="46" y="37"/>
                  </a:cubicBezTo>
                  <a:cubicBezTo>
                    <a:pt x="45" y="49"/>
                    <a:pt x="45" y="62"/>
                    <a:pt x="45" y="7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5" y="86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45" y="88"/>
                    <a:pt x="45" y="89"/>
                    <a:pt x="45" y="89"/>
                  </a:cubicBezTo>
                  <a:cubicBezTo>
                    <a:pt x="44" y="90"/>
                    <a:pt x="44" y="91"/>
                    <a:pt x="44" y="92"/>
                  </a:cubicBezTo>
                  <a:cubicBezTo>
                    <a:pt x="43" y="94"/>
                    <a:pt x="42" y="96"/>
                    <a:pt x="40" y="97"/>
                  </a:cubicBezTo>
                  <a:cubicBezTo>
                    <a:pt x="40" y="97"/>
                    <a:pt x="40" y="97"/>
                    <a:pt x="40" y="97"/>
                  </a:cubicBezTo>
                  <a:cubicBezTo>
                    <a:pt x="40" y="98"/>
                    <a:pt x="39" y="98"/>
                    <a:pt x="39" y="98"/>
                  </a:cubicBezTo>
                  <a:cubicBezTo>
                    <a:pt x="39" y="98"/>
                    <a:pt x="39" y="98"/>
                    <a:pt x="38" y="99"/>
                  </a:cubicBezTo>
                  <a:cubicBezTo>
                    <a:pt x="38" y="99"/>
                    <a:pt x="38" y="99"/>
                    <a:pt x="37" y="99"/>
                  </a:cubicBezTo>
                  <a:cubicBezTo>
                    <a:pt x="36" y="100"/>
                    <a:pt x="35" y="100"/>
                    <a:pt x="34" y="101"/>
                  </a:cubicBezTo>
                  <a:cubicBezTo>
                    <a:pt x="33" y="101"/>
                    <a:pt x="31" y="101"/>
                    <a:pt x="30" y="101"/>
                  </a:cubicBezTo>
                  <a:cubicBezTo>
                    <a:pt x="28" y="101"/>
                    <a:pt x="27" y="101"/>
                    <a:pt x="25" y="101"/>
                  </a:cubicBezTo>
                  <a:cubicBezTo>
                    <a:pt x="22" y="100"/>
                    <a:pt x="20" y="98"/>
                    <a:pt x="18" y="96"/>
                  </a:cubicBezTo>
                  <a:cubicBezTo>
                    <a:pt x="16" y="93"/>
                    <a:pt x="14" y="90"/>
                    <a:pt x="14" y="87"/>
                  </a:cubicBezTo>
                  <a:cubicBezTo>
                    <a:pt x="14" y="87"/>
                    <a:pt x="14" y="87"/>
                    <a:pt x="14" y="86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62"/>
                    <a:pt x="14" y="49"/>
                    <a:pt x="14" y="3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5"/>
                    <a:pt x="14" y="25"/>
                    <a:pt x="14" y="24"/>
                  </a:cubicBezTo>
                  <a:cubicBezTo>
                    <a:pt x="14" y="23"/>
                    <a:pt x="14" y="22"/>
                    <a:pt x="15" y="21"/>
                  </a:cubicBezTo>
                  <a:cubicBezTo>
                    <a:pt x="16" y="18"/>
                    <a:pt x="19" y="15"/>
                    <a:pt x="22" y="13"/>
                  </a:cubicBezTo>
                  <a:cubicBezTo>
                    <a:pt x="25" y="11"/>
                    <a:pt x="27" y="10"/>
                    <a:pt x="28" y="10"/>
                  </a:cubicBezTo>
                  <a:cubicBezTo>
                    <a:pt x="29" y="10"/>
                    <a:pt x="29" y="9"/>
                    <a:pt x="29" y="9"/>
                  </a:cubicBezTo>
                  <a:cubicBezTo>
                    <a:pt x="29" y="9"/>
                    <a:pt x="30" y="9"/>
                    <a:pt x="30" y="9"/>
                  </a:cubicBezTo>
                  <a:cubicBezTo>
                    <a:pt x="30" y="8"/>
                    <a:pt x="30" y="8"/>
                    <a:pt x="29" y="8"/>
                  </a:cubicBezTo>
                  <a:cubicBezTo>
                    <a:pt x="28" y="7"/>
                    <a:pt x="27" y="6"/>
                    <a:pt x="24" y="6"/>
                  </a:cubicBezTo>
                  <a:cubicBezTo>
                    <a:pt x="21" y="6"/>
                    <a:pt x="17" y="7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6"/>
                    <a:pt x="19" y="5"/>
                    <a:pt x="21" y="4"/>
                  </a:cubicBezTo>
                  <a:cubicBezTo>
                    <a:pt x="22" y="3"/>
                    <a:pt x="23" y="3"/>
                    <a:pt x="23" y="2"/>
                  </a:cubicBezTo>
                  <a:cubicBezTo>
                    <a:pt x="23" y="1"/>
                    <a:pt x="21" y="1"/>
                    <a:pt x="22" y="0"/>
                  </a:cubicBezTo>
                  <a:cubicBezTo>
                    <a:pt x="17" y="1"/>
                    <a:pt x="12" y="4"/>
                    <a:pt x="8" y="8"/>
                  </a:cubicBezTo>
                  <a:cubicBezTo>
                    <a:pt x="4" y="12"/>
                    <a:pt x="1" y="18"/>
                    <a:pt x="0" y="24"/>
                  </a:cubicBezTo>
                  <a:cubicBezTo>
                    <a:pt x="0" y="25"/>
                    <a:pt x="0" y="26"/>
                    <a:pt x="0" y="2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0" name="Freeform 35">
              <a:extLst>
                <a:ext uri="{FF2B5EF4-FFF2-40B4-BE49-F238E27FC236}">
                  <a16:creationId xmlns:a16="http://schemas.microsoft.com/office/drawing/2014/main" id="{5A5F0FB7-7277-DB67-9FB2-B04F5F026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2851" y="2822576"/>
              <a:ext cx="49213" cy="33338"/>
            </a:xfrm>
            <a:custGeom>
              <a:avLst/>
              <a:gdLst>
                <a:gd name="T0" fmla="*/ 13 w 13"/>
                <a:gd name="T1" fmla="*/ 0 h 9"/>
                <a:gd name="T2" fmla="*/ 9 w 13"/>
                <a:gd name="T3" fmla="*/ 3 h 9"/>
                <a:gd name="T4" fmla="*/ 0 w 13"/>
                <a:gd name="T5" fmla="*/ 9 h 9"/>
                <a:gd name="T6" fmla="*/ 0 w 13"/>
                <a:gd name="T7" fmla="*/ 9 h 9"/>
                <a:gd name="T8" fmla="*/ 9 w 13"/>
                <a:gd name="T9" fmla="*/ 3 h 9"/>
                <a:gd name="T10" fmla="*/ 13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12" y="1"/>
                    <a:pt x="10" y="2"/>
                    <a:pt x="9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2"/>
                    <a:pt x="12" y="1"/>
                    <a:pt x="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1" name="Freeform 36">
              <a:extLst>
                <a:ext uri="{FF2B5EF4-FFF2-40B4-BE49-F238E27FC236}">
                  <a16:creationId xmlns:a16="http://schemas.microsoft.com/office/drawing/2014/main" id="{2F6EA906-A223-6F05-73DE-A1C972699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6" y="2833688"/>
              <a:ext cx="3175" cy="22225"/>
            </a:xfrm>
            <a:custGeom>
              <a:avLst/>
              <a:gdLst>
                <a:gd name="T0" fmla="*/ 2 w 2"/>
                <a:gd name="T1" fmla="*/ 14 h 14"/>
                <a:gd name="T2" fmla="*/ 2 w 2"/>
                <a:gd name="T3" fmla="*/ 14 h 14"/>
                <a:gd name="T4" fmla="*/ 0 w 2"/>
                <a:gd name="T5" fmla="*/ 0 h 14"/>
                <a:gd name="T6" fmla="*/ 2 w 2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4">
                  <a:moveTo>
                    <a:pt x="2" y="14"/>
                  </a:moveTo>
                  <a:lnTo>
                    <a:pt x="2" y="14"/>
                  </a:lnTo>
                  <a:lnTo>
                    <a:pt x="0" y="0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2" name="Freeform 37">
              <a:extLst>
                <a:ext uri="{FF2B5EF4-FFF2-40B4-BE49-F238E27FC236}">
                  <a16:creationId xmlns:a16="http://schemas.microsoft.com/office/drawing/2014/main" id="{CEECF967-FC78-05A9-5CD7-DCF73DEAC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6501" y="2674938"/>
              <a:ext cx="120650" cy="177800"/>
            </a:xfrm>
            <a:custGeom>
              <a:avLst/>
              <a:gdLst>
                <a:gd name="T0" fmla="*/ 1 w 32"/>
                <a:gd name="T1" fmla="*/ 18 h 47"/>
                <a:gd name="T2" fmla="*/ 3 w 32"/>
                <a:gd name="T3" fmla="*/ 14 h 47"/>
                <a:gd name="T4" fmla="*/ 3 w 32"/>
                <a:gd name="T5" fmla="*/ 13 h 47"/>
                <a:gd name="T6" fmla="*/ 5 w 32"/>
                <a:gd name="T7" fmla="*/ 12 h 47"/>
                <a:gd name="T8" fmla="*/ 2 w 32"/>
                <a:gd name="T9" fmla="*/ 19 h 47"/>
                <a:gd name="T10" fmla="*/ 1 w 32"/>
                <a:gd name="T11" fmla="*/ 38 h 47"/>
                <a:gd name="T12" fmla="*/ 11 w 32"/>
                <a:gd name="T13" fmla="*/ 41 h 47"/>
                <a:gd name="T14" fmla="*/ 15 w 32"/>
                <a:gd name="T15" fmla="*/ 39 h 47"/>
                <a:gd name="T16" fmla="*/ 25 w 32"/>
                <a:gd name="T17" fmla="*/ 27 h 47"/>
                <a:gd name="T18" fmla="*/ 4 w 32"/>
                <a:gd name="T19" fmla="*/ 44 h 47"/>
                <a:gd name="T20" fmla="*/ 10 w 32"/>
                <a:gd name="T21" fmla="*/ 40 h 47"/>
                <a:gd name="T22" fmla="*/ 18 w 32"/>
                <a:gd name="T23" fmla="*/ 34 h 47"/>
                <a:gd name="T24" fmla="*/ 25 w 32"/>
                <a:gd name="T25" fmla="*/ 26 h 47"/>
                <a:gd name="T26" fmla="*/ 20 w 32"/>
                <a:gd name="T27" fmla="*/ 22 h 47"/>
                <a:gd name="T28" fmla="*/ 17 w 32"/>
                <a:gd name="T29" fmla="*/ 23 h 47"/>
                <a:gd name="T30" fmla="*/ 14 w 32"/>
                <a:gd name="T31" fmla="*/ 26 h 47"/>
                <a:gd name="T32" fmla="*/ 15 w 32"/>
                <a:gd name="T33" fmla="*/ 22 h 47"/>
                <a:gd name="T34" fmla="*/ 16 w 32"/>
                <a:gd name="T35" fmla="*/ 20 h 47"/>
                <a:gd name="T36" fmla="*/ 16 w 32"/>
                <a:gd name="T37" fmla="*/ 19 h 47"/>
                <a:gd name="T38" fmla="*/ 17 w 32"/>
                <a:gd name="T39" fmla="*/ 19 h 47"/>
                <a:gd name="T40" fmla="*/ 21 w 32"/>
                <a:gd name="T41" fmla="*/ 20 h 47"/>
                <a:gd name="T42" fmla="*/ 24 w 32"/>
                <a:gd name="T43" fmla="*/ 17 h 47"/>
                <a:gd name="T44" fmla="*/ 27 w 32"/>
                <a:gd name="T45" fmla="*/ 22 h 47"/>
                <a:gd name="T46" fmla="*/ 28 w 32"/>
                <a:gd name="T47" fmla="*/ 8 h 47"/>
                <a:gd name="T48" fmla="*/ 27 w 32"/>
                <a:gd name="T49" fmla="*/ 5 h 47"/>
                <a:gd name="T50" fmla="*/ 26 w 32"/>
                <a:gd name="T51" fmla="*/ 5 h 47"/>
                <a:gd name="T52" fmla="*/ 20 w 32"/>
                <a:gd name="T53" fmla="*/ 1 h 47"/>
                <a:gd name="T54" fmla="*/ 20 w 32"/>
                <a:gd name="T55" fmla="*/ 1 h 47"/>
                <a:gd name="T56" fmla="*/ 15 w 32"/>
                <a:gd name="T57" fmla="*/ 2 h 47"/>
                <a:gd name="T58" fmla="*/ 5 w 32"/>
                <a:gd name="T59" fmla="*/ 10 h 47"/>
                <a:gd name="T60" fmla="*/ 3 w 32"/>
                <a:gd name="T61" fmla="*/ 14 h 47"/>
                <a:gd name="T62" fmla="*/ 2 w 32"/>
                <a:gd name="T63" fmla="*/ 16 h 47"/>
                <a:gd name="T64" fmla="*/ 0 w 32"/>
                <a:gd name="T65" fmla="*/ 38 h 47"/>
                <a:gd name="T66" fmla="*/ 1 w 32"/>
                <a:gd name="T67" fmla="*/ 38 h 47"/>
                <a:gd name="T68" fmla="*/ 11 w 32"/>
                <a:gd name="T69" fmla="*/ 29 h 47"/>
                <a:gd name="T70" fmla="*/ 11 w 32"/>
                <a:gd name="T71" fmla="*/ 29 h 47"/>
                <a:gd name="T72" fmla="*/ 11 w 32"/>
                <a:gd name="T73" fmla="*/ 29 h 47"/>
                <a:gd name="T74" fmla="*/ 3 w 32"/>
                <a:gd name="T75" fmla="*/ 24 h 47"/>
                <a:gd name="T76" fmla="*/ 4 w 32"/>
                <a:gd name="T77" fmla="*/ 42 h 47"/>
                <a:gd name="T78" fmla="*/ 6 w 32"/>
                <a:gd name="T79" fmla="*/ 32 h 47"/>
                <a:gd name="T80" fmla="*/ 5 w 32"/>
                <a:gd name="T81" fmla="*/ 33 h 47"/>
                <a:gd name="T82" fmla="*/ 6 w 32"/>
                <a:gd name="T83" fmla="*/ 32 h 47"/>
                <a:gd name="T84" fmla="*/ 11 w 32"/>
                <a:gd name="T85" fmla="*/ 34 h 47"/>
                <a:gd name="T86" fmla="*/ 11 w 32"/>
                <a:gd name="T87" fmla="*/ 36 h 47"/>
                <a:gd name="T88" fmla="*/ 21 w 32"/>
                <a:gd name="T89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" h="47">
                  <a:moveTo>
                    <a:pt x="0" y="25"/>
                  </a:moveTo>
                  <a:cubicBezTo>
                    <a:pt x="0" y="23"/>
                    <a:pt x="1" y="21"/>
                    <a:pt x="1" y="18"/>
                  </a:cubicBezTo>
                  <a:cubicBezTo>
                    <a:pt x="2" y="17"/>
                    <a:pt x="2" y="16"/>
                    <a:pt x="3" y="1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2"/>
                    <a:pt x="4" y="12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4" y="13"/>
                    <a:pt x="4" y="14"/>
                    <a:pt x="3" y="15"/>
                  </a:cubicBezTo>
                  <a:cubicBezTo>
                    <a:pt x="3" y="16"/>
                    <a:pt x="3" y="18"/>
                    <a:pt x="2" y="19"/>
                  </a:cubicBezTo>
                  <a:cubicBezTo>
                    <a:pt x="2" y="21"/>
                    <a:pt x="1" y="23"/>
                    <a:pt x="1" y="25"/>
                  </a:cubicBezTo>
                  <a:cubicBezTo>
                    <a:pt x="1" y="29"/>
                    <a:pt x="1" y="34"/>
                    <a:pt x="1" y="38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3" y="39"/>
                    <a:pt x="15" y="3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8" y="37"/>
                    <a:pt x="21" y="34"/>
                    <a:pt x="24" y="32"/>
                  </a:cubicBezTo>
                  <a:cubicBezTo>
                    <a:pt x="25" y="30"/>
                    <a:pt x="25" y="29"/>
                    <a:pt x="25" y="27"/>
                  </a:cubicBezTo>
                  <a:cubicBezTo>
                    <a:pt x="20" y="32"/>
                    <a:pt x="15" y="36"/>
                    <a:pt x="10" y="40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3" y="38"/>
                    <a:pt x="16" y="36"/>
                    <a:pt x="18" y="34"/>
                  </a:cubicBezTo>
                  <a:cubicBezTo>
                    <a:pt x="20" y="31"/>
                    <a:pt x="22" y="29"/>
                    <a:pt x="24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5"/>
                    <a:pt x="25" y="25"/>
                    <a:pt x="25" y="24"/>
                  </a:cubicBezTo>
                  <a:cubicBezTo>
                    <a:pt x="24" y="22"/>
                    <a:pt x="22" y="21"/>
                    <a:pt x="20" y="22"/>
                  </a:cubicBezTo>
                  <a:cubicBezTo>
                    <a:pt x="19" y="23"/>
                    <a:pt x="19" y="24"/>
                    <a:pt x="19" y="24"/>
                  </a:cubicBezTo>
                  <a:cubicBezTo>
                    <a:pt x="18" y="24"/>
                    <a:pt x="18" y="23"/>
                    <a:pt x="17" y="23"/>
                  </a:cubicBezTo>
                  <a:cubicBezTo>
                    <a:pt x="16" y="24"/>
                    <a:pt x="15" y="26"/>
                    <a:pt x="14" y="27"/>
                  </a:cubicBezTo>
                  <a:cubicBezTo>
                    <a:pt x="14" y="27"/>
                    <a:pt x="14" y="26"/>
                    <a:pt x="14" y="26"/>
                  </a:cubicBezTo>
                  <a:cubicBezTo>
                    <a:pt x="15" y="25"/>
                    <a:pt x="16" y="24"/>
                    <a:pt x="17" y="22"/>
                  </a:cubicBezTo>
                  <a:cubicBezTo>
                    <a:pt x="16" y="22"/>
                    <a:pt x="16" y="22"/>
                    <a:pt x="15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20"/>
                    <a:pt x="20" y="20"/>
                    <a:pt x="21" y="20"/>
                  </a:cubicBezTo>
                  <a:cubicBezTo>
                    <a:pt x="21" y="19"/>
                    <a:pt x="22" y="18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20"/>
                    <a:pt x="24" y="20"/>
                    <a:pt x="25" y="21"/>
                  </a:cubicBezTo>
                  <a:cubicBezTo>
                    <a:pt x="25" y="21"/>
                    <a:pt x="27" y="21"/>
                    <a:pt x="27" y="22"/>
                  </a:cubicBezTo>
                  <a:cubicBezTo>
                    <a:pt x="28" y="18"/>
                    <a:pt x="28" y="15"/>
                    <a:pt x="29" y="11"/>
                  </a:cubicBezTo>
                  <a:cubicBezTo>
                    <a:pt x="29" y="11"/>
                    <a:pt x="28" y="9"/>
                    <a:pt x="28" y="8"/>
                  </a:cubicBezTo>
                  <a:cubicBezTo>
                    <a:pt x="28" y="8"/>
                    <a:pt x="28" y="7"/>
                    <a:pt x="27" y="6"/>
                  </a:cubicBezTo>
                  <a:cubicBezTo>
                    <a:pt x="27" y="6"/>
                    <a:pt x="27" y="6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32" y="8"/>
                    <a:pt x="19" y="0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1" y="4"/>
                    <a:pt x="10" y="5"/>
                  </a:cubicBezTo>
                  <a:cubicBezTo>
                    <a:pt x="8" y="7"/>
                    <a:pt x="7" y="8"/>
                    <a:pt x="5" y="10"/>
                  </a:cubicBezTo>
                  <a:cubicBezTo>
                    <a:pt x="4" y="11"/>
                    <a:pt x="4" y="12"/>
                    <a:pt x="3" y="13"/>
                  </a:cubicBezTo>
                  <a:cubicBezTo>
                    <a:pt x="3" y="13"/>
                    <a:pt x="3" y="13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0" y="20"/>
                    <a:pt x="0" y="23"/>
                    <a:pt x="0" y="27"/>
                  </a:cubicBezTo>
                  <a:cubicBezTo>
                    <a:pt x="0" y="31"/>
                    <a:pt x="0" y="34"/>
                    <a:pt x="0" y="38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0" y="34"/>
                    <a:pt x="0" y="29"/>
                    <a:pt x="0" y="25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3" y="37"/>
                  </a:moveTo>
                  <a:cubicBezTo>
                    <a:pt x="2" y="33"/>
                    <a:pt x="2" y="28"/>
                    <a:pt x="3" y="24"/>
                  </a:cubicBezTo>
                  <a:cubicBezTo>
                    <a:pt x="2" y="28"/>
                    <a:pt x="3" y="33"/>
                    <a:pt x="3" y="37"/>
                  </a:cubicBezTo>
                  <a:cubicBezTo>
                    <a:pt x="4" y="42"/>
                    <a:pt x="4" y="42"/>
                    <a:pt x="4" y="42"/>
                  </a:cubicBezTo>
                  <a:lnTo>
                    <a:pt x="3" y="37"/>
                  </a:lnTo>
                  <a:close/>
                  <a:moveTo>
                    <a:pt x="6" y="32"/>
                  </a:moveTo>
                  <a:cubicBezTo>
                    <a:pt x="6" y="32"/>
                    <a:pt x="6" y="32"/>
                    <a:pt x="6" y="32"/>
                  </a:cubicBezTo>
                  <a:cubicBezTo>
                    <a:pt x="6" y="33"/>
                    <a:pt x="5" y="33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6" y="33"/>
                    <a:pt x="6" y="32"/>
                  </a:cubicBezTo>
                  <a:close/>
                  <a:moveTo>
                    <a:pt x="11" y="36"/>
                  </a:move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5"/>
                    <a:pt x="11" y="35"/>
                    <a:pt x="11" y="36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3" name="Freeform 38">
              <a:extLst>
                <a:ext uri="{FF2B5EF4-FFF2-40B4-BE49-F238E27FC236}">
                  <a16:creationId xmlns:a16="http://schemas.microsoft.com/office/drawing/2014/main" id="{ADEF9EDA-05E9-BDD6-DCF8-585F01165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426" y="2652713"/>
              <a:ext cx="112713" cy="173038"/>
            </a:xfrm>
            <a:custGeom>
              <a:avLst/>
              <a:gdLst>
                <a:gd name="T0" fmla="*/ 15 w 30"/>
                <a:gd name="T1" fmla="*/ 42 h 46"/>
                <a:gd name="T2" fmla="*/ 16 w 30"/>
                <a:gd name="T3" fmla="*/ 41 h 46"/>
                <a:gd name="T4" fmla="*/ 17 w 30"/>
                <a:gd name="T5" fmla="*/ 36 h 46"/>
                <a:gd name="T6" fmla="*/ 14 w 30"/>
                <a:gd name="T7" fmla="*/ 36 h 46"/>
                <a:gd name="T8" fmla="*/ 10 w 30"/>
                <a:gd name="T9" fmla="*/ 40 h 46"/>
                <a:gd name="T10" fmla="*/ 7 w 30"/>
                <a:gd name="T11" fmla="*/ 43 h 46"/>
                <a:gd name="T12" fmla="*/ 6 w 30"/>
                <a:gd name="T13" fmla="*/ 41 h 46"/>
                <a:gd name="T14" fmla="*/ 5 w 30"/>
                <a:gd name="T15" fmla="*/ 36 h 46"/>
                <a:gd name="T16" fmla="*/ 4 w 30"/>
                <a:gd name="T17" fmla="*/ 37 h 46"/>
                <a:gd name="T18" fmla="*/ 3 w 30"/>
                <a:gd name="T19" fmla="*/ 31 h 46"/>
                <a:gd name="T20" fmla="*/ 4 w 30"/>
                <a:gd name="T21" fmla="*/ 36 h 46"/>
                <a:gd name="T22" fmla="*/ 4 w 30"/>
                <a:gd name="T23" fmla="*/ 36 h 46"/>
                <a:gd name="T24" fmla="*/ 5 w 30"/>
                <a:gd name="T25" fmla="*/ 36 h 46"/>
                <a:gd name="T26" fmla="*/ 5 w 30"/>
                <a:gd name="T27" fmla="*/ 37 h 46"/>
                <a:gd name="T28" fmla="*/ 7 w 30"/>
                <a:gd name="T29" fmla="*/ 43 h 46"/>
                <a:gd name="T30" fmla="*/ 12 w 30"/>
                <a:gd name="T31" fmla="*/ 38 h 46"/>
                <a:gd name="T32" fmla="*/ 14 w 30"/>
                <a:gd name="T33" fmla="*/ 36 h 46"/>
                <a:gd name="T34" fmla="*/ 15 w 30"/>
                <a:gd name="T35" fmla="*/ 38 h 46"/>
                <a:gd name="T36" fmla="*/ 15 w 30"/>
                <a:gd name="T37" fmla="*/ 38 h 46"/>
                <a:gd name="T38" fmla="*/ 25 w 30"/>
                <a:gd name="T39" fmla="*/ 26 h 46"/>
                <a:gd name="T40" fmla="*/ 24 w 30"/>
                <a:gd name="T41" fmla="*/ 20 h 46"/>
                <a:gd name="T42" fmla="*/ 19 w 30"/>
                <a:gd name="T43" fmla="*/ 20 h 46"/>
                <a:gd name="T44" fmla="*/ 12 w 30"/>
                <a:gd name="T45" fmla="*/ 27 h 46"/>
                <a:gd name="T46" fmla="*/ 12 w 30"/>
                <a:gd name="T47" fmla="*/ 27 h 46"/>
                <a:gd name="T48" fmla="*/ 12 w 30"/>
                <a:gd name="T49" fmla="*/ 27 h 46"/>
                <a:gd name="T50" fmla="*/ 13 w 30"/>
                <a:gd name="T51" fmla="*/ 26 h 46"/>
                <a:gd name="T52" fmla="*/ 17 w 30"/>
                <a:gd name="T53" fmla="*/ 18 h 46"/>
                <a:gd name="T54" fmla="*/ 15 w 30"/>
                <a:gd name="T55" fmla="*/ 20 h 46"/>
                <a:gd name="T56" fmla="*/ 14 w 30"/>
                <a:gd name="T57" fmla="*/ 19 h 46"/>
                <a:gd name="T58" fmla="*/ 15 w 30"/>
                <a:gd name="T59" fmla="*/ 16 h 46"/>
                <a:gd name="T60" fmla="*/ 16 w 30"/>
                <a:gd name="T61" fmla="*/ 15 h 46"/>
                <a:gd name="T62" fmla="*/ 18 w 30"/>
                <a:gd name="T63" fmla="*/ 16 h 46"/>
                <a:gd name="T64" fmla="*/ 20 w 30"/>
                <a:gd name="T65" fmla="*/ 17 h 46"/>
                <a:gd name="T66" fmla="*/ 25 w 30"/>
                <a:gd name="T67" fmla="*/ 13 h 46"/>
                <a:gd name="T68" fmla="*/ 29 w 30"/>
                <a:gd name="T69" fmla="*/ 18 h 46"/>
                <a:gd name="T70" fmla="*/ 28 w 30"/>
                <a:gd name="T71" fmla="*/ 2 h 46"/>
                <a:gd name="T72" fmla="*/ 18 w 30"/>
                <a:gd name="T73" fmla="*/ 0 h 46"/>
                <a:gd name="T74" fmla="*/ 0 w 30"/>
                <a:gd name="T75" fmla="*/ 28 h 46"/>
                <a:gd name="T76" fmla="*/ 2 w 30"/>
                <a:gd name="T77" fmla="*/ 40 h 46"/>
                <a:gd name="T78" fmla="*/ 2 w 30"/>
                <a:gd name="T79" fmla="*/ 40 h 46"/>
                <a:gd name="T80" fmla="*/ 3 w 30"/>
                <a:gd name="T81" fmla="*/ 39 h 46"/>
                <a:gd name="T82" fmla="*/ 6 w 30"/>
                <a:gd name="T83" fmla="*/ 44 h 46"/>
                <a:gd name="T84" fmla="*/ 11 w 30"/>
                <a:gd name="T85" fmla="*/ 41 h 46"/>
                <a:gd name="T86" fmla="*/ 6 w 30"/>
                <a:gd name="T87" fmla="*/ 45 h 46"/>
                <a:gd name="T88" fmla="*/ 4 w 30"/>
                <a:gd name="T89" fmla="*/ 40 h 46"/>
                <a:gd name="T90" fmla="*/ 4 w 30"/>
                <a:gd name="T91" fmla="*/ 38 h 46"/>
                <a:gd name="T92" fmla="*/ 2 w 30"/>
                <a:gd name="T93" fmla="*/ 40 h 46"/>
                <a:gd name="T94" fmla="*/ 2 w 30"/>
                <a:gd name="T95" fmla="*/ 38 h 46"/>
                <a:gd name="T96" fmla="*/ 3 w 30"/>
                <a:gd name="T97" fmla="*/ 17 h 46"/>
                <a:gd name="T98" fmla="*/ 4 w 30"/>
                <a:gd name="T99" fmla="*/ 38 h 46"/>
                <a:gd name="T100" fmla="*/ 4 w 30"/>
                <a:gd name="T101" fmla="*/ 38 h 46"/>
                <a:gd name="T102" fmla="*/ 6 w 30"/>
                <a:gd name="T103" fmla="*/ 44 h 46"/>
                <a:gd name="T104" fmla="*/ 7 w 30"/>
                <a:gd name="T105" fmla="*/ 44 h 46"/>
                <a:gd name="T106" fmla="*/ 11 w 30"/>
                <a:gd name="T107" fmla="*/ 41 h 46"/>
                <a:gd name="T108" fmla="*/ 14 w 30"/>
                <a:gd name="T109" fmla="*/ 38 h 46"/>
                <a:gd name="T110" fmla="*/ 15 w 30"/>
                <a:gd name="T111" fmla="*/ 4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" h="46">
                  <a:moveTo>
                    <a:pt x="15" y="42"/>
                  </a:move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8" y="39"/>
                    <a:pt x="20" y="36"/>
                    <a:pt x="22" y="34"/>
                  </a:cubicBezTo>
                  <a:cubicBezTo>
                    <a:pt x="24" y="32"/>
                    <a:pt x="25" y="29"/>
                    <a:pt x="25" y="27"/>
                  </a:cubicBezTo>
                  <a:cubicBezTo>
                    <a:pt x="22" y="30"/>
                    <a:pt x="20" y="33"/>
                    <a:pt x="17" y="36"/>
                  </a:cubicBezTo>
                  <a:cubicBezTo>
                    <a:pt x="16" y="37"/>
                    <a:pt x="16" y="38"/>
                    <a:pt x="15" y="38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9" y="41"/>
                    <a:pt x="8" y="42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0"/>
                    <a:pt x="6" y="40"/>
                    <a:pt x="5" y="39"/>
                  </a:cubicBezTo>
                  <a:cubicBezTo>
                    <a:pt x="5" y="38"/>
                    <a:pt x="5" y="37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6"/>
                    <a:pt x="3" y="36"/>
                    <a:pt x="3" y="36"/>
                  </a:cubicBezTo>
                  <a:cubicBezTo>
                    <a:pt x="3" y="34"/>
                    <a:pt x="3" y="32"/>
                    <a:pt x="3" y="31"/>
                  </a:cubicBezTo>
                  <a:cubicBezTo>
                    <a:pt x="3" y="32"/>
                    <a:pt x="3" y="33"/>
                    <a:pt x="3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7"/>
                    <a:pt x="4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6" y="39"/>
                    <a:pt x="6" y="40"/>
                    <a:pt x="7" y="41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2"/>
                    <a:pt x="8" y="42"/>
                  </a:cubicBezTo>
                  <a:cubicBezTo>
                    <a:pt x="8" y="42"/>
                    <a:pt x="8" y="42"/>
                    <a:pt x="9" y="41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9" y="33"/>
                    <a:pt x="22" y="30"/>
                    <a:pt x="25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4"/>
                    <a:pt x="26" y="23"/>
                    <a:pt x="26" y="22"/>
                  </a:cubicBezTo>
                  <a:cubicBezTo>
                    <a:pt x="26" y="21"/>
                    <a:pt x="25" y="20"/>
                    <a:pt x="24" y="20"/>
                  </a:cubicBezTo>
                  <a:cubicBezTo>
                    <a:pt x="23" y="19"/>
                    <a:pt x="22" y="19"/>
                    <a:pt x="21" y="20"/>
                  </a:cubicBezTo>
                  <a:cubicBezTo>
                    <a:pt x="21" y="20"/>
                    <a:pt x="20" y="22"/>
                    <a:pt x="20" y="22"/>
                  </a:cubicBezTo>
                  <a:cubicBezTo>
                    <a:pt x="20" y="21"/>
                    <a:pt x="19" y="20"/>
                    <a:pt x="19" y="20"/>
                  </a:cubicBezTo>
                  <a:cubicBezTo>
                    <a:pt x="17" y="22"/>
                    <a:pt x="16" y="24"/>
                    <a:pt x="14" y="25"/>
                  </a:cubicBezTo>
                  <a:cubicBezTo>
                    <a:pt x="14" y="25"/>
                    <a:pt x="13" y="26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5"/>
                    <a:pt x="12" y="23"/>
                    <a:pt x="12" y="21"/>
                  </a:cubicBezTo>
                  <a:cubicBezTo>
                    <a:pt x="12" y="23"/>
                    <a:pt x="12" y="24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4" y="25"/>
                    <a:pt x="14" y="25"/>
                  </a:cubicBezTo>
                  <a:cubicBezTo>
                    <a:pt x="16" y="23"/>
                    <a:pt x="17" y="21"/>
                    <a:pt x="19" y="19"/>
                  </a:cubicBezTo>
                  <a:cubicBezTo>
                    <a:pt x="18" y="19"/>
                    <a:pt x="18" y="18"/>
                    <a:pt x="17" y="18"/>
                  </a:cubicBezTo>
                  <a:cubicBezTo>
                    <a:pt x="17" y="18"/>
                    <a:pt x="17" y="18"/>
                    <a:pt x="16" y="19"/>
                  </a:cubicBezTo>
                  <a:cubicBezTo>
                    <a:pt x="16" y="19"/>
                    <a:pt x="16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5"/>
                    <a:pt x="15" y="15"/>
                  </a:cubicBezTo>
                  <a:cubicBezTo>
                    <a:pt x="15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7" y="16"/>
                  </a:cubicBezTo>
                  <a:cubicBezTo>
                    <a:pt x="17" y="16"/>
                    <a:pt x="17" y="16"/>
                    <a:pt x="18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7"/>
                  </a:cubicBezTo>
                  <a:cubicBezTo>
                    <a:pt x="20" y="18"/>
                    <a:pt x="21" y="17"/>
                    <a:pt x="22" y="17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6" y="18"/>
                    <a:pt x="26" y="18"/>
                  </a:cubicBezTo>
                  <a:cubicBezTo>
                    <a:pt x="27" y="18"/>
                    <a:pt x="28" y="18"/>
                    <a:pt x="29" y="18"/>
                  </a:cubicBezTo>
                  <a:cubicBezTo>
                    <a:pt x="29" y="16"/>
                    <a:pt x="30" y="14"/>
                    <a:pt x="30" y="11"/>
                  </a:cubicBezTo>
                  <a:cubicBezTo>
                    <a:pt x="30" y="9"/>
                    <a:pt x="30" y="6"/>
                    <a:pt x="29" y="4"/>
                  </a:cubicBezTo>
                  <a:cubicBezTo>
                    <a:pt x="29" y="4"/>
                    <a:pt x="29" y="3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0"/>
                    <a:pt x="24" y="0"/>
                    <a:pt x="23" y="0"/>
                  </a:cubicBezTo>
                  <a:cubicBezTo>
                    <a:pt x="21" y="0"/>
                    <a:pt x="20" y="0"/>
                    <a:pt x="18" y="0"/>
                  </a:cubicBezTo>
                  <a:cubicBezTo>
                    <a:pt x="15" y="1"/>
                    <a:pt x="11" y="3"/>
                    <a:pt x="8" y="7"/>
                  </a:cubicBezTo>
                  <a:cubicBezTo>
                    <a:pt x="4" y="10"/>
                    <a:pt x="2" y="15"/>
                    <a:pt x="1" y="18"/>
                  </a:cubicBezTo>
                  <a:cubicBezTo>
                    <a:pt x="0" y="22"/>
                    <a:pt x="0" y="25"/>
                    <a:pt x="0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1"/>
                    <a:pt x="5" y="42"/>
                    <a:pt x="5" y="43"/>
                  </a:cubicBezTo>
                  <a:cubicBezTo>
                    <a:pt x="5" y="43"/>
                    <a:pt x="5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6"/>
                    <a:pt x="7" y="45"/>
                  </a:cubicBezTo>
                  <a:cubicBezTo>
                    <a:pt x="8" y="44"/>
                    <a:pt x="9" y="42"/>
                    <a:pt x="11" y="41"/>
                  </a:cubicBezTo>
                  <a:cubicBezTo>
                    <a:pt x="10" y="42"/>
                    <a:pt x="9" y="43"/>
                    <a:pt x="8" y="44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1"/>
                    <a:pt x="4" y="40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5"/>
                    <a:pt x="0" y="33"/>
                    <a:pt x="0" y="29"/>
                  </a:cubicBezTo>
                  <a:cubicBezTo>
                    <a:pt x="0" y="26"/>
                    <a:pt x="0" y="22"/>
                    <a:pt x="2" y="17"/>
                  </a:cubicBezTo>
                  <a:cubicBezTo>
                    <a:pt x="2" y="17"/>
                    <a:pt x="2" y="18"/>
                    <a:pt x="3" y="17"/>
                  </a:cubicBezTo>
                  <a:cubicBezTo>
                    <a:pt x="2" y="22"/>
                    <a:pt x="1" y="25"/>
                    <a:pt x="1" y="28"/>
                  </a:cubicBezTo>
                  <a:cubicBezTo>
                    <a:pt x="1" y="32"/>
                    <a:pt x="2" y="35"/>
                    <a:pt x="2" y="37"/>
                  </a:cubicBezTo>
                  <a:cubicBezTo>
                    <a:pt x="2" y="38"/>
                    <a:pt x="2" y="40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5" y="41"/>
                    <a:pt x="5" y="42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10" y="42"/>
                    <a:pt x="11" y="41"/>
                    <a:pt x="12" y="40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2"/>
                    <a:pt x="15" y="42"/>
                    <a:pt x="15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4" name="Freeform 39">
              <a:extLst>
                <a:ext uri="{FF2B5EF4-FFF2-40B4-BE49-F238E27FC236}">
                  <a16:creationId xmlns:a16="http://schemas.microsoft.com/office/drawing/2014/main" id="{CA36528D-4156-8EF7-45D3-EB6FEBE00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4026" y="2908301"/>
              <a:ext cx="160338" cy="146050"/>
            </a:xfrm>
            <a:custGeom>
              <a:avLst/>
              <a:gdLst>
                <a:gd name="T0" fmla="*/ 42 w 43"/>
                <a:gd name="T1" fmla="*/ 30 h 39"/>
                <a:gd name="T2" fmla="*/ 38 w 43"/>
                <a:gd name="T3" fmla="*/ 23 h 39"/>
                <a:gd name="T4" fmla="*/ 43 w 43"/>
                <a:gd name="T5" fmla="*/ 33 h 39"/>
                <a:gd name="T6" fmla="*/ 42 w 43"/>
                <a:gd name="T7" fmla="*/ 36 h 39"/>
                <a:gd name="T8" fmla="*/ 40 w 43"/>
                <a:gd name="T9" fmla="*/ 37 h 39"/>
                <a:gd name="T10" fmla="*/ 23 w 43"/>
                <a:gd name="T11" fmla="*/ 35 h 39"/>
                <a:gd name="T12" fmla="*/ 39 w 43"/>
                <a:gd name="T13" fmla="*/ 36 h 39"/>
                <a:gd name="T14" fmla="*/ 40 w 43"/>
                <a:gd name="T15" fmla="*/ 36 h 39"/>
                <a:gd name="T16" fmla="*/ 41 w 43"/>
                <a:gd name="T17" fmla="*/ 35 h 39"/>
                <a:gd name="T18" fmla="*/ 42 w 43"/>
                <a:gd name="T19" fmla="*/ 34 h 39"/>
                <a:gd name="T20" fmla="*/ 41 w 43"/>
                <a:gd name="T21" fmla="*/ 32 h 39"/>
                <a:gd name="T22" fmla="*/ 39 w 43"/>
                <a:gd name="T23" fmla="*/ 27 h 39"/>
                <a:gd name="T24" fmla="*/ 34 w 43"/>
                <a:gd name="T25" fmla="*/ 14 h 39"/>
                <a:gd name="T26" fmla="*/ 27 w 43"/>
                <a:gd name="T27" fmla="*/ 7 h 39"/>
                <a:gd name="T28" fmla="*/ 36 w 43"/>
                <a:gd name="T29" fmla="*/ 23 h 39"/>
                <a:gd name="T30" fmla="*/ 38 w 43"/>
                <a:gd name="T31" fmla="*/ 29 h 39"/>
                <a:gd name="T32" fmla="*/ 39 w 43"/>
                <a:gd name="T33" fmla="*/ 32 h 39"/>
                <a:gd name="T34" fmla="*/ 39 w 43"/>
                <a:gd name="T35" fmla="*/ 33 h 39"/>
                <a:gd name="T36" fmla="*/ 38 w 43"/>
                <a:gd name="T37" fmla="*/ 35 h 39"/>
                <a:gd name="T38" fmla="*/ 39 w 43"/>
                <a:gd name="T39" fmla="*/ 33 h 39"/>
                <a:gd name="T40" fmla="*/ 39 w 43"/>
                <a:gd name="T41" fmla="*/ 32 h 39"/>
                <a:gd name="T42" fmla="*/ 38 w 43"/>
                <a:gd name="T43" fmla="*/ 28 h 39"/>
                <a:gd name="T44" fmla="*/ 31 w 43"/>
                <a:gd name="T45" fmla="*/ 14 h 39"/>
                <a:gd name="T46" fmla="*/ 17 w 43"/>
                <a:gd name="T47" fmla="*/ 2 h 39"/>
                <a:gd name="T48" fmla="*/ 18 w 43"/>
                <a:gd name="T49" fmla="*/ 8 h 39"/>
                <a:gd name="T50" fmla="*/ 23 w 43"/>
                <a:gd name="T51" fmla="*/ 19 h 39"/>
                <a:gd name="T52" fmla="*/ 22 w 43"/>
                <a:gd name="T53" fmla="*/ 21 h 39"/>
                <a:gd name="T54" fmla="*/ 22 w 43"/>
                <a:gd name="T55" fmla="*/ 21 h 39"/>
                <a:gd name="T56" fmla="*/ 22 w 43"/>
                <a:gd name="T57" fmla="*/ 20 h 39"/>
                <a:gd name="T58" fmla="*/ 17 w 43"/>
                <a:gd name="T59" fmla="*/ 10 h 39"/>
                <a:gd name="T60" fmla="*/ 17 w 43"/>
                <a:gd name="T61" fmla="*/ 14 h 39"/>
                <a:gd name="T62" fmla="*/ 16 w 43"/>
                <a:gd name="T63" fmla="*/ 16 h 39"/>
                <a:gd name="T64" fmla="*/ 14 w 43"/>
                <a:gd name="T65" fmla="*/ 14 h 39"/>
                <a:gd name="T66" fmla="*/ 13 w 43"/>
                <a:gd name="T67" fmla="*/ 13 h 39"/>
                <a:gd name="T68" fmla="*/ 13 w 43"/>
                <a:gd name="T69" fmla="*/ 13 h 39"/>
                <a:gd name="T70" fmla="*/ 13 w 43"/>
                <a:gd name="T71" fmla="*/ 13 h 39"/>
                <a:gd name="T72" fmla="*/ 13 w 43"/>
                <a:gd name="T73" fmla="*/ 13 h 39"/>
                <a:gd name="T74" fmla="*/ 15 w 43"/>
                <a:gd name="T75" fmla="*/ 9 h 39"/>
                <a:gd name="T76" fmla="*/ 9 w 43"/>
                <a:gd name="T77" fmla="*/ 6 h 39"/>
                <a:gd name="T78" fmla="*/ 12 w 43"/>
                <a:gd name="T79" fmla="*/ 0 h 39"/>
                <a:gd name="T80" fmla="*/ 1 w 43"/>
                <a:gd name="T81" fmla="*/ 9 h 39"/>
                <a:gd name="T82" fmla="*/ 7 w 43"/>
                <a:gd name="T83" fmla="*/ 27 h 39"/>
                <a:gd name="T84" fmla="*/ 35 w 43"/>
                <a:gd name="T85" fmla="*/ 39 h 39"/>
                <a:gd name="T86" fmla="*/ 40 w 43"/>
                <a:gd name="T87" fmla="*/ 37 h 39"/>
                <a:gd name="T88" fmla="*/ 43 w 43"/>
                <a:gd name="T89" fmla="*/ 36 h 39"/>
                <a:gd name="T90" fmla="*/ 43 w 43"/>
                <a:gd name="T91" fmla="*/ 34 h 39"/>
                <a:gd name="T92" fmla="*/ 12 w 43"/>
                <a:gd name="T93" fmla="*/ 1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3" h="39">
                  <a:moveTo>
                    <a:pt x="43" y="33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4"/>
                    <a:pt x="40" y="26"/>
                    <a:pt x="41" y="28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4"/>
                    <a:pt x="43" y="34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9"/>
                    <a:pt x="35" y="38"/>
                    <a:pt x="32" y="38"/>
                  </a:cubicBezTo>
                  <a:cubicBezTo>
                    <a:pt x="30" y="38"/>
                    <a:pt x="26" y="37"/>
                    <a:pt x="23" y="36"/>
                  </a:cubicBezTo>
                  <a:cubicBezTo>
                    <a:pt x="23" y="36"/>
                    <a:pt x="23" y="36"/>
                    <a:pt x="23" y="35"/>
                  </a:cubicBezTo>
                  <a:cubicBezTo>
                    <a:pt x="26" y="36"/>
                    <a:pt x="29" y="37"/>
                    <a:pt x="32" y="37"/>
                  </a:cubicBezTo>
                  <a:cubicBezTo>
                    <a:pt x="33" y="37"/>
                    <a:pt x="35" y="37"/>
                    <a:pt x="36" y="37"/>
                  </a:cubicBezTo>
                  <a:cubicBezTo>
                    <a:pt x="37" y="37"/>
                    <a:pt x="39" y="37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1" y="31"/>
                    <a:pt x="41" y="30"/>
                    <a:pt x="41" y="3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5"/>
                    <a:pt x="37" y="23"/>
                    <a:pt x="36" y="21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7" y="19"/>
                    <a:pt x="36" y="17"/>
                    <a:pt x="34" y="14"/>
                  </a:cubicBezTo>
                  <a:cubicBezTo>
                    <a:pt x="33" y="11"/>
                    <a:pt x="31" y="8"/>
                    <a:pt x="29" y="6"/>
                  </a:cubicBezTo>
                  <a:cubicBezTo>
                    <a:pt x="27" y="3"/>
                    <a:pt x="24" y="2"/>
                    <a:pt x="22" y="2"/>
                  </a:cubicBezTo>
                  <a:cubicBezTo>
                    <a:pt x="24" y="3"/>
                    <a:pt x="26" y="5"/>
                    <a:pt x="27" y="7"/>
                  </a:cubicBezTo>
                  <a:cubicBezTo>
                    <a:pt x="28" y="9"/>
                    <a:pt x="30" y="11"/>
                    <a:pt x="31" y="12"/>
                  </a:cubicBezTo>
                  <a:cubicBezTo>
                    <a:pt x="32" y="14"/>
                    <a:pt x="33" y="16"/>
                    <a:pt x="33" y="18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9"/>
                    <a:pt x="38" y="29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5"/>
                    <a:pt x="39" y="35"/>
                    <a:pt x="38" y="35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5" y="36"/>
                    <a:pt x="36" y="36"/>
                    <a:pt x="37" y="35"/>
                  </a:cubicBezTo>
                  <a:cubicBezTo>
                    <a:pt x="38" y="35"/>
                    <a:pt x="38" y="34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8" y="31"/>
                    <a:pt x="38" y="30"/>
                  </a:cubicBezTo>
                  <a:cubicBezTo>
                    <a:pt x="38" y="30"/>
                    <a:pt x="38" y="29"/>
                    <a:pt x="38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4"/>
                    <a:pt x="35" y="22"/>
                    <a:pt x="34" y="20"/>
                  </a:cubicBezTo>
                  <a:cubicBezTo>
                    <a:pt x="33" y="18"/>
                    <a:pt x="32" y="16"/>
                    <a:pt x="31" y="14"/>
                  </a:cubicBezTo>
                  <a:cubicBezTo>
                    <a:pt x="28" y="10"/>
                    <a:pt x="26" y="6"/>
                    <a:pt x="21" y="3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6" y="2"/>
                    <a:pt x="15" y="3"/>
                    <a:pt x="15" y="4"/>
                  </a:cubicBezTo>
                  <a:cubicBezTo>
                    <a:pt x="15" y="5"/>
                    <a:pt x="15" y="6"/>
                    <a:pt x="16" y="7"/>
                  </a:cubicBezTo>
                  <a:cubicBezTo>
                    <a:pt x="17" y="7"/>
                    <a:pt x="18" y="8"/>
                    <a:pt x="18" y="8"/>
                  </a:cubicBezTo>
                  <a:cubicBezTo>
                    <a:pt x="18" y="9"/>
                    <a:pt x="17" y="9"/>
                    <a:pt x="17" y="9"/>
                  </a:cubicBezTo>
                  <a:cubicBezTo>
                    <a:pt x="19" y="11"/>
                    <a:pt x="21" y="14"/>
                    <a:pt x="21" y="16"/>
                  </a:cubicBezTo>
                  <a:cubicBezTo>
                    <a:pt x="22" y="17"/>
                    <a:pt x="23" y="18"/>
                    <a:pt x="23" y="19"/>
                  </a:cubicBezTo>
                  <a:cubicBezTo>
                    <a:pt x="23" y="20"/>
                    <a:pt x="23" y="20"/>
                    <a:pt x="23" y="21"/>
                  </a:cubicBezTo>
                  <a:cubicBezTo>
                    <a:pt x="23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0"/>
                    <a:pt x="22" y="20"/>
                  </a:cubicBezTo>
                  <a:cubicBezTo>
                    <a:pt x="22" y="20"/>
                    <a:pt x="22" y="20"/>
                    <a:pt x="22" y="19"/>
                  </a:cubicBezTo>
                  <a:cubicBezTo>
                    <a:pt x="22" y="18"/>
                    <a:pt x="22" y="17"/>
                    <a:pt x="21" y="16"/>
                  </a:cubicBezTo>
                  <a:cubicBezTo>
                    <a:pt x="20" y="14"/>
                    <a:pt x="19" y="11"/>
                    <a:pt x="17" y="10"/>
                  </a:cubicBezTo>
                  <a:cubicBezTo>
                    <a:pt x="16" y="10"/>
                    <a:pt x="16" y="11"/>
                    <a:pt x="16" y="12"/>
                  </a:cubicBezTo>
                  <a:cubicBezTo>
                    <a:pt x="16" y="12"/>
                    <a:pt x="16" y="12"/>
                    <a:pt x="16" y="13"/>
                  </a:cubicBezTo>
                  <a:cubicBezTo>
                    <a:pt x="17" y="13"/>
                    <a:pt x="17" y="13"/>
                    <a:pt x="17" y="14"/>
                  </a:cubicBezTo>
                  <a:cubicBezTo>
                    <a:pt x="17" y="15"/>
                    <a:pt x="17" y="15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5"/>
                  </a:cubicBezTo>
                  <a:cubicBezTo>
                    <a:pt x="16" y="15"/>
                    <a:pt x="15" y="15"/>
                    <a:pt x="15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5"/>
                    <a:pt x="13" y="14"/>
                    <a:pt x="13" y="14"/>
                  </a:cubicBezTo>
                  <a:cubicBezTo>
                    <a:pt x="13" y="14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2"/>
                    <a:pt x="14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5" y="9"/>
                  </a:cubicBezTo>
                  <a:cubicBezTo>
                    <a:pt x="15" y="8"/>
                    <a:pt x="14" y="8"/>
                    <a:pt x="13" y="7"/>
                  </a:cubicBezTo>
                  <a:cubicBezTo>
                    <a:pt x="12" y="7"/>
                    <a:pt x="11" y="6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5"/>
                    <a:pt x="11" y="5"/>
                    <a:pt x="12" y="4"/>
                  </a:cubicBezTo>
                  <a:cubicBezTo>
                    <a:pt x="12" y="4"/>
                    <a:pt x="13" y="4"/>
                    <a:pt x="13" y="3"/>
                  </a:cubicBezTo>
                  <a:cubicBezTo>
                    <a:pt x="13" y="2"/>
                    <a:pt x="12" y="1"/>
                    <a:pt x="12" y="0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1"/>
                    <a:pt x="7" y="2"/>
                    <a:pt x="5" y="3"/>
                  </a:cubicBezTo>
                  <a:cubicBezTo>
                    <a:pt x="3" y="4"/>
                    <a:pt x="2" y="6"/>
                    <a:pt x="1" y="9"/>
                  </a:cubicBezTo>
                  <a:cubicBezTo>
                    <a:pt x="1" y="10"/>
                    <a:pt x="0" y="11"/>
                    <a:pt x="0" y="12"/>
                  </a:cubicBezTo>
                  <a:cubicBezTo>
                    <a:pt x="0" y="13"/>
                    <a:pt x="1" y="14"/>
                    <a:pt x="1" y="15"/>
                  </a:cubicBezTo>
                  <a:cubicBezTo>
                    <a:pt x="2" y="20"/>
                    <a:pt x="4" y="24"/>
                    <a:pt x="7" y="27"/>
                  </a:cubicBezTo>
                  <a:cubicBezTo>
                    <a:pt x="10" y="30"/>
                    <a:pt x="13" y="32"/>
                    <a:pt x="16" y="33"/>
                  </a:cubicBezTo>
                  <a:cubicBezTo>
                    <a:pt x="21" y="37"/>
                    <a:pt x="27" y="38"/>
                    <a:pt x="32" y="39"/>
                  </a:cubicBezTo>
                  <a:cubicBezTo>
                    <a:pt x="33" y="39"/>
                    <a:pt x="34" y="39"/>
                    <a:pt x="35" y="39"/>
                  </a:cubicBezTo>
                  <a:cubicBezTo>
                    <a:pt x="36" y="39"/>
                    <a:pt x="37" y="39"/>
                    <a:pt x="38" y="39"/>
                  </a:cubicBezTo>
                  <a:cubicBezTo>
                    <a:pt x="39" y="39"/>
                    <a:pt x="40" y="38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33"/>
                  </a:lnTo>
                  <a:close/>
                  <a:moveTo>
                    <a:pt x="12" y="11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5" name="Freeform 40">
              <a:extLst>
                <a:ext uri="{FF2B5EF4-FFF2-40B4-BE49-F238E27FC236}">
                  <a16:creationId xmlns:a16="http://schemas.microsoft.com/office/drawing/2014/main" id="{BDFC934D-A452-98F9-B70D-208AB6E7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3175"/>
            </a:xfrm>
            <a:custGeom>
              <a:avLst/>
              <a:gdLst>
                <a:gd name="T0" fmla="*/ 1 h 1"/>
                <a:gd name="T1" fmla="*/ 1 h 1"/>
                <a:gd name="T2" fmla="*/ 0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6" name="Freeform 41">
              <a:extLst>
                <a:ext uri="{FF2B5EF4-FFF2-40B4-BE49-F238E27FC236}">
                  <a16:creationId xmlns:a16="http://schemas.microsoft.com/office/drawing/2014/main" id="{7DF3319B-10D7-1321-FF6E-C5B312484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7" name="Freeform 42">
              <a:extLst>
                <a:ext uri="{FF2B5EF4-FFF2-40B4-BE49-F238E27FC236}">
                  <a16:creationId xmlns:a16="http://schemas.microsoft.com/office/drawing/2014/main" id="{979F3F46-41EC-AE83-4E7C-2DBFF92FA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6701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8" name="Freeform 43">
              <a:extLst>
                <a:ext uri="{FF2B5EF4-FFF2-40B4-BE49-F238E27FC236}">
                  <a16:creationId xmlns:a16="http://schemas.microsoft.com/office/drawing/2014/main" id="{5AD9011E-0CB4-4FC2-ECA4-160255115E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03988" y="2938463"/>
              <a:ext cx="150813" cy="153988"/>
            </a:xfrm>
            <a:custGeom>
              <a:avLst/>
              <a:gdLst>
                <a:gd name="T0" fmla="*/ 32 w 40"/>
                <a:gd name="T1" fmla="*/ 31 h 41"/>
                <a:gd name="T2" fmla="*/ 32 w 40"/>
                <a:gd name="T3" fmla="*/ 31 h 41"/>
                <a:gd name="T4" fmla="*/ 12 w 40"/>
                <a:gd name="T5" fmla="*/ 39 h 41"/>
                <a:gd name="T6" fmla="*/ 6 w 40"/>
                <a:gd name="T7" fmla="*/ 30 h 41"/>
                <a:gd name="T8" fmla="*/ 9 w 40"/>
                <a:gd name="T9" fmla="*/ 26 h 41"/>
                <a:gd name="T10" fmla="*/ 3 w 40"/>
                <a:gd name="T11" fmla="*/ 39 h 41"/>
                <a:gd name="T12" fmla="*/ 26 w 40"/>
                <a:gd name="T13" fmla="*/ 35 h 41"/>
                <a:gd name="T14" fmla="*/ 36 w 40"/>
                <a:gd name="T15" fmla="*/ 23 h 41"/>
                <a:gd name="T16" fmla="*/ 39 w 40"/>
                <a:gd name="T17" fmla="*/ 10 h 41"/>
                <a:gd name="T18" fmla="*/ 38 w 40"/>
                <a:gd name="T19" fmla="*/ 10 h 41"/>
                <a:gd name="T20" fmla="*/ 37 w 40"/>
                <a:gd name="T21" fmla="*/ 15 h 41"/>
                <a:gd name="T22" fmla="*/ 27 w 40"/>
                <a:gd name="T23" fmla="*/ 32 h 41"/>
                <a:gd name="T24" fmla="*/ 19 w 40"/>
                <a:gd name="T25" fmla="*/ 35 h 41"/>
                <a:gd name="T26" fmla="*/ 37 w 40"/>
                <a:gd name="T27" fmla="*/ 16 h 41"/>
                <a:gd name="T28" fmla="*/ 36 w 40"/>
                <a:gd name="T29" fmla="*/ 5 h 41"/>
                <a:gd name="T30" fmla="*/ 34 w 40"/>
                <a:gd name="T31" fmla="*/ 3 h 41"/>
                <a:gd name="T32" fmla="*/ 30 w 40"/>
                <a:gd name="T33" fmla="*/ 3 h 41"/>
                <a:gd name="T34" fmla="*/ 30 w 40"/>
                <a:gd name="T35" fmla="*/ 6 h 41"/>
                <a:gd name="T36" fmla="*/ 30 w 40"/>
                <a:gd name="T37" fmla="*/ 8 h 41"/>
                <a:gd name="T38" fmla="*/ 30 w 40"/>
                <a:gd name="T39" fmla="*/ 6 h 41"/>
                <a:gd name="T40" fmla="*/ 25 w 40"/>
                <a:gd name="T41" fmla="*/ 7 h 41"/>
                <a:gd name="T42" fmla="*/ 26 w 40"/>
                <a:gd name="T43" fmla="*/ 3 h 41"/>
                <a:gd name="T44" fmla="*/ 20 w 40"/>
                <a:gd name="T45" fmla="*/ 4 h 41"/>
                <a:gd name="T46" fmla="*/ 15 w 40"/>
                <a:gd name="T47" fmla="*/ 10 h 41"/>
                <a:gd name="T48" fmla="*/ 15 w 40"/>
                <a:gd name="T49" fmla="*/ 11 h 41"/>
                <a:gd name="T50" fmla="*/ 14 w 40"/>
                <a:gd name="T51" fmla="*/ 13 h 41"/>
                <a:gd name="T52" fmla="*/ 10 w 40"/>
                <a:gd name="T53" fmla="*/ 20 h 41"/>
                <a:gd name="T54" fmla="*/ 0 w 40"/>
                <a:gd name="T55" fmla="*/ 41 h 41"/>
                <a:gd name="T56" fmla="*/ 26 w 40"/>
                <a:gd name="T57" fmla="*/ 36 h 41"/>
                <a:gd name="T58" fmla="*/ 18 w 40"/>
                <a:gd name="T59" fmla="*/ 36 h 41"/>
                <a:gd name="T60" fmla="*/ 25 w 40"/>
                <a:gd name="T61" fmla="*/ 24 h 41"/>
                <a:gd name="T62" fmla="*/ 24 w 40"/>
                <a:gd name="T63" fmla="*/ 24 h 41"/>
                <a:gd name="T64" fmla="*/ 28 w 40"/>
                <a:gd name="T65" fmla="*/ 19 h 41"/>
                <a:gd name="T66" fmla="*/ 29 w 40"/>
                <a:gd name="T67" fmla="*/ 15 h 41"/>
                <a:gd name="T68" fmla="*/ 25 w 40"/>
                <a:gd name="T69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" h="41">
                  <a:moveTo>
                    <a:pt x="26" y="36"/>
                  </a:moveTo>
                  <a:cubicBezTo>
                    <a:pt x="28" y="35"/>
                    <a:pt x="30" y="33"/>
                    <a:pt x="32" y="31"/>
                  </a:cubicBezTo>
                  <a:cubicBezTo>
                    <a:pt x="34" y="29"/>
                    <a:pt x="36" y="27"/>
                    <a:pt x="37" y="24"/>
                  </a:cubicBezTo>
                  <a:cubicBezTo>
                    <a:pt x="36" y="27"/>
                    <a:pt x="34" y="29"/>
                    <a:pt x="32" y="31"/>
                  </a:cubicBezTo>
                  <a:cubicBezTo>
                    <a:pt x="30" y="33"/>
                    <a:pt x="28" y="34"/>
                    <a:pt x="26" y="35"/>
                  </a:cubicBezTo>
                  <a:cubicBezTo>
                    <a:pt x="21" y="38"/>
                    <a:pt x="17" y="39"/>
                    <a:pt x="12" y="39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9" y="26"/>
                    <a:pt x="9" y="26"/>
                  </a:cubicBezTo>
                  <a:cubicBezTo>
                    <a:pt x="8" y="27"/>
                    <a:pt x="8" y="29"/>
                    <a:pt x="7" y="31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7" y="37"/>
                    <a:pt x="21" y="37"/>
                    <a:pt x="26" y="35"/>
                  </a:cubicBezTo>
                  <a:cubicBezTo>
                    <a:pt x="28" y="34"/>
                    <a:pt x="30" y="32"/>
                    <a:pt x="32" y="30"/>
                  </a:cubicBezTo>
                  <a:cubicBezTo>
                    <a:pt x="34" y="28"/>
                    <a:pt x="36" y="26"/>
                    <a:pt x="36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40" y="19"/>
                    <a:pt x="40" y="14"/>
                    <a:pt x="39" y="10"/>
                  </a:cubicBezTo>
                  <a:cubicBezTo>
                    <a:pt x="39" y="8"/>
                    <a:pt x="38" y="6"/>
                    <a:pt x="37" y="5"/>
                  </a:cubicBezTo>
                  <a:cubicBezTo>
                    <a:pt x="37" y="7"/>
                    <a:pt x="37" y="9"/>
                    <a:pt x="38" y="10"/>
                  </a:cubicBezTo>
                  <a:cubicBezTo>
                    <a:pt x="38" y="11"/>
                    <a:pt x="37" y="12"/>
                    <a:pt x="37" y="13"/>
                  </a:cubicBezTo>
                  <a:cubicBezTo>
                    <a:pt x="37" y="13"/>
                    <a:pt x="37" y="14"/>
                    <a:pt x="37" y="15"/>
                  </a:cubicBezTo>
                  <a:cubicBezTo>
                    <a:pt x="37" y="18"/>
                    <a:pt x="36" y="22"/>
                    <a:pt x="34" y="25"/>
                  </a:cubicBezTo>
                  <a:cubicBezTo>
                    <a:pt x="32" y="28"/>
                    <a:pt x="30" y="31"/>
                    <a:pt x="27" y="32"/>
                  </a:cubicBezTo>
                  <a:cubicBezTo>
                    <a:pt x="24" y="34"/>
                    <a:pt x="22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4" y="34"/>
                    <a:pt x="29" y="31"/>
                    <a:pt x="32" y="27"/>
                  </a:cubicBezTo>
                  <a:cubicBezTo>
                    <a:pt x="35" y="24"/>
                    <a:pt x="36" y="20"/>
                    <a:pt x="37" y="16"/>
                  </a:cubicBezTo>
                  <a:cubicBezTo>
                    <a:pt x="37" y="14"/>
                    <a:pt x="37" y="12"/>
                    <a:pt x="37" y="11"/>
                  </a:cubicBezTo>
                  <a:cubicBezTo>
                    <a:pt x="37" y="9"/>
                    <a:pt x="37" y="7"/>
                    <a:pt x="36" y="5"/>
                  </a:cubicBezTo>
                  <a:cubicBezTo>
                    <a:pt x="36" y="5"/>
                    <a:pt x="36" y="4"/>
                    <a:pt x="36" y="4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3" y="2"/>
                    <a:pt x="32" y="2"/>
                    <a:pt x="32" y="2"/>
                  </a:cubicBezTo>
                  <a:cubicBezTo>
                    <a:pt x="31" y="2"/>
                    <a:pt x="30" y="2"/>
                    <a:pt x="30" y="3"/>
                  </a:cubicBezTo>
                  <a:cubicBezTo>
                    <a:pt x="30" y="3"/>
                    <a:pt x="30" y="4"/>
                    <a:pt x="30" y="4"/>
                  </a:cubicBezTo>
                  <a:cubicBezTo>
                    <a:pt x="30" y="5"/>
                    <a:pt x="30" y="5"/>
                    <a:pt x="30" y="6"/>
                  </a:cubicBezTo>
                  <a:cubicBezTo>
                    <a:pt x="30" y="7"/>
                    <a:pt x="31" y="8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7"/>
                    <a:pt x="30" y="7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6" y="6"/>
                    <a:pt x="25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4"/>
                    <a:pt x="27" y="3"/>
                    <a:pt x="26" y="3"/>
                  </a:cubicBezTo>
                  <a:cubicBezTo>
                    <a:pt x="26" y="2"/>
                    <a:pt x="24" y="1"/>
                    <a:pt x="24" y="0"/>
                  </a:cubicBezTo>
                  <a:cubicBezTo>
                    <a:pt x="23" y="2"/>
                    <a:pt x="22" y="3"/>
                    <a:pt x="20" y="4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7" y="8"/>
                    <a:pt x="16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7" y="39"/>
                    <a:pt x="22" y="38"/>
                    <a:pt x="26" y="36"/>
                  </a:cubicBezTo>
                  <a:close/>
                  <a:moveTo>
                    <a:pt x="18" y="36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lose/>
                  <a:moveTo>
                    <a:pt x="25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6" y="22"/>
                    <a:pt x="27" y="21"/>
                    <a:pt x="28" y="19"/>
                  </a:cubicBezTo>
                  <a:cubicBezTo>
                    <a:pt x="28" y="18"/>
                    <a:pt x="29" y="17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8"/>
                    <a:pt x="28" y="19"/>
                  </a:cubicBezTo>
                  <a:cubicBezTo>
                    <a:pt x="27" y="21"/>
                    <a:pt x="26" y="23"/>
                    <a:pt x="25" y="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9" name="Freeform 44">
              <a:extLst>
                <a:ext uri="{FF2B5EF4-FFF2-40B4-BE49-F238E27FC236}">
                  <a16:creationId xmlns:a16="http://schemas.microsoft.com/office/drawing/2014/main" id="{D44A9307-2A8D-67D3-6B07-E8E617AA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0" name="Freeform 45">
              <a:extLst>
                <a:ext uri="{FF2B5EF4-FFF2-40B4-BE49-F238E27FC236}">
                  <a16:creationId xmlns:a16="http://schemas.microsoft.com/office/drawing/2014/main" id="{AF2FD09E-5307-41E6-7C6E-F2E9FD2ED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1" name="Freeform 46">
              <a:extLst>
                <a:ext uri="{FF2B5EF4-FFF2-40B4-BE49-F238E27FC236}">
                  <a16:creationId xmlns:a16="http://schemas.microsoft.com/office/drawing/2014/main" id="{76135EF0-C127-D1C4-CCC0-1C711D6CD0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9038" y="1544638"/>
              <a:ext cx="2201863" cy="3138488"/>
            </a:xfrm>
            <a:custGeom>
              <a:avLst/>
              <a:gdLst>
                <a:gd name="T0" fmla="*/ 329 w 585"/>
                <a:gd name="T1" fmla="*/ 617 h 835"/>
                <a:gd name="T2" fmla="*/ 393 w 585"/>
                <a:gd name="T3" fmla="*/ 406 h 835"/>
                <a:gd name="T4" fmla="*/ 334 w 585"/>
                <a:gd name="T5" fmla="*/ 317 h 835"/>
                <a:gd name="T6" fmla="*/ 383 w 585"/>
                <a:gd name="T7" fmla="*/ 401 h 835"/>
                <a:gd name="T8" fmla="*/ 359 w 585"/>
                <a:gd name="T9" fmla="*/ 523 h 835"/>
                <a:gd name="T10" fmla="*/ 535 w 585"/>
                <a:gd name="T11" fmla="*/ 440 h 835"/>
                <a:gd name="T12" fmla="*/ 406 w 585"/>
                <a:gd name="T13" fmla="*/ 544 h 835"/>
                <a:gd name="T14" fmla="*/ 404 w 585"/>
                <a:gd name="T15" fmla="*/ 430 h 835"/>
                <a:gd name="T16" fmla="*/ 385 w 585"/>
                <a:gd name="T17" fmla="*/ 393 h 835"/>
                <a:gd name="T18" fmla="*/ 408 w 585"/>
                <a:gd name="T19" fmla="*/ 429 h 835"/>
                <a:gd name="T20" fmla="*/ 406 w 585"/>
                <a:gd name="T21" fmla="*/ 570 h 835"/>
                <a:gd name="T22" fmla="*/ 413 w 585"/>
                <a:gd name="T23" fmla="*/ 536 h 835"/>
                <a:gd name="T24" fmla="*/ 407 w 585"/>
                <a:gd name="T25" fmla="*/ 431 h 835"/>
                <a:gd name="T26" fmla="*/ 363 w 585"/>
                <a:gd name="T27" fmla="*/ 361 h 835"/>
                <a:gd name="T28" fmla="*/ 289 w 585"/>
                <a:gd name="T29" fmla="*/ 345 h 835"/>
                <a:gd name="T30" fmla="*/ 217 w 585"/>
                <a:gd name="T31" fmla="*/ 366 h 835"/>
                <a:gd name="T32" fmla="*/ 206 w 585"/>
                <a:gd name="T33" fmla="*/ 480 h 835"/>
                <a:gd name="T34" fmla="*/ 40 w 585"/>
                <a:gd name="T35" fmla="*/ 170 h 835"/>
                <a:gd name="T36" fmla="*/ 157 w 585"/>
                <a:gd name="T37" fmla="*/ 545 h 835"/>
                <a:gd name="T38" fmla="*/ 185 w 585"/>
                <a:gd name="T39" fmla="*/ 719 h 835"/>
                <a:gd name="T40" fmla="*/ 249 w 585"/>
                <a:gd name="T41" fmla="*/ 831 h 835"/>
                <a:gd name="T42" fmla="*/ 245 w 585"/>
                <a:gd name="T43" fmla="*/ 829 h 835"/>
                <a:gd name="T44" fmla="*/ 224 w 585"/>
                <a:gd name="T45" fmla="*/ 805 h 835"/>
                <a:gd name="T46" fmla="*/ 360 w 585"/>
                <a:gd name="T47" fmla="*/ 812 h 835"/>
                <a:gd name="T48" fmla="*/ 382 w 585"/>
                <a:gd name="T49" fmla="*/ 767 h 835"/>
                <a:gd name="T50" fmla="*/ 375 w 585"/>
                <a:gd name="T51" fmla="*/ 779 h 835"/>
                <a:gd name="T52" fmla="*/ 354 w 585"/>
                <a:gd name="T53" fmla="*/ 801 h 835"/>
                <a:gd name="T54" fmla="*/ 358 w 585"/>
                <a:gd name="T55" fmla="*/ 789 h 835"/>
                <a:gd name="T56" fmla="*/ 180 w 585"/>
                <a:gd name="T57" fmla="*/ 750 h 835"/>
                <a:gd name="T58" fmla="*/ 296 w 585"/>
                <a:gd name="T59" fmla="*/ 716 h 835"/>
                <a:gd name="T60" fmla="*/ 397 w 585"/>
                <a:gd name="T61" fmla="*/ 709 h 835"/>
                <a:gd name="T62" fmla="*/ 362 w 585"/>
                <a:gd name="T63" fmla="*/ 675 h 835"/>
                <a:gd name="T64" fmla="*/ 414 w 585"/>
                <a:gd name="T65" fmla="*/ 634 h 835"/>
                <a:gd name="T66" fmla="*/ 397 w 585"/>
                <a:gd name="T67" fmla="*/ 658 h 835"/>
                <a:gd name="T68" fmla="*/ 405 w 585"/>
                <a:gd name="T69" fmla="*/ 620 h 835"/>
                <a:gd name="T70" fmla="*/ 416 w 585"/>
                <a:gd name="T71" fmla="*/ 599 h 835"/>
                <a:gd name="T72" fmla="*/ 256 w 585"/>
                <a:gd name="T73" fmla="*/ 820 h 835"/>
                <a:gd name="T74" fmla="*/ 228 w 585"/>
                <a:gd name="T75" fmla="*/ 811 h 835"/>
                <a:gd name="T76" fmla="*/ 185 w 585"/>
                <a:gd name="T77" fmla="*/ 718 h 835"/>
                <a:gd name="T78" fmla="*/ 225 w 585"/>
                <a:gd name="T79" fmla="*/ 376 h 835"/>
                <a:gd name="T80" fmla="*/ 270 w 585"/>
                <a:gd name="T81" fmla="*/ 353 h 835"/>
                <a:gd name="T82" fmla="*/ 358 w 585"/>
                <a:gd name="T83" fmla="*/ 348 h 835"/>
                <a:gd name="T84" fmla="*/ 446 w 585"/>
                <a:gd name="T85" fmla="*/ 390 h 835"/>
                <a:gd name="T86" fmla="*/ 407 w 585"/>
                <a:gd name="T87" fmla="*/ 418 h 835"/>
                <a:gd name="T88" fmla="*/ 355 w 585"/>
                <a:gd name="T89" fmla="*/ 374 h 835"/>
                <a:gd name="T90" fmla="*/ 332 w 585"/>
                <a:gd name="T91" fmla="*/ 354 h 835"/>
                <a:gd name="T92" fmla="*/ 242 w 585"/>
                <a:gd name="T93" fmla="*/ 333 h 835"/>
                <a:gd name="T94" fmla="*/ 139 w 585"/>
                <a:gd name="T95" fmla="*/ 387 h 835"/>
                <a:gd name="T96" fmla="*/ 182 w 585"/>
                <a:gd name="T97" fmla="*/ 623 h 835"/>
                <a:gd name="T98" fmla="*/ 372 w 585"/>
                <a:gd name="T99" fmla="*/ 434 h 835"/>
                <a:gd name="T100" fmla="*/ 255 w 585"/>
                <a:gd name="T101" fmla="*/ 373 h 835"/>
                <a:gd name="T102" fmla="*/ 374 w 585"/>
                <a:gd name="T103" fmla="*/ 423 h 835"/>
                <a:gd name="T104" fmla="*/ 235 w 585"/>
                <a:gd name="T105" fmla="*/ 391 h 835"/>
                <a:gd name="T106" fmla="*/ 368 w 585"/>
                <a:gd name="T107" fmla="*/ 468 h 835"/>
                <a:gd name="T108" fmla="*/ 263 w 585"/>
                <a:gd name="T109" fmla="*/ 358 h 835"/>
                <a:gd name="T110" fmla="*/ 343 w 585"/>
                <a:gd name="T111" fmla="*/ 372 h 835"/>
                <a:gd name="T112" fmla="*/ 339 w 585"/>
                <a:gd name="T113" fmla="*/ 361 h 835"/>
                <a:gd name="T114" fmla="*/ 240 w 585"/>
                <a:gd name="T115" fmla="*/ 513 h 835"/>
                <a:gd name="T116" fmla="*/ 185 w 585"/>
                <a:gd name="T117" fmla="*/ 382 h 835"/>
                <a:gd name="T118" fmla="*/ 287 w 585"/>
                <a:gd name="T119" fmla="*/ 300 h 835"/>
                <a:gd name="T120" fmla="*/ 336 w 585"/>
                <a:gd name="T121" fmla="*/ 336 h 835"/>
                <a:gd name="T122" fmla="*/ 382 w 585"/>
                <a:gd name="T123" fmla="*/ 404 h 835"/>
                <a:gd name="T124" fmla="*/ 333 w 585"/>
                <a:gd name="T125" fmla="*/ 593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5" h="835">
                  <a:moveTo>
                    <a:pt x="542" y="139"/>
                  </a:moveTo>
                  <a:cubicBezTo>
                    <a:pt x="526" y="111"/>
                    <a:pt x="507" y="89"/>
                    <a:pt x="486" y="71"/>
                  </a:cubicBezTo>
                  <a:cubicBezTo>
                    <a:pt x="466" y="53"/>
                    <a:pt x="445" y="39"/>
                    <a:pt x="425" y="29"/>
                  </a:cubicBezTo>
                  <a:cubicBezTo>
                    <a:pt x="460" y="48"/>
                    <a:pt x="492" y="74"/>
                    <a:pt x="517" y="106"/>
                  </a:cubicBezTo>
                  <a:cubicBezTo>
                    <a:pt x="542" y="138"/>
                    <a:pt x="561" y="175"/>
                    <a:pt x="571" y="215"/>
                  </a:cubicBezTo>
                  <a:cubicBezTo>
                    <a:pt x="581" y="255"/>
                    <a:pt x="583" y="297"/>
                    <a:pt x="575" y="338"/>
                  </a:cubicBezTo>
                  <a:cubicBezTo>
                    <a:pt x="568" y="378"/>
                    <a:pt x="552" y="418"/>
                    <a:pt x="528" y="452"/>
                  </a:cubicBezTo>
                  <a:cubicBezTo>
                    <a:pt x="504" y="486"/>
                    <a:pt x="472" y="515"/>
                    <a:pt x="436" y="536"/>
                  </a:cubicBezTo>
                  <a:cubicBezTo>
                    <a:pt x="432" y="539"/>
                    <a:pt x="427" y="541"/>
                    <a:pt x="422" y="544"/>
                  </a:cubicBezTo>
                  <a:cubicBezTo>
                    <a:pt x="419" y="545"/>
                    <a:pt x="419" y="545"/>
                    <a:pt x="419" y="545"/>
                  </a:cubicBezTo>
                  <a:cubicBezTo>
                    <a:pt x="416" y="547"/>
                    <a:pt x="416" y="547"/>
                    <a:pt x="416" y="547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9"/>
                    <a:pt x="414" y="549"/>
                    <a:pt x="414" y="549"/>
                  </a:cubicBezTo>
                  <a:cubicBezTo>
                    <a:pt x="414" y="580"/>
                    <a:pt x="414" y="580"/>
                    <a:pt x="414" y="580"/>
                  </a:cubicBezTo>
                  <a:cubicBezTo>
                    <a:pt x="414" y="595"/>
                    <a:pt x="414" y="595"/>
                    <a:pt x="414" y="595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600"/>
                    <a:pt x="414" y="601"/>
                    <a:pt x="414" y="601"/>
                  </a:cubicBezTo>
                  <a:cubicBezTo>
                    <a:pt x="414" y="602"/>
                    <a:pt x="414" y="603"/>
                    <a:pt x="414" y="604"/>
                  </a:cubicBezTo>
                  <a:cubicBezTo>
                    <a:pt x="413" y="607"/>
                    <a:pt x="412" y="610"/>
                    <a:pt x="410" y="613"/>
                  </a:cubicBezTo>
                  <a:cubicBezTo>
                    <a:pt x="406" y="618"/>
                    <a:pt x="400" y="621"/>
                    <a:pt x="393" y="621"/>
                  </a:cubicBezTo>
                  <a:cubicBezTo>
                    <a:pt x="377" y="621"/>
                    <a:pt x="377" y="621"/>
                    <a:pt x="377" y="621"/>
                  </a:cubicBezTo>
                  <a:cubicBezTo>
                    <a:pt x="346" y="621"/>
                    <a:pt x="346" y="621"/>
                    <a:pt x="346" y="621"/>
                  </a:cubicBezTo>
                  <a:cubicBezTo>
                    <a:pt x="336" y="621"/>
                    <a:pt x="336" y="621"/>
                    <a:pt x="336" y="621"/>
                  </a:cubicBezTo>
                  <a:cubicBezTo>
                    <a:pt x="330" y="621"/>
                    <a:pt x="330" y="621"/>
                    <a:pt x="330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32" y="606"/>
                    <a:pt x="332" y="606"/>
                    <a:pt x="332" y="606"/>
                  </a:cubicBezTo>
                  <a:cubicBezTo>
                    <a:pt x="334" y="598"/>
                    <a:pt x="334" y="598"/>
                    <a:pt x="334" y="598"/>
                  </a:cubicBezTo>
                  <a:cubicBezTo>
                    <a:pt x="340" y="578"/>
                    <a:pt x="346" y="558"/>
                    <a:pt x="353" y="539"/>
                  </a:cubicBezTo>
                  <a:cubicBezTo>
                    <a:pt x="360" y="519"/>
                    <a:pt x="367" y="499"/>
                    <a:pt x="374" y="480"/>
                  </a:cubicBezTo>
                  <a:cubicBezTo>
                    <a:pt x="378" y="470"/>
                    <a:pt x="382" y="460"/>
                    <a:pt x="386" y="451"/>
                  </a:cubicBezTo>
                  <a:cubicBezTo>
                    <a:pt x="388" y="446"/>
                    <a:pt x="390" y="441"/>
                    <a:pt x="392" y="437"/>
                  </a:cubicBezTo>
                  <a:cubicBezTo>
                    <a:pt x="395" y="429"/>
                    <a:pt x="395" y="429"/>
                    <a:pt x="395" y="429"/>
                  </a:cubicBezTo>
                  <a:cubicBezTo>
                    <a:pt x="397" y="425"/>
                    <a:pt x="397" y="425"/>
                    <a:pt x="397" y="425"/>
                  </a:cubicBezTo>
                  <a:cubicBezTo>
                    <a:pt x="398" y="423"/>
                    <a:pt x="399" y="421"/>
                    <a:pt x="400" y="420"/>
                  </a:cubicBezTo>
                  <a:cubicBezTo>
                    <a:pt x="404" y="420"/>
                    <a:pt x="404" y="420"/>
                    <a:pt x="404" y="420"/>
                  </a:cubicBezTo>
                  <a:cubicBezTo>
                    <a:pt x="405" y="420"/>
                    <a:pt x="405" y="420"/>
                    <a:pt x="406" y="420"/>
                  </a:cubicBezTo>
                  <a:cubicBezTo>
                    <a:pt x="407" y="420"/>
                    <a:pt x="407" y="420"/>
                    <a:pt x="407" y="420"/>
                  </a:cubicBezTo>
                  <a:cubicBezTo>
                    <a:pt x="408" y="420"/>
                    <a:pt x="408" y="420"/>
                    <a:pt x="408" y="420"/>
                  </a:cubicBezTo>
                  <a:cubicBezTo>
                    <a:pt x="410" y="420"/>
                    <a:pt x="411" y="420"/>
                    <a:pt x="413" y="420"/>
                  </a:cubicBezTo>
                  <a:cubicBezTo>
                    <a:pt x="417" y="420"/>
                    <a:pt x="420" y="419"/>
                    <a:pt x="423" y="418"/>
                  </a:cubicBezTo>
                  <a:cubicBezTo>
                    <a:pt x="430" y="416"/>
                    <a:pt x="435" y="413"/>
                    <a:pt x="440" y="408"/>
                  </a:cubicBezTo>
                  <a:cubicBezTo>
                    <a:pt x="442" y="406"/>
                    <a:pt x="444" y="403"/>
                    <a:pt x="445" y="400"/>
                  </a:cubicBezTo>
                  <a:cubicBezTo>
                    <a:pt x="446" y="397"/>
                    <a:pt x="447" y="394"/>
                    <a:pt x="448" y="390"/>
                  </a:cubicBezTo>
                  <a:cubicBezTo>
                    <a:pt x="449" y="384"/>
                    <a:pt x="448" y="377"/>
                    <a:pt x="445" y="371"/>
                  </a:cubicBezTo>
                  <a:cubicBezTo>
                    <a:pt x="443" y="365"/>
                    <a:pt x="438" y="360"/>
                    <a:pt x="432" y="359"/>
                  </a:cubicBezTo>
                  <a:cubicBezTo>
                    <a:pt x="431" y="359"/>
                    <a:pt x="430" y="359"/>
                    <a:pt x="428" y="359"/>
                  </a:cubicBezTo>
                  <a:cubicBezTo>
                    <a:pt x="427" y="359"/>
                    <a:pt x="425" y="360"/>
                    <a:pt x="424" y="361"/>
                  </a:cubicBezTo>
                  <a:cubicBezTo>
                    <a:pt x="421" y="362"/>
                    <a:pt x="419" y="364"/>
                    <a:pt x="416" y="366"/>
                  </a:cubicBezTo>
                  <a:cubicBezTo>
                    <a:pt x="414" y="368"/>
                    <a:pt x="411" y="371"/>
                    <a:pt x="409" y="374"/>
                  </a:cubicBezTo>
                  <a:cubicBezTo>
                    <a:pt x="409" y="375"/>
                    <a:pt x="408" y="375"/>
                    <a:pt x="408" y="376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7" y="378"/>
                    <a:pt x="407" y="378"/>
                    <a:pt x="407" y="378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399" y="393"/>
                    <a:pt x="399" y="393"/>
                    <a:pt x="399" y="393"/>
                  </a:cubicBezTo>
                  <a:cubicBezTo>
                    <a:pt x="393" y="406"/>
                    <a:pt x="393" y="406"/>
                    <a:pt x="393" y="406"/>
                  </a:cubicBezTo>
                  <a:cubicBezTo>
                    <a:pt x="393" y="406"/>
                    <a:pt x="392" y="406"/>
                    <a:pt x="392" y="406"/>
                  </a:cubicBezTo>
                  <a:cubicBezTo>
                    <a:pt x="391" y="405"/>
                    <a:pt x="391" y="405"/>
                    <a:pt x="391" y="405"/>
                  </a:cubicBezTo>
                  <a:cubicBezTo>
                    <a:pt x="388" y="404"/>
                    <a:pt x="388" y="404"/>
                    <a:pt x="388" y="404"/>
                  </a:cubicBezTo>
                  <a:cubicBezTo>
                    <a:pt x="386" y="403"/>
                    <a:pt x="385" y="403"/>
                    <a:pt x="383" y="402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1" y="400"/>
                    <a:pt x="381" y="400"/>
                    <a:pt x="381" y="400"/>
                  </a:cubicBezTo>
                  <a:cubicBezTo>
                    <a:pt x="380" y="400"/>
                    <a:pt x="380" y="400"/>
                    <a:pt x="379" y="399"/>
                  </a:cubicBezTo>
                  <a:cubicBezTo>
                    <a:pt x="378" y="398"/>
                    <a:pt x="377" y="398"/>
                    <a:pt x="376" y="397"/>
                  </a:cubicBezTo>
                  <a:cubicBezTo>
                    <a:pt x="372" y="394"/>
                    <a:pt x="368" y="390"/>
                    <a:pt x="365" y="386"/>
                  </a:cubicBezTo>
                  <a:cubicBezTo>
                    <a:pt x="362" y="381"/>
                    <a:pt x="359" y="377"/>
                    <a:pt x="357" y="373"/>
                  </a:cubicBezTo>
                  <a:cubicBezTo>
                    <a:pt x="356" y="370"/>
                    <a:pt x="355" y="368"/>
                    <a:pt x="354" y="366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1" y="359"/>
                    <a:pt x="350" y="357"/>
                    <a:pt x="350" y="356"/>
                  </a:cubicBezTo>
                  <a:cubicBezTo>
                    <a:pt x="352" y="354"/>
                    <a:pt x="354" y="353"/>
                    <a:pt x="356" y="352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9" y="350"/>
                    <a:pt x="359" y="350"/>
                    <a:pt x="359" y="350"/>
                  </a:cubicBezTo>
                  <a:cubicBezTo>
                    <a:pt x="359" y="349"/>
                    <a:pt x="360" y="349"/>
                    <a:pt x="360" y="349"/>
                  </a:cubicBezTo>
                  <a:cubicBezTo>
                    <a:pt x="363" y="347"/>
                    <a:pt x="365" y="345"/>
                    <a:pt x="367" y="342"/>
                  </a:cubicBezTo>
                  <a:cubicBezTo>
                    <a:pt x="372" y="338"/>
                    <a:pt x="376" y="333"/>
                    <a:pt x="378" y="328"/>
                  </a:cubicBezTo>
                  <a:cubicBezTo>
                    <a:pt x="380" y="322"/>
                    <a:pt x="382" y="317"/>
                    <a:pt x="380" y="311"/>
                  </a:cubicBezTo>
                  <a:cubicBezTo>
                    <a:pt x="380" y="308"/>
                    <a:pt x="379" y="306"/>
                    <a:pt x="377" y="303"/>
                  </a:cubicBezTo>
                  <a:cubicBezTo>
                    <a:pt x="377" y="302"/>
                    <a:pt x="376" y="301"/>
                    <a:pt x="375" y="300"/>
                  </a:cubicBezTo>
                  <a:cubicBezTo>
                    <a:pt x="374" y="299"/>
                    <a:pt x="373" y="297"/>
                    <a:pt x="372" y="297"/>
                  </a:cubicBezTo>
                  <a:cubicBezTo>
                    <a:pt x="368" y="293"/>
                    <a:pt x="362" y="292"/>
                    <a:pt x="357" y="293"/>
                  </a:cubicBezTo>
                  <a:cubicBezTo>
                    <a:pt x="354" y="294"/>
                    <a:pt x="352" y="295"/>
                    <a:pt x="349" y="296"/>
                  </a:cubicBezTo>
                  <a:cubicBezTo>
                    <a:pt x="347" y="298"/>
                    <a:pt x="345" y="300"/>
                    <a:pt x="343" y="302"/>
                  </a:cubicBezTo>
                  <a:cubicBezTo>
                    <a:pt x="338" y="306"/>
                    <a:pt x="336" y="311"/>
                    <a:pt x="334" y="317"/>
                  </a:cubicBezTo>
                  <a:cubicBezTo>
                    <a:pt x="332" y="323"/>
                    <a:pt x="332" y="329"/>
                    <a:pt x="333" y="335"/>
                  </a:cubicBezTo>
                  <a:cubicBezTo>
                    <a:pt x="332" y="329"/>
                    <a:pt x="332" y="323"/>
                    <a:pt x="334" y="317"/>
                  </a:cubicBezTo>
                  <a:cubicBezTo>
                    <a:pt x="335" y="312"/>
                    <a:pt x="338" y="307"/>
                    <a:pt x="342" y="302"/>
                  </a:cubicBezTo>
                  <a:cubicBezTo>
                    <a:pt x="343" y="301"/>
                    <a:pt x="344" y="300"/>
                    <a:pt x="345" y="299"/>
                  </a:cubicBezTo>
                  <a:cubicBezTo>
                    <a:pt x="346" y="299"/>
                    <a:pt x="346" y="298"/>
                    <a:pt x="347" y="298"/>
                  </a:cubicBezTo>
                  <a:cubicBezTo>
                    <a:pt x="348" y="297"/>
                    <a:pt x="348" y="297"/>
                    <a:pt x="349" y="297"/>
                  </a:cubicBezTo>
                  <a:cubicBezTo>
                    <a:pt x="351" y="295"/>
                    <a:pt x="354" y="294"/>
                    <a:pt x="356" y="293"/>
                  </a:cubicBezTo>
                  <a:cubicBezTo>
                    <a:pt x="362" y="292"/>
                    <a:pt x="368" y="293"/>
                    <a:pt x="372" y="296"/>
                  </a:cubicBezTo>
                  <a:cubicBezTo>
                    <a:pt x="372" y="297"/>
                    <a:pt x="373" y="297"/>
                    <a:pt x="373" y="297"/>
                  </a:cubicBezTo>
                  <a:cubicBezTo>
                    <a:pt x="374" y="298"/>
                    <a:pt x="374" y="299"/>
                    <a:pt x="375" y="299"/>
                  </a:cubicBezTo>
                  <a:cubicBezTo>
                    <a:pt x="375" y="300"/>
                    <a:pt x="376" y="301"/>
                    <a:pt x="377" y="303"/>
                  </a:cubicBezTo>
                  <a:cubicBezTo>
                    <a:pt x="379" y="305"/>
                    <a:pt x="380" y="308"/>
                    <a:pt x="380" y="310"/>
                  </a:cubicBezTo>
                  <a:cubicBezTo>
                    <a:pt x="382" y="316"/>
                    <a:pt x="381" y="322"/>
                    <a:pt x="378" y="327"/>
                  </a:cubicBezTo>
                  <a:cubicBezTo>
                    <a:pt x="376" y="333"/>
                    <a:pt x="372" y="338"/>
                    <a:pt x="368" y="342"/>
                  </a:cubicBezTo>
                  <a:cubicBezTo>
                    <a:pt x="366" y="345"/>
                    <a:pt x="363" y="347"/>
                    <a:pt x="361" y="349"/>
                  </a:cubicBezTo>
                  <a:cubicBezTo>
                    <a:pt x="360" y="349"/>
                    <a:pt x="359" y="350"/>
                    <a:pt x="359" y="350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4" y="353"/>
                    <a:pt x="352" y="354"/>
                    <a:pt x="350" y="356"/>
                  </a:cubicBezTo>
                  <a:cubicBezTo>
                    <a:pt x="350" y="356"/>
                    <a:pt x="350" y="356"/>
                    <a:pt x="350" y="356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8"/>
                    <a:pt x="351" y="358"/>
                    <a:pt x="351" y="358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4" y="366"/>
                    <a:pt x="354" y="366"/>
                    <a:pt x="354" y="366"/>
                  </a:cubicBezTo>
                  <a:cubicBezTo>
                    <a:pt x="355" y="368"/>
                    <a:pt x="356" y="370"/>
                    <a:pt x="357" y="372"/>
                  </a:cubicBezTo>
                  <a:cubicBezTo>
                    <a:pt x="359" y="377"/>
                    <a:pt x="362" y="381"/>
                    <a:pt x="365" y="385"/>
                  </a:cubicBezTo>
                  <a:cubicBezTo>
                    <a:pt x="368" y="389"/>
                    <a:pt x="372" y="393"/>
                    <a:pt x="376" y="397"/>
                  </a:cubicBezTo>
                  <a:cubicBezTo>
                    <a:pt x="377" y="397"/>
                    <a:pt x="378" y="398"/>
                    <a:pt x="379" y="399"/>
                  </a:cubicBezTo>
                  <a:cubicBezTo>
                    <a:pt x="380" y="399"/>
                    <a:pt x="380" y="400"/>
                    <a:pt x="381" y="400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3" y="401"/>
                    <a:pt x="383" y="401"/>
                    <a:pt x="383" y="401"/>
                  </a:cubicBezTo>
                  <a:cubicBezTo>
                    <a:pt x="385" y="402"/>
                    <a:pt x="386" y="403"/>
                    <a:pt x="388" y="404"/>
                  </a:cubicBezTo>
                  <a:cubicBezTo>
                    <a:pt x="390" y="405"/>
                    <a:pt x="390" y="405"/>
                    <a:pt x="390" y="405"/>
                  </a:cubicBezTo>
                  <a:cubicBezTo>
                    <a:pt x="392" y="405"/>
                    <a:pt x="392" y="405"/>
                    <a:pt x="392" y="405"/>
                  </a:cubicBezTo>
                  <a:cubicBezTo>
                    <a:pt x="392" y="405"/>
                    <a:pt x="393" y="406"/>
                    <a:pt x="393" y="406"/>
                  </a:cubicBezTo>
                  <a:cubicBezTo>
                    <a:pt x="399" y="392"/>
                    <a:pt x="399" y="392"/>
                    <a:pt x="399" y="392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406" y="378"/>
                    <a:pt x="406" y="378"/>
                    <a:pt x="406" y="378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8" y="376"/>
                    <a:pt x="408" y="376"/>
                    <a:pt x="408" y="376"/>
                  </a:cubicBezTo>
                  <a:cubicBezTo>
                    <a:pt x="408" y="375"/>
                    <a:pt x="409" y="374"/>
                    <a:pt x="409" y="374"/>
                  </a:cubicBezTo>
                  <a:cubicBezTo>
                    <a:pt x="411" y="371"/>
                    <a:pt x="414" y="368"/>
                    <a:pt x="416" y="366"/>
                  </a:cubicBezTo>
                  <a:cubicBezTo>
                    <a:pt x="421" y="361"/>
                    <a:pt x="427" y="358"/>
                    <a:pt x="432" y="359"/>
                  </a:cubicBezTo>
                  <a:cubicBezTo>
                    <a:pt x="435" y="360"/>
                    <a:pt x="438" y="361"/>
                    <a:pt x="440" y="363"/>
                  </a:cubicBezTo>
                  <a:cubicBezTo>
                    <a:pt x="443" y="365"/>
                    <a:pt x="444" y="368"/>
                    <a:pt x="446" y="371"/>
                  </a:cubicBezTo>
                  <a:cubicBezTo>
                    <a:pt x="448" y="377"/>
                    <a:pt x="449" y="384"/>
                    <a:pt x="448" y="390"/>
                  </a:cubicBezTo>
                  <a:cubicBezTo>
                    <a:pt x="447" y="394"/>
                    <a:pt x="447" y="397"/>
                    <a:pt x="445" y="400"/>
                  </a:cubicBezTo>
                  <a:cubicBezTo>
                    <a:pt x="444" y="403"/>
                    <a:pt x="442" y="406"/>
                    <a:pt x="440" y="408"/>
                  </a:cubicBezTo>
                  <a:cubicBezTo>
                    <a:pt x="436" y="413"/>
                    <a:pt x="430" y="417"/>
                    <a:pt x="423" y="419"/>
                  </a:cubicBezTo>
                  <a:cubicBezTo>
                    <a:pt x="420" y="420"/>
                    <a:pt x="416" y="420"/>
                    <a:pt x="413" y="420"/>
                  </a:cubicBezTo>
                  <a:cubicBezTo>
                    <a:pt x="411" y="421"/>
                    <a:pt x="410" y="421"/>
                    <a:pt x="408" y="421"/>
                  </a:cubicBezTo>
                  <a:cubicBezTo>
                    <a:pt x="407" y="421"/>
                    <a:pt x="407" y="421"/>
                    <a:pt x="407" y="421"/>
                  </a:cubicBezTo>
                  <a:cubicBezTo>
                    <a:pt x="407" y="421"/>
                    <a:pt x="407" y="421"/>
                    <a:pt x="406" y="421"/>
                  </a:cubicBezTo>
                  <a:cubicBezTo>
                    <a:pt x="405" y="421"/>
                    <a:pt x="405" y="421"/>
                    <a:pt x="404" y="420"/>
                  </a:cubicBezTo>
                  <a:cubicBezTo>
                    <a:pt x="400" y="420"/>
                    <a:pt x="400" y="420"/>
                    <a:pt x="400" y="420"/>
                  </a:cubicBezTo>
                  <a:cubicBezTo>
                    <a:pt x="399" y="422"/>
                    <a:pt x="399" y="423"/>
                    <a:pt x="398" y="425"/>
                  </a:cubicBezTo>
                  <a:cubicBezTo>
                    <a:pt x="396" y="429"/>
                    <a:pt x="396" y="429"/>
                    <a:pt x="396" y="429"/>
                  </a:cubicBezTo>
                  <a:cubicBezTo>
                    <a:pt x="393" y="435"/>
                    <a:pt x="393" y="435"/>
                    <a:pt x="393" y="435"/>
                  </a:cubicBezTo>
                  <a:cubicBezTo>
                    <a:pt x="388" y="447"/>
                    <a:pt x="388" y="447"/>
                    <a:pt x="388" y="447"/>
                  </a:cubicBezTo>
                  <a:cubicBezTo>
                    <a:pt x="384" y="456"/>
                    <a:pt x="381" y="464"/>
                    <a:pt x="378" y="472"/>
                  </a:cubicBezTo>
                  <a:cubicBezTo>
                    <a:pt x="371" y="489"/>
                    <a:pt x="365" y="506"/>
                    <a:pt x="359" y="523"/>
                  </a:cubicBezTo>
                  <a:cubicBezTo>
                    <a:pt x="353" y="539"/>
                    <a:pt x="347" y="556"/>
                    <a:pt x="342" y="573"/>
                  </a:cubicBezTo>
                  <a:cubicBezTo>
                    <a:pt x="340" y="581"/>
                    <a:pt x="337" y="590"/>
                    <a:pt x="335" y="598"/>
                  </a:cubicBezTo>
                  <a:cubicBezTo>
                    <a:pt x="330" y="612"/>
                    <a:pt x="330" y="612"/>
                    <a:pt x="330" y="612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39" y="621"/>
                    <a:pt x="339" y="621"/>
                    <a:pt x="339" y="621"/>
                  </a:cubicBezTo>
                  <a:cubicBezTo>
                    <a:pt x="392" y="621"/>
                    <a:pt x="392" y="621"/>
                    <a:pt x="392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4" y="621"/>
                    <a:pt x="395" y="621"/>
                    <a:pt x="395" y="621"/>
                  </a:cubicBezTo>
                  <a:cubicBezTo>
                    <a:pt x="397" y="621"/>
                    <a:pt x="398" y="620"/>
                    <a:pt x="399" y="620"/>
                  </a:cubicBezTo>
                  <a:cubicBezTo>
                    <a:pt x="402" y="619"/>
                    <a:pt x="404" y="618"/>
                    <a:pt x="406" y="616"/>
                  </a:cubicBezTo>
                  <a:cubicBezTo>
                    <a:pt x="410" y="613"/>
                    <a:pt x="413" y="608"/>
                    <a:pt x="414" y="603"/>
                  </a:cubicBezTo>
                  <a:cubicBezTo>
                    <a:pt x="414" y="602"/>
                    <a:pt x="414" y="601"/>
                    <a:pt x="414" y="601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596"/>
                    <a:pt x="414" y="596"/>
                    <a:pt x="414" y="596"/>
                  </a:cubicBezTo>
                  <a:cubicBezTo>
                    <a:pt x="414" y="590"/>
                    <a:pt x="414" y="590"/>
                    <a:pt x="414" y="590"/>
                  </a:cubicBezTo>
                  <a:cubicBezTo>
                    <a:pt x="414" y="577"/>
                    <a:pt x="414" y="577"/>
                    <a:pt x="414" y="577"/>
                  </a:cubicBezTo>
                  <a:cubicBezTo>
                    <a:pt x="414" y="552"/>
                    <a:pt x="414" y="552"/>
                    <a:pt x="414" y="552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7"/>
                    <a:pt x="415" y="547"/>
                    <a:pt x="415" y="547"/>
                  </a:cubicBezTo>
                  <a:cubicBezTo>
                    <a:pt x="416" y="546"/>
                    <a:pt x="416" y="546"/>
                    <a:pt x="416" y="546"/>
                  </a:cubicBezTo>
                  <a:cubicBezTo>
                    <a:pt x="420" y="545"/>
                    <a:pt x="424" y="543"/>
                    <a:pt x="428" y="541"/>
                  </a:cubicBezTo>
                  <a:cubicBezTo>
                    <a:pt x="442" y="533"/>
                    <a:pt x="456" y="523"/>
                    <a:pt x="470" y="513"/>
                  </a:cubicBezTo>
                  <a:cubicBezTo>
                    <a:pt x="496" y="493"/>
                    <a:pt x="518" y="468"/>
                    <a:pt x="535" y="440"/>
                  </a:cubicBezTo>
                  <a:cubicBezTo>
                    <a:pt x="553" y="412"/>
                    <a:pt x="565" y="382"/>
                    <a:pt x="572" y="350"/>
                  </a:cubicBezTo>
                  <a:cubicBezTo>
                    <a:pt x="580" y="319"/>
                    <a:pt x="581" y="286"/>
                    <a:pt x="578" y="255"/>
                  </a:cubicBezTo>
                  <a:cubicBezTo>
                    <a:pt x="574" y="223"/>
                    <a:pt x="566" y="192"/>
                    <a:pt x="552" y="164"/>
                  </a:cubicBezTo>
                  <a:cubicBezTo>
                    <a:pt x="539" y="135"/>
                    <a:pt x="521" y="109"/>
                    <a:pt x="499" y="86"/>
                  </a:cubicBezTo>
                  <a:cubicBezTo>
                    <a:pt x="477" y="63"/>
                    <a:pt x="451" y="44"/>
                    <a:pt x="424" y="30"/>
                  </a:cubicBezTo>
                  <a:cubicBezTo>
                    <a:pt x="412" y="23"/>
                    <a:pt x="399" y="18"/>
                    <a:pt x="386" y="13"/>
                  </a:cubicBezTo>
                  <a:cubicBezTo>
                    <a:pt x="369" y="8"/>
                    <a:pt x="353" y="4"/>
                    <a:pt x="339" y="2"/>
                  </a:cubicBezTo>
                  <a:cubicBezTo>
                    <a:pt x="325" y="0"/>
                    <a:pt x="313" y="0"/>
                    <a:pt x="305" y="0"/>
                  </a:cubicBezTo>
                  <a:cubicBezTo>
                    <a:pt x="296" y="0"/>
                    <a:pt x="291" y="0"/>
                    <a:pt x="291" y="1"/>
                  </a:cubicBezTo>
                  <a:cubicBezTo>
                    <a:pt x="291" y="1"/>
                    <a:pt x="296" y="2"/>
                    <a:pt x="308" y="3"/>
                  </a:cubicBezTo>
                  <a:cubicBezTo>
                    <a:pt x="314" y="3"/>
                    <a:pt x="322" y="4"/>
                    <a:pt x="331" y="6"/>
                  </a:cubicBezTo>
                  <a:cubicBezTo>
                    <a:pt x="341" y="7"/>
                    <a:pt x="352" y="10"/>
                    <a:pt x="365" y="13"/>
                  </a:cubicBezTo>
                  <a:cubicBezTo>
                    <a:pt x="372" y="15"/>
                    <a:pt x="380" y="18"/>
                    <a:pt x="388" y="21"/>
                  </a:cubicBezTo>
                  <a:cubicBezTo>
                    <a:pt x="397" y="24"/>
                    <a:pt x="405" y="28"/>
                    <a:pt x="413" y="31"/>
                  </a:cubicBezTo>
                  <a:cubicBezTo>
                    <a:pt x="429" y="39"/>
                    <a:pt x="440" y="46"/>
                    <a:pt x="440" y="46"/>
                  </a:cubicBezTo>
                  <a:cubicBezTo>
                    <a:pt x="445" y="49"/>
                    <a:pt x="445" y="50"/>
                    <a:pt x="444" y="50"/>
                  </a:cubicBezTo>
                  <a:cubicBezTo>
                    <a:pt x="443" y="50"/>
                    <a:pt x="440" y="48"/>
                    <a:pt x="437" y="47"/>
                  </a:cubicBezTo>
                  <a:cubicBezTo>
                    <a:pt x="475" y="70"/>
                    <a:pt x="507" y="102"/>
                    <a:pt x="530" y="139"/>
                  </a:cubicBezTo>
                  <a:cubicBezTo>
                    <a:pt x="553" y="176"/>
                    <a:pt x="567" y="219"/>
                    <a:pt x="571" y="263"/>
                  </a:cubicBezTo>
                  <a:cubicBezTo>
                    <a:pt x="572" y="285"/>
                    <a:pt x="572" y="307"/>
                    <a:pt x="568" y="329"/>
                  </a:cubicBezTo>
                  <a:cubicBezTo>
                    <a:pt x="565" y="350"/>
                    <a:pt x="559" y="371"/>
                    <a:pt x="551" y="392"/>
                  </a:cubicBezTo>
                  <a:cubicBezTo>
                    <a:pt x="535" y="432"/>
                    <a:pt x="509" y="469"/>
                    <a:pt x="475" y="498"/>
                  </a:cubicBezTo>
                  <a:cubicBezTo>
                    <a:pt x="462" y="510"/>
                    <a:pt x="448" y="520"/>
                    <a:pt x="432" y="529"/>
                  </a:cubicBezTo>
                  <a:cubicBezTo>
                    <a:pt x="428" y="531"/>
                    <a:pt x="425" y="533"/>
                    <a:pt x="421" y="535"/>
                  </a:cubicBezTo>
                  <a:cubicBezTo>
                    <a:pt x="419" y="536"/>
                    <a:pt x="417" y="537"/>
                    <a:pt x="415" y="538"/>
                  </a:cubicBezTo>
                  <a:cubicBezTo>
                    <a:pt x="413" y="539"/>
                    <a:pt x="410" y="541"/>
                    <a:pt x="407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4"/>
                    <a:pt x="406" y="544"/>
                    <a:pt x="406" y="544"/>
                  </a:cubicBezTo>
                  <a:cubicBezTo>
                    <a:pt x="406" y="547"/>
                    <a:pt x="406" y="547"/>
                    <a:pt x="406" y="547"/>
                  </a:cubicBezTo>
                  <a:cubicBezTo>
                    <a:pt x="406" y="551"/>
                    <a:pt x="406" y="551"/>
                    <a:pt x="406" y="551"/>
                  </a:cubicBezTo>
                  <a:cubicBezTo>
                    <a:pt x="406" y="558"/>
                    <a:pt x="406" y="558"/>
                    <a:pt x="406" y="558"/>
                  </a:cubicBezTo>
                  <a:cubicBezTo>
                    <a:pt x="406" y="571"/>
                    <a:pt x="406" y="571"/>
                    <a:pt x="406" y="571"/>
                  </a:cubicBezTo>
                  <a:cubicBezTo>
                    <a:pt x="406" y="598"/>
                    <a:pt x="406" y="598"/>
                    <a:pt x="406" y="598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1"/>
                    <a:pt x="406" y="601"/>
                    <a:pt x="406" y="601"/>
                  </a:cubicBezTo>
                  <a:cubicBezTo>
                    <a:pt x="406" y="602"/>
                    <a:pt x="406" y="603"/>
                    <a:pt x="406" y="604"/>
                  </a:cubicBezTo>
                  <a:cubicBezTo>
                    <a:pt x="405" y="605"/>
                    <a:pt x="404" y="607"/>
                    <a:pt x="403" y="608"/>
                  </a:cubicBezTo>
                  <a:cubicBezTo>
                    <a:pt x="401" y="611"/>
                    <a:pt x="398" y="613"/>
                    <a:pt x="394" y="613"/>
                  </a:cubicBezTo>
                  <a:cubicBezTo>
                    <a:pt x="394" y="613"/>
                    <a:pt x="393" y="613"/>
                    <a:pt x="393" y="613"/>
                  </a:cubicBezTo>
                  <a:cubicBezTo>
                    <a:pt x="391" y="613"/>
                    <a:pt x="391" y="613"/>
                    <a:pt x="391" y="613"/>
                  </a:cubicBezTo>
                  <a:cubicBezTo>
                    <a:pt x="388" y="613"/>
                    <a:pt x="388" y="613"/>
                    <a:pt x="388" y="613"/>
                  </a:cubicBezTo>
                  <a:cubicBezTo>
                    <a:pt x="381" y="613"/>
                    <a:pt x="381" y="613"/>
                    <a:pt x="381" y="613"/>
                  </a:cubicBezTo>
                  <a:cubicBezTo>
                    <a:pt x="368" y="613"/>
                    <a:pt x="368" y="613"/>
                    <a:pt x="368" y="613"/>
                  </a:cubicBezTo>
                  <a:cubicBezTo>
                    <a:pt x="342" y="613"/>
                    <a:pt x="342" y="613"/>
                    <a:pt x="342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8" y="613"/>
                    <a:pt x="339" y="613"/>
                    <a:pt x="339" y="613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0"/>
                    <a:pt x="339" y="610"/>
                    <a:pt x="339" y="610"/>
                  </a:cubicBezTo>
                  <a:cubicBezTo>
                    <a:pt x="342" y="599"/>
                    <a:pt x="342" y="599"/>
                    <a:pt x="342" y="599"/>
                  </a:cubicBezTo>
                  <a:cubicBezTo>
                    <a:pt x="345" y="591"/>
                    <a:pt x="348" y="582"/>
                    <a:pt x="350" y="574"/>
                  </a:cubicBezTo>
                  <a:cubicBezTo>
                    <a:pt x="355" y="557"/>
                    <a:pt x="361" y="540"/>
                    <a:pt x="367" y="524"/>
                  </a:cubicBezTo>
                  <a:cubicBezTo>
                    <a:pt x="373" y="507"/>
                    <a:pt x="379" y="490"/>
                    <a:pt x="385" y="474"/>
                  </a:cubicBezTo>
                  <a:cubicBezTo>
                    <a:pt x="389" y="466"/>
                    <a:pt x="392" y="458"/>
                    <a:pt x="396" y="450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403" y="432"/>
                    <a:pt x="403" y="432"/>
                    <a:pt x="403" y="432"/>
                  </a:cubicBezTo>
                  <a:cubicBezTo>
                    <a:pt x="404" y="430"/>
                    <a:pt x="404" y="430"/>
                    <a:pt x="404" y="430"/>
                  </a:cubicBezTo>
                  <a:cubicBezTo>
                    <a:pt x="405" y="429"/>
                    <a:pt x="405" y="429"/>
                    <a:pt x="405" y="428"/>
                  </a:cubicBezTo>
                  <a:cubicBezTo>
                    <a:pt x="405" y="428"/>
                    <a:pt x="406" y="428"/>
                    <a:pt x="406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8" y="429"/>
                    <a:pt x="408" y="429"/>
                    <a:pt x="408" y="429"/>
                  </a:cubicBezTo>
                  <a:cubicBezTo>
                    <a:pt x="410" y="429"/>
                    <a:pt x="412" y="429"/>
                    <a:pt x="414" y="428"/>
                  </a:cubicBezTo>
                  <a:cubicBezTo>
                    <a:pt x="418" y="428"/>
                    <a:pt x="422" y="427"/>
                    <a:pt x="426" y="426"/>
                  </a:cubicBezTo>
                  <a:cubicBezTo>
                    <a:pt x="433" y="424"/>
                    <a:pt x="441" y="420"/>
                    <a:pt x="446" y="413"/>
                  </a:cubicBezTo>
                  <a:cubicBezTo>
                    <a:pt x="449" y="410"/>
                    <a:pt x="451" y="407"/>
                    <a:pt x="453" y="403"/>
                  </a:cubicBezTo>
                  <a:cubicBezTo>
                    <a:pt x="454" y="399"/>
                    <a:pt x="455" y="395"/>
                    <a:pt x="456" y="391"/>
                  </a:cubicBezTo>
                  <a:cubicBezTo>
                    <a:pt x="457" y="383"/>
                    <a:pt x="457" y="375"/>
                    <a:pt x="453" y="367"/>
                  </a:cubicBezTo>
                  <a:cubicBezTo>
                    <a:pt x="451" y="363"/>
                    <a:pt x="449" y="360"/>
                    <a:pt x="446" y="357"/>
                  </a:cubicBezTo>
                  <a:cubicBezTo>
                    <a:pt x="442" y="354"/>
                    <a:pt x="438" y="352"/>
                    <a:pt x="434" y="351"/>
                  </a:cubicBezTo>
                  <a:cubicBezTo>
                    <a:pt x="433" y="351"/>
                    <a:pt x="431" y="351"/>
                    <a:pt x="430" y="351"/>
                  </a:cubicBezTo>
                  <a:cubicBezTo>
                    <a:pt x="429" y="351"/>
                    <a:pt x="428" y="351"/>
                    <a:pt x="427" y="351"/>
                  </a:cubicBezTo>
                  <a:cubicBezTo>
                    <a:pt x="424" y="351"/>
                    <a:pt x="422" y="352"/>
                    <a:pt x="420" y="353"/>
                  </a:cubicBezTo>
                  <a:cubicBezTo>
                    <a:pt x="416" y="355"/>
                    <a:pt x="413" y="357"/>
                    <a:pt x="410" y="360"/>
                  </a:cubicBezTo>
                  <a:cubicBezTo>
                    <a:pt x="407" y="363"/>
                    <a:pt x="405" y="366"/>
                    <a:pt x="402" y="369"/>
                  </a:cubicBezTo>
                  <a:cubicBezTo>
                    <a:pt x="402" y="369"/>
                    <a:pt x="401" y="370"/>
                    <a:pt x="401" y="371"/>
                  </a:cubicBezTo>
                  <a:cubicBezTo>
                    <a:pt x="400" y="372"/>
                    <a:pt x="400" y="372"/>
                    <a:pt x="400" y="372"/>
                  </a:cubicBezTo>
                  <a:cubicBezTo>
                    <a:pt x="400" y="373"/>
                    <a:pt x="400" y="373"/>
                    <a:pt x="400" y="373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5"/>
                    <a:pt x="389" y="395"/>
                    <a:pt x="389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7" y="394"/>
                    <a:pt x="387" y="394"/>
                    <a:pt x="387" y="394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5" y="393"/>
                    <a:pt x="385" y="393"/>
                    <a:pt x="385" y="393"/>
                  </a:cubicBezTo>
                  <a:cubicBezTo>
                    <a:pt x="385" y="392"/>
                    <a:pt x="384" y="392"/>
                    <a:pt x="383" y="391"/>
                  </a:cubicBezTo>
                  <a:cubicBezTo>
                    <a:pt x="380" y="389"/>
                    <a:pt x="377" y="386"/>
                    <a:pt x="375" y="383"/>
                  </a:cubicBezTo>
                  <a:cubicBezTo>
                    <a:pt x="369" y="377"/>
                    <a:pt x="365" y="370"/>
                    <a:pt x="362" y="363"/>
                  </a:cubicBezTo>
                  <a:cubicBezTo>
                    <a:pt x="365" y="370"/>
                    <a:pt x="369" y="377"/>
                    <a:pt x="375" y="383"/>
                  </a:cubicBezTo>
                  <a:cubicBezTo>
                    <a:pt x="377" y="386"/>
                    <a:pt x="380" y="389"/>
                    <a:pt x="383" y="391"/>
                  </a:cubicBezTo>
                  <a:cubicBezTo>
                    <a:pt x="384" y="392"/>
                    <a:pt x="385" y="392"/>
                    <a:pt x="385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7" y="393"/>
                    <a:pt x="387" y="393"/>
                    <a:pt x="387" y="393"/>
                  </a:cubicBezTo>
                  <a:cubicBezTo>
                    <a:pt x="387" y="394"/>
                    <a:pt x="387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4"/>
                    <a:pt x="389" y="395"/>
                    <a:pt x="389" y="394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9" y="373"/>
                    <a:pt x="399" y="373"/>
                    <a:pt x="400" y="372"/>
                  </a:cubicBezTo>
                  <a:cubicBezTo>
                    <a:pt x="401" y="371"/>
                    <a:pt x="401" y="371"/>
                    <a:pt x="401" y="371"/>
                  </a:cubicBezTo>
                  <a:cubicBezTo>
                    <a:pt x="401" y="370"/>
                    <a:pt x="402" y="369"/>
                    <a:pt x="402" y="369"/>
                  </a:cubicBezTo>
                  <a:cubicBezTo>
                    <a:pt x="405" y="365"/>
                    <a:pt x="407" y="362"/>
                    <a:pt x="410" y="360"/>
                  </a:cubicBezTo>
                  <a:cubicBezTo>
                    <a:pt x="413" y="357"/>
                    <a:pt x="417" y="354"/>
                    <a:pt x="421" y="353"/>
                  </a:cubicBezTo>
                  <a:cubicBezTo>
                    <a:pt x="423" y="352"/>
                    <a:pt x="425" y="351"/>
                    <a:pt x="427" y="351"/>
                  </a:cubicBezTo>
                  <a:cubicBezTo>
                    <a:pt x="429" y="350"/>
                    <a:pt x="432" y="350"/>
                    <a:pt x="434" y="351"/>
                  </a:cubicBezTo>
                  <a:cubicBezTo>
                    <a:pt x="439" y="352"/>
                    <a:pt x="443" y="354"/>
                    <a:pt x="446" y="357"/>
                  </a:cubicBezTo>
                  <a:cubicBezTo>
                    <a:pt x="449" y="360"/>
                    <a:pt x="452" y="364"/>
                    <a:pt x="453" y="368"/>
                  </a:cubicBezTo>
                  <a:cubicBezTo>
                    <a:pt x="457" y="375"/>
                    <a:pt x="457" y="384"/>
                    <a:pt x="456" y="392"/>
                  </a:cubicBezTo>
                  <a:cubicBezTo>
                    <a:pt x="455" y="396"/>
                    <a:pt x="454" y="400"/>
                    <a:pt x="453" y="403"/>
                  </a:cubicBezTo>
                  <a:cubicBezTo>
                    <a:pt x="451" y="407"/>
                    <a:pt x="449" y="411"/>
                    <a:pt x="446" y="414"/>
                  </a:cubicBezTo>
                  <a:cubicBezTo>
                    <a:pt x="441" y="420"/>
                    <a:pt x="433" y="424"/>
                    <a:pt x="425" y="426"/>
                  </a:cubicBezTo>
                  <a:cubicBezTo>
                    <a:pt x="422" y="428"/>
                    <a:pt x="418" y="428"/>
                    <a:pt x="414" y="429"/>
                  </a:cubicBezTo>
                  <a:cubicBezTo>
                    <a:pt x="412" y="429"/>
                    <a:pt x="410" y="429"/>
                    <a:pt x="408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6" y="429"/>
                    <a:pt x="406" y="429"/>
                    <a:pt x="406" y="429"/>
                  </a:cubicBezTo>
                  <a:cubicBezTo>
                    <a:pt x="406" y="429"/>
                    <a:pt x="405" y="429"/>
                    <a:pt x="405" y="429"/>
                  </a:cubicBezTo>
                  <a:cubicBezTo>
                    <a:pt x="405" y="429"/>
                    <a:pt x="405" y="429"/>
                    <a:pt x="404" y="430"/>
                  </a:cubicBezTo>
                  <a:cubicBezTo>
                    <a:pt x="404" y="432"/>
                    <a:pt x="404" y="432"/>
                    <a:pt x="404" y="432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396" y="450"/>
                    <a:pt x="396" y="450"/>
                    <a:pt x="396" y="450"/>
                  </a:cubicBezTo>
                  <a:cubicBezTo>
                    <a:pt x="392" y="458"/>
                    <a:pt x="389" y="466"/>
                    <a:pt x="385" y="475"/>
                  </a:cubicBezTo>
                  <a:cubicBezTo>
                    <a:pt x="379" y="491"/>
                    <a:pt x="373" y="508"/>
                    <a:pt x="367" y="525"/>
                  </a:cubicBezTo>
                  <a:cubicBezTo>
                    <a:pt x="361" y="541"/>
                    <a:pt x="355" y="558"/>
                    <a:pt x="350" y="575"/>
                  </a:cubicBezTo>
                  <a:cubicBezTo>
                    <a:pt x="347" y="584"/>
                    <a:pt x="345" y="592"/>
                    <a:pt x="342" y="601"/>
                  </a:cubicBezTo>
                  <a:cubicBezTo>
                    <a:pt x="339" y="611"/>
                    <a:pt x="339" y="611"/>
                    <a:pt x="339" y="611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40" y="613"/>
                    <a:pt x="340" y="613"/>
                    <a:pt x="340" y="613"/>
                  </a:cubicBezTo>
                  <a:cubicBezTo>
                    <a:pt x="343" y="613"/>
                    <a:pt x="343" y="613"/>
                    <a:pt x="343" y="613"/>
                  </a:cubicBezTo>
                  <a:cubicBezTo>
                    <a:pt x="369" y="613"/>
                    <a:pt x="369" y="613"/>
                    <a:pt x="369" y="613"/>
                  </a:cubicBezTo>
                  <a:cubicBezTo>
                    <a:pt x="382" y="613"/>
                    <a:pt x="382" y="613"/>
                    <a:pt x="382" y="613"/>
                  </a:cubicBezTo>
                  <a:cubicBezTo>
                    <a:pt x="389" y="613"/>
                    <a:pt x="389" y="613"/>
                    <a:pt x="389" y="613"/>
                  </a:cubicBezTo>
                  <a:cubicBezTo>
                    <a:pt x="392" y="613"/>
                    <a:pt x="392" y="613"/>
                    <a:pt x="392" y="613"/>
                  </a:cubicBezTo>
                  <a:cubicBezTo>
                    <a:pt x="393" y="613"/>
                    <a:pt x="393" y="613"/>
                    <a:pt x="394" y="613"/>
                  </a:cubicBezTo>
                  <a:cubicBezTo>
                    <a:pt x="394" y="613"/>
                    <a:pt x="395" y="613"/>
                    <a:pt x="395" y="613"/>
                  </a:cubicBezTo>
                  <a:cubicBezTo>
                    <a:pt x="398" y="612"/>
                    <a:pt x="402" y="610"/>
                    <a:pt x="404" y="607"/>
                  </a:cubicBezTo>
                  <a:cubicBezTo>
                    <a:pt x="405" y="606"/>
                    <a:pt x="405" y="604"/>
                    <a:pt x="406" y="603"/>
                  </a:cubicBezTo>
                  <a:cubicBezTo>
                    <a:pt x="406" y="602"/>
                    <a:pt x="406" y="601"/>
                    <a:pt x="406" y="600"/>
                  </a:cubicBezTo>
                  <a:cubicBezTo>
                    <a:pt x="406" y="597"/>
                    <a:pt x="406" y="597"/>
                    <a:pt x="406" y="597"/>
                  </a:cubicBezTo>
                  <a:cubicBezTo>
                    <a:pt x="406" y="570"/>
                    <a:pt x="406" y="570"/>
                    <a:pt x="406" y="570"/>
                  </a:cubicBezTo>
                  <a:cubicBezTo>
                    <a:pt x="406" y="557"/>
                    <a:pt x="406" y="557"/>
                    <a:pt x="406" y="557"/>
                  </a:cubicBezTo>
                  <a:cubicBezTo>
                    <a:pt x="406" y="550"/>
                    <a:pt x="406" y="550"/>
                    <a:pt x="406" y="550"/>
                  </a:cubicBezTo>
                  <a:cubicBezTo>
                    <a:pt x="406" y="545"/>
                    <a:pt x="406" y="545"/>
                    <a:pt x="406" y="545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7" y="542"/>
                    <a:pt x="407" y="542"/>
                    <a:pt x="407" y="542"/>
                  </a:cubicBezTo>
                  <a:cubicBezTo>
                    <a:pt x="408" y="542"/>
                    <a:pt x="408" y="542"/>
                    <a:pt x="408" y="542"/>
                  </a:cubicBezTo>
                  <a:cubicBezTo>
                    <a:pt x="412" y="540"/>
                    <a:pt x="412" y="540"/>
                    <a:pt x="412" y="540"/>
                  </a:cubicBezTo>
                  <a:cubicBezTo>
                    <a:pt x="415" y="538"/>
                    <a:pt x="415" y="538"/>
                    <a:pt x="415" y="538"/>
                  </a:cubicBezTo>
                  <a:cubicBezTo>
                    <a:pt x="417" y="537"/>
                    <a:pt x="419" y="536"/>
                    <a:pt x="421" y="535"/>
                  </a:cubicBezTo>
                  <a:cubicBezTo>
                    <a:pt x="425" y="533"/>
                    <a:pt x="429" y="531"/>
                    <a:pt x="433" y="529"/>
                  </a:cubicBezTo>
                  <a:cubicBezTo>
                    <a:pt x="448" y="520"/>
                    <a:pt x="462" y="509"/>
                    <a:pt x="475" y="498"/>
                  </a:cubicBezTo>
                  <a:cubicBezTo>
                    <a:pt x="509" y="469"/>
                    <a:pt x="535" y="432"/>
                    <a:pt x="551" y="391"/>
                  </a:cubicBezTo>
                  <a:cubicBezTo>
                    <a:pt x="568" y="350"/>
                    <a:pt x="574" y="305"/>
                    <a:pt x="570" y="261"/>
                  </a:cubicBezTo>
                  <a:cubicBezTo>
                    <a:pt x="566" y="217"/>
                    <a:pt x="552" y="174"/>
                    <a:pt x="528" y="136"/>
                  </a:cubicBezTo>
                  <a:cubicBezTo>
                    <a:pt x="504" y="99"/>
                    <a:pt x="471" y="67"/>
                    <a:pt x="432" y="44"/>
                  </a:cubicBezTo>
                  <a:cubicBezTo>
                    <a:pt x="430" y="43"/>
                    <a:pt x="429" y="43"/>
                    <a:pt x="432" y="45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6" y="55"/>
                    <a:pt x="452" y="59"/>
                    <a:pt x="460" y="65"/>
                  </a:cubicBezTo>
                  <a:cubicBezTo>
                    <a:pt x="470" y="73"/>
                    <a:pt x="487" y="88"/>
                    <a:pt x="505" y="108"/>
                  </a:cubicBezTo>
                  <a:cubicBezTo>
                    <a:pt x="513" y="119"/>
                    <a:pt x="522" y="131"/>
                    <a:pt x="530" y="144"/>
                  </a:cubicBezTo>
                  <a:cubicBezTo>
                    <a:pt x="538" y="157"/>
                    <a:pt x="545" y="172"/>
                    <a:pt x="551" y="188"/>
                  </a:cubicBezTo>
                  <a:cubicBezTo>
                    <a:pt x="557" y="203"/>
                    <a:pt x="562" y="220"/>
                    <a:pt x="565" y="237"/>
                  </a:cubicBezTo>
                  <a:cubicBezTo>
                    <a:pt x="568" y="254"/>
                    <a:pt x="569" y="271"/>
                    <a:pt x="569" y="288"/>
                  </a:cubicBezTo>
                  <a:cubicBezTo>
                    <a:pt x="569" y="305"/>
                    <a:pt x="568" y="321"/>
                    <a:pt x="565" y="337"/>
                  </a:cubicBezTo>
                  <a:cubicBezTo>
                    <a:pt x="562" y="352"/>
                    <a:pt x="558" y="366"/>
                    <a:pt x="554" y="379"/>
                  </a:cubicBezTo>
                  <a:cubicBezTo>
                    <a:pt x="539" y="422"/>
                    <a:pt x="513" y="461"/>
                    <a:pt x="478" y="492"/>
                  </a:cubicBezTo>
                  <a:cubicBezTo>
                    <a:pt x="461" y="508"/>
                    <a:pt x="442" y="521"/>
                    <a:pt x="421" y="532"/>
                  </a:cubicBezTo>
                  <a:cubicBezTo>
                    <a:pt x="419" y="534"/>
                    <a:pt x="416" y="535"/>
                    <a:pt x="413" y="536"/>
                  </a:cubicBezTo>
                  <a:cubicBezTo>
                    <a:pt x="408" y="539"/>
                    <a:pt x="408" y="539"/>
                    <a:pt x="408" y="539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2"/>
                    <a:pt x="404" y="542"/>
                    <a:pt x="404" y="542"/>
                  </a:cubicBezTo>
                  <a:cubicBezTo>
                    <a:pt x="404" y="543"/>
                    <a:pt x="404" y="543"/>
                    <a:pt x="404" y="543"/>
                  </a:cubicBezTo>
                  <a:cubicBezTo>
                    <a:pt x="404" y="545"/>
                    <a:pt x="404" y="545"/>
                    <a:pt x="404" y="545"/>
                  </a:cubicBezTo>
                  <a:cubicBezTo>
                    <a:pt x="404" y="565"/>
                    <a:pt x="404" y="565"/>
                    <a:pt x="404" y="565"/>
                  </a:cubicBezTo>
                  <a:cubicBezTo>
                    <a:pt x="404" y="600"/>
                    <a:pt x="404" y="600"/>
                    <a:pt x="404" y="600"/>
                  </a:cubicBezTo>
                  <a:cubicBezTo>
                    <a:pt x="403" y="602"/>
                    <a:pt x="403" y="604"/>
                    <a:pt x="402" y="606"/>
                  </a:cubicBezTo>
                  <a:cubicBezTo>
                    <a:pt x="401" y="607"/>
                    <a:pt x="399" y="609"/>
                    <a:pt x="397" y="609"/>
                  </a:cubicBezTo>
                  <a:cubicBezTo>
                    <a:pt x="397" y="610"/>
                    <a:pt x="396" y="610"/>
                    <a:pt x="395" y="610"/>
                  </a:cubicBezTo>
                  <a:cubicBezTo>
                    <a:pt x="394" y="610"/>
                    <a:pt x="393" y="610"/>
                    <a:pt x="391" y="610"/>
                  </a:cubicBezTo>
                  <a:cubicBezTo>
                    <a:pt x="382" y="610"/>
                    <a:pt x="382" y="610"/>
                    <a:pt x="382" y="610"/>
                  </a:cubicBezTo>
                  <a:cubicBezTo>
                    <a:pt x="346" y="610"/>
                    <a:pt x="346" y="610"/>
                    <a:pt x="346" y="610"/>
                  </a:cubicBezTo>
                  <a:cubicBezTo>
                    <a:pt x="343" y="610"/>
                    <a:pt x="343" y="610"/>
                    <a:pt x="343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09"/>
                    <a:pt x="342" y="609"/>
                    <a:pt x="342" y="609"/>
                  </a:cubicBezTo>
                  <a:cubicBezTo>
                    <a:pt x="346" y="596"/>
                    <a:pt x="346" y="596"/>
                    <a:pt x="346" y="596"/>
                  </a:cubicBezTo>
                  <a:cubicBezTo>
                    <a:pt x="350" y="584"/>
                    <a:pt x="353" y="573"/>
                    <a:pt x="357" y="561"/>
                  </a:cubicBezTo>
                  <a:cubicBezTo>
                    <a:pt x="364" y="539"/>
                    <a:pt x="372" y="516"/>
                    <a:pt x="381" y="493"/>
                  </a:cubicBezTo>
                  <a:cubicBezTo>
                    <a:pt x="385" y="482"/>
                    <a:pt x="389" y="471"/>
                    <a:pt x="394" y="460"/>
                  </a:cubicBezTo>
                  <a:cubicBezTo>
                    <a:pt x="396" y="454"/>
                    <a:pt x="399" y="449"/>
                    <a:pt x="401" y="443"/>
                  </a:cubicBezTo>
                  <a:cubicBezTo>
                    <a:pt x="405" y="435"/>
                    <a:pt x="405" y="435"/>
                    <a:pt x="405" y="435"/>
                  </a:cubicBezTo>
                  <a:cubicBezTo>
                    <a:pt x="406" y="432"/>
                    <a:pt x="406" y="432"/>
                    <a:pt x="406" y="432"/>
                  </a:cubicBezTo>
                  <a:cubicBezTo>
                    <a:pt x="406" y="431"/>
                    <a:pt x="406" y="431"/>
                    <a:pt x="406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8" y="431"/>
                    <a:pt x="408" y="431"/>
                    <a:pt x="408" y="431"/>
                  </a:cubicBezTo>
                  <a:cubicBezTo>
                    <a:pt x="410" y="431"/>
                    <a:pt x="412" y="431"/>
                    <a:pt x="414" y="431"/>
                  </a:cubicBezTo>
                  <a:cubicBezTo>
                    <a:pt x="418" y="430"/>
                    <a:pt x="422" y="430"/>
                    <a:pt x="426" y="429"/>
                  </a:cubicBezTo>
                  <a:cubicBezTo>
                    <a:pt x="434" y="426"/>
                    <a:pt x="442" y="422"/>
                    <a:pt x="448" y="415"/>
                  </a:cubicBezTo>
                  <a:cubicBezTo>
                    <a:pt x="451" y="412"/>
                    <a:pt x="453" y="408"/>
                    <a:pt x="455" y="404"/>
                  </a:cubicBezTo>
                  <a:cubicBezTo>
                    <a:pt x="457" y="400"/>
                    <a:pt x="458" y="396"/>
                    <a:pt x="458" y="392"/>
                  </a:cubicBezTo>
                  <a:cubicBezTo>
                    <a:pt x="460" y="383"/>
                    <a:pt x="459" y="374"/>
                    <a:pt x="455" y="366"/>
                  </a:cubicBezTo>
                  <a:cubicBezTo>
                    <a:pt x="453" y="362"/>
                    <a:pt x="450" y="358"/>
                    <a:pt x="447" y="355"/>
                  </a:cubicBezTo>
                  <a:cubicBezTo>
                    <a:pt x="444" y="352"/>
                    <a:pt x="439" y="350"/>
                    <a:pt x="434" y="349"/>
                  </a:cubicBezTo>
                  <a:cubicBezTo>
                    <a:pt x="433" y="348"/>
                    <a:pt x="432" y="348"/>
                    <a:pt x="430" y="348"/>
                  </a:cubicBezTo>
                  <a:cubicBezTo>
                    <a:pt x="429" y="348"/>
                    <a:pt x="428" y="348"/>
                    <a:pt x="426" y="349"/>
                  </a:cubicBezTo>
                  <a:cubicBezTo>
                    <a:pt x="424" y="349"/>
                    <a:pt x="421" y="350"/>
                    <a:pt x="419" y="351"/>
                  </a:cubicBezTo>
                  <a:cubicBezTo>
                    <a:pt x="415" y="353"/>
                    <a:pt x="412" y="355"/>
                    <a:pt x="409" y="358"/>
                  </a:cubicBezTo>
                  <a:cubicBezTo>
                    <a:pt x="406" y="361"/>
                    <a:pt x="403" y="364"/>
                    <a:pt x="401" y="367"/>
                  </a:cubicBezTo>
                  <a:cubicBezTo>
                    <a:pt x="400" y="368"/>
                    <a:pt x="399" y="369"/>
                    <a:pt x="399" y="370"/>
                  </a:cubicBezTo>
                  <a:cubicBezTo>
                    <a:pt x="398" y="370"/>
                    <a:pt x="398" y="370"/>
                    <a:pt x="398" y="370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5" y="378"/>
                    <a:pt x="395" y="378"/>
                    <a:pt x="395" y="378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2"/>
                    <a:pt x="387" y="391"/>
                    <a:pt x="387" y="391"/>
                  </a:cubicBezTo>
                  <a:cubicBezTo>
                    <a:pt x="387" y="391"/>
                    <a:pt x="387" y="391"/>
                    <a:pt x="387" y="391"/>
                  </a:cubicBezTo>
                  <a:cubicBezTo>
                    <a:pt x="385" y="390"/>
                    <a:pt x="385" y="390"/>
                    <a:pt x="385" y="390"/>
                  </a:cubicBezTo>
                  <a:cubicBezTo>
                    <a:pt x="384" y="390"/>
                    <a:pt x="384" y="389"/>
                    <a:pt x="383" y="388"/>
                  </a:cubicBezTo>
                  <a:cubicBezTo>
                    <a:pt x="379" y="386"/>
                    <a:pt x="376" y="382"/>
                    <a:pt x="374" y="379"/>
                  </a:cubicBezTo>
                  <a:cubicBezTo>
                    <a:pt x="371" y="375"/>
                    <a:pt x="369" y="372"/>
                    <a:pt x="367" y="367"/>
                  </a:cubicBezTo>
                  <a:cubicBezTo>
                    <a:pt x="366" y="365"/>
                    <a:pt x="365" y="363"/>
                    <a:pt x="364" y="361"/>
                  </a:cubicBezTo>
                  <a:cubicBezTo>
                    <a:pt x="363" y="361"/>
                    <a:pt x="363" y="361"/>
                    <a:pt x="363" y="361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5" y="359"/>
                    <a:pt x="365" y="359"/>
                    <a:pt x="365" y="359"/>
                  </a:cubicBezTo>
                  <a:cubicBezTo>
                    <a:pt x="368" y="357"/>
                    <a:pt x="370" y="355"/>
                    <a:pt x="372" y="353"/>
                  </a:cubicBezTo>
                  <a:cubicBezTo>
                    <a:pt x="376" y="349"/>
                    <a:pt x="380" y="345"/>
                    <a:pt x="383" y="340"/>
                  </a:cubicBezTo>
                  <a:cubicBezTo>
                    <a:pt x="387" y="336"/>
                    <a:pt x="390" y="330"/>
                    <a:pt x="391" y="324"/>
                  </a:cubicBezTo>
                  <a:cubicBezTo>
                    <a:pt x="392" y="318"/>
                    <a:pt x="392" y="311"/>
                    <a:pt x="390" y="305"/>
                  </a:cubicBezTo>
                  <a:cubicBezTo>
                    <a:pt x="389" y="302"/>
                    <a:pt x="388" y="299"/>
                    <a:pt x="386" y="296"/>
                  </a:cubicBezTo>
                  <a:cubicBezTo>
                    <a:pt x="385" y="295"/>
                    <a:pt x="384" y="294"/>
                    <a:pt x="383" y="292"/>
                  </a:cubicBezTo>
                  <a:cubicBezTo>
                    <a:pt x="383" y="292"/>
                    <a:pt x="382" y="291"/>
                    <a:pt x="382" y="291"/>
                  </a:cubicBezTo>
                  <a:cubicBezTo>
                    <a:pt x="381" y="290"/>
                    <a:pt x="381" y="290"/>
                    <a:pt x="381" y="290"/>
                  </a:cubicBezTo>
                  <a:cubicBezTo>
                    <a:pt x="380" y="289"/>
                    <a:pt x="380" y="289"/>
                    <a:pt x="380" y="289"/>
                  </a:cubicBezTo>
                  <a:cubicBezTo>
                    <a:pt x="377" y="287"/>
                    <a:pt x="374" y="285"/>
                    <a:pt x="371" y="283"/>
                  </a:cubicBezTo>
                  <a:cubicBezTo>
                    <a:pt x="368" y="282"/>
                    <a:pt x="364" y="282"/>
                    <a:pt x="361" y="282"/>
                  </a:cubicBezTo>
                  <a:cubicBezTo>
                    <a:pt x="354" y="282"/>
                    <a:pt x="348" y="284"/>
                    <a:pt x="343" y="287"/>
                  </a:cubicBezTo>
                  <a:cubicBezTo>
                    <a:pt x="340" y="289"/>
                    <a:pt x="338" y="291"/>
                    <a:pt x="336" y="293"/>
                  </a:cubicBezTo>
                  <a:cubicBezTo>
                    <a:pt x="333" y="295"/>
                    <a:pt x="331" y="298"/>
                    <a:pt x="330" y="300"/>
                  </a:cubicBezTo>
                  <a:cubicBezTo>
                    <a:pt x="327" y="304"/>
                    <a:pt x="325" y="308"/>
                    <a:pt x="324" y="312"/>
                  </a:cubicBezTo>
                  <a:cubicBezTo>
                    <a:pt x="322" y="316"/>
                    <a:pt x="322" y="321"/>
                    <a:pt x="321" y="325"/>
                  </a:cubicBezTo>
                  <a:cubicBezTo>
                    <a:pt x="321" y="329"/>
                    <a:pt x="321" y="333"/>
                    <a:pt x="322" y="337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3" y="343"/>
                    <a:pt x="323" y="343"/>
                    <a:pt x="323" y="343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2" y="344"/>
                    <a:pt x="322" y="344"/>
                    <a:pt x="322" y="344"/>
                  </a:cubicBezTo>
                  <a:cubicBezTo>
                    <a:pt x="320" y="344"/>
                    <a:pt x="318" y="345"/>
                    <a:pt x="315" y="345"/>
                  </a:cubicBezTo>
                  <a:cubicBezTo>
                    <a:pt x="311" y="346"/>
                    <a:pt x="307" y="347"/>
                    <a:pt x="302" y="347"/>
                  </a:cubicBezTo>
                  <a:cubicBezTo>
                    <a:pt x="298" y="346"/>
                    <a:pt x="293" y="346"/>
                    <a:pt x="289" y="345"/>
                  </a:cubicBezTo>
                  <a:cubicBezTo>
                    <a:pt x="287" y="345"/>
                    <a:pt x="287" y="345"/>
                    <a:pt x="287" y="345"/>
                  </a:cubicBezTo>
                  <a:cubicBezTo>
                    <a:pt x="286" y="345"/>
                    <a:pt x="286" y="345"/>
                    <a:pt x="286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4"/>
                    <a:pt x="285" y="344"/>
                    <a:pt x="285" y="344"/>
                  </a:cubicBezTo>
                  <a:cubicBezTo>
                    <a:pt x="286" y="343"/>
                    <a:pt x="286" y="343"/>
                    <a:pt x="286" y="343"/>
                  </a:cubicBezTo>
                  <a:cubicBezTo>
                    <a:pt x="290" y="339"/>
                    <a:pt x="293" y="334"/>
                    <a:pt x="295" y="330"/>
                  </a:cubicBezTo>
                  <a:cubicBezTo>
                    <a:pt x="298" y="325"/>
                    <a:pt x="300" y="320"/>
                    <a:pt x="302" y="314"/>
                  </a:cubicBezTo>
                  <a:cubicBezTo>
                    <a:pt x="302" y="311"/>
                    <a:pt x="303" y="308"/>
                    <a:pt x="302" y="305"/>
                  </a:cubicBezTo>
                  <a:cubicBezTo>
                    <a:pt x="302" y="301"/>
                    <a:pt x="302" y="298"/>
                    <a:pt x="300" y="295"/>
                  </a:cubicBezTo>
                  <a:cubicBezTo>
                    <a:pt x="298" y="289"/>
                    <a:pt x="293" y="284"/>
                    <a:pt x="289" y="280"/>
                  </a:cubicBezTo>
                  <a:cubicBezTo>
                    <a:pt x="284" y="277"/>
                    <a:pt x="278" y="274"/>
                    <a:pt x="271" y="274"/>
                  </a:cubicBezTo>
                  <a:cubicBezTo>
                    <a:pt x="268" y="273"/>
                    <a:pt x="264" y="274"/>
                    <a:pt x="261" y="275"/>
                  </a:cubicBezTo>
                  <a:cubicBezTo>
                    <a:pt x="258" y="276"/>
                    <a:pt x="255" y="277"/>
                    <a:pt x="252" y="279"/>
                  </a:cubicBezTo>
                  <a:cubicBezTo>
                    <a:pt x="247" y="282"/>
                    <a:pt x="243" y="287"/>
                    <a:pt x="240" y="291"/>
                  </a:cubicBezTo>
                  <a:cubicBezTo>
                    <a:pt x="237" y="296"/>
                    <a:pt x="234" y="301"/>
                    <a:pt x="232" y="306"/>
                  </a:cubicBezTo>
                  <a:cubicBezTo>
                    <a:pt x="230" y="311"/>
                    <a:pt x="229" y="316"/>
                    <a:pt x="228" y="322"/>
                  </a:cubicBezTo>
                  <a:cubicBezTo>
                    <a:pt x="228" y="325"/>
                    <a:pt x="228" y="328"/>
                    <a:pt x="228" y="331"/>
                  </a:cubicBezTo>
                  <a:cubicBezTo>
                    <a:pt x="228" y="331"/>
                    <a:pt x="228" y="332"/>
                    <a:pt x="228" y="333"/>
                  </a:cubicBezTo>
                  <a:cubicBezTo>
                    <a:pt x="228" y="334"/>
                    <a:pt x="228" y="334"/>
                    <a:pt x="228" y="335"/>
                  </a:cubicBezTo>
                  <a:cubicBezTo>
                    <a:pt x="229" y="337"/>
                    <a:pt x="229" y="338"/>
                    <a:pt x="229" y="339"/>
                  </a:cubicBezTo>
                  <a:cubicBezTo>
                    <a:pt x="230" y="342"/>
                    <a:pt x="231" y="345"/>
                    <a:pt x="232" y="348"/>
                  </a:cubicBezTo>
                  <a:cubicBezTo>
                    <a:pt x="233" y="348"/>
                    <a:pt x="233" y="349"/>
                    <a:pt x="233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3" y="351"/>
                    <a:pt x="233" y="351"/>
                    <a:pt x="233" y="351"/>
                  </a:cubicBezTo>
                  <a:cubicBezTo>
                    <a:pt x="231" y="353"/>
                    <a:pt x="229" y="355"/>
                    <a:pt x="228" y="357"/>
                  </a:cubicBezTo>
                  <a:cubicBezTo>
                    <a:pt x="224" y="360"/>
                    <a:pt x="221" y="363"/>
                    <a:pt x="217" y="366"/>
                  </a:cubicBezTo>
                  <a:cubicBezTo>
                    <a:pt x="213" y="369"/>
                    <a:pt x="209" y="372"/>
                    <a:pt x="205" y="375"/>
                  </a:cubicBezTo>
                  <a:cubicBezTo>
                    <a:pt x="204" y="376"/>
                    <a:pt x="203" y="376"/>
                    <a:pt x="202" y="377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196" y="370"/>
                    <a:pt x="196" y="370"/>
                    <a:pt x="196" y="370"/>
                  </a:cubicBezTo>
                  <a:cubicBezTo>
                    <a:pt x="195" y="368"/>
                    <a:pt x="194" y="366"/>
                    <a:pt x="192" y="365"/>
                  </a:cubicBezTo>
                  <a:cubicBezTo>
                    <a:pt x="188" y="358"/>
                    <a:pt x="182" y="351"/>
                    <a:pt x="174" y="346"/>
                  </a:cubicBezTo>
                  <a:cubicBezTo>
                    <a:pt x="170" y="344"/>
                    <a:pt x="166" y="342"/>
                    <a:pt x="161" y="342"/>
                  </a:cubicBezTo>
                  <a:cubicBezTo>
                    <a:pt x="157" y="341"/>
                    <a:pt x="152" y="341"/>
                    <a:pt x="147" y="342"/>
                  </a:cubicBezTo>
                  <a:cubicBezTo>
                    <a:pt x="145" y="343"/>
                    <a:pt x="142" y="344"/>
                    <a:pt x="140" y="345"/>
                  </a:cubicBezTo>
                  <a:cubicBezTo>
                    <a:pt x="138" y="346"/>
                    <a:pt x="136" y="347"/>
                    <a:pt x="134" y="348"/>
                  </a:cubicBezTo>
                  <a:cubicBezTo>
                    <a:pt x="131" y="351"/>
                    <a:pt x="127" y="355"/>
                    <a:pt x="125" y="359"/>
                  </a:cubicBezTo>
                  <a:cubicBezTo>
                    <a:pt x="123" y="364"/>
                    <a:pt x="122" y="369"/>
                    <a:pt x="122" y="374"/>
                  </a:cubicBezTo>
                  <a:cubicBezTo>
                    <a:pt x="122" y="379"/>
                    <a:pt x="123" y="383"/>
                    <a:pt x="125" y="387"/>
                  </a:cubicBezTo>
                  <a:cubicBezTo>
                    <a:pt x="126" y="391"/>
                    <a:pt x="128" y="395"/>
                    <a:pt x="131" y="399"/>
                  </a:cubicBezTo>
                  <a:cubicBezTo>
                    <a:pt x="133" y="402"/>
                    <a:pt x="136" y="405"/>
                    <a:pt x="139" y="408"/>
                  </a:cubicBezTo>
                  <a:cubicBezTo>
                    <a:pt x="146" y="414"/>
                    <a:pt x="154" y="418"/>
                    <a:pt x="162" y="421"/>
                  </a:cubicBezTo>
                  <a:cubicBezTo>
                    <a:pt x="166" y="422"/>
                    <a:pt x="171" y="422"/>
                    <a:pt x="175" y="422"/>
                  </a:cubicBezTo>
                  <a:cubicBezTo>
                    <a:pt x="177" y="422"/>
                    <a:pt x="179" y="422"/>
                    <a:pt x="181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6" y="432"/>
                    <a:pt x="186" y="432"/>
                    <a:pt x="186" y="432"/>
                  </a:cubicBezTo>
                  <a:cubicBezTo>
                    <a:pt x="189" y="438"/>
                    <a:pt x="191" y="443"/>
                    <a:pt x="193" y="448"/>
                  </a:cubicBezTo>
                  <a:cubicBezTo>
                    <a:pt x="198" y="458"/>
                    <a:pt x="202" y="469"/>
                    <a:pt x="206" y="480"/>
                  </a:cubicBezTo>
                  <a:cubicBezTo>
                    <a:pt x="215" y="501"/>
                    <a:pt x="222" y="522"/>
                    <a:pt x="230" y="544"/>
                  </a:cubicBezTo>
                  <a:cubicBezTo>
                    <a:pt x="236" y="562"/>
                    <a:pt x="241" y="580"/>
                    <a:pt x="247" y="598"/>
                  </a:cubicBezTo>
                  <a:cubicBezTo>
                    <a:pt x="250" y="609"/>
                    <a:pt x="250" y="609"/>
                    <a:pt x="250" y="609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24" y="610"/>
                    <a:pt x="224" y="610"/>
                    <a:pt x="224" y="610"/>
                  </a:cubicBezTo>
                  <a:cubicBezTo>
                    <a:pt x="196" y="610"/>
                    <a:pt x="196" y="610"/>
                    <a:pt x="196" y="610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187" y="610"/>
                    <a:pt x="186" y="609"/>
                    <a:pt x="184" y="609"/>
                  </a:cubicBezTo>
                  <a:cubicBezTo>
                    <a:pt x="182" y="608"/>
                    <a:pt x="180" y="605"/>
                    <a:pt x="179" y="603"/>
                  </a:cubicBezTo>
                  <a:cubicBezTo>
                    <a:pt x="179" y="602"/>
                    <a:pt x="179" y="601"/>
                    <a:pt x="179" y="600"/>
                  </a:cubicBezTo>
                  <a:cubicBezTo>
                    <a:pt x="179" y="600"/>
                    <a:pt x="179" y="600"/>
                    <a:pt x="179" y="600"/>
                  </a:cubicBezTo>
                  <a:cubicBezTo>
                    <a:pt x="179" y="599"/>
                    <a:pt x="179" y="599"/>
                    <a:pt x="179" y="599"/>
                  </a:cubicBezTo>
                  <a:cubicBezTo>
                    <a:pt x="179" y="597"/>
                    <a:pt x="179" y="597"/>
                    <a:pt x="179" y="597"/>
                  </a:cubicBezTo>
                  <a:cubicBezTo>
                    <a:pt x="179" y="590"/>
                    <a:pt x="179" y="590"/>
                    <a:pt x="179" y="590"/>
                  </a:cubicBezTo>
                  <a:cubicBezTo>
                    <a:pt x="179" y="576"/>
                    <a:pt x="179" y="576"/>
                    <a:pt x="179" y="576"/>
                  </a:cubicBezTo>
                  <a:cubicBezTo>
                    <a:pt x="179" y="544"/>
                    <a:pt x="179" y="544"/>
                    <a:pt x="179" y="544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8" y="540"/>
                    <a:pt x="178" y="540"/>
                    <a:pt x="178" y="540"/>
                  </a:cubicBezTo>
                  <a:cubicBezTo>
                    <a:pt x="177" y="540"/>
                    <a:pt x="177" y="540"/>
                    <a:pt x="177" y="540"/>
                  </a:cubicBezTo>
                  <a:cubicBezTo>
                    <a:pt x="176" y="539"/>
                    <a:pt x="176" y="539"/>
                    <a:pt x="176" y="539"/>
                  </a:cubicBezTo>
                  <a:cubicBezTo>
                    <a:pt x="170" y="536"/>
                    <a:pt x="170" y="536"/>
                    <a:pt x="170" y="536"/>
                  </a:cubicBezTo>
                  <a:cubicBezTo>
                    <a:pt x="168" y="535"/>
                    <a:pt x="166" y="534"/>
                    <a:pt x="164" y="533"/>
                  </a:cubicBezTo>
                  <a:cubicBezTo>
                    <a:pt x="160" y="531"/>
                    <a:pt x="155" y="528"/>
                    <a:pt x="151" y="526"/>
                  </a:cubicBezTo>
                  <a:cubicBezTo>
                    <a:pt x="143" y="521"/>
                    <a:pt x="135" y="516"/>
                    <a:pt x="128" y="511"/>
                  </a:cubicBezTo>
                  <a:cubicBezTo>
                    <a:pt x="113" y="500"/>
                    <a:pt x="99" y="487"/>
                    <a:pt x="86" y="473"/>
                  </a:cubicBezTo>
                  <a:cubicBezTo>
                    <a:pt x="61" y="446"/>
                    <a:pt x="41" y="413"/>
                    <a:pt x="29" y="378"/>
                  </a:cubicBezTo>
                  <a:cubicBezTo>
                    <a:pt x="17" y="344"/>
                    <a:pt x="12" y="307"/>
                    <a:pt x="14" y="271"/>
                  </a:cubicBezTo>
                  <a:cubicBezTo>
                    <a:pt x="16" y="235"/>
                    <a:pt x="25" y="201"/>
                    <a:pt x="40" y="170"/>
                  </a:cubicBezTo>
                  <a:cubicBezTo>
                    <a:pt x="54" y="139"/>
                    <a:pt x="74" y="111"/>
                    <a:pt x="97" y="89"/>
                  </a:cubicBezTo>
                  <a:cubicBezTo>
                    <a:pt x="120" y="66"/>
                    <a:pt x="147" y="48"/>
                    <a:pt x="174" y="35"/>
                  </a:cubicBezTo>
                  <a:cubicBezTo>
                    <a:pt x="198" y="24"/>
                    <a:pt x="220" y="18"/>
                    <a:pt x="237" y="14"/>
                  </a:cubicBezTo>
                  <a:cubicBezTo>
                    <a:pt x="255" y="10"/>
                    <a:pt x="268" y="9"/>
                    <a:pt x="278" y="8"/>
                  </a:cubicBezTo>
                  <a:cubicBezTo>
                    <a:pt x="283" y="8"/>
                    <a:pt x="287" y="8"/>
                    <a:pt x="290" y="8"/>
                  </a:cubicBezTo>
                  <a:cubicBezTo>
                    <a:pt x="293" y="7"/>
                    <a:pt x="295" y="7"/>
                    <a:pt x="296" y="7"/>
                  </a:cubicBezTo>
                  <a:cubicBezTo>
                    <a:pt x="298" y="7"/>
                    <a:pt x="296" y="6"/>
                    <a:pt x="291" y="6"/>
                  </a:cubicBezTo>
                  <a:cubicBezTo>
                    <a:pt x="286" y="6"/>
                    <a:pt x="277" y="5"/>
                    <a:pt x="266" y="6"/>
                  </a:cubicBezTo>
                  <a:cubicBezTo>
                    <a:pt x="254" y="7"/>
                    <a:pt x="239" y="8"/>
                    <a:pt x="222" y="12"/>
                  </a:cubicBezTo>
                  <a:cubicBezTo>
                    <a:pt x="205" y="16"/>
                    <a:pt x="186" y="22"/>
                    <a:pt x="165" y="32"/>
                  </a:cubicBezTo>
                  <a:cubicBezTo>
                    <a:pt x="145" y="42"/>
                    <a:pt x="123" y="56"/>
                    <a:pt x="102" y="74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22" y="55"/>
                    <a:pt x="141" y="43"/>
                    <a:pt x="157" y="34"/>
                  </a:cubicBezTo>
                  <a:cubicBezTo>
                    <a:pt x="173" y="26"/>
                    <a:pt x="186" y="20"/>
                    <a:pt x="196" y="17"/>
                  </a:cubicBezTo>
                  <a:cubicBezTo>
                    <a:pt x="206" y="13"/>
                    <a:pt x="213" y="11"/>
                    <a:pt x="218" y="10"/>
                  </a:cubicBezTo>
                  <a:cubicBezTo>
                    <a:pt x="222" y="8"/>
                    <a:pt x="225" y="8"/>
                    <a:pt x="225" y="7"/>
                  </a:cubicBezTo>
                  <a:cubicBezTo>
                    <a:pt x="227" y="6"/>
                    <a:pt x="223" y="7"/>
                    <a:pt x="220" y="7"/>
                  </a:cubicBezTo>
                  <a:cubicBezTo>
                    <a:pt x="217" y="8"/>
                    <a:pt x="215" y="7"/>
                    <a:pt x="221" y="5"/>
                  </a:cubicBezTo>
                  <a:cubicBezTo>
                    <a:pt x="194" y="12"/>
                    <a:pt x="168" y="23"/>
                    <a:pt x="144" y="37"/>
                  </a:cubicBezTo>
                  <a:cubicBezTo>
                    <a:pt x="120" y="51"/>
                    <a:pt x="98" y="69"/>
                    <a:pt x="78" y="89"/>
                  </a:cubicBezTo>
                  <a:cubicBezTo>
                    <a:pt x="59" y="110"/>
                    <a:pt x="43" y="133"/>
                    <a:pt x="30" y="158"/>
                  </a:cubicBezTo>
                  <a:cubicBezTo>
                    <a:pt x="18" y="183"/>
                    <a:pt x="9" y="210"/>
                    <a:pt x="4" y="237"/>
                  </a:cubicBezTo>
                  <a:cubicBezTo>
                    <a:pt x="3" y="244"/>
                    <a:pt x="1" y="253"/>
                    <a:pt x="1" y="263"/>
                  </a:cubicBezTo>
                  <a:cubicBezTo>
                    <a:pt x="0" y="272"/>
                    <a:pt x="0" y="283"/>
                    <a:pt x="0" y="293"/>
                  </a:cubicBezTo>
                  <a:cubicBezTo>
                    <a:pt x="0" y="304"/>
                    <a:pt x="1" y="314"/>
                    <a:pt x="2" y="324"/>
                  </a:cubicBezTo>
                  <a:cubicBezTo>
                    <a:pt x="3" y="334"/>
                    <a:pt x="5" y="342"/>
                    <a:pt x="6" y="349"/>
                  </a:cubicBezTo>
                  <a:cubicBezTo>
                    <a:pt x="12" y="376"/>
                    <a:pt x="22" y="402"/>
                    <a:pt x="35" y="426"/>
                  </a:cubicBezTo>
                  <a:cubicBezTo>
                    <a:pt x="48" y="450"/>
                    <a:pt x="64" y="472"/>
                    <a:pt x="83" y="491"/>
                  </a:cubicBezTo>
                  <a:cubicBezTo>
                    <a:pt x="102" y="510"/>
                    <a:pt x="124" y="527"/>
                    <a:pt x="148" y="540"/>
                  </a:cubicBezTo>
                  <a:cubicBezTo>
                    <a:pt x="151" y="542"/>
                    <a:pt x="154" y="544"/>
                    <a:pt x="157" y="545"/>
                  </a:cubicBezTo>
                  <a:cubicBezTo>
                    <a:pt x="161" y="547"/>
                    <a:pt x="161" y="547"/>
                    <a:pt x="161" y="547"/>
                  </a:cubicBezTo>
                  <a:cubicBezTo>
                    <a:pt x="164" y="549"/>
                    <a:pt x="164" y="549"/>
                    <a:pt x="164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51"/>
                    <a:pt x="165" y="551"/>
                    <a:pt x="165" y="551"/>
                  </a:cubicBezTo>
                  <a:cubicBezTo>
                    <a:pt x="165" y="561"/>
                    <a:pt x="165" y="561"/>
                    <a:pt x="165" y="561"/>
                  </a:cubicBezTo>
                  <a:cubicBezTo>
                    <a:pt x="165" y="601"/>
                    <a:pt x="165" y="601"/>
                    <a:pt x="165" y="601"/>
                  </a:cubicBezTo>
                  <a:cubicBezTo>
                    <a:pt x="165" y="605"/>
                    <a:pt x="167" y="610"/>
                    <a:pt x="169" y="614"/>
                  </a:cubicBezTo>
                  <a:cubicBezTo>
                    <a:pt x="172" y="618"/>
                    <a:pt x="176" y="621"/>
                    <a:pt x="180" y="622"/>
                  </a:cubicBezTo>
                  <a:cubicBezTo>
                    <a:pt x="180" y="622"/>
                    <a:pt x="180" y="622"/>
                    <a:pt x="181" y="622"/>
                  </a:cubicBezTo>
                  <a:cubicBezTo>
                    <a:pt x="176" y="623"/>
                    <a:pt x="172" y="626"/>
                    <a:pt x="169" y="629"/>
                  </a:cubicBezTo>
                  <a:cubicBezTo>
                    <a:pt x="166" y="633"/>
                    <a:pt x="164" y="637"/>
                    <a:pt x="164" y="641"/>
                  </a:cubicBezTo>
                  <a:cubicBezTo>
                    <a:pt x="163" y="646"/>
                    <a:pt x="163" y="650"/>
                    <a:pt x="165" y="654"/>
                  </a:cubicBezTo>
                  <a:cubicBezTo>
                    <a:pt x="166" y="658"/>
                    <a:pt x="169" y="662"/>
                    <a:pt x="172" y="665"/>
                  </a:cubicBezTo>
                  <a:cubicBezTo>
                    <a:pt x="174" y="667"/>
                    <a:pt x="176" y="668"/>
                    <a:pt x="178" y="669"/>
                  </a:cubicBezTo>
                  <a:cubicBezTo>
                    <a:pt x="181" y="670"/>
                    <a:pt x="183" y="670"/>
                    <a:pt x="185" y="670"/>
                  </a:cubicBezTo>
                  <a:cubicBezTo>
                    <a:pt x="205" y="670"/>
                    <a:pt x="205" y="670"/>
                    <a:pt x="205" y="670"/>
                  </a:cubicBezTo>
                  <a:cubicBezTo>
                    <a:pt x="244" y="670"/>
                    <a:pt x="244" y="670"/>
                    <a:pt x="244" y="670"/>
                  </a:cubicBezTo>
                  <a:cubicBezTo>
                    <a:pt x="268" y="670"/>
                    <a:pt x="268" y="670"/>
                    <a:pt x="268" y="670"/>
                  </a:cubicBezTo>
                  <a:cubicBezTo>
                    <a:pt x="232" y="670"/>
                    <a:pt x="232" y="670"/>
                    <a:pt x="232" y="670"/>
                  </a:cubicBezTo>
                  <a:cubicBezTo>
                    <a:pt x="192" y="670"/>
                    <a:pt x="192" y="670"/>
                    <a:pt x="192" y="670"/>
                  </a:cubicBezTo>
                  <a:cubicBezTo>
                    <a:pt x="188" y="670"/>
                    <a:pt x="188" y="670"/>
                    <a:pt x="188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3" y="671"/>
                    <a:pt x="181" y="671"/>
                  </a:cubicBezTo>
                  <a:cubicBezTo>
                    <a:pt x="177" y="672"/>
                    <a:pt x="172" y="674"/>
                    <a:pt x="169" y="678"/>
                  </a:cubicBezTo>
                  <a:cubicBezTo>
                    <a:pt x="166" y="681"/>
                    <a:pt x="164" y="686"/>
                    <a:pt x="164" y="690"/>
                  </a:cubicBezTo>
                  <a:cubicBezTo>
                    <a:pt x="163" y="694"/>
                    <a:pt x="163" y="699"/>
                    <a:pt x="165" y="703"/>
                  </a:cubicBezTo>
                  <a:cubicBezTo>
                    <a:pt x="166" y="707"/>
                    <a:pt x="169" y="711"/>
                    <a:pt x="172" y="714"/>
                  </a:cubicBezTo>
                  <a:cubicBezTo>
                    <a:pt x="174" y="715"/>
                    <a:pt x="176" y="717"/>
                    <a:pt x="178" y="717"/>
                  </a:cubicBezTo>
                  <a:cubicBezTo>
                    <a:pt x="181" y="718"/>
                    <a:pt x="183" y="719"/>
                    <a:pt x="18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44" y="719"/>
                    <a:pt x="244" y="719"/>
                    <a:pt x="244" y="719"/>
                  </a:cubicBezTo>
                  <a:cubicBezTo>
                    <a:pt x="265" y="719"/>
                    <a:pt x="265" y="719"/>
                    <a:pt x="26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193" y="719"/>
                    <a:pt x="193" y="719"/>
                    <a:pt x="193" y="719"/>
                  </a:cubicBezTo>
                  <a:cubicBezTo>
                    <a:pt x="187" y="719"/>
                    <a:pt x="187" y="719"/>
                    <a:pt x="187" y="719"/>
                  </a:cubicBezTo>
                  <a:cubicBezTo>
                    <a:pt x="186" y="719"/>
                    <a:pt x="186" y="719"/>
                    <a:pt x="186" y="719"/>
                  </a:cubicBezTo>
                  <a:cubicBezTo>
                    <a:pt x="185" y="719"/>
                    <a:pt x="185" y="719"/>
                    <a:pt x="185" y="719"/>
                  </a:cubicBezTo>
                  <a:cubicBezTo>
                    <a:pt x="184" y="719"/>
                    <a:pt x="184" y="719"/>
                    <a:pt x="184" y="719"/>
                  </a:cubicBezTo>
                  <a:cubicBezTo>
                    <a:pt x="182" y="719"/>
                    <a:pt x="181" y="719"/>
                    <a:pt x="179" y="720"/>
                  </a:cubicBezTo>
                  <a:cubicBezTo>
                    <a:pt x="174" y="722"/>
                    <a:pt x="169" y="726"/>
                    <a:pt x="167" y="730"/>
                  </a:cubicBezTo>
                  <a:cubicBezTo>
                    <a:pt x="164" y="735"/>
                    <a:pt x="163" y="740"/>
                    <a:pt x="163" y="746"/>
                  </a:cubicBezTo>
                  <a:cubicBezTo>
                    <a:pt x="164" y="751"/>
                    <a:pt x="166" y="756"/>
                    <a:pt x="169" y="760"/>
                  </a:cubicBezTo>
                  <a:cubicBezTo>
                    <a:pt x="171" y="762"/>
                    <a:pt x="173" y="764"/>
                    <a:pt x="176" y="765"/>
                  </a:cubicBezTo>
                  <a:cubicBezTo>
                    <a:pt x="179" y="766"/>
                    <a:pt x="181" y="767"/>
                    <a:pt x="184" y="767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22" y="805"/>
                    <a:pt x="222" y="805"/>
                    <a:pt x="222" y="805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5" y="810"/>
                    <a:pt x="225" y="810"/>
                    <a:pt x="225" y="810"/>
                  </a:cubicBezTo>
                  <a:cubicBezTo>
                    <a:pt x="225" y="810"/>
                    <a:pt x="225" y="811"/>
                    <a:pt x="225" y="811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9" y="815"/>
                    <a:pt x="229" y="815"/>
                    <a:pt x="229" y="815"/>
                  </a:cubicBezTo>
                  <a:cubicBezTo>
                    <a:pt x="230" y="817"/>
                    <a:pt x="231" y="818"/>
                    <a:pt x="232" y="820"/>
                  </a:cubicBezTo>
                  <a:cubicBezTo>
                    <a:pt x="234" y="821"/>
                    <a:pt x="235" y="822"/>
                    <a:pt x="236" y="824"/>
                  </a:cubicBezTo>
                  <a:cubicBezTo>
                    <a:pt x="238" y="825"/>
                    <a:pt x="239" y="826"/>
                    <a:pt x="241" y="828"/>
                  </a:cubicBezTo>
                  <a:cubicBezTo>
                    <a:pt x="242" y="828"/>
                    <a:pt x="243" y="829"/>
                    <a:pt x="245" y="830"/>
                  </a:cubicBezTo>
                  <a:cubicBezTo>
                    <a:pt x="246" y="830"/>
                    <a:pt x="247" y="830"/>
                    <a:pt x="247" y="830"/>
                  </a:cubicBezTo>
                  <a:cubicBezTo>
                    <a:pt x="249" y="831"/>
                    <a:pt x="249" y="831"/>
                    <a:pt x="249" y="831"/>
                  </a:cubicBezTo>
                  <a:cubicBezTo>
                    <a:pt x="250" y="831"/>
                    <a:pt x="252" y="831"/>
                    <a:pt x="254" y="831"/>
                  </a:cubicBezTo>
                  <a:cubicBezTo>
                    <a:pt x="268" y="833"/>
                    <a:pt x="282" y="834"/>
                    <a:pt x="296" y="834"/>
                  </a:cubicBezTo>
                  <a:cubicBezTo>
                    <a:pt x="303" y="835"/>
                    <a:pt x="310" y="835"/>
                    <a:pt x="318" y="834"/>
                  </a:cubicBezTo>
                  <a:cubicBezTo>
                    <a:pt x="321" y="834"/>
                    <a:pt x="325" y="834"/>
                    <a:pt x="329" y="833"/>
                  </a:cubicBezTo>
                  <a:cubicBezTo>
                    <a:pt x="331" y="833"/>
                    <a:pt x="332" y="832"/>
                    <a:pt x="334" y="832"/>
                  </a:cubicBezTo>
                  <a:cubicBezTo>
                    <a:pt x="335" y="832"/>
                    <a:pt x="336" y="831"/>
                    <a:pt x="337" y="831"/>
                  </a:cubicBezTo>
                  <a:cubicBezTo>
                    <a:pt x="338" y="831"/>
                    <a:pt x="338" y="831"/>
                    <a:pt x="339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2" y="829"/>
                    <a:pt x="342" y="829"/>
                    <a:pt x="343" y="829"/>
                  </a:cubicBezTo>
                  <a:cubicBezTo>
                    <a:pt x="342" y="829"/>
                    <a:pt x="342" y="829"/>
                    <a:pt x="341" y="829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39" y="830"/>
                    <a:pt x="339" y="830"/>
                    <a:pt x="339" y="830"/>
                  </a:cubicBezTo>
                  <a:cubicBezTo>
                    <a:pt x="338" y="831"/>
                    <a:pt x="338" y="831"/>
                    <a:pt x="337" y="831"/>
                  </a:cubicBezTo>
                  <a:cubicBezTo>
                    <a:pt x="336" y="831"/>
                    <a:pt x="335" y="832"/>
                    <a:pt x="334" y="832"/>
                  </a:cubicBezTo>
                  <a:cubicBezTo>
                    <a:pt x="332" y="832"/>
                    <a:pt x="330" y="833"/>
                    <a:pt x="329" y="833"/>
                  </a:cubicBezTo>
                  <a:cubicBezTo>
                    <a:pt x="325" y="834"/>
                    <a:pt x="321" y="834"/>
                    <a:pt x="317" y="834"/>
                  </a:cubicBezTo>
                  <a:cubicBezTo>
                    <a:pt x="310" y="834"/>
                    <a:pt x="303" y="834"/>
                    <a:pt x="296" y="834"/>
                  </a:cubicBezTo>
                  <a:cubicBezTo>
                    <a:pt x="282" y="834"/>
                    <a:pt x="268" y="833"/>
                    <a:pt x="254" y="831"/>
                  </a:cubicBezTo>
                  <a:cubicBezTo>
                    <a:pt x="252" y="831"/>
                    <a:pt x="250" y="830"/>
                    <a:pt x="248" y="830"/>
                  </a:cubicBezTo>
                  <a:cubicBezTo>
                    <a:pt x="247" y="830"/>
                    <a:pt x="247" y="830"/>
                    <a:pt x="247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5" y="829"/>
                    <a:pt x="245" y="829"/>
                    <a:pt x="245" y="829"/>
                  </a:cubicBezTo>
                  <a:cubicBezTo>
                    <a:pt x="243" y="829"/>
                    <a:pt x="242" y="828"/>
                    <a:pt x="241" y="827"/>
                  </a:cubicBezTo>
                  <a:cubicBezTo>
                    <a:pt x="239" y="826"/>
                    <a:pt x="238" y="825"/>
                    <a:pt x="236" y="823"/>
                  </a:cubicBezTo>
                  <a:cubicBezTo>
                    <a:pt x="235" y="822"/>
                    <a:pt x="234" y="821"/>
                    <a:pt x="232" y="819"/>
                  </a:cubicBezTo>
                  <a:cubicBezTo>
                    <a:pt x="231" y="818"/>
                    <a:pt x="230" y="817"/>
                    <a:pt x="229" y="815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5" y="811"/>
                    <a:pt x="225" y="811"/>
                    <a:pt x="225" y="811"/>
                  </a:cubicBezTo>
                  <a:cubicBezTo>
                    <a:pt x="225" y="810"/>
                    <a:pt x="225" y="810"/>
                    <a:pt x="225" y="809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3" y="805"/>
                    <a:pt x="223" y="805"/>
                    <a:pt x="223" y="805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194" y="767"/>
                    <a:pt x="194" y="767"/>
                    <a:pt x="194" y="767"/>
                  </a:cubicBezTo>
                  <a:cubicBezTo>
                    <a:pt x="187" y="767"/>
                    <a:pt x="187" y="767"/>
                    <a:pt x="187" y="767"/>
                  </a:cubicBezTo>
                  <a:cubicBezTo>
                    <a:pt x="186" y="767"/>
                    <a:pt x="184" y="767"/>
                    <a:pt x="182" y="767"/>
                  </a:cubicBezTo>
                  <a:cubicBezTo>
                    <a:pt x="180" y="766"/>
                    <a:pt x="178" y="766"/>
                    <a:pt x="177" y="765"/>
                  </a:cubicBezTo>
                  <a:cubicBezTo>
                    <a:pt x="171" y="762"/>
                    <a:pt x="166" y="756"/>
                    <a:pt x="165" y="750"/>
                  </a:cubicBezTo>
                  <a:cubicBezTo>
                    <a:pt x="163" y="744"/>
                    <a:pt x="164" y="737"/>
                    <a:pt x="167" y="731"/>
                  </a:cubicBezTo>
                  <a:cubicBezTo>
                    <a:pt x="166" y="732"/>
                    <a:pt x="166" y="733"/>
                    <a:pt x="166" y="733"/>
                  </a:cubicBezTo>
                  <a:cubicBezTo>
                    <a:pt x="166" y="733"/>
                    <a:pt x="167" y="733"/>
                    <a:pt x="167" y="731"/>
                  </a:cubicBezTo>
                  <a:cubicBezTo>
                    <a:pt x="164" y="737"/>
                    <a:pt x="164" y="743"/>
                    <a:pt x="165" y="749"/>
                  </a:cubicBezTo>
                  <a:cubicBezTo>
                    <a:pt x="167" y="755"/>
                    <a:pt x="171" y="761"/>
                    <a:pt x="177" y="764"/>
                  </a:cubicBezTo>
                  <a:cubicBezTo>
                    <a:pt x="178" y="765"/>
                    <a:pt x="180" y="765"/>
                    <a:pt x="182" y="766"/>
                  </a:cubicBezTo>
                  <a:cubicBezTo>
                    <a:pt x="183" y="766"/>
                    <a:pt x="183" y="766"/>
                    <a:pt x="184" y="766"/>
                  </a:cubicBezTo>
                  <a:cubicBezTo>
                    <a:pt x="185" y="766"/>
                    <a:pt x="185" y="766"/>
                    <a:pt x="185" y="766"/>
                  </a:cubicBezTo>
                  <a:cubicBezTo>
                    <a:pt x="186" y="766"/>
                    <a:pt x="186" y="766"/>
                    <a:pt x="186" y="766"/>
                  </a:cubicBezTo>
                  <a:cubicBezTo>
                    <a:pt x="194" y="766"/>
                    <a:pt x="194" y="766"/>
                    <a:pt x="194" y="766"/>
                  </a:cubicBezTo>
                  <a:cubicBezTo>
                    <a:pt x="205" y="766"/>
                    <a:pt x="205" y="766"/>
                    <a:pt x="205" y="766"/>
                  </a:cubicBezTo>
                  <a:cubicBezTo>
                    <a:pt x="221" y="800"/>
                    <a:pt x="221" y="800"/>
                    <a:pt x="221" y="800"/>
                  </a:cubicBezTo>
                  <a:cubicBezTo>
                    <a:pt x="224" y="805"/>
                    <a:pt x="224" y="805"/>
                    <a:pt x="224" y="805"/>
                  </a:cubicBezTo>
                  <a:cubicBezTo>
                    <a:pt x="225" y="807"/>
                    <a:pt x="225" y="807"/>
                    <a:pt x="225" y="807"/>
                  </a:cubicBezTo>
                  <a:cubicBezTo>
                    <a:pt x="225" y="808"/>
                    <a:pt x="225" y="808"/>
                    <a:pt x="225" y="808"/>
                  </a:cubicBezTo>
                  <a:cubicBezTo>
                    <a:pt x="226" y="809"/>
                    <a:pt x="226" y="809"/>
                    <a:pt x="226" y="809"/>
                  </a:cubicBezTo>
                  <a:cubicBezTo>
                    <a:pt x="226" y="809"/>
                    <a:pt x="226" y="810"/>
                    <a:pt x="226" y="810"/>
                  </a:cubicBezTo>
                  <a:cubicBezTo>
                    <a:pt x="228" y="812"/>
                    <a:pt x="228" y="812"/>
                    <a:pt x="228" y="812"/>
                  </a:cubicBezTo>
                  <a:cubicBezTo>
                    <a:pt x="230" y="815"/>
                    <a:pt x="230" y="815"/>
                    <a:pt x="230" y="815"/>
                  </a:cubicBezTo>
                  <a:cubicBezTo>
                    <a:pt x="231" y="816"/>
                    <a:pt x="232" y="817"/>
                    <a:pt x="233" y="819"/>
                  </a:cubicBezTo>
                  <a:cubicBezTo>
                    <a:pt x="234" y="820"/>
                    <a:pt x="236" y="821"/>
                    <a:pt x="237" y="823"/>
                  </a:cubicBezTo>
                  <a:cubicBezTo>
                    <a:pt x="238" y="824"/>
                    <a:pt x="240" y="825"/>
                    <a:pt x="242" y="827"/>
                  </a:cubicBezTo>
                  <a:cubicBezTo>
                    <a:pt x="243" y="827"/>
                    <a:pt x="244" y="828"/>
                    <a:pt x="245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7" y="829"/>
                    <a:pt x="247" y="829"/>
                    <a:pt x="247" y="829"/>
                  </a:cubicBezTo>
                  <a:cubicBezTo>
                    <a:pt x="249" y="829"/>
                    <a:pt x="249" y="829"/>
                    <a:pt x="249" y="829"/>
                  </a:cubicBezTo>
                  <a:cubicBezTo>
                    <a:pt x="250" y="830"/>
                    <a:pt x="252" y="830"/>
                    <a:pt x="254" y="830"/>
                  </a:cubicBezTo>
                  <a:cubicBezTo>
                    <a:pt x="268" y="832"/>
                    <a:pt x="282" y="833"/>
                    <a:pt x="296" y="834"/>
                  </a:cubicBezTo>
                  <a:cubicBezTo>
                    <a:pt x="303" y="834"/>
                    <a:pt x="310" y="834"/>
                    <a:pt x="317" y="833"/>
                  </a:cubicBezTo>
                  <a:cubicBezTo>
                    <a:pt x="321" y="833"/>
                    <a:pt x="325" y="833"/>
                    <a:pt x="328" y="832"/>
                  </a:cubicBezTo>
                  <a:cubicBezTo>
                    <a:pt x="330" y="832"/>
                    <a:pt x="332" y="831"/>
                    <a:pt x="334" y="831"/>
                  </a:cubicBezTo>
                  <a:cubicBezTo>
                    <a:pt x="335" y="831"/>
                    <a:pt x="336" y="830"/>
                    <a:pt x="337" y="830"/>
                  </a:cubicBezTo>
                  <a:cubicBezTo>
                    <a:pt x="337" y="830"/>
                    <a:pt x="338" y="830"/>
                    <a:pt x="338" y="829"/>
                  </a:cubicBezTo>
                  <a:cubicBezTo>
                    <a:pt x="339" y="829"/>
                    <a:pt x="339" y="829"/>
                    <a:pt x="339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1" y="828"/>
                    <a:pt x="341" y="828"/>
                    <a:pt x="341" y="828"/>
                  </a:cubicBezTo>
                  <a:cubicBezTo>
                    <a:pt x="342" y="828"/>
                    <a:pt x="342" y="828"/>
                    <a:pt x="343" y="827"/>
                  </a:cubicBezTo>
                  <a:cubicBezTo>
                    <a:pt x="344" y="827"/>
                    <a:pt x="345" y="826"/>
                    <a:pt x="346" y="826"/>
                  </a:cubicBezTo>
                  <a:cubicBezTo>
                    <a:pt x="346" y="827"/>
                    <a:pt x="346" y="827"/>
                    <a:pt x="346" y="827"/>
                  </a:cubicBezTo>
                  <a:cubicBezTo>
                    <a:pt x="352" y="823"/>
                    <a:pt x="357" y="817"/>
                    <a:pt x="360" y="812"/>
                  </a:cubicBezTo>
                  <a:cubicBezTo>
                    <a:pt x="369" y="796"/>
                    <a:pt x="369" y="796"/>
                    <a:pt x="369" y="796"/>
                  </a:cubicBezTo>
                  <a:cubicBezTo>
                    <a:pt x="377" y="780"/>
                    <a:pt x="377" y="780"/>
                    <a:pt x="377" y="780"/>
                  </a:cubicBezTo>
                  <a:cubicBezTo>
                    <a:pt x="382" y="772"/>
                    <a:pt x="382" y="772"/>
                    <a:pt x="382" y="772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5" y="768"/>
                    <a:pt x="385" y="768"/>
                    <a:pt x="385" y="768"/>
                  </a:cubicBezTo>
                  <a:cubicBezTo>
                    <a:pt x="391" y="768"/>
                    <a:pt x="391" y="768"/>
                    <a:pt x="391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7" y="768"/>
                    <a:pt x="397" y="768"/>
                    <a:pt x="397" y="768"/>
                  </a:cubicBezTo>
                  <a:cubicBezTo>
                    <a:pt x="398" y="768"/>
                    <a:pt x="398" y="768"/>
                    <a:pt x="399" y="768"/>
                  </a:cubicBezTo>
                  <a:cubicBezTo>
                    <a:pt x="400" y="768"/>
                    <a:pt x="401" y="768"/>
                    <a:pt x="402" y="767"/>
                  </a:cubicBezTo>
                  <a:cubicBezTo>
                    <a:pt x="406" y="766"/>
                    <a:pt x="409" y="764"/>
                    <a:pt x="412" y="761"/>
                  </a:cubicBezTo>
                  <a:cubicBezTo>
                    <a:pt x="416" y="756"/>
                    <a:pt x="418" y="749"/>
                    <a:pt x="418" y="744"/>
                  </a:cubicBezTo>
                  <a:cubicBezTo>
                    <a:pt x="417" y="748"/>
                    <a:pt x="416" y="753"/>
                    <a:pt x="414" y="757"/>
                  </a:cubicBezTo>
                  <a:cubicBezTo>
                    <a:pt x="411" y="761"/>
                    <a:pt x="407" y="764"/>
                    <a:pt x="402" y="765"/>
                  </a:cubicBezTo>
                  <a:cubicBezTo>
                    <a:pt x="401" y="766"/>
                    <a:pt x="400" y="766"/>
                    <a:pt x="399" y="766"/>
                  </a:cubicBezTo>
                  <a:cubicBezTo>
                    <a:pt x="398" y="766"/>
                    <a:pt x="397" y="766"/>
                    <a:pt x="397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85" y="766"/>
                    <a:pt x="385" y="766"/>
                    <a:pt x="385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2" y="767"/>
                    <a:pt x="382" y="767"/>
                    <a:pt x="382" y="767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75" y="780"/>
                    <a:pt x="375" y="780"/>
                    <a:pt x="375" y="780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61" y="805"/>
                    <a:pt x="361" y="805"/>
                    <a:pt x="361" y="805"/>
                  </a:cubicBezTo>
                  <a:cubicBezTo>
                    <a:pt x="359" y="809"/>
                    <a:pt x="359" y="809"/>
                    <a:pt x="359" y="809"/>
                  </a:cubicBezTo>
                  <a:cubicBezTo>
                    <a:pt x="358" y="811"/>
                    <a:pt x="357" y="812"/>
                    <a:pt x="356" y="814"/>
                  </a:cubicBezTo>
                  <a:cubicBezTo>
                    <a:pt x="354" y="816"/>
                    <a:pt x="352" y="819"/>
                    <a:pt x="349" y="822"/>
                  </a:cubicBezTo>
                  <a:cubicBezTo>
                    <a:pt x="346" y="824"/>
                    <a:pt x="343" y="826"/>
                    <a:pt x="339" y="828"/>
                  </a:cubicBezTo>
                  <a:cubicBezTo>
                    <a:pt x="339" y="828"/>
                    <a:pt x="339" y="828"/>
                    <a:pt x="339" y="828"/>
                  </a:cubicBezTo>
                  <a:cubicBezTo>
                    <a:pt x="336" y="829"/>
                    <a:pt x="333" y="830"/>
                    <a:pt x="330" y="830"/>
                  </a:cubicBezTo>
                  <a:cubicBezTo>
                    <a:pt x="327" y="831"/>
                    <a:pt x="324" y="831"/>
                    <a:pt x="321" y="831"/>
                  </a:cubicBezTo>
                  <a:cubicBezTo>
                    <a:pt x="315" y="832"/>
                    <a:pt x="309" y="832"/>
                    <a:pt x="303" y="832"/>
                  </a:cubicBezTo>
                  <a:cubicBezTo>
                    <a:pt x="291" y="832"/>
                    <a:pt x="279" y="831"/>
                    <a:pt x="267" y="830"/>
                  </a:cubicBezTo>
                  <a:cubicBezTo>
                    <a:pt x="261" y="829"/>
                    <a:pt x="255" y="829"/>
                    <a:pt x="249" y="828"/>
                  </a:cubicBezTo>
                  <a:cubicBezTo>
                    <a:pt x="248" y="828"/>
                    <a:pt x="247" y="828"/>
                    <a:pt x="246" y="827"/>
                  </a:cubicBezTo>
                  <a:cubicBezTo>
                    <a:pt x="245" y="827"/>
                    <a:pt x="244" y="826"/>
                    <a:pt x="243" y="826"/>
                  </a:cubicBezTo>
                  <a:cubicBezTo>
                    <a:pt x="241" y="825"/>
                    <a:pt x="240" y="824"/>
                    <a:pt x="239" y="823"/>
                  </a:cubicBezTo>
                  <a:cubicBezTo>
                    <a:pt x="238" y="822"/>
                    <a:pt x="237" y="820"/>
                    <a:pt x="236" y="819"/>
                  </a:cubicBezTo>
                  <a:cubicBezTo>
                    <a:pt x="240" y="823"/>
                    <a:pt x="246" y="827"/>
                    <a:pt x="253" y="828"/>
                  </a:cubicBezTo>
                  <a:cubicBezTo>
                    <a:pt x="263" y="829"/>
                    <a:pt x="273" y="830"/>
                    <a:pt x="283" y="831"/>
                  </a:cubicBezTo>
                  <a:cubicBezTo>
                    <a:pt x="292" y="831"/>
                    <a:pt x="302" y="832"/>
                    <a:pt x="311" y="832"/>
                  </a:cubicBezTo>
                  <a:cubicBezTo>
                    <a:pt x="316" y="832"/>
                    <a:pt x="321" y="831"/>
                    <a:pt x="325" y="831"/>
                  </a:cubicBezTo>
                  <a:cubicBezTo>
                    <a:pt x="330" y="830"/>
                    <a:pt x="335" y="829"/>
                    <a:pt x="339" y="827"/>
                  </a:cubicBezTo>
                  <a:cubicBezTo>
                    <a:pt x="339" y="827"/>
                    <a:pt x="339" y="827"/>
                    <a:pt x="339" y="827"/>
                  </a:cubicBezTo>
                  <a:cubicBezTo>
                    <a:pt x="343" y="826"/>
                    <a:pt x="346" y="824"/>
                    <a:pt x="349" y="821"/>
                  </a:cubicBezTo>
                  <a:cubicBezTo>
                    <a:pt x="352" y="819"/>
                    <a:pt x="354" y="816"/>
                    <a:pt x="356" y="813"/>
                  </a:cubicBezTo>
                  <a:cubicBezTo>
                    <a:pt x="357" y="812"/>
                    <a:pt x="358" y="810"/>
                    <a:pt x="359" y="809"/>
                  </a:cubicBezTo>
                  <a:cubicBezTo>
                    <a:pt x="361" y="804"/>
                    <a:pt x="361" y="804"/>
                    <a:pt x="361" y="804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75" y="779"/>
                    <a:pt x="375" y="779"/>
                    <a:pt x="375" y="779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81" y="767"/>
                    <a:pt x="381" y="767"/>
                    <a:pt x="381" y="767"/>
                  </a:cubicBezTo>
                  <a:cubicBezTo>
                    <a:pt x="382" y="765"/>
                    <a:pt x="382" y="765"/>
                    <a:pt x="382" y="765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7" y="766"/>
                    <a:pt x="397" y="766"/>
                    <a:pt x="397" y="766"/>
                  </a:cubicBezTo>
                  <a:cubicBezTo>
                    <a:pt x="397" y="766"/>
                    <a:pt x="398" y="766"/>
                    <a:pt x="398" y="765"/>
                  </a:cubicBezTo>
                  <a:cubicBezTo>
                    <a:pt x="400" y="765"/>
                    <a:pt x="401" y="765"/>
                    <a:pt x="402" y="765"/>
                  </a:cubicBezTo>
                  <a:cubicBezTo>
                    <a:pt x="407" y="763"/>
                    <a:pt x="410" y="760"/>
                    <a:pt x="413" y="756"/>
                  </a:cubicBezTo>
                  <a:cubicBezTo>
                    <a:pt x="415" y="752"/>
                    <a:pt x="417" y="748"/>
                    <a:pt x="417" y="743"/>
                  </a:cubicBezTo>
                  <a:cubicBezTo>
                    <a:pt x="417" y="740"/>
                    <a:pt x="416" y="737"/>
                    <a:pt x="415" y="734"/>
                  </a:cubicBezTo>
                  <a:cubicBezTo>
                    <a:pt x="413" y="730"/>
                    <a:pt x="410" y="727"/>
                    <a:pt x="407" y="725"/>
                  </a:cubicBezTo>
                  <a:cubicBezTo>
                    <a:pt x="405" y="723"/>
                    <a:pt x="402" y="723"/>
                    <a:pt x="399" y="723"/>
                  </a:cubicBezTo>
                  <a:cubicBezTo>
                    <a:pt x="397" y="723"/>
                    <a:pt x="396" y="723"/>
                    <a:pt x="396" y="724"/>
                  </a:cubicBezTo>
                  <a:cubicBezTo>
                    <a:pt x="396" y="724"/>
                    <a:pt x="397" y="725"/>
                    <a:pt x="400" y="726"/>
                  </a:cubicBezTo>
                  <a:cubicBezTo>
                    <a:pt x="402" y="727"/>
                    <a:pt x="405" y="729"/>
                    <a:pt x="408" y="733"/>
                  </a:cubicBezTo>
                  <a:cubicBezTo>
                    <a:pt x="408" y="734"/>
                    <a:pt x="409" y="735"/>
                    <a:pt x="410" y="737"/>
                  </a:cubicBezTo>
                  <a:cubicBezTo>
                    <a:pt x="410" y="739"/>
                    <a:pt x="410" y="740"/>
                    <a:pt x="411" y="742"/>
                  </a:cubicBezTo>
                  <a:cubicBezTo>
                    <a:pt x="411" y="745"/>
                    <a:pt x="410" y="747"/>
                    <a:pt x="410" y="747"/>
                  </a:cubicBezTo>
                  <a:cubicBezTo>
                    <a:pt x="409" y="749"/>
                    <a:pt x="409" y="748"/>
                    <a:pt x="408" y="747"/>
                  </a:cubicBezTo>
                  <a:cubicBezTo>
                    <a:pt x="408" y="749"/>
                    <a:pt x="406" y="752"/>
                    <a:pt x="405" y="754"/>
                  </a:cubicBezTo>
                  <a:cubicBezTo>
                    <a:pt x="403" y="756"/>
                    <a:pt x="401" y="757"/>
                    <a:pt x="398" y="758"/>
                  </a:cubicBezTo>
                  <a:cubicBezTo>
                    <a:pt x="397" y="758"/>
                    <a:pt x="397" y="758"/>
                    <a:pt x="396" y="758"/>
                  </a:cubicBezTo>
                  <a:cubicBezTo>
                    <a:pt x="394" y="758"/>
                    <a:pt x="394" y="758"/>
                    <a:pt x="394" y="758"/>
                  </a:cubicBezTo>
                  <a:cubicBezTo>
                    <a:pt x="389" y="758"/>
                    <a:pt x="389" y="758"/>
                    <a:pt x="389" y="758"/>
                  </a:cubicBezTo>
                  <a:cubicBezTo>
                    <a:pt x="377" y="758"/>
                    <a:pt x="377" y="758"/>
                    <a:pt x="377" y="758"/>
                  </a:cubicBezTo>
                  <a:cubicBezTo>
                    <a:pt x="362" y="787"/>
                    <a:pt x="362" y="787"/>
                    <a:pt x="362" y="787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52" y="804"/>
                    <a:pt x="352" y="804"/>
                    <a:pt x="352" y="804"/>
                  </a:cubicBezTo>
                  <a:cubicBezTo>
                    <a:pt x="352" y="805"/>
                    <a:pt x="351" y="806"/>
                    <a:pt x="350" y="807"/>
                  </a:cubicBezTo>
                  <a:cubicBezTo>
                    <a:pt x="349" y="809"/>
                    <a:pt x="348" y="811"/>
                    <a:pt x="346" y="813"/>
                  </a:cubicBezTo>
                  <a:cubicBezTo>
                    <a:pt x="345" y="815"/>
                    <a:pt x="343" y="816"/>
                    <a:pt x="342" y="817"/>
                  </a:cubicBezTo>
                  <a:cubicBezTo>
                    <a:pt x="341" y="817"/>
                    <a:pt x="341" y="818"/>
                    <a:pt x="341" y="818"/>
                  </a:cubicBezTo>
                  <a:cubicBezTo>
                    <a:pt x="341" y="818"/>
                    <a:pt x="341" y="817"/>
                    <a:pt x="342" y="817"/>
                  </a:cubicBezTo>
                  <a:cubicBezTo>
                    <a:pt x="343" y="816"/>
                    <a:pt x="345" y="815"/>
                    <a:pt x="346" y="813"/>
                  </a:cubicBezTo>
                  <a:cubicBezTo>
                    <a:pt x="348" y="811"/>
                    <a:pt x="349" y="809"/>
                    <a:pt x="350" y="807"/>
                  </a:cubicBezTo>
                  <a:cubicBezTo>
                    <a:pt x="351" y="806"/>
                    <a:pt x="352" y="805"/>
                    <a:pt x="352" y="804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61" y="787"/>
                    <a:pt x="361" y="787"/>
                    <a:pt x="361" y="787"/>
                  </a:cubicBezTo>
                  <a:cubicBezTo>
                    <a:pt x="377" y="757"/>
                    <a:pt x="377" y="757"/>
                    <a:pt x="377" y="757"/>
                  </a:cubicBezTo>
                  <a:cubicBezTo>
                    <a:pt x="389" y="757"/>
                    <a:pt x="389" y="757"/>
                    <a:pt x="389" y="757"/>
                  </a:cubicBezTo>
                  <a:cubicBezTo>
                    <a:pt x="394" y="757"/>
                    <a:pt x="394" y="757"/>
                    <a:pt x="394" y="757"/>
                  </a:cubicBezTo>
                  <a:cubicBezTo>
                    <a:pt x="396" y="757"/>
                    <a:pt x="396" y="757"/>
                    <a:pt x="396" y="757"/>
                  </a:cubicBezTo>
                  <a:cubicBezTo>
                    <a:pt x="397" y="757"/>
                    <a:pt x="398" y="757"/>
                    <a:pt x="398" y="757"/>
                  </a:cubicBezTo>
                  <a:cubicBezTo>
                    <a:pt x="401" y="757"/>
                    <a:pt x="403" y="755"/>
                    <a:pt x="405" y="753"/>
                  </a:cubicBezTo>
                  <a:cubicBezTo>
                    <a:pt x="406" y="751"/>
                    <a:pt x="407" y="748"/>
                    <a:pt x="408" y="746"/>
                  </a:cubicBezTo>
                  <a:cubicBezTo>
                    <a:pt x="408" y="745"/>
                    <a:pt x="407" y="745"/>
                    <a:pt x="407" y="746"/>
                  </a:cubicBezTo>
                  <a:cubicBezTo>
                    <a:pt x="406" y="746"/>
                    <a:pt x="406" y="748"/>
                    <a:pt x="405" y="750"/>
                  </a:cubicBezTo>
                  <a:cubicBezTo>
                    <a:pt x="404" y="751"/>
                    <a:pt x="403" y="752"/>
                    <a:pt x="402" y="753"/>
                  </a:cubicBezTo>
                  <a:cubicBezTo>
                    <a:pt x="401" y="754"/>
                    <a:pt x="399" y="755"/>
                    <a:pt x="398" y="755"/>
                  </a:cubicBezTo>
                  <a:cubicBezTo>
                    <a:pt x="397" y="755"/>
                    <a:pt x="397" y="755"/>
                    <a:pt x="397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4" y="755"/>
                    <a:pt x="394" y="755"/>
                    <a:pt x="394" y="755"/>
                  </a:cubicBezTo>
                  <a:cubicBezTo>
                    <a:pt x="390" y="755"/>
                    <a:pt x="390" y="755"/>
                    <a:pt x="390" y="755"/>
                  </a:cubicBezTo>
                  <a:cubicBezTo>
                    <a:pt x="376" y="755"/>
                    <a:pt x="376" y="755"/>
                    <a:pt x="376" y="755"/>
                  </a:cubicBezTo>
                  <a:cubicBezTo>
                    <a:pt x="366" y="774"/>
                    <a:pt x="366" y="774"/>
                    <a:pt x="366" y="774"/>
                  </a:cubicBezTo>
                  <a:cubicBezTo>
                    <a:pt x="363" y="780"/>
                    <a:pt x="360" y="785"/>
                    <a:pt x="358" y="789"/>
                  </a:cubicBezTo>
                  <a:cubicBezTo>
                    <a:pt x="353" y="798"/>
                    <a:pt x="353" y="798"/>
                    <a:pt x="353" y="798"/>
                  </a:cubicBezTo>
                  <a:cubicBezTo>
                    <a:pt x="351" y="802"/>
                    <a:pt x="351" y="802"/>
                    <a:pt x="351" y="802"/>
                  </a:cubicBezTo>
                  <a:cubicBezTo>
                    <a:pt x="350" y="803"/>
                    <a:pt x="350" y="804"/>
                    <a:pt x="349" y="804"/>
                  </a:cubicBezTo>
                  <a:cubicBezTo>
                    <a:pt x="349" y="805"/>
                    <a:pt x="349" y="806"/>
                    <a:pt x="348" y="806"/>
                  </a:cubicBezTo>
                  <a:cubicBezTo>
                    <a:pt x="347" y="809"/>
                    <a:pt x="345" y="811"/>
                    <a:pt x="342" y="813"/>
                  </a:cubicBezTo>
                  <a:cubicBezTo>
                    <a:pt x="340" y="815"/>
                    <a:pt x="338" y="817"/>
                    <a:pt x="336" y="818"/>
                  </a:cubicBezTo>
                  <a:cubicBezTo>
                    <a:pt x="335" y="818"/>
                    <a:pt x="335" y="818"/>
                    <a:pt x="335" y="818"/>
                  </a:cubicBezTo>
                  <a:cubicBezTo>
                    <a:pt x="331" y="819"/>
                    <a:pt x="326" y="820"/>
                    <a:pt x="320" y="821"/>
                  </a:cubicBezTo>
                  <a:cubicBezTo>
                    <a:pt x="315" y="821"/>
                    <a:pt x="310" y="821"/>
                    <a:pt x="304" y="821"/>
                  </a:cubicBezTo>
                  <a:cubicBezTo>
                    <a:pt x="293" y="821"/>
                    <a:pt x="282" y="821"/>
                    <a:pt x="270" y="820"/>
                  </a:cubicBezTo>
                  <a:cubicBezTo>
                    <a:pt x="265" y="819"/>
                    <a:pt x="259" y="818"/>
                    <a:pt x="254" y="818"/>
                  </a:cubicBezTo>
                  <a:cubicBezTo>
                    <a:pt x="252" y="817"/>
                    <a:pt x="251" y="817"/>
                    <a:pt x="250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6"/>
                  </a:cubicBezTo>
                  <a:cubicBezTo>
                    <a:pt x="247" y="815"/>
                    <a:pt x="245" y="814"/>
                    <a:pt x="244" y="812"/>
                  </a:cubicBezTo>
                  <a:cubicBezTo>
                    <a:pt x="242" y="810"/>
                    <a:pt x="240" y="808"/>
                    <a:pt x="239" y="806"/>
                  </a:cubicBezTo>
                  <a:cubicBezTo>
                    <a:pt x="237" y="804"/>
                    <a:pt x="237" y="804"/>
                    <a:pt x="237" y="804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5" y="800"/>
                    <a:pt x="235" y="800"/>
                    <a:pt x="235" y="800"/>
                  </a:cubicBezTo>
                  <a:cubicBezTo>
                    <a:pt x="228" y="785"/>
                    <a:pt x="228" y="785"/>
                    <a:pt x="228" y="785"/>
                  </a:cubicBezTo>
                  <a:cubicBezTo>
                    <a:pt x="221" y="771"/>
                    <a:pt x="221" y="771"/>
                    <a:pt x="221" y="771"/>
                  </a:cubicBezTo>
                  <a:cubicBezTo>
                    <a:pt x="213" y="753"/>
                    <a:pt x="213" y="753"/>
                    <a:pt x="213" y="753"/>
                  </a:cubicBezTo>
                  <a:cubicBezTo>
                    <a:pt x="185" y="753"/>
                    <a:pt x="185" y="753"/>
                    <a:pt x="185" y="753"/>
                  </a:cubicBezTo>
                  <a:cubicBezTo>
                    <a:pt x="183" y="753"/>
                    <a:pt x="182" y="752"/>
                    <a:pt x="180" y="750"/>
                  </a:cubicBezTo>
                  <a:cubicBezTo>
                    <a:pt x="179" y="749"/>
                    <a:pt x="178" y="746"/>
                    <a:pt x="178" y="744"/>
                  </a:cubicBezTo>
                  <a:cubicBezTo>
                    <a:pt x="178" y="741"/>
                    <a:pt x="178" y="739"/>
                    <a:pt x="179" y="737"/>
                  </a:cubicBezTo>
                  <a:cubicBezTo>
                    <a:pt x="181" y="735"/>
                    <a:pt x="182" y="734"/>
                    <a:pt x="184" y="733"/>
                  </a:cubicBezTo>
                  <a:cubicBezTo>
                    <a:pt x="184" y="733"/>
                    <a:pt x="185" y="733"/>
                    <a:pt x="185" y="733"/>
                  </a:cubicBezTo>
                  <a:cubicBezTo>
                    <a:pt x="188" y="733"/>
                    <a:pt x="188" y="733"/>
                    <a:pt x="188" y="733"/>
                  </a:cubicBezTo>
                  <a:cubicBezTo>
                    <a:pt x="194" y="733"/>
                    <a:pt x="194" y="733"/>
                    <a:pt x="194" y="733"/>
                  </a:cubicBezTo>
                  <a:cubicBezTo>
                    <a:pt x="206" y="733"/>
                    <a:pt x="206" y="733"/>
                    <a:pt x="206" y="733"/>
                  </a:cubicBezTo>
                  <a:cubicBezTo>
                    <a:pt x="263" y="732"/>
                    <a:pt x="326" y="734"/>
                    <a:pt x="373" y="732"/>
                  </a:cubicBezTo>
                  <a:cubicBezTo>
                    <a:pt x="414" y="731"/>
                    <a:pt x="399" y="727"/>
                    <a:pt x="357" y="725"/>
                  </a:cubicBezTo>
                  <a:cubicBezTo>
                    <a:pt x="357" y="724"/>
                    <a:pt x="357" y="724"/>
                    <a:pt x="357" y="724"/>
                  </a:cubicBezTo>
                  <a:cubicBezTo>
                    <a:pt x="399" y="725"/>
                    <a:pt x="378" y="722"/>
                    <a:pt x="383" y="720"/>
                  </a:cubicBezTo>
                  <a:cubicBezTo>
                    <a:pt x="364" y="720"/>
                    <a:pt x="346" y="720"/>
                    <a:pt x="327" y="719"/>
                  </a:cubicBezTo>
                  <a:cubicBezTo>
                    <a:pt x="361" y="719"/>
                    <a:pt x="361" y="719"/>
                    <a:pt x="361" y="719"/>
                  </a:cubicBezTo>
                  <a:cubicBezTo>
                    <a:pt x="380" y="719"/>
                    <a:pt x="380" y="719"/>
                    <a:pt x="380" y="719"/>
                  </a:cubicBezTo>
                  <a:cubicBezTo>
                    <a:pt x="389" y="720"/>
                    <a:pt x="389" y="720"/>
                    <a:pt x="389" y="720"/>
                  </a:cubicBezTo>
                  <a:cubicBezTo>
                    <a:pt x="393" y="720"/>
                    <a:pt x="393" y="720"/>
                    <a:pt x="393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7" y="720"/>
                    <a:pt x="397" y="720"/>
                    <a:pt x="397" y="720"/>
                  </a:cubicBezTo>
                  <a:cubicBezTo>
                    <a:pt x="398" y="720"/>
                    <a:pt x="398" y="720"/>
                    <a:pt x="399" y="719"/>
                  </a:cubicBezTo>
                  <a:cubicBezTo>
                    <a:pt x="403" y="719"/>
                    <a:pt x="407" y="717"/>
                    <a:pt x="409" y="715"/>
                  </a:cubicBezTo>
                  <a:cubicBezTo>
                    <a:pt x="412" y="713"/>
                    <a:pt x="414" y="710"/>
                    <a:pt x="416" y="707"/>
                  </a:cubicBezTo>
                  <a:cubicBezTo>
                    <a:pt x="418" y="701"/>
                    <a:pt x="418" y="696"/>
                    <a:pt x="417" y="691"/>
                  </a:cubicBezTo>
                  <a:cubicBezTo>
                    <a:pt x="418" y="697"/>
                    <a:pt x="417" y="703"/>
                    <a:pt x="413" y="708"/>
                  </a:cubicBezTo>
                  <a:cubicBezTo>
                    <a:pt x="412" y="711"/>
                    <a:pt x="409" y="713"/>
                    <a:pt x="406" y="715"/>
                  </a:cubicBezTo>
                  <a:cubicBezTo>
                    <a:pt x="404" y="716"/>
                    <a:pt x="400" y="717"/>
                    <a:pt x="397" y="718"/>
                  </a:cubicBezTo>
                  <a:cubicBezTo>
                    <a:pt x="369" y="717"/>
                    <a:pt x="369" y="717"/>
                    <a:pt x="369" y="717"/>
                  </a:cubicBezTo>
                  <a:cubicBezTo>
                    <a:pt x="350" y="717"/>
                    <a:pt x="330" y="717"/>
                    <a:pt x="311" y="716"/>
                  </a:cubicBezTo>
                  <a:cubicBezTo>
                    <a:pt x="195" y="716"/>
                    <a:pt x="195" y="716"/>
                    <a:pt x="195" y="716"/>
                  </a:cubicBezTo>
                  <a:cubicBezTo>
                    <a:pt x="227" y="716"/>
                    <a:pt x="264" y="715"/>
                    <a:pt x="296" y="716"/>
                  </a:cubicBezTo>
                  <a:cubicBezTo>
                    <a:pt x="319" y="716"/>
                    <a:pt x="341" y="717"/>
                    <a:pt x="362" y="717"/>
                  </a:cubicBezTo>
                  <a:cubicBezTo>
                    <a:pt x="394" y="717"/>
                    <a:pt x="394" y="717"/>
                    <a:pt x="394" y="717"/>
                  </a:cubicBezTo>
                  <a:cubicBezTo>
                    <a:pt x="395" y="717"/>
                    <a:pt x="396" y="717"/>
                    <a:pt x="398" y="717"/>
                  </a:cubicBezTo>
                  <a:cubicBezTo>
                    <a:pt x="400" y="717"/>
                    <a:pt x="402" y="716"/>
                    <a:pt x="403" y="716"/>
                  </a:cubicBezTo>
                  <a:cubicBezTo>
                    <a:pt x="406" y="714"/>
                    <a:pt x="409" y="712"/>
                    <a:pt x="411" y="709"/>
                  </a:cubicBezTo>
                  <a:cubicBezTo>
                    <a:pt x="416" y="704"/>
                    <a:pt x="417" y="697"/>
                    <a:pt x="416" y="691"/>
                  </a:cubicBezTo>
                  <a:cubicBezTo>
                    <a:pt x="416" y="688"/>
                    <a:pt x="415" y="685"/>
                    <a:pt x="414" y="683"/>
                  </a:cubicBezTo>
                  <a:cubicBezTo>
                    <a:pt x="412" y="679"/>
                    <a:pt x="409" y="677"/>
                    <a:pt x="406" y="676"/>
                  </a:cubicBezTo>
                  <a:cubicBezTo>
                    <a:pt x="404" y="674"/>
                    <a:pt x="401" y="674"/>
                    <a:pt x="399" y="674"/>
                  </a:cubicBezTo>
                  <a:cubicBezTo>
                    <a:pt x="397" y="674"/>
                    <a:pt x="396" y="675"/>
                    <a:pt x="396" y="675"/>
                  </a:cubicBezTo>
                  <a:cubicBezTo>
                    <a:pt x="396" y="676"/>
                    <a:pt x="397" y="676"/>
                    <a:pt x="399" y="677"/>
                  </a:cubicBezTo>
                  <a:cubicBezTo>
                    <a:pt x="401" y="678"/>
                    <a:pt x="404" y="679"/>
                    <a:pt x="407" y="683"/>
                  </a:cubicBezTo>
                  <a:cubicBezTo>
                    <a:pt x="408" y="685"/>
                    <a:pt x="410" y="688"/>
                    <a:pt x="410" y="690"/>
                  </a:cubicBezTo>
                  <a:cubicBezTo>
                    <a:pt x="411" y="693"/>
                    <a:pt x="411" y="695"/>
                    <a:pt x="411" y="695"/>
                  </a:cubicBezTo>
                  <a:cubicBezTo>
                    <a:pt x="410" y="697"/>
                    <a:pt x="409" y="696"/>
                    <a:pt x="409" y="695"/>
                  </a:cubicBezTo>
                  <a:cubicBezTo>
                    <a:pt x="409" y="698"/>
                    <a:pt x="408" y="701"/>
                    <a:pt x="406" y="704"/>
                  </a:cubicBezTo>
                  <a:cubicBezTo>
                    <a:pt x="404" y="706"/>
                    <a:pt x="401" y="708"/>
                    <a:pt x="398" y="709"/>
                  </a:cubicBezTo>
                  <a:cubicBezTo>
                    <a:pt x="398" y="709"/>
                    <a:pt x="397" y="709"/>
                    <a:pt x="396" y="709"/>
                  </a:cubicBezTo>
                  <a:cubicBezTo>
                    <a:pt x="393" y="709"/>
                    <a:pt x="393" y="709"/>
                    <a:pt x="393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32" y="708"/>
                    <a:pt x="332" y="708"/>
                    <a:pt x="332" y="708"/>
                  </a:cubicBezTo>
                  <a:cubicBezTo>
                    <a:pt x="295" y="708"/>
                    <a:pt x="259" y="708"/>
                    <a:pt x="223" y="707"/>
                  </a:cubicBezTo>
                  <a:cubicBezTo>
                    <a:pt x="259" y="708"/>
                    <a:pt x="296" y="708"/>
                    <a:pt x="332" y="708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94" y="709"/>
                    <a:pt x="394" y="709"/>
                    <a:pt x="394" y="709"/>
                  </a:cubicBezTo>
                  <a:cubicBezTo>
                    <a:pt x="395" y="709"/>
                    <a:pt x="395" y="709"/>
                    <a:pt x="395" y="709"/>
                  </a:cubicBezTo>
                  <a:cubicBezTo>
                    <a:pt x="396" y="709"/>
                    <a:pt x="396" y="709"/>
                    <a:pt x="396" y="709"/>
                  </a:cubicBezTo>
                  <a:cubicBezTo>
                    <a:pt x="397" y="709"/>
                    <a:pt x="397" y="709"/>
                    <a:pt x="397" y="709"/>
                  </a:cubicBezTo>
                  <a:cubicBezTo>
                    <a:pt x="397" y="709"/>
                    <a:pt x="398" y="708"/>
                    <a:pt x="399" y="708"/>
                  </a:cubicBezTo>
                  <a:cubicBezTo>
                    <a:pt x="401" y="708"/>
                    <a:pt x="404" y="706"/>
                    <a:pt x="406" y="703"/>
                  </a:cubicBezTo>
                  <a:cubicBezTo>
                    <a:pt x="407" y="701"/>
                    <a:pt x="408" y="697"/>
                    <a:pt x="408" y="694"/>
                  </a:cubicBezTo>
                  <a:cubicBezTo>
                    <a:pt x="408" y="694"/>
                    <a:pt x="407" y="694"/>
                    <a:pt x="407" y="694"/>
                  </a:cubicBezTo>
                  <a:cubicBezTo>
                    <a:pt x="407" y="695"/>
                    <a:pt x="407" y="696"/>
                    <a:pt x="406" y="699"/>
                  </a:cubicBezTo>
                  <a:cubicBezTo>
                    <a:pt x="405" y="700"/>
                    <a:pt x="404" y="703"/>
                    <a:pt x="402" y="704"/>
                  </a:cubicBezTo>
                  <a:cubicBezTo>
                    <a:pt x="400" y="705"/>
                    <a:pt x="399" y="706"/>
                    <a:pt x="397" y="706"/>
                  </a:cubicBezTo>
                  <a:cubicBezTo>
                    <a:pt x="397" y="706"/>
                    <a:pt x="397" y="706"/>
                    <a:pt x="396" y="706"/>
                  </a:cubicBezTo>
                  <a:cubicBezTo>
                    <a:pt x="394" y="706"/>
                    <a:pt x="394" y="706"/>
                    <a:pt x="394" y="706"/>
                  </a:cubicBezTo>
                  <a:cubicBezTo>
                    <a:pt x="390" y="706"/>
                    <a:pt x="390" y="706"/>
                    <a:pt x="390" y="706"/>
                  </a:cubicBezTo>
                  <a:cubicBezTo>
                    <a:pt x="379" y="707"/>
                    <a:pt x="366" y="707"/>
                    <a:pt x="357" y="707"/>
                  </a:cubicBezTo>
                  <a:cubicBezTo>
                    <a:pt x="306" y="705"/>
                    <a:pt x="251" y="706"/>
                    <a:pt x="201" y="705"/>
                  </a:cubicBezTo>
                  <a:cubicBezTo>
                    <a:pt x="187" y="705"/>
                    <a:pt x="187" y="705"/>
                    <a:pt x="187" y="705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4" y="704"/>
                    <a:pt x="184" y="704"/>
                    <a:pt x="183" y="704"/>
                  </a:cubicBezTo>
                  <a:cubicBezTo>
                    <a:pt x="182" y="704"/>
                    <a:pt x="181" y="703"/>
                    <a:pt x="180" y="702"/>
                  </a:cubicBezTo>
                  <a:cubicBezTo>
                    <a:pt x="179" y="700"/>
                    <a:pt x="178" y="697"/>
                    <a:pt x="178" y="694"/>
                  </a:cubicBezTo>
                  <a:cubicBezTo>
                    <a:pt x="178" y="692"/>
                    <a:pt x="179" y="689"/>
                    <a:pt x="181" y="687"/>
                  </a:cubicBezTo>
                  <a:cubicBezTo>
                    <a:pt x="181" y="686"/>
                    <a:pt x="182" y="686"/>
                    <a:pt x="183" y="685"/>
                  </a:cubicBezTo>
                  <a:cubicBezTo>
                    <a:pt x="184" y="685"/>
                    <a:pt x="184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6" y="685"/>
                    <a:pt x="186" y="685"/>
                    <a:pt x="186" y="685"/>
                  </a:cubicBezTo>
                  <a:cubicBezTo>
                    <a:pt x="187" y="685"/>
                    <a:pt x="187" y="685"/>
                    <a:pt x="187" y="685"/>
                  </a:cubicBezTo>
                  <a:cubicBezTo>
                    <a:pt x="201" y="685"/>
                    <a:pt x="201" y="685"/>
                    <a:pt x="201" y="685"/>
                  </a:cubicBezTo>
                  <a:cubicBezTo>
                    <a:pt x="229" y="685"/>
                    <a:pt x="229" y="685"/>
                    <a:pt x="229" y="685"/>
                  </a:cubicBezTo>
                  <a:cubicBezTo>
                    <a:pt x="279" y="684"/>
                    <a:pt x="334" y="685"/>
                    <a:pt x="376" y="684"/>
                  </a:cubicBezTo>
                  <a:cubicBezTo>
                    <a:pt x="412" y="683"/>
                    <a:pt x="398" y="678"/>
                    <a:pt x="362" y="677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98" y="676"/>
                    <a:pt x="380" y="673"/>
                    <a:pt x="385" y="671"/>
                  </a:cubicBezTo>
                  <a:cubicBezTo>
                    <a:pt x="369" y="671"/>
                    <a:pt x="353" y="671"/>
                    <a:pt x="337" y="671"/>
                  </a:cubicBezTo>
                  <a:cubicBezTo>
                    <a:pt x="361" y="671"/>
                    <a:pt x="361" y="671"/>
                    <a:pt x="361" y="671"/>
                  </a:cubicBezTo>
                  <a:cubicBezTo>
                    <a:pt x="380" y="671"/>
                    <a:pt x="380" y="671"/>
                    <a:pt x="380" y="671"/>
                  </a:cubicBezTo>
                  <a:cubicBezTo>
                    <a:pt x="389" y="671"/>
                    <a:pt x="389" y="671"/>
                    <a:pt x="389" y="671"/>
                  </a:cubicBezTo>
                  <a:cubicBezTo>
                    <a:pt x="393" y="671"/>
                    <a:pt x="393" y="671"/>
                    <a:pt x="393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7" y="671"/>
                    <a:pt x="397" y="671"/>
                    <a:pt x="397" y="671"/>
                  </a:cubicBezTo>
                  <a:cubicBezTo>
                    <a:pt x="398" y="671"/>
                    <a:pt x="399" y="671"/>
                    <a:pt x="399" y="671"/>
                  </a:cubicBezTo>
                  <a:cubicBezTo>
                    <a:pt x="403" y="670"/>
                    <a:pt x="407" y="668"/>
                    <a:pt x="409" y="666"/>
                  </a:cubicBezTo>
                  <a:cubicBezTo>
                    <a:pt x="412" y="664"/>
                    <a:pt x="414" y="661"/>
                    <a:pt x="416" y="658"/>
                  </a:cubicBezTo>
                  <a:cubicBezTo>
                    <a:pt x="418" y="653"/>
                    <a:pt x="418" y="647"/>
                    <a:pt x="417" y="642"/>
                  </a:cubicBezTo>
                  <a:cubicBezTo>
                    <a:pt x="418" y="648"/>
                    <a:pt x="417" y="655"/>
                    <a:pt x="413" y="660"/>
                  </a:cubicBezTo>
                  <a:cubicBezTo>
                    <a:pt x="412" y="662"/>
                    <a:pt x="409" y="665"/>
                    <a:pt x="407" y="666"/>
                  </a:cubicBezTo>
                  <a:cubicBezTo>
                    <a:pt x="404" y="668"/>
                    <a:pt x="400" y="669"/>
                    <a:pt x="397" y="669"/>
                  </a:cubicBezTo>
                  <a:cubicBezTo>
                    <a:pt x="369" y="669"/>
                    <a:pt x="369" y="669"/>
                    <a:pt x="369" y="669"/>
                  </a:cubicBezTo>
                  <a:cubicBezTo>
                    <a:pt x="350" y="668"/>
                    <a:pt x="330" y="668"/>
                    <a:pt x="311" y="668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227" y="667"/>
                    <a:pt x="264" y="667"/>
                    <a:pt x="296" y="668"/>
                  </a:cubicBezTo>
                  <a:cubicBezTo>
                    <a:pt x="319" y="668"/>
                    <a:pt x="341" y="668"/>
                    <a:pt x="362" y="668"/>
                  </a:cubicBezTo>
                  <a:cubicBezTo>
                    <a:pt x="394" y="668"/>
                    <a:pt x="394" y="668"/>
                    <a:pt x="394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7" y="668"/>
                    <a:pt x="397" y="668"/>
                    <a:pt x="397" y="668"/>
                  </a:cubicBezTo>
                  <a:cubicBezTo>
                    <a:pt x="397" y="668"/>
                    <a:pt x="398" y="668"/>
                    <a:pt x="398" y="668"/>
                  </a:cubicBezTo>
                  <a:cubicBezTo>
                    <a:pt x="400" y="668"/>
                    <a:pt x="402" y="668"/>
                    <a:pt x="403" y="667"/>
                  </a:cubicBezTo>
                  <a:cubicBezTo>
                    <a:pt x="407" y="666"/>
                    <a:pt x="409" y="663"/>
                    <a:pt x="411" y="661"/>
                  </a:cubicBezTo>
                  <a:cubicBezTo>
                    <a:pt x="416" y="656"/>
                    <a:pt x="417" y="649"/>
                    <a:pt x="416" y="642"/>
                  </a:cubicBezTo>
                  <a:cubicBezTo>
                    <a:pt x="416" y="639"/>
                    <a:pt x="415" y="637"/>
                    <a:pt x="414" y="634"/>
                  </a:cubicBezTo>
                  <a:cubicBezTo>
                    <a:pt x="412" y="631"/>
                    <a:pt x="409" y="629"/>
                    <a:pt x="406" y="627"/>
                  </a:cubicBezTo>
                  <a:cubicBezTo>
                    <a:pt x="404" y="626"/>
                    <a:pt x="401" y="625"/>
                    <a:pt x="399" y="626"/>
                  </a:cubicBezTo>
                  <a:cubicBezTo>
                    <a:pt x="397" y="626"/>
                    <a:pt x="396" y="626"/>
                    <a:pt x="396" y="627"/>
                  </a:cubicBezTo>
                  <a:cubicBezTo>
                    <a:pt x="396" y="627"/>
                    <a:pt x="397" y="628"/>
                    <a:pt x="399" y="628"/>
                  </a:cubicBezTo>
                  <a:cubicBezTo>
                    <a:pt x="401" y="629"/>
                    <a:pt x="404" y="631"/>
                    <a:pt x="407" y="634"/>
                  </a:cubicBezTo>
                  <a:cubicBezTo>
                    <a:pt x="408" y="636"/>
                    <a:pt x="410" y="639"/>
                    <a:pt x="410" y="642"/>
                  </a:cubicBezTo>
                  <a:cubicBezTo>
                    <a:pt x="411" y="645"/>
                    <a:pt x="411" y="647"/>
                    <a:pt x="411" y="647"/>
                  </a:cubicBezTo>
                  <a:cubicBezTo>
                    <a:pt x="410" y="648"/>
                    <a:pt x="409" y="647"/>
                    <a:pt x="409" y="646"/>
                  </a:cubicBezTo>
                  <a:cubicBezTo>
                    <a:pt x="409" y="650"/>
                    <a:pt x="408" y="653"/>
                    <a:pt x="406" y="655"/>
                  </a:cubicBezTo>
                  <a:cubicBezTo>
                    <a:pt x="404" y="658"/>
                    <a:pt x="401" y="660"/>
                    <a:pt x="398" y="660"/>
                  </a:cubicBezTo>
                  <a:cubicBezTo>
                    <a:pt x="398" y="660"/>
                    <a:pt x="397" y="660"/>
                    <a:pt x="396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32" y="660"/>
                    <a:pt x="332" y="660"/>
                    <a:pt x="332" y="660"/>
                  </a:cubicBezTo>
                  <a:cubicBezTo>
                    <a:pt x="295" y="660"/>
                    <a:pt x="259" y="659"/>
                    <a:pt x="223" y="658"/>
                  </a:cubicBezTo>
                  <a:cubicBezTo>
                    <a:pt x="259" y="659"/>
                    <a:pt x="296" y="660"/>
                    <a:pt x="332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95" y="660"/>
                    <a:pt x="395" y="660"/>
                    <a:pt x="395" y="660"/>
                  </a:cubicBezTo>
                  <a:cubicBezTo>
                    <a:pt x="396" y="660"/>
                    <a:pt x="396" y="660"/>
                    <a:pt x="396" y="660"/>
                  </a:cubicBezTo>
                  <a:cubicBezTo>
                    <a:pt x="397" y="660"/>
                    <a:pt x="397" y="660"/>
                    <a:pt x="397" y="660"/>
                  </a:cubicBezTo>
                  <a:cubicBezTo>
                    <a:pt x="397" y="660"/>
                    <a:pt x="398" y="660"/>
                    <a:pt x="399" y="660"/>
                  </a:cubicBezTo>
                  <a:cubicBezTo>
                    <a:pt x="402" y="659"/>
                    <a:pt x="404" y="657"/>
                    <a:pt x="406" y="654"/>
                  </a:cubicBezTo>
                  <a:cubicBezTo>
                    <a:pt x="407" y="652"/>
                    <a:pt x="408" y="649"/>
                    <a:pt x="408" y="646"/>
                  </a:cubicBezTo>
                  <a:cubicBezTo>
                    <a:pt x="408" y="645"/>
                    <a:pt x="407" y="645"/>
                    <a:pt x="407" y="646"/>
                  </a:cubicBezTo>
                  <a:cubicBezTo>
                    <a:pt x="407" y="646"/>
                    <a:pt x="407" y="648"/>
                    <a:pt x="406" y="650"/>
                  </a:cubicBezTo>
                  <a:cubicBezTo>
                    <a:pt x="405" y="651"/>
                    <a:pt x="404" y="654"/>
                    <a:pt x="402" y="656"/>
                  </a:cubicBezTo>
                  <a:cubicBezTo>
                    <a:pt x="400" y="657"/>
                    <a:pt x="399" y="658"/>
                    <a:pt x="397" y="658"/>
                  </a:cubicBezTo>
                  <a:cubicBezTo>
                    <a:pt x="397" y="658"/>
                    <a:pt x="397" y="658"/>
                    <a:pt x="396" y="658"/>
                  </a:cubicBezTo>
                  <a:cubicBezTo>
                    <a:pt x="394" y="658"/>
                    <a:pt x="394" y="658"/>
                    <a:pt x="394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79" y="658"/>
                    <a:pt x="366" y="658"/>
                    <a:pt x="357" y="658"/>
                  </a:cubicBezTo>
                  <a:cubicBezTo>
                    <a:pt x="306" y="657"/>
                    <a:pt x="251" y="657"/>
                    <a:pt x="201" y="656"/>
                  </a:cubicBezTo>
                  <a:cubicBezTo>
                    <a:pt x="187" y="656"/>
                    <a:pt x="187" y="656"/>
                    <a:pt x="187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4" y="656"/>
                    <a:pt x="184" y="656"/>
                    <a:pt x="183" y="655"/>
                  </a:cubicBezTo>
                  <a:cubicBezTo>
                    <a:pt x="182" y="655"/>
                    <a:pt x="181" y="654"/>
                    <a:pt x="180" y="653"/>
                  </a:cubicBezTo>
                  <a:cubicBezTo>
                    <a:pt x="179" y="652"/>
                    <a:pt x="178" y="649"/>
                    <a:pt x="178" y="646"/>
                  </a:cubicBezTo>
                  <a:cubicBezTo>
                    <a:pt x="178" y="643"/>
                    <a:pt x="179" y="640"/>
                    <a:pt x="181" y="638"/>
                  </a:cubicBezTo>
                  <a:cubicBezTo>
                    <a:pt x="181" y="638"/>
                    <a:pt x="182" y="637"/>
                    <a:pt x="183" y="637"/>
                  </a:cubicBezTo>
                  <a:cubicBezTo>
                    <a:pt x="184" y="636"/>
                    <a:pt x="184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6" y="636"/>
                    <a:pt x="186" y="636"/>
                    <a:pt x="186" y="636"/>
                  </a:cubicBezTo>
                  <a:cubicBezTo>
                    <a:pt x="187" y="636"/>
                    <a:pt x="187" y="636"/>
                    <a:pt x="187" y="636"/>
                  </a:cubicBezTo>
                  <a:cubicBezTo>
                    <a:pt x="201" y="636"/>
                    <a:pt x="201" y="636"/>
                    <a:pt x="201" y="636"/>
                  </a:cubicBezTo>
                  <a:cubicBezTo>
                    <a:pt x="229" y="636"/>
                    <a:pt x="229" y="636"/>
                    <a:pt x="229" y="636"/>
                  </a:cubicBezTo>
                  <a:cubicBezTo>
                    <a:pt x="279" y="635"/>
                    <a:pt x="334" y="636"/>
                    <a:pt x="376" y="635"/>
                  </a:cubicBezTo>
                  <a:cubicBezTo>
                    <a:pt x="412" y="634"/>
                    <a:pt x="398" y="630"/>
                    <a:pt x="362" y="628"/>
                  </a:cubicBezTo>
                  <a:cubicBezTo>
                    <a:pt x="362" y="627"/>
                    <a:pt x="362" y="627"/>
                    <a:pt x="362" y="627"/>
                  </a:cubicBezTo>
                  <a:cubicBezTo>
                    <a:pt x="393" y="627"/>
                    <a:pt x="385" y="625"/>
                    <a:pt x="384" y="624"/>
                  </a:cubicBezTo>
                  <a:cubicBezTo>
                    <a:pt x="391" y="624"/>
                    <a:pt x="391" y="624"/>
                    <a:pt x="391" y="624"/>
                  </a:cubicBezTo>
                  <a:cubicBezTo>
                    <a:pt x="392" y="624"/>
                    <a:pt x="392" y="624"/>
                    <a:pt x="392" y="624"/>
                  </a:cubicBezTo>
                  <a:cubicBezTo>
                    <a:pt x="393" y="624"/>
                    <a:pt x="393" y="624"/>
                    <a:pt x="393" y="624"/>
                  </a:cubicBezTo>
                  <a:cubicBezTo>
                    <a:pt x="394" y="624"/>
                    <a:pt x="394" y="624"/>
                    <a:pt x="394" y="624"/>
                  </a:cubicBezTo>
                  <a:cubicBezTo>
                    <a:pt x="395" y="624"/>
                    <a:pt x="397" y="623"/>
                    <a:pt x="398" y="623"/>
                  </a:cubicBezTo>
                  <a:cubicBezTo>
                    <a:pt x="400" y="623"/>
                    <a:pt x="403" y="622"/>
                    <a:pt x="405" y="620"/>
                  </a:cubicBezTo>
                  <a:cubicBezTo>
                    <a:pt x="410" y="617"/>
                    <a:pt x="414" y="613"/>
                    <a:pt x="415" y="608"/>
                  </a:cubicBezTo>
                  <a:cubicBezTo>
                    <a:pt x="416" y="605"/>
                    <a:pt x="417" y="603"/>
                    <a:pt x="417" y="600"/>
                  </a:cubicBezTo>
                  <a:cubicBezTo>
                    <a:pt x="417" y="594"/>
                    <a:pt x="417" y="594"/>
                    <a:pt x="417" y="594"/>
                  </a:cubicBezTo>
                  <a:cubicBezTo>
                    <a:pt x="417" y="571"/>
                    <a:pt x="417" y="571"/>
                    <a:pt x="417" y="571"/>
                  </a:cubicBezTo>
                  <a:cubicBezTo>
                    <a:pt x="417" y="550"/>
                    <a:pt x="417" y="550"/>
                    <a:pt x="417" y="550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20" y="548"/>
                    <a:pt x="420" y="548"/>
                    <a:pt x="420" y="548"/>
                  </a:cubicBezTo>
                  <a:cubicBezTo>
                    <a:pt x="423" y="546"/>
                    <a:pt x="427" y="544"/>
                    <a:pt x="430" y="542"/>
                  </a:cubicBezTo>
                  <a:cubicBezTo>
                    <a:pt x="427" y="544"/>
                    <a:pt x="423" y="546"/>
                    <a:pt x="420" y="548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17" y="549"/>
                    <a:pt x="417" y="549"/>
                    <a:pt x="417" y="550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95"/>
                    <a:pt x="417" y="595"/>
                    <a:pt x="417" y="595"/>
                  </a:cubicBezTo>
                  <a:cubicBezTo>
                    <a:pt x="417" y="601"/>
                    <a:pt x="417" y="601"/>
                    <a:pt x="417" y="601"/>
                  </a:cubicBezTo>
                  <a:cubicBezTo>
                    <a:pt x="417" y="603"/>
                    <a:pt x="416" y="606"/>
                    <a:pt x="415" y="609"/>
                  </a:cubicBezTo>
                  <a:cubicBezTo>
                    <a:pt x="413" y="614"/>
                    <a:pt x="409" y="618"/>
                    <a:pt x="405" y="621"/>
                  </a:cubicBezTo>
                  <a:cubicBezTo>
                    <a:pt x="402" y="622"/>
                    <a:pt x="400" y="623"/>
                    <a:pt x="397" y="623"/>
                  </a:cubicBezTo>
                  <a:cubicBezTo>
                    <a:pt x="396" y="623"/>
                    <a:pt x="394" y="624"/>
                    <a:pt x="393" y="624"/>
                  </a:cubicBezTo>
                  <a:cubicBezTo>
                    <a:pt x="390" y="624"/>
                    <a:pt x="390" y="624"/>
                    <a:pt x="390" y="624"/>
                  </a:cubicBezTo>
                  <a:cubicBezTo>
                    <a:pt x="384" y="624"/>
                    <a:pt x="384" y="624"/>
                    <a:pt x="384" y="624"/>
                  </a:cubicBezTo>
                  <a:cubicBezTo>
                    <a:pt x="384" y="623"/>
                    <a:pt x="384" y="623"/>
                    <a:pt x="385" y="623"/>
                  </a:cubicBezTo>
                  <a:cubicBezTo>
                    <a:pt x="379" y="623"/>
                    <a:pt x="374" y="623"/>
                    <a:pt x="369" y="623"/>
                  </a:cubicBezTo>
                  <a:cubicBezTo>
                    <a:pt x="390" y="623"/>
                    <a:pt x="390" y="623"/>
                    <a:pt x="390" y="623"/>
                  </a:cubicBezTo>
                  <a:cubicBezTo>
                    <a:pt x="393" y="623"/>
                    <a:pt x="393" y="623"/>
                    <a:pt x="393" y="623"/>
                  </a:cubicBezTo>
                  <a:cubicBezTo>
                    <a:pt x="394" y="623"/>
                    <a:pt x="395" y="623"/>
                    <a:pt x="397" y="622"/>
                  </a:cubicBezTo>
                  <a:cubicBezTo>
                    <a:pt x="399" y="622"/>
                    <a:pt x="402" y="621"/>
                    <a:pt x="404" y="620"/>
                  </a:cubicBezTo>
                  <a:cubicBezTo>
                    <a:pt x="409" y="617"/>
                    <a:pt x="413" y="612"/>
                    <a:pt x="414" y="607"/>
                  </a:cubicBezTo>
                  <a:cubicBezTo>
                    <a:pt x="415" y="606"/>
                    <a:pt x="415" y="605"/>
                    <a:pt x="415" y="603"/>
                  </a:cubicBezTo>
                  <a:cubicBezTo>
                    <a:pt x="416" y="603"/>
                    <a:pt x="416" y="602"/>
                    <a:pt x="416" y="601"/>
                  </a:cubicBezTo>
                  <a:cubicBezTo>
                    <a:pt x="416" y="601"/>
                    <a:pt x="416" y="600"/>
                    <a:pt x="416" y="599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6" y="581"/>
                    <a:pt x="416" y="581"/>
                    <a:pt x="416" y="581"/>
                  </a:cubicBezTo>
                  <a:cubicBezTo>
                    <a:pt x="416" y="557"/>
                    <a:pt x="416" y="557"/>
                    <a:pt x="416" y="557"/>
                  </a:cubicBezTo>
                  <a:cubicBezTo>
                    <a:pt x="416" y="549"/>
                    <a:pt x="416" y="549"/>
                    <a:pt x="416" y="549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7" y="548"/>
                    <a:pt x="417" y="548"/>
                    <a:pt x="417" y="548"/>
                  </a:cubicBezTo>
                  <a:cubicBezTo>
                    <a:pt x="419" y="547"/>
                    <a:pt x="421" y="546"/>
                    <a:pt x="423" y="545"/>
                  </a:cubicBezTo>
                  <a:cubicBezTo>
                    <a:pt x="430" y="541"/>
                    <a:pt x="437" y="537"/>
                    <a:pt x="444" y="533"/>
                  </a:cubicBezTo>
                  <a:cubicBezTo>
                    <a:pt x="445" y="534"/>
                    <a:pt x="445" y="534"/>
                    <a:pt x="445" y="534"/>
                  </a:cubicBezTo>
                  <a:cubicBezTo>
                    <a:pt x="476" y="514"/>
                    <a:pt x="504" y="488"/>
                    <a:pt x="526" y="458"/>
                  </a:cubicBezTo>
                  <a:cubicBezTo>
                    <a:pt x="548" y="428"/>
                    <a:pt x="564" y="394"/>
                    <a:pt x="574" y="357"/>
                  </a:cubicBezTo>
                  <a:cubicBezTo>
                    <a:pt x="583" y="321"/>
                    <a:pt x="585" y="283"/>
                    <a:pt x="579" y="245"/>
                  </a:cubicBezTo>
                  <a:cubicBezTo>
                    <a:pt x="574" y="208"/>
                    <a:pt x="561" y="171"/>
                    <a:pt x="542" y="139"/>
                  </a:cubicBezTo>
                  <a:close/>
                  <a:moveTo>
                    <a:pt x="338" y="819"/>
                  </a:moveTo>
                  <a:cubicBezTo>
                    <a:pt x="339" y="819"/>
                    <a:pt x="340" y="819"/>
                    <a:pt x="340" y="818"/>
                  </a:cubicBezTo>
                  <a:cubicBezTo>
                    <a:pt x="340" y="819"/>
                    <a:pt x="339" y="819"/>
                    <a:pt x="338" y="819"/>
                  </a:cubicBezTo>
                  <a:close/>
                  <a:moveTo>
                    <a:pt x="256" y="820"/>
                  </a:moveTo>
                  <a:cubicBezTo>
                    <a:pt x="265" y="821"/>
                    <a:pt x="274" y="822"/>
                    <a:pt x="283" y="823"/>
                  </a:cubicBezTo>
                  <a:cubicBezTo>
                    <a:pt x="292" y="823"/>
                    <a:pt x="301" y="824"/>
                    <a:pt x="310" y="824"/>
                  </a:cubicBezTo>
                  <a:cubicBezTo>
                    <a:pt x="315" y="824"/>
                    <a:pt x="319" y="823"/>
                    <a:pt x="324" y="823"/>
                  </a:cubicBezTo>
                  <a:cubicBezTo>
                    <a:pt x="328" y="822"/>
                    <a:pt x="333" y="822"/>
                    <a:pt x="336" y="820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7" y="820"/>
                    <a:pt x="337" y="820"/>
                    <a:pt x="338" y="819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6" y="820"/>
                    <a:pt x="336" y="820"/>
                    <a:pt x="336" y="820"/>
                  </a:cubicBezTo>
                  <a:cubicBezTo>
                    <a:pt x="332" y="822"/>
                    <a:pt x="328" y="822"/>
                    <a:pt x="324" y="823"/>
                  </a:cubicBezTo>
                  <a:cubicBezTo>
                    <a:pt x="319" y="823"/>
                    <a:pt x="315" y="824"/>
                    <a:pt x="310" y="824"/>
                  </a:cubicBezTo>
                  <a:cubicBezTo>
                    <a:pt x="301" y="824"/>
                    <a:pt x="292" y="824"/>
                    <a:pt x="283" y="823"/>
                  </a:cubicBezTo>
                  <a:cubicBezTo>
                    <a:pt x="274" y="822"/>
                    <a:pt x="264" y="821"/>
                    <a:pt x="256" y="820"/>
                  </a:cubicBezTo>
                  <a:cubicBezTo>
                    <a:pt x="253" y="820"/>
                    <a:pt x="251" y="820"/>
                    <a:pt x="249" y="819"/>
                  </a:cubicBezTo>
                  <a:cubicBezTo>
                    <a:pt x="249" y="819"/>
                    <a:pt x="249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51" y="820"/>
                    <a:pt x="254" y="820"/>
                    <a:pt x="256" y="820"/>
                  </a:cubicBezTo>
                  <a:close/>
                  <a:moveTo>
                    <a:pt x="249" y="817"/>
                  </a:move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lose/>
                  <a:moveTo>
                    <a:pt x="249" y="819"/>
                  </a:moveTo>
                  <a:cubicBezTo>
                    <a:pt x="249" y="819"/>
                    <a:pt x="249" y="819"/>
                    <a:pt x="249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lose/>
                  <a:moveTo>
                    <a:pt x="246" y="817"/>
                  </a:moveTo>
                  <a:cubicBezTo>
                    <a:pt x="246" y="818"/>
                    <a:pt x="247" y="818"/>
                    <a:pt x="248" y="818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8"/>
                  </a:cubicBezTo>
                  <a:cubicBezTo>
                    <a:pt x="247" y="818"/>
                    <a:pt x="246" y="817"/>
                    <a:pt x="245" y="817"/>
                  </a:cubicBezTo>
                  <a:cubicBezTo>
                    <a:pt x="243" y="814"/>
                    <a:pt x="240" y="811"/>
                    <a:pt x="237" y="807"/>
                  </a:cubicBezTo>
                  <a:cubicBezTo>
                    <a:pt x="240" y="811"/>
                    <a:pt x="243" y="814"/>
                    <a:pt x="246" y="817"/>
                  </a:cubicBezTo>
                  <a:close/>
                  <a:moveTo>
                    <a:pt x="230" y="813"/>
                  </a:moveTo>
                  <a:cubicBezTo>
                    <a:pt x="230" y="812"/>
                    <a:pt x="230" y="812"/>
                    <a:pt x="230" y="812"/>
                  </a:cubicBezTo>
                  <a:cubicBezTo>
                    <a:pt x="228" y="811"/>
                    <a:pt x="228" y="811"/>
                    <a:pt x="228" y="811"/>
                  </a:cubicBezTo>
                  <a:cubicBezTo>
                    <a:pt x="228" y="810"/>
                    <a:pt x="228" y="810"/>
                    <a:pt x="228" y="810"/>
                  </a:cubicBezTo>
                  <a:cubicBezTo>
                    <a:pt x="227" y="809"/>
                    <a:pt x="227" y="809"/>
                    <a:pt x="227" y="809"/>
                  </a:cubicBezTo>
                  <a:cubicBezTo>
                    <a:pt x="227" y="808"/>
                    <a:pt x="227" y="808"/>
                    <a:pt x="227" y="808"/>
                  </a:cubicBezTo>
                  <a:cubicBezTo>
                    <a:pt x="223" y="800"/>
                    <a:pt x="223" y="800"/>
                    <a:pt x="223" y="800"/>
                  </a:cubicBezTo>
                  <a:cubicBezTo>
                    <a:pt x="215" y="784"/>
                    <a:pt x="215" y="784"/>
                    <a:pt x="215" y="784"/>
                  </a:cubicBezTo>
                  <a:cubicBezTo>
                    <a:pt x="220" y="793"/>
                    <a:pt x="224" y="804"/>
                    <a:pt x="230" y="813"/>
                  </a:cubicBezTo>
                  <a:close/>
                  <a:moveTo>
                    <a:pt x="190" y="672"/>
                  </a:moveTo>
                  <a:cubicBezTo>
                    <a:pt x="187" y="672"/>
                    <a:pt x="187" y="672"/>
                    <a:pt x="187" y="672"/>
                  </a:cubicBezTo>
                  <a:cubicBezTo>
                    <a:pt x="185" y="672"/>
                    <a:pt x="185" y="672"/>
                    <a:pt x="185" y="672"/>
                  </a:cubicBezTo>
                  <a:cubicBezTo>
                    <a:pt x="185" y="672"/>
                    <a:pt x="184" y="672"/>
                    <a:pt x="183" y="672"/>
                  </a:cubicBezTo>
                  <a:cubicBezTo>
                    <a:pt x="180" y="672"/>
                    <a:pt x="177" y="673"/>
                    <a:pt x="175" y="675"/>
                  </a:cubicBezTo>
                  <a:cubicBezTo>
                    <a:pt x="172" y="677"/>
                    <a:pt x="170" y="679"/>
                    <a:pt x="169" y="681"/>
                  </a:cubicBezTo>
                  <a:cubicBezTo>
                    <a:pt x="166" y="686"/>
                    <a:pt x="165" y="691"/>
                    <a:pt x="165" y="696"/>
                  </a:cubicBezTo>
                  <a:cubicBezTo>
                    <a:pt x="165" y="702"/>
                    <a:pt x="167" y="707"/>
                    <a:pt x="171" y="711"/>
                  </a:cubicBezTo>
                  <a:cubicBezTo>
                    <a:pt x="173" y="713"/>
                    <a:pt x="175" y="715"/>
                    <a:pt x="178" y="716"/>
                  </a:cubicBezTo>
                  <a:cubicBezTo>
                    <a:pt x="179" y="716"/>
                    <a:pt x="181" y="717"/>
                    <a:pt x="182" y="717"/>
                  </a:cubicBezTo>
                  <a:cubicBezTo>
                    <a:pt x="183" y="717"/>
                    <a:pt x="184" y="717"/>
                    <a:pt x="184" y="717"/>
                  </a:cubicBezTo>
                  <a:cubicBezTo>
                    <a:pt x="185" y="717"/>
                    <a:pt x="185" y="717"/>
                    <a:pt x="185" y="717"/>
                  </a:cubicBezTo>
                  <a:cubicBezTo>
                    <a:pt x="186" y="717"/>
                    <a:pt x="186" y="717"/>
                    <a:pt x="186" y="717"/>
                  </a:cubicBezTo>
                  <a:cubicBezTo>
                    <a:pt x="199" y="717"/>
                    <a:pt x="199" y="717"/>
                    <a:pt x="199" y="717"/>
                  </a:cubicBezTo>
                  <a:cubicBezTo>
                    <a:pt x="224" y="718"/>
                    <a:pt x="224" y="718"/>
                    <a:pt x="224" y="718"/>
                  </a:cubicBezTo>
                  <a:cubicBezTo>
                    <a:pt x="257" y="718"/>
                    <a:pt x="290" y="718"/>
                    <a:pt x="325" y="718"/>
                  </a:cubicBezTo>
                  <a:cubicBezTo>
                    <a:pt x="325" y="719"/>
                    <a:pt x="325" y="719"/>
                    <a:pt x="325" y="719"/>
                  </a:cubicBezTo>
                  <a:cubicBezTo>
                    <a:pt x="323" y="719"/>
                    <a:pt x="322" y="719"/>
                    <a:pt x="321" y="719"/>
                  </a:cubicBezTo>
                  <a:cubicBezTo>
                    <a:pt x="300" y="719"/>
                    <a:pt x="300" y="719"/>
                    <a:pt x="300" y="719"/>
                  </a:cubicBezTo>
                  <a:cubicBezTo>
                    <a:pt x="297" y="719"/>
                    <a:pt x="297" y="719"/>
                    <a:pt x="297" y="719"/>
                  </a:cubicBezTo>
                  <a:cubicBezTo>
                    <a:pt x="272" y="719"/>
                    <a:pt x="247" y="718"/>
                    <a:pt x="223" y="718"/>
                  </a:cubicBezTo>
                  <a:cubicBezTo>
                    <a:pt x="198" y="718"/>
                    <a:pt x="198" y="718"/>
                    <a:pt x="198" y="718"/>
                  </a:cubicBezTo>
                  <a:cubicBezTo>
                    <a:pt x="186" y="718"/>
                    <a:pt x="186" y="718"/>
                    <a:pt x="186" y="718"/>
                  </a:cubicBezTo>
                  <a:cubicBezTo>
                    <a:pt x="185" y="718"/>
                    <a:pt x="185" y="718"/>
                    <a:pt x="185" y="718"/>
                  </a:cubicBezTo>
                  <a:cubicBezTo>
                    <a:pt x="184" y="718"/>
                    <a:pt x="184" y="718"/>
                    <a:pt x="184" y="718"/>
                  </a:cubicBezTo>
                  <a:cubicBezTo>
                    <a:pt x="183" y="718"/>
                    <a:pt x="182" y="718"/>
                    <a:pt x="181" y="718"/>
                  </a:cubicBezTo>
                  <a:cubicBezTo>
                    <a:pt x="180" y="718"/>
                    <a:pt x="178" y="717"/>
                    <a:pt x="177" y="716"/>
                  </a:cubicBezTo>
                  <a:cubicBezTo>
                    <a:pt x="174" y="715"/>
                    <a:pt x="172" y="713"/>
                    <a:pt x="170" y="711"/>
                  </a:cubicBezTo>
                  <a:cubicBezTo>
                    <a:pt x="166" y="707"/>
                    <a:pt x="164" y="702"/>
                    <a:pt x="164" y="696"/>
                  </a:cubicBezTo>
                  <a:cubicBezTo>
                    <a:pt x="164" y="691"/>
                    <a:pt x="165" y="685"/>
                    <a:pt x="168" y="680"/>
                  </a:cubicBezTo>
                  <a:cubicBezTo>
                    <a:pt x="170" y="678"/>
                    <a:pt x="172" y="676"/>
                    <a:pt x="174" y="674"/>
                  </a:cubicBezTo>
                  <a:cubicBezTo>
                    <a:pt x="177" y="673"/>
                    <a:pt x="180" y="671"/>
                    <a:pt x="183" y="671"/>
                  </a:cubicBezTo>
                  <a:cubicBezTo>
                    <a:pt x="183" y="671"/>
                    <a:pt x="184" y="671"/>
                    <a:pt x="185" y="671"/>
                  </a:cubicBezTo>
                  <a:cubicBezTo>
                    <a:pt x="187" y="671"/>
                    <a:pt x="187" y="671"/>
                    <a:pt x="187" y="671"/>
                  </a:cubicBezTo>
                  <a:cubicBezTo>
                    <a:pt x="190" y="671"/>
                    <a:pt x="190" y="671"/>
                    <a:pt x="190" y="671"/>
                  </a:cubicBezTo>
                  <a:cubicBezTo>
                    <a:pt x="196" y="671"/>
                    <a:pt x="196" y="671"/>
                    <a:pt x="196" y="671"/>
                  </a:cubicBezTo>
                  <a:cubicBezTo>
                    <a:pt x="196" y="671"/>
                    <a:pt x="194" y="671"/>
                    <a:pt x="197" y="671"/>
                  </a:cubicBezTo>
                  <a:lnTo>
                    <a:pt x="190" y="672"/>
                  </a:lnTo>
                  <a:close/>
                  <a:moveTo>
                    <a:pt x="136" y="380"/>
                  </a:moveTo>
                  <a:cubicBezTo>
                    <a:pt x="135" y="376"/>
                    <a:pt x="135" y="371"/>
                    <a:pt x="136" y="368"/>
                  </a:cubicBezTo>
                  <a:cubicBezTo>
                    <a:pt x="137" y="364"/>
                    <a:pt x="139" y="361"/>
                    <a:pt x="143" y="359"/>
                  </a:cubicBezTo>
                  <a:cubicBezTo>
                    <a:pt x="146" y="356"/>
                    <a:pt x="150" y="355"/>
                    <a:pt x="154" y="354"/>
                  </a:cubicBezTo>
                  <a:cubicBezTo>
                    <a:pt x="158" y="354"/>
                    <a:pt x="162" y="355"/>
                    <a:pt x="166" y="357"/>
                  </a:cubicBezTo>
                  <a:cubicBezTo>
                    <a:pt x="170" y="359"/>
                    <a:pt x="174" y="362"/>
                    <a:pt x="177" y="366"/>
                  </a:cubicBezTo>
                  <a:cubicBezTo>
                    <a:pt x="180" y="369"/>
                    <a:pt x="183" y="373"/>
                    <a:pt x="185" y="377"/>
                  </a:cubicBezTo>
                  <a:cubicBezTo>
                    <a:pt x="188" y="384"/>
                    <a:pt x="188" y="384"/>
                    <a:pt x="188" y="384"/>
                  </a:cubicBezTo>
                  <a:cubicBezTo>
                    <a:pt x="194" y="396"/>
                    <a:pt x="194" y="396"/>
                    <a:pt x="194" y="396"/>
                  </a:cubicBezTo>
                  <a:cubicBezTo>
                    <a:pt x="196" y="395"/>
                    <a:pt x="198" y="394"/>
                    <a:pt x="200" y="393"/>
                  </a:cubicBezTo>
                  <a:cubicBezTo>
                    <a:pt x="201" y="393"/>
                    <a:pt x="201" y="392"/>
                    <a:pt x="202" y="392"/>
                  </a:cubicBezTo>
                  <a:cubicBezTo>
                    <a:pt x="203" y="391"/>
                    <a:pt x="204" y="391"/>
                    <a:pt x="205" y="390"/>
                  </a:cubicBezTo>
                  <a:cubicBezTo>
                    <a:pt x="207" y="389"/>
                    <a:pt x="207" y="389"/>
                    <a:pt x="207" y="389"/>
                  </a:cubicBezTo>
                  <a:cubicBezTo>
                    <a:pt x="209" y="388"/>
                    <a:pt x="209" y="388"/>
                    <a:pt x="209" y="388"/>
                  </a:cubicBezTo>
                  <a:cubicBezTo>
                    <a:pt x="210" y="387"/>
                    <a:pt x="211" y="386"/>
                    <a:pt x="213" y="386"/>
                  </a:cubicBezTo>
                  <a:cubicBezTo>
                    <a:pt x="217" y="383"/>
                    <a:pt x="221" y="380"/>
                    <a:pt x="225" y="376"/>
                  </a:cubicBezTo>
                  <a:cubicBezTo>
                    <a:pt x="229" y="373"/>
                    <a:pt x="233" y="369"/>
                    <a:pt x="237" y="366"/>
                  </a:cubicBezTo>
                  <a:cubicBezTo>
                    <a:pt x="239" y="364"/>
                    <a:pt x="240" y="362"/>
                    <a:pt x="242" y="360"/>
                  </a:cubicBezTo>
                  <a:cubicBezTo>
                    <a:pt x="244" y="358"/>
                    <a:pt x="244" y="358"/>
                    <a:pt x="244" y="358"/>
                  </a:cubicBezTo>
                  <a:cubicBezTo>
                    <a:pt x="246" y="356"/>
                    <a:pt x="246" y="356"/>
                    <a:pt x="246" y="356"/>
                  </a:cubicBezTo>
                  <a:cubicBezTo>
                    <a:pt x="247" y="354"/>
                    <a:pt x="249" y="353"/>
                    <a:pt x="250" y="351"/>
                  </a:cubicBezTo>
                  <a:cubicBezTo>
                    <a:pt x="249" y="349"/>
                    <a:pt x="247" y="348"/>
                    <a:pt x="246" y="346"/>
                  </a:cubicBezTo>
                  <a:cubicBezTo>
                    <a:pt x="245" y="345"/>
                    <a:pt x="245" y="345"/>
                    <a:pt x="245" y="345"/>
                  </a:cubicBezTo>
                  <a:cubicBezTo>
                    <a:pt x="245" y="344"/>
                    <a:pt x="245" y="344"/>
                    <a:pt x="245" y="344"/>
                  </a:cubicBezTo>
                  <a:cubicBezTo>
                    <a:pt x="245" y="343"/>
                    <a:pt x="244" y="343"/>
                    <a:pt x="244" y="342"/>
                  </a:cubicBezTo>
                  <a:cubicBezTo>
                    <a:pt x="243" y="340"/>
                    <a:pt x="242" y="338"/>
                    <a:pt x="242" y="336"/>
                  </a:cubicBezTo>
                  <a:cubicBezTo>
                    <a:pt x="242" y="335"/>
                    <a:pt x="241" y="334"/>
                    <a:pt x="241" y="333"/>
                  </a:cubicBezTo>
                  <a:cubicBezTo>
                    <a:pt x="241" y="332"/>
                    <a:pt x="241" y="332"/>
                    <a:pt x="241" y="331"/>
                  </a:cubicBezTo>
                  <a:cubicBezTo>
                    <a:pt x="241" y="331"/>
                    <a:pt x="241" y="330"/>
                    <a:pt x="241" y="330"/>
                  </a:cubicBezTo>
                  <a:cubicBezTo>
                    <a:pt x="241" y="328"/>
                    <a:pt x="241" y="325"/>
                    <a:pt x="241" y="323"/>
                  </a:cubicBezTo>
                  <a:cubicBezTo>
                    <a:pt x="242" y="314"/>
                    <a:pt x="246" y="306"/>
                    <a:pt x="251" y="298"/>
                  </a:cubicBezTo>
                  <a:cubicBezTo>
                    <a:pt x="253" y="295"/>
                    <a:pt x="256" y="291"/>
                    <a:pt x="260" y="289"/>
                  </a:cubicBezTo>
                  <a:cubicBezTo>
                    <a:pt x="263" y="287"/>
                    <a:pt x="267" y="286"/>
                    <a:pt x="271" y="286"/>
                  </a:cubicBezTo>
                  <a:cubicBezTo>
                    <a:pt x="274" y="287"/>
                    <a:pt x="278" y="288"/>
                    <a:pt x="281" y="291"/>
                  </a:cubicBezTo>
                  <a:cubicBezTo>
                    <a:pt x="285" y="293"/>
                    <a:pt x="287" y="297"/>
                    <a:pt x="288" y="300"/>
                  </a:cubicBezTo>
                  <a:cubicBezTo>
                    <a:pt x="291" y="307"/>
                    <a:pt x="288" y="316"/>
                    <a:pt x="284" y="324"/>
                  </a:cubicBezTo>
                  <a:cubicBezTo>
                    <a:pt x="282" y="328"/>
                    <a:pt x="279" y="332"/>
                    <a:pt x="276" y="335"/>
                  </a:cubicBezTo>
                  <a:cubicBezTo>
                    <a:pt x="275" y="337"/>
                    <a:pt x="275" y="337"/>
                    <a:pt x="275" y="337"/>
                  </a:cubicBezTo>
                  <a:cubicBezTo>
                    <a:pt x="273" y="339"/>
                    <a:pt x="273" y="339"/>
                    <a:pt x="273" y="339"/>
                  </a:cubicBezTo>
                  <a:cubicBezTo>
                    <a:pt x="269" y="344"/>
                    <a:pt x="269" y="344"/>
                    <a:pt x="269" y="344"/>
                  </a:cubicBezTo>
                  <a:cubicBezTo>
                    <a:pt x="268" y="346"/>
                    <a:pt x="267" y="347"/>
                    <a:pt x="267" y="349"/>
                  </a:cubicBezTo>
                  <a:cubicBezTo>
                    <a:pt x="267" y="349"/>
                    <a:pt x="267" y="350"/>
                    <a:pt x="267" y="350"/>
                  </a:cubicBezTo>
                  <a:cubicBezTo>
                    <a:pt x="267" y="351"/>
                    <a:pt x="267" y="351"/>
                    <a:pt x="267" y="351"/>
                  </a:cubicBezTo>
                  <a:cubicBezTo>
                    <a:pt x="267" y="351"/>
                    <a:pt x="267" y="351"/>
                    <a:pt x="268" y="351"/>
                  </a:cubicBezTo>
                  <a:cubicBezTo>
                    <a:pt x="268" y="352"/>
                    <a:pt x="268" y="352"/>
                    <a:pt x="268" y="352"/>
                  </a:cubicBezTo>
                  <a:cubicBezTo>
                    <a:pt x="268" y="352"/>
                    <a:pt x="269" y="353"/>
                    <a:pt x="270" y="353"/>
                  </a:cubicBezTo>
                  <a:cubicBezTo>
                    <a:pt x="270" y="354"/>
                    <a:pt x="271" y="354"/>
                    <a:pt x="272" y="354"/>
                  </a:cubicBezTo>
                  <a:cubicBezTo>
                    <a:pt x="274" y="355"/>
                    <a:pt x="276" y="356"/>
                    <a:pt x="277" y="356"/>
                  </a:cubicBezTo>
                  <a:cubicBezTo>
                    <a:pt x="278" y="356"/>
                    <a:pt x="279" y="357"/>
                    <a:pt x="280" y="357"/>
                  </a:cubicBezTo>
                  <a:cubicBezTo>
                    <a:pt x="283" y="357"/>
                    <a:pt x="283" y="357"/>
                    <a:pt x="283" y="357"/>
                  </a:cubicBezTo>
                  <a:cubicBezTo>
                    <a:pt x="285" y="358"/>
                    <a:pt x="286" y="358"/>
                    <a:pt x="287" y="358"/>
                  </a:cubicBezTo>
                  <a:cubicBezTo>
                    <a:pt x="292" y="359"/>
                    <a:pt x="297" y="359"/>
                    <a:pt x="303" y="359"/>
                  </a:cubicBezTo>
                  <a:cubicBezTo>
                    <a:pt x="308" y="359"/>
                    <a:pt x="313" y="359"/>
                    <a:pt x="318" y="358"/>
                  </a:cubicBezTo>
                  <a:cubicBezTo>
                    <a:pt x="321" y="357"/>
                    <a:pt x="323" y="356"/>
                    <a:pt x="326" y="355"/>
                  </a:cubicBezTo>
                  <a:cubicBezTo>
                    <a:pt x="327" y="355"/>
                    <a:pt x="327" y="355"/>
                    <a:pt x="327" y="355"/>
                  </a:cubicBezTo>
                  <a:cubicBezTo>
                    <a:pt x="328" y="355"/>
                    <a:pt x="328" y="355"/>
                    <a:pt x="328" y="355"/>
                  </a:cubicBezTo>
                  <a:cubicBezTo>
                    <a:pt x="331" y="353"/>
                    <a:pt x="331" y="353"/>
                    <a:pt x="331" y="353"/>
                  </a:cubicBezTo>
                  <a:cubicBezTo>
                    <a:pt x="333" y="353"/>
                    <a:pt x="335" y="352"/>
                    <a:pt x="337" y="351"/>
                  </a:cubicBezTo>
                  <a:cubicBezTo>
                    <a:pt x="336" y="348"/>
                    <a:pt x="336" y="345"/>
                    <a:pt x="335" y="342"/>
                  </a:cubicBezTo>
                  <a:cubicBezTo>
                    <a:pt x="335" y="340"/>
                    <a:pt x="335" y="340"/>
                    <a:pt x="335" y="340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4" y="337"/>
                    <a:pt x="334" y="337"/>
                    <a:pt x="334" y="337"/>
                  </a:cubicBezTo>
                  <a:cubicBezTo>
                    <a:pt x="334" y="333"/>
                    <a:pt x="334" y="330"/>
                    <a:pt x="334" y="327"/>
                  </a:cubicBezTo>
                  <a:cubicBezTo>
                    <a:pt x="334" y="320"/>
                    <a:pt x="336" y="314"/>
                    <a:pt x="339" y="309"/>
                  </a:cubicBezTo>
                  <a:cubicBezTo>
                    <a:pt x="340" y="307"/>
                    <a:pt x="342" y="304"/>
                    <a:pt x="345" y="302"/>
                  </a:cubicBezTo>
                  <a:cubicBezTo>
                    <a:pt x="346" y="301"/>
                    <a:pt x="347" y="300"/>
                    <a:pt x="348" y="299"/>
                  </a:cubicBezTo>
                  <a:cubicBezTo>
                    <a:pt x="349" y="298"/>
                    <a:pt x="350" y="297"/>
                    <a:pt x="352" y="297"/>
                  </a:cubicBezTo>
                  <a:cubicBezTo>
                    <a:pt x="357" y="294"/>
                    <a:pt x="363" y="294"/>
                    <a:pt x="367" y="296"/>
                  </a:cubicBezTo>
                  <a:cubicBezTo>
                    <a:pt x="369" y="296"/>
                    <a:pt x="370" y="297"/>
                    <a:pt x="371" y="297"/>
                  </a:cubicBezTo>
                  <a:cubicBezTo>
                    <a:pt x="371" y="298"/>
                    <a:pt x="372" y="298"/>
                    <a:pt x="372" y="299"/>
                  </a:cubicBezTo>
                  <a:cubicBezTo>
                    <a:pt x="373" y="299"/>
                    <a:pt x="373" y="300"/>
                    <a:pt x="374" y="300"/>
                  </a:cubicBezTo>
                  <a:cubicBezTo>
                    <a:pt x="375" y="303"/>
                    <a:pt x="377" y="305"/>
                    <a:pt x="378" y="308"/>
                  </a:cubicBezTo>
                  <a:cubicBezTo>
                    <a:pt x="380" y="313"/>
                    <a:pt x="380" y="319"/>
                    <a:pt x="378" y="325"/>
                  </a:cubicBezTo>
                  <a:cubicBezTo>
                    <a:pt x="376" y="330"/>
                    <a:pt x="372" y="336"/>
                    <a:pt x="367" y="340"/>
                  </a:cubicBezTo>
                  <a:cubicBezTo>
                    <a:pt x="365" y="343"/>
                    <a:pt x="363" y="345"/>
                    <a:pt x="360" y="347"/>
                  </a:cubicBezTo>
                  <a:cubicBezTo>
                    <a:pt x="359" y="347"/>
                    <a:pt x="359" y="348"/>
                    <a:pt x="358" y="348"/>
                  </a:cubicBezTo>
                  <a:cubicBezTo>
                    <a:pt x="357" y="349"/>
                    <a:pt x="357" y="349"/>
                    <a:pt x="357" y="349"/>
                  </a:cubicBezTo>
                  <a:cubicBezTo>
                    <a:pt x="356" y="350"/>
                    <a:pt x="356" y="350"/>
                    <a:pt x="356" y="350"/>
                  </a:cubicBezTo>
                  <a:cubicBezTo>
                    <a:pt x="353" y="352"/>
                    <a:pt x="351" y="353"/>
                    <a:pt x="348" y="355"/>
                  </a:cubicBezTo>
                  <a:cubicBezTo>
                    <a:pt x="349" y="357"/>
                    <a:pt x="349" y="359"/>
                    <a:pt x="350" y="361"/>
                  </a:cubicBezTo>
                  <a:cubicBezTo>
                    <a:pt x="350" y="362"/>
                    <a:pt x="351" y="363"/>
                    <a:pt x="351" y="364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3" y="369"/>
                    <a:pt x="354" y="371"/>
                    <a:pt x="356" y="373"/>
                  </a:cubicBezTo>
                  <a:cubicBezTo>
                    <a:pt x="358" y="378"/>
                    <a:pt x="361" y="382"/>
                    <a:pt x="364" y="387"/>
                  </a:cubicBezTo>
                  <a:cubicBezTo>
                    <a:pt x="367" y="391"/>
                    <a:pt x="371" y="395"/>
                    <a:pt x="375" y="398"/>
                  </a:cubicBezTo>
                  <a:cubicBezTo>
                    <a:pt x="376" y="399"/>
                    <a:pt x="377" y="400"/>
                    <a:pt x="378" y="400"/>
                  </a:cubicBezTo>
                  <a:cubicBezTo>
                    <a:pt x="379" y="401"/>
                    <a:pt x="379" y="401"/>
                    <a:pt x="380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3" y="403"/>
                    <a:pt x="383" y="403"/>
                    <a:pt x="383" y="403"/>
                  </a:cubicBezTo>
                  <a:cubicBezTo>
                    <a:pt x="384" y="404"/>
                    <a:pt x="386" y="405"/>
                    <a:pt x="388" y="406"/>
                  </a:cubicBezTo>
                  <a:cubicBezTo>
                    <a:pt x="391" y="407"/>
                    <a:pt x="391" y="407"/>
                    <a:pt x="391" y="407"/>
                  </a:cubicBezTo>
                  <a:cubicBezTo>
                    <a:pt x="392" y="408"/>
                    <a:pt x="392" y="408"/>
                    <a:pt x="392" y="408"/>
                  </a:cubicBezTo>
                  <a:cubicBezTo>
                    <a:pt x="393" y="408"/>
                    <a:pt x="393" y="408"/>
                    <a:pt x="394" y="408"/>
                  </a:cubicBezTo>
                  <a:cubicBezTo>
                    <a:pt x="401" y="393"/>
                    <a:pt x="401" y="393"/>
                    <a:pt x="401" y="393"/>
                  </a:cubicBezTo>
                  <a:cubicBezTo>
                    <a:pt x="406" y="383"/>
                    <a:pt x="406" y="383"/>
                    <a:pt x="406" y="383"/>
                  </a:cubicBezTo>
                  <a:cubicBezTo>
                    <a:pt x="408" y="379"/>
                    <a:pt x="408" y="379"/>
                    <a:pt x="408" y="379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7"/>
                    <a:pt x="409" y="377"/>
                    <a:pt x="409" y="377"/>
                  </a:cubicBezTo>
                  <a:cubicBezTo>
                    <a:pt x="410" y="376"/>
                    <a:pt x="410" y="375"/>
                    <a:pt x="411" y="375"/>
                  </a:cubicBezTo>
                  <a:cubicBezTo>
                    <a:pt x="413" y="372"/>
                    <a:pt x="415" y="370"/>
                    <a:pt x="417" y="367"/>
                  </a:cubicBezTo>
                  <a:cubicBezTo>
                    <a:pt x="420" y="365"/>
                    <a:pt x="422" y="363"/>
                    <a:pt x="425" y="362"/>
                  </a:cubicBezTo>
                  <a:cubicBezTo>
                    <a:pt x="426" y="361"/>
                    <a:pt x="427" y="361"/>
                    <a:pt x="429" y="361"/>
                  </a:cubicBezTo>
                  <a:cubicBezTo>
                    <a:pt x="430" y="361"/>
                    <a:pt x="431" y="361"/>
                    <a:pt x="432" y="361"/>
                  </a:cubicBezTo>
                  <a:cubicBezTo>
                    <a:pt x="437" y="362"/>
                    <a:pt x="441" y="366"/>
                    <a:pt x="444" y="372"/>
                  </a:cubicBezTo>
                  <a:cubicBezTo>
                    <a:pt x="446" y="377"/>
                    <a:pt x="447" y="384"/>
                    <a:pt x="446" y="390"/>
                  </a:cubicBezTo>
                  <a:cubicBezTo>
                    <a:pt x="445" y="393"/>
                    <a:pt x="445" y="396"/>
                    <a:pt x="443" y="399"/>
                  </a:cubicBezTo>
                  <a:cubicBezTo>
                    <a:pt x="442" y="402"/>
                    <a:pt x="440" y="405"/>
                    <a:pt x="438" y="407"/>
                  </a:cubicBezTo>
                  <a:cubicBezTo>
                    <a:pt x="434" y="411"/>
                    <a:pt x="429" y="415"/>
                    <a:pt x="423" y="417"/>
                  </a:cubicBezTo>
                  <a:cubicBezTo>
                    <a:pt x="420" y="418"/>
                    <a:pt x="416" y="418"/>
                    <a:pt x="413" y="418"/>
                  </a:cubicBezTo>
                  <a:cubicBezTo>
                    <a:pt x="411" y="418"/>
                    <a:pt x="410" y="419"/>
                    <a:pt x="408" y="419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8"/>
                    <a:pt x="404" y="418"/>
                    <a:pt x="404" y="418"/>
                  </a:cubicBezTo>
                  <a:cubicBezTo>
                    <a:pt x="399" y="418"/>
                    <a:pt x="399" y="418"/>
                    <a:pt x="399" y="418"/>
                  </a:cubicBezTo>
                  <a:cubicBezTo>
                    <a:pt x="398" y="419"/>
                    <a:pt x="397" y="421"/>
                    <a:pt x="397" y="423"/>
                  </a:cubicBezTo>
                  <a:cubicBezTo>
                    <a:pt x="395" y="427"/>
                    <a:pt x="395" y="427"/>
                    <a:pt x="395" y="427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3"/>
                    <a:pt x="387" y="443"/>
                    <a:pt x="387" y="443"/>
                  </a:cubicBezTo>
                  <a:cubicBezTo>
                    <a:pt x="384" y="451"/>
                    <a:pt x="381" y="458"/>
                    <a:pt x="378" y="465"/>
                  </a:cubicBezTo>
                  <a:cubicBezTo>
                    <a:pt x="372" y="480"/>
                    <a:pt x="367" y="495"/>
                    <a:pt x="361" y="510"/>
                  </a:cubicBezTo>
                  <a:cubicBezTo>
                    <a:pt x="351" y="539"/>
                    <a:pt x="341" y="570"/>
                    <a:pt x="332" y="600"/>
                  </a:cubicBezTo>
                  <a:cubicBezTo>
                    <a:pt x="327" y="617"/>
                    <a:pt x="327" y="617"/>
                    <a:pt x="327" y="617"/>
                  </a:cubicBezTo>
                  <a:cubicBezTo>
                    <a:pt x="326" y="622"/>
                    <a:pt x="326" y="622"/>
                    <a:pt x="326" y="622"/>
                  </a:cubicBezTo>
                  <a:cubicBezTo>
                    <a:pt x="325" y="622"/>
                    <a:pt x="325" y="622"/>
                    <a:pt x="325" y="622"/>
                  </a:cubicBezTo>
                  <a:cubicBezTo>
                    <a:pt x="330" y="603"/>
                    <a:pt x="330" y="603"/>
                    <a:pt x="330" y="603"/>
                  </a:cubicBezTo>
                  <a:cubicBezTo>
                    <a:pt x="334" y="592"/>
                    <a:pt x="334" y="592"/>
                    <a:pt x="334" y="592"/>
                  </a:cubicBezTo>
                  <a:cubicBezTo>
                    <a:pt x="342" y="563"/>
                    <a:pt x="352" y="534"/>
                    <a:pt x="362" y="506"/>
                  </a:cubicBezTo>
                  <a:cubicBezTo>
                    <a:pt x="367" y="491"/>
                    <a:pt x="373" y="477"/>
                    <a:pt x="378" y="463"/>
                  </a:cubicBezTo>
                  <a:cubicBezTo>
                    <a:pt x="381" y="456"/>
                    <a:pt x="384" y="449"/>
                    <a:pt x="387" y="442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403" y="418"/>
                    <a:pt x="403" y="418"/>
                    <a:pt x="403" y="418"/>
                  </a:cubicBezTo>
                  <a:cubicBezTo>
                    <a:pt x="404" y="418"/>
                    <a:pt x="405" y="418"/>
                    <a:pt x="406" y="418"/>
                  </a:cubicBezTo>
                  <a:cubicBezTo>
                    <a:pt x="406" y="418"/>
                    <a:pt x="407" y="418"/>
                    <a:pt x="407" y="418"/>
                  </a:cubicBezTo>
                  <a:cubicBezTo>
                    <a:pt x="408" y="418"/>
                    <a:pt x="408" y="418"/>
                    <a:pt x="408" y="418"/>
                  </a:cubicBezTo>
                  <a:cubicBezTo>
                    <a:pt x="410" y="418"/>
                    <a:pt x="411" y="418"/>
                    <a:pt x="413" y="418"/>
                  </a:cubicBezTo>
                  <a:cubicBezTo>
                    <a:pt x="416" y="417"/>
                    <a:pt x="419" y="417"/>
                    <a:pt x="422" y="416"/>
                  </a:cubicBezTo>
                  <a:cubicBezTo>
                    <a:pt x="428" y="414"/>
                    <a:pt x="434" y="411"/>
                    <a:pt x="438" y="406"/>
                  </a:cubicBezTo>
                  <a:cubicBezTo>
                    <a:pt x="440" y="404"/>
                    <a:pt x="442" y="402"/>
                    <a:pt x="443" y="399"/>
                  </a:cubicBezTo>
                  <a:cubicBezTo>
                    <a:pt x="444" y="396"/>
                    <a:pt x="445" y="393"/>
                    <a:pt x="445" y="390"/>
                  </a:cubicBezTo>
                  <a:cubicBezTo>
                    <a:pt x="446" y="384"/>
                    <a:pt x="446" y="377"/>
                    <a:pt x="443" y="372"/>
                  </a:cubicBezTo>
                  <a:cubicBezTo>
                    <a:pt x="441" y="367"/>
                    <a:pt x="436" y="362"/>
                    <a:pt x="432" y="362"/>
                  </a:cubicBezTo>
                  <a:cubicBezTo>
                    <a:pt x="431" y="362"/>
                    <a:pt x="431" y="362"/>
                    <a:pt x="430" y="361"/>
                  </a:cubicBezTo>
                  <a:cubicBezTo>
                    <a:pt x="430" y="361"/>
                    <a:pt x="429" y="362"/>
                    <a:pt x="429" y="362"/>
                  </a:cubicBezTo>
                  <a:cubicBezTo>
                    <a:pt x="428" y="362"/>
                    <a:pt x="426" y="362"/>
                    <a:pt x="425" y="363"/>
                  </a:cubicBezTo>
                  <a:cubicBezTo>
                    <a:pt x="423" y="364"/>
                    <a:pt x="420" y="366"/>
                    <a:pt x="418" y="368"/>
                  </a:cubicBezTo>
                  <a:cubicBezTo>
                    <a:pt x="415" y="370"/>
                    <a:pt x="413" y="373"/>
                    <a:pt x="411" y="375"/>
                  </a:cubicBezTo>
                  <a:cubicBezTo>
                    <a:pt x="411" y="376"/>
                    <a:pt x="410" y="377"/>
                    <a:pt x="410" y="377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06" y="384"/>
                    <a:pt x="406" y="384"/>
                    <a:pt x="406" y="384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394" y="409"/>
                    <a:pt x="394" y="409"/>
                    <a:pt x="394" y="409"/>
                  </a:cubicBezTo>
                  <a:cubicBezTo>
                    <a:pt x="394" y="409"/>
                    <a:pt x="393" y="409"/>
                    <a:pt x="393" y="409"/>
                  </a:cubicBezTo>
                  <a:cubicBezTo>
                    <a:pt x="391" y="408"/>
                    <a:pt x="391" y="408"/>
                    <a:pt x="391" y="408"/>
                  </a:cubicBezTo>
                  <a:cubicBezTo>
                    <a:pt x="388" y="407"/>
                    <a:pt x="388" y="407"/>
                    <a:pt x="388" y="407"/>
                  </a:cubicBezTo>
                  <a:cubicBezTo>
                    <a:pt x="386" y="406"/>
                    <a:pt x="384" y="405"/>
                    <a:pt x="382" y="404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0" y="402"/>
                    <a:pt x="380" y="402"/>
                    <a:pt x="380" y="402"/>
                  </a:cubicBezTo>
                  <a:cubicBezTo>
                    <a:pt x="379" y="402"/>
                    <a:pt x="378" y="402"/>
                    <a:pt x="378" y="401"/>
                  </a:cubicBezTo>
                  <a:cubicBezTo>
                    <a:pt x="377" y="400"/>
                    <a:pt x="376" y="400"/>
                    <a:pt x="375" y="399"/>
                  </a:cubicBezTo>
                  <a:cubicBezTo>
                    <a:pt x="370" y="395"/>
                    <a:pt x="367" y="391"/>
                    <a:pt x="363" y="387"/>
                  </a:cubicBezTo>
                  <a:cubicBezTo>
                    <a:pt x="360" y="383"/>
                    <a:pt x="357" y="378"/>
                    <a:pt x="355" y="374"/>
                  </a:cubicBezTo>
                  <a:cubicBezTo>
                    <a:pt x="354" y="371"/>
                    <a:pt x="352" y="369"/>
                    <a:pt x="351" y="367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50" y="363"/>
                    <a:pt x="350" y="362"/>
                    <a:pt x="349" y="361"/>
                  </a:cubicBezTo>
                  <a:cubicBezTo>
                    <a:pt x="348" y="359"/>
                    <a:pt x="348" y="357"/>
                    <a:pt x="347" y="355"/>
                  </a:cubicBezTo>
                  <a:cubicBezTo>
                    <a:pt x="350" y="353"/>
                    <a:pt x="352" y="351"/>
                    <a:pt x="355" y="349"/>
                  </a:cubicBezTo>
                  <a:cubicBezTo>
                    <a:pt x="357" y="348"/>
                    <a:pt x="357" y="348"/>
                    <a:pt x="357" y="348"/>
                  </a:cubicBezTo>
                  <a:cubicBezTo>
                    <a:pt x="358" y="348"/>
                    <a:pt x="358" y="348"/>
                    <a:pt x="358" y="348"/>
                  </a:cubicBezTo>
                  <a:cubicBezTo>
                    <a:pt x="358" y="347"/>
                    <a:pt x="359" y="347"/>
                    <a:pt x="359" y="346"/>
                  </a:cubicBezTo>
                  <a:cubicBezTo>
                    <a:pt x="362" y="344"/>
                    <a:pt x="364" y="342"/>
                    <a:pt x="367" y="340"/>
                  </a:cubicBezTo>
                  <a:cubicBezTo>
                    <a:pt x="371" y="335"/>
                    <a:pt x="375" y="330"/>
                    <a:pt x="377" y="325"/>
                  </a:cubicBezTo>
                  <a:cubicBezTo>
                    <a:pt x="379" y="319"/>
                    <a:pt x="379" y="313"/>
                    <a:pt x="377" y="308"/>
                  </a:cubicBezTo>
                  <a:cubicBezTo>
                    <a:pt x="376" y="306"/>
                    <a:pt x="375" y="303"/>
                    <a:pt x="373" y="301"/>
                  </a:cubicBezTo>
                  <a:cubicBezTo>
                    <a:pt x="372" y="301"/>
                    <a:pt x="372" y="300"/>
                    <a:pt x="371" y="299"/>
                  </a:cubicBezTo>
                  <a:cubicBezTo>
                    <a:pt x="371" y="299"/>
                    <a:pt x="371" y="299"/>
                    <a:pt x="370" y="298"/>
                  </a:cubicBezTo>
                  <a:cubicBezTo>
                    <a:pt x="369" y="297"/>
                    <a:pt x="368" y="297"/>
                    <a:pt x="367" y="296"/>
                  </a:cubicBezTo>
                  <a:cubicBezTo>
                    <a:pt x="363" y="295"/>
                    <a:pt x="357" y="295"/>
                    <a:pt x="352" y="298"/>
                  </a:cubicBezTo>
                  <a:cubicBezTo>
                    <a:pt x="351" y="298"/>
                    <a:pt x="350" y="299"/>
                    <a:pt x="349" y="300"/>
                  </a:cubicBezTo>
                  <a:cubicBezTo>
                    <a:pt x="347" y="301"/>
                    <a:pt x="346" y="302"/>
                    <a:pt x="345" y="303"/>
                  </a:cubicBezTo>
                  <a:cubicBezTo>
                    <a:pt x="343" y="305"/>
                    <a:pt x="341" y="307"/>
                    <a:pt x="340" y="310"/>
                  </a:cubicBezTo>
                  <a:cubicBezTo>
                    <a:pt x="337" y="315"/>
                    <a:pt x="335" y="321"/>
                    <a:pt x="335" y="327"/>
                  </a:cubicBezTo>
                  <a:cubicBezTo>
                    <a:pt x="335" y="330"/>
                    <a:pt x="335" y="333"/>
                    <a:pt x="335" y="337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2"/>
                    <a:pt x="336" y="342"/>
                    <a:pt x="336" y="342"/>
                  </a:cubicBezTo>
                  <a:cubicBezTo>
                    <a:pt x="336" y="343"/>
                    <a:pt x="336" y="343"/>
                    <a:pt x="336" y="343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7"/>
                    <a:pt x="337" y="347"/>
                    <a:pt x="337" y="347"/>
                  </a:cubicBezTo>
                  <a:cubicBezTo>
                    <a:pt x="338" y="351"/>
                    <a:pt x="338" y="351"/>
                    <a:pt x="338" y="351"/>
                  </a:cubicBezTo>
                  <a:cubicBezTo>
                    <a:pt x="336" y="352"/>
                    <a:pt x="334" y="353"/>
                    <a:pt x="332" y="354"/>
                  </a:cubicBezTo>
                  <a:cubicBezTo>
                    <a:pt x="331" y="355"/>
                    <a:pt x="330" y="355"/>
                    <a:pt x="329" y="355"/>
                  </a:cubicBezTo>
                  <a:cubicBezTo>
                    <a:pt x="328" y="356"/>
                    <a:pt x="328" y="356"/>
                    <a:pt x="328" y="356"/>
                  </a:cubicBezTo>
                  <a:cubicBezTo>
                    <a:pt x="326" y="356"/>
                    <a:pt x="326" y="356"/>
                    <a:pt x="326" y="356"/>
                  </a:cubicBezTo>
                  <a:cubicBezTo>
                    <a:pt x="324" y="357"/>
                    <a:pt x="321" y="358"/>
                    <a:pt x="318" y="359"/>
                  </a:cubicBezTo>
                  <a:cubicBezTo>
                    <a:pt x="313" y="360"/>
                    <a:pt x="308" y="360"/>
                    <a:pt x="303" y="360"/>
                  </a:cubicBezTo>
                  <a:cubicBezTo>
                    <a:pt x="297" y="360"/>
                    <a:pt x="292" y="360"/>
                    <a:pt x="287" y="359"/>
                  </a:cubicBezTo>
                  <a:cubicBezTo>
                    <a:pt x="286" y="359"/>
                    <a:pt x="284" y="359"/>
                    <a:pt x="283" y="358"/>
                  </a:cubicBezTo>
                  <a:cubicBezTo>
                    <a:pt x="282" y="358"/>
                    <a:pt x="281" y="358"/>
                    <a:pt x="280" y="358"/>
                  </a:cubicBezTo>
                  <a:cubicBezTo>
                    <a:pt x="279" y="358"/>
                    <a:pt x="278" y="357"/>
                    <a:pt x="277" y="357"/>
                  </a:cubicBezTo>
                  <a:cubicBezTo>
                    <a:pt x="275" y="357"/>
                    <a:pt x="273" y="356"/>
                    <a:pt x="271" y="355"/>
                  </a:cubicBezTo>
                  <a:cubicBezTo>
                    <a:pt x="270" y="355"/>
                    <a:pt x="269" y="354"/>
                    <a:pt x="268" y="354"/>
                  </a:cubicBezTo>
                  <a:cubicBezTo>
                    <a:pt x="268" y="353"/>
                    <a:pt x="267" y="353"/>
                    <a:pt x="267" y="352"/>
                  </a:cubicBezTo>
                  <a:cubicBezTo>
                    <a:pt x="266" y="352"/>
                    <a:pt x="266" y="351"/>
                    <a:pt x="266" y="351"/>
                  </a:cubicBezTo>
                  <a:cubicBezTo>
                    <a:pt x="266" y="350"/>
                    <a:pt x="266" y="350"/>
                    <a:pt x="266" y="350"/>
                  </a:cubicBezTo>
                  <a:cubicBezTo>
                    <a:pt x="266" y="350"/>
                    <a:pt x="266" y="349"/>
                    <a:pt x="265" y="349"/>
                  </a:cubicBezTo>
                  <a:cubicBezTo>
                    <a:pt x="265" y="348"/>
                    <a:pt x="266" y="346"/>
                    <a:pt x="268" y="344"/>
                  </a:cubicBezTo>
                  <a:cubicBezTo>
                    <a:pt x="272" y="339"/>
                    <a:pt x="272" y="339"/>
                    <a:pt x="272" y="339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5" y="335"/>
                    <a:pt x="275" y="335"/>
                    <a:pt x="275" y="335"/>
                  </a:cubicBezTo>
                  <a:cubicBezTo>
                    <a:pt x="278" y="331"/>
                    <a:pt x="281" y="327"/>
                    <a:pt x="283" y="323"/>
                  </a:cubicBezTo>
                  <a:cubicBezTo>
                    <a:pt x="285" y="319"/>
                    <a:pt x="287" y="315"/>
                    <a:pt x="288" y="311"/>
                  </a:cubicBezTo>
                  <a:cubicBezTo>
                    <a:pt x="289" y="307"/>
                    <a:pt x="289" y="304"/>
                    <a:pt x="288" y="300"/>
                  </a:cubicBezTo>
                  <a:cubicBezTo>
                    <a:pt x="286" y="297"/>
                    <a:pt x="284" y="294"/>
                    <a:pt x="281" y="292"/>
                  </a:cubicBezTo>
                  <a:cubicBezTo>
                    <a:pt x="277" y="289"/>
                    <a:pt x="274" y="288"/>
                    <a:pt x="270" y="287"/>
                  </a:cubicBezTo>
                  <a:cubicBezTo>
                    <a:pt x="267" y="287"/>
                    <a:pt x="264" y="288"/>
                    <a:pt x="260" y="290"/>
                  </a:cubicBezTo>
                  <a:cubicBezTo>
                    <a:pt x="257" y="292"/>
                    <a:pt x="254" y="295"/>
                    <a:pt x="252" y="299"/>
                  </a:cubicBezTo>
                  <a:cubicBezTo>
                    <a:pt x="247" y="306"/>
                    <a:pt x="243" y="315"/>
                    <a:pt x="242" y="323"/>
                  </a:cubicBezTo>
                  <a:cubicBezTo>
                    <a:pt x="242" y="326"/>
                    <a:pt x="242" y="328"/>
                    <a:pt x="242" y="330"/>
                  </a:cubicBezTo>
                  <a:cubicBezTo>
                    <a:pt x="242" y="330"/>
                    <a:pt x="242" y="331"/>
                    <a:pt x="242" y="331"/>
                  </a:cubicBezTo>
                  <a:cubicBezTo>
                    <a:pt x="242" y="332"/>
                    <a:pt x="242" y="332"/>
                    <a:pt x="242" y="333"/>
                  </a:cubicBezTo>
                  <a:cubicBezTo>
                    <a:pt x="242" y="334"/>
                    <a:pt x="243" y="335"/>
                    <a:pt x="243" y="336"/>
                  </a:cubicBezTo>
                  <a:cubicBezTo>
                    <a:pt x="243" y="338"/>
                    <a:pt x="244" y="340"/>
                    <a:pt x="245" y="342"/>
                  </a:cubicBezTo>
                  <a:cubicBezTo>
                    <a:pt x="245" y="342"/>
                    <a:pt x="245" y="343"/>
                    <a:pt x="246" y="343"/>
                  </a:cubicBezTo>
                  <a:cubicBezTo>
                    <a:pt x="246" y="343"/>
                    <a:pt x="246" y="343"/>
                    <a:pt x="246" y="344"/>
                  </a:cubicBezTo>
                  <a:cubicBezTo>
                    <a:pt x="247" y="346"/>
                    <a:pt x="247" y="346"/>
                    <a:pt x="247" y="346"/>
                  </a:cubicBezTo>
                  <a:cubicBezTo>
                    <a:pt x="248" y="347"/>
                    <a:pt x="250" y="349"/>
                    <a:pt x="251" y="351"/>
                  </a:cubicBezTo>
                  <a:cubicBezTo>
                    <a:pt x="250" y="353"/>
                    <a:pt x="248" y="355"/>
                    <a:pt x="247" y="356"/>
                  </a:cubicBezTo>
                  <a:cubicBezTo>
                    <a:pt x="246" y="357"/>
                    <a:pt x="245" y="358"/>
                    <a:pt x="244" y="359"/>
                  </a:cubicBezTo>
                  <a:cubicBezTo>
                    <a:pt x="243" y="361"/>
                    <a:pt x="243" y="361"/>
                    <a:pt x="243" y="361"/>
                  </a:cubicBezTo>
                  <a:cubicBezTo>
                    <a:pt x="241" y="363"/>
                    <a:pt x="239" y="365"/>
                    <a:pt x="237" y="366"/>
                  </a:cubicBezTo>
                  <a:cubicBezTo>
                    <a:pt x="234" y="370"/>
                    <a:pt x="230" y="374"/>
                    <a:pt x="226" y="377"/>
                  </a:cubicBezTo>
                  <a:cubicBezTo>
                    <a:pt x="222" y="380"/>
                    <a:pt x="217" y="384"/>
                    <a:pt x="213" y="387"/>
                  </a:cubicBezTo>
                  <a:cubicBezTo>
                    <a:pt x="212" y="387"/>
                    <a:pt x="211" y="388"/>
                    <a:pt x="210" y="389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07" y="390"/>
                    <a:pt x="207" y="390"/>
                    <a:pt x="207" y="390"/>
                  </a:cubicBezTo>
                  <a:cubicBezTo>
                    <a:pt x="206" y="391"/>
                    <a:pt x="206" y="391"/>
                    <a:pt x="206" y="391"/>
                  </a:cubicBezTo>
                  <a:cubicBezTo>
                    <a:pt x="205" y="392"/>
                    <a:pt x="204" y="392"/>
                    <a:pt x="203" y="393"/>
                  </a:cubicBezTo>
                  <a:cubicBezTo>
                    <a:pt x="202" y="393"/>
                    <a:pt x="201" y="394"/>
                    <a:pt x="200" y="394"/>
                  </a:cubicBezTo>
                  <a:cubicBezTo>
                    <a:pt x="198" y="395"/>
                    <a:pt x="196" y="396"/>
                    <a:pt x="194" y="397"/>
                  </a:cubicBezTo>
                  <a:cubicBezTo>
                    <a:pt x="187" y="385"/>
                    <a:pt x="187" y="385"/>
                    <a:pt x="187" y="385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2" y="374"/>
                    <a:pt x="179" y="370"/>
                    <a:pt x="177" y="367"/>
                  </a:cubicBezTo>
                  <a:cubicBezTo>
                    <a:pt x="174" y="363"/>
                    <a:pt x="170" y="360"/>
                    <a:pt x="167" y="358"/>
                  </a:cubicBezTo>
                  <a:cubicBezTo>
                    <a:pt x="163" y="356"/>
                    <a:pt x="159" y="355"/>
                    <a:pt x="155" y="355"/>
                  </a:cubicBezTo>
                  <a:cubicBezTo>
                    <a:pt x="152" y="355"/>
                    <a:pt x="148" y="356"/>
                    <a:pt x="144" y="358"/>
                  </a:cubicBezTo>
                  <a:cubicBezTo>
                    <a:pt x="141" y="361"/>
                    <a:pt x="138" y="363"/>
                    <a:pt x="137" y="367"/>
                  </a:cubicBezTo>
                  <a:cubicBezTo>
                    <a:pt x="136" y="370"/>
                    <a:pt x="135" y="374"/>
                    <a:pt x="136" y="378"/>
                  </a:cubicBezTo>
                  <a:cubicBezTo>
                    <a:pt x="137" y="382"/>
                    <a:pt x="139" y="386"/>
                    <a:pt x="141" y="389"/>
                  </a:cubicBezTo>
                  <a:cubicBezTo>
                    <a:pt x="141" y="388"/>
                    <a:pt x="139" y="386"/>
                    <a:pt x="139" y="386"/>
                  </a:cubicBezTo>
                  <a:cubicBezTo>
                    <a:pt x="139" y="385"/>
                    <a:pt x="139" y="386"/>
                    <a:pt x="139" y="387"/>
                  </a:cubicBezTo>
                  <a:cubicBezTo>
                    <a:pt x="140" y="388"/>
                    <a:pt x="141" y="389"/>
                    <a:pt x="142" y="392"/>
                  </a:cubicBezTo>
                  <a:cubicBezTo>
                    <a:pt x="140" y="388"/>
                    <a:pt x="137" y="384"/>
                    <a:pt x="136" y="380"/>
                  </a:cubicBezTo>
                  <a:close/>
                  <a:moveTo>
                    <a:pt x="183" y="623"/>
                  </a:moveTo>
                  <a:cubicBezTo>
                    <a:pt x="180" y="624"/>
                    <a:pt x="177" y="625"/>
                    <a:pt x="175" y="626"/>
                  </a:cubicBezTo>
                  <a:cubicBezTo>
                    <a:pt x="172" y="628"/>
                    <a:pt x="170" y="630"/>
                    <a:pt x="169" y="632"/>
                  </a:cubicBezTo>
                  <a:cubicBezTo>
                    <a:pt x="166" y="637"/>
                    <a:pt x="165" y="642"/>
                    <a:pt x="165" y="648"/>
                  </a:cubicBezTo>
                  <a:cubicBezTo>
                    <a:pt x="165" y="653"/>
                    <a:pt x="167" y="658"/>
                    <a:pt x="171" y="662"/>
                  </a:cubicBezTo>
                  <a:cubicBezTo>
                    <a:pt x="173" y="664"/>
                    <a:pt x="175" y="666"/>
                    <a:pt x="178" y="667"/>
                  </a:cubicBezTo>
                  <a:cubicBezTo>
                    <a:pt x="179" y="668"/>
                    <a:pt x="181" y="668"/>
                    <a:pt x="182" y="668"/>
                  </a:cubicBezTo>
                  <a:cubicBezTo>
                    <a:pt x="183" y="669"/>
                    <a:pt x="184" y="669"/>
                    <a:pt x="184" y="669"/>
                  </a:cubicBezTo>
                  <a:cubicBezTo>
                    <a:pt x="185" y="669"/>
                    <a:pt x="185" y="669"/>
                    <a:pt x="185" y="669"/>
                  </a:cubicBezTo>
                  <a:cubicBezTo>
                    <a:pt x="186" y="669"/>
                    <a:pt x="186" y="669"/>
                    <a:pt x="186" y="669"/>
                  </a:cubicBezTo>
                  <a:cubicBezTo>
                    <a:pt x="199" y="669"/>
                    <a:pt x="199" y="669"/>
                    <a:pt x="199" y="669"/>
                  </a:cubicBezTo>
                  <a:cubicBezTo>
                    <a:pt x="224" y="669"/>
                    <a:pt x="224" y="669"/>
                    <a:pt x="224" y="669"/>
                  </a:cubicBezTo>
                  <a:cubicBezTo>
                    <a:pt x="257" y="669"/>
                    <a:pt x="290" y="670"/>
                    <a:pt x="325" y="669"/>
                  </a:cubicBezTo>
                  <a:cubicBezTo>
                    <a:pt x="325" y="670"/>
                    <a:pt x="325" y="670"/>
                    <a:pt x="325" y="670"/>
                  </a:cubicBezTo>
                  <a:cubicBezTo>
                    <a:pt x="311" y="670"/>
                    <a:pt x="311" y="670"/>
                    <a:pt x="311" y="670"/>
                  </a:cubicBezTo>
                  <a:cubicBezTo>
                    <a:pt x="298" y="670"/>
                    <a:pt x="298" y="670"/>
                    <a:pt x="298" y="670"/>
                  </a:cubicBezTo>
                  <a:cubicBezTo>
                    <a:pt x="273" y="670"/>
                    <a:pt x="248" y="670"/>
                    <a:pt x="223" y="670"/>
                  </a:cubicBezTo>
                  <a:cubicBezTo>
                    <a:pt x="198" y="670"/>
                    <a:pt x="198" y="670"/>
                    <a:pt x="198" y="670"/>
                  </a:cubicBezTo>
                  <a:cubicBezTo>
                    <a:pt x="186" y="670"/>
                    <a:pt x="186" y="670"/>
                    <a:pt x="186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4" y="670"/>
                    <a:pt x="184" y="670"/>
                  </a:cubicBezTo>
                  <a:cubicBezTo>
                    <a:pt x="183" y="670"/>
                    <a:pt x="182" y="669"/>
                    <a:pt x="181" y="669"/>
                  </a:cubicBezTo>
                  <a:cubicBezTo>
                    <a:pt x="180" y="669"/>
                    <a:pt x="178" y="669"/>
                    <a:pt x="177" y="668"/>
                  </a:cubicBezTo>
                  <a:cubicBezTo>
                    <a:pt x="174" y="667"/>
                    <a:pt x="172" y="665"/>
                    <a:pt x="170" y="663"/>
                  </a:cubicBezTo>
                  <a:cubicBezTo>
                    <a:pt x="166" y="658"/>
                    <a:pt x="164" y="653"/>
                    <a:pt x="164" y="648"/>
                  </a:cubicBezTo>
                  <a:cubicBezTo>
                    <a:pt x="164" y="642"/>
                    <a:pt x="165" y="637"/>
                    <a:pt x="168" y="632"/>
                  </a:cubicBezTo>
                  <a:cubicBezTo>
                    <a:pt x="170" y="630"/>
                    <a:pt x="172" y="627"/>
                    <a:pt x="174" y="626"/>
                  </a:cubicBezTo>
                  <a:cubicBezTo>
                    <a:pt x="176" y="624"/>
                    <a:pt x="179" y="623"/>
                    <a:pt x="182" y="623"/>
                  </a:cubicBezTo>
                  <a:cubicBezTo>
                    <a:pt x="182" y="623"/>
                    <a:pt x="183" y="623"/>
                    <a:pt x="183" y="623"/>
                  </a:cubicBezTo>
                  <a:cubicBezTo>
                    <a:pt x="183" y="623"/>
                    <a:pt x="183" y="623"/>
                    <a:pt x="183" y="623"/>
                  </a:cubicBezTo>
                  <a:close/>
                  <a:moveTo>
                    <a:pt x="248" y="379"/>
                  </a:moveTo>
                  <a:cubicBezTo>
                    <a:pt x="251" y="377"/>
                    <a:pt x="253" y="375"/>
                    <a:pt x="255" y="372"/>
                  </a:cubicBezTo>
                  <a:cubicBezTo>
                    <a:pt x="259" y="368"/>
                    <a:pt x="259" y="368"/>
                    <a:pt x="259" y="368"/>
                  </a:cubicBezTo>
                  <a:cubicBezTo>
                    <a:pt x="260" y="368"/>
                    <a:pt x="261" y="369"/>
                    <a:pt x="262" y="369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4" y="370"/>
                    <a:pt x="264" y="370"/>
                    <a:pt x="264" y="370"/>
                  </a:cubicBezTo>
                  <a:cubicBezTo>
                    <a:pt x="266" y="371"/>
                    <a:pt x="266" y="371"/>
                    <a:pt x="266" y="371"/>
                  </a:cubicBezTo>
                  <a:cubicBezTo>
                    <a:pt x="270" y="372"/>
                    <a:pt x="273" y="373"/>
                    <a:pt x="276" y="374"/>
                  </a:cubicBezTo>
                  <a:cubicBezTo>
                    <a:pt x="283" y="376"/>
                    <a:pt x="290" y="377"/>
                    <a:pt x="297" y="377"/>
                  </a:cubicBezTo>
                  <a:cubicBezTo>
                    <a:pt x="304" y="377"/>
                    <a:pt x="311" y="377"/>
                    <a:pt x="318" y="376"/>
                  </a:cubicBezTo>
                  <a:cubicBezTo>
                    <a:pt x="321" y="375"/>
                    <a:pt x="324" y="375"/>
                    <a:pt x="328" y="374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32" y="372"/>
                    <a:pt x="332" y="372"/>
                    <a:pt x="332" y="372"/>
                  </a:cubicBezTo>
                  <a:cubicBezTo>
                    <a:pt x="333" y="372"/>
                    <a:pt x="334" y="372"/>
                    <a:pt x="334" y="371"/>
                  </a:cubicBezTo>
                  <a:cubicBezTo>
                    <a:pt x="334" y="372"/>
                    <a:pt x="334" y="372"/>
                    <a:pt x="335" y="372"/>
                  </a:cubicBezTo>
                  <a:cubicBezTo>
                    <a:pt x="335" y="373"/>
                    <a:pt x="335" y="373"/>
                    <a:pt x="335" y="374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7" y="377"/>
                    <a:pt x="337" y="378"/>
                  </a:cubicBezTo>
                  <a:cubicBezTo>
                    <a:pt x="338" y="380"/>
                    <a:pt x="340" y="383"/>
                    <a:pt x="341" y="386"/>
                  </a:cubicBezTo>
                  <a:cubicBezTo>
                    <a:pt x="345" y="391"/>
                    <a:pt x="348" y="396"/>
                    <a:pt x="352" y="400"/>
                  </a:cubicBezTo>
                  <a:cubicBezTo>
                    <a:pt x="356" y="405"/>
                    <a:pt x="361" y="409"/>
                    <a:pt x="365" y="413"/>
                  </a:cubicBezTo>
                  <a:cubicBezTo>
                    <a:pt x="368" y="415"/>
                    <a:pt x="370" y="416"/>
                    <a:pt x="373" y="418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6" y="420"/>
                    <a:pt x="376" y="420"/>
                    <a:pt x="376" y="420"/>
                  </a:cubicBezTo>
                  <a:cubicBezTo>
                    <a:pt x="376" y="420"/>
                    <a:pt x="377" y="420"/>
                    <a:pt x="378" y="421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69" y="440"/>
                    <a:pt x="367" y="445"/>
                    <a:pt x="364" y="451"/>
                  </a:cubicBezTo>
                  <a:cubicBezTo>
                    <a:pt x="359" y="462"/>
                    <a:pt x="355" y="473"/>
                    <a:pt x="350" y="484"/>
                  </a:cubicBezTo>
                  <a:cubicBezTo>
                    <a:pt x="355" y="473"/>
                    <a:pt x="359" y="462"/>
                    <a:pt x="364" y="451"/>
                  </a:cubicBezTo>
                  <a:cubicBezTo>
                    <a:pt x="367" y="445"/>
                    <a:pt x="369" y="439"/>
                    <a:pt x="371" y="434"/>
                  </a:cubicBezTo>
                  <a:cubicBezTo>
                    <a:pt x="377" y="421"/>
                    <a:pt x="377" y="421"/>
                    <a:pt x="377" y="421"/>
                  </a:cubicBezTo>
                  <a:cubicBezTo>
                    <a:pt x="377" y="420"/>
                    <a:pt x="376" y="420"/>
                    <a:pt x="376" y="420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3" y="418"/>
                    <a:pt x="373" y="418"/>
                    <a:pt x="373" y="418"/>
                  </a:cubicBezTo>
                  <a:cubicBezTo>
                    <a:pt x="370" y="417"/>
                    <a:pt x="368" y="415"/>
                    <a:pt x="365" y="413"/>
                  </a:cubicBezTo>
                  <a:cubicBezTo>
                    <a:pt x="360" y="409"/>
                    <a:pt x="356" y="405"/>
                    <a:pt x="352" y="400"/>
                  </a:cubicBezTo>
                  <a:cubicBezTo>
                    <a:pt x="348" y="396"/>
                    <a:pt x="344" y="391"/>
                    <a:pt x="341" y="386"/>
                  </a:cubicBezTo>
                  <a:cubicBezTo>
                    <a:pt x="340" y="383"/>
                    <a:pt x="338" y="380"/>
                    <a:pt x="337" y="378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3"/>
                    <a:pt x="335" y="373"/>
                    <a:pt x="335" y="372"/>
                  </a:cubicBezTo>
                  <a:cubicBezTo>
                    <a:pt x="334" y="372"/>
                    <a:pt x="334" y="372"/>
                    <a:pt x="334" y="371"/>
                  </a:cubicBezTo>
                  <a:cubicBezTo>
                    <a:pt x="334" y="372"/>
                    <a:pt x="333" y="372"/>
                    <a:pt x="332" y="372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28" y="374"/>
                    <a:pt x="328" y="374"/>
                    <a:pt x="328" y="374"/>
                  </a:cubicBezTo>
                  <a:cubicBezTo>
                    <a:pt x="324" y="375"/>
                    <a:pt x="321" y="375"/>
                    <a:pt x="318" y="376"/>
                  </a:cubicBezTo>
                  <a:cubicBezTo>
                    <a:pt x="311" y="377"/>
                    <a:pt x="304" y="378"/>
                    <a:pt x="297" y="377"/>
                  </a:cubicBezTo>
                  <a:cubicBezTo>
                    <a:pt x="290" y="377"/>
                    <a:pt x="283" y="376"/>
                    <a:pt x="276" y="374"/>
                  </a:cubicBezTo>
                  <a:cubicBezTo>
                    <a:pt x="273" y="374"/>
                    <a:pt x="270" y="373"/>
                    <a:pt x="266" y="371"/>
                  </a:cubicBezTo>
                  <a:cubicBezTo>
                    <a:pt x="265" y="371"/>
                    <a:pt x="265" y="371"/>
                    <a:pt x="264" y="370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2" y="370"/>
                    <a:pt x="262" y="370"/>
                    <a:pt x="262" y="370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1" y="369"/>
                    <a:pt x="260" y="369"/>
                    <a:pt x="259" y="368"/>
                  </a:cubicBezTo>
                  <a:cubicBezTo>
                    <a:pt x="258" y="369"/>
                    <a:pt x="257" y="370"/>
                    <a:pt x="255" y="373"/>
                  </a:cubicBezTo>
                  <a:cubicBezTo>
                    <a:pt x="253" y="375"/>
                    <a:pt x="250" y="377"/>
                    <a:pt x="248" y="379"/>
                  </a:cubicBezTo>
                  <a:cubicBezTo>
                    <a:pt x="244" y="384"/>
                    <a:pt x="239" y="388"/>
                    <a:pt x="235" y="392"/>
                  </a:cubicBezTo>
                  <a:cubicBezTo>
                    <a:pt x="234" y="393"/>
                    <a:pt x="235" y="393"/>
                    <a:pt x="236" y="393"/>
                  </a:cubicBezTo>
                  <a:cubicBezTo>
                    <a:pt x="236" y="392"/>
                    <a:pt x="238" y="391"/>
                    <a:pt x="242" y="388"/>
                  </a:cubicBezTo>
                  <a:cubicBezTo>
                    <a:pt x="244" y="386"/>
                    <a:pt x="247" y="384"/>
                    <a:pt x="251" y="380"/>
                  </a:cubicBezTo>
                  <a:cubicBezTo>
                    <a:pt x="252" y="378"/>
                    <a:pt x="254" y="377"/>
                    <a:pt x="256" y="374"/>
                  </a:cubicBezTo>
                  <a:cubicBezTo>
                    <a:pt x="259" y="372"/>
                    <a:pt x="259" y="372"/>
                    <a:pt x="259" y="372"/>
                  </a:cubicBezTo>
                  <a:cubicBezTo>
                    <a:pt x="259" y="371"/>
                    <a:pt x="259" y="371"/>
                    <a:pt x="260" y="371"/>
                  </a:cubicBezTo>
                  <a:cubicBezTo>
                    <a:pt x="260" y="371"/>
                    <a:pt x="260" y="371"/>
                    <a:pt x="260" y="371"/>
                  </a:cubicBezTo>
                  <a:cubicBezTo>
                    <a:pt x="261" y="371"/>
                    <a:pt x="261" y="371"/>
                    <a:pt x="261" y="371"/>
                  </a:cubicBezTo>
                  <a:cubicBezTo>
                    <a:pt x="262" y="372"/>
                    <a:pt x="262" y="372"/>
                    <a:pt x="262" y="372"/>
                  </a:cubicBezTo>
                  <a:cubicBezTo>
                    <a:pt x="264" y="373"/>
                    <a:pt x="266" y="374"/>
                    <a:pt x="268" y="374"/>
                  </a:cubicBezTo>
                  <a:cubicBezTo>
                    <a:pt x="273" y="376"/>
                    <a:pt x="277" y="377"/>
                    <a:pt x="282" y="378"/>
                  </a:cubicBezTo>
                  <a:cubicBezTo>
                    <a:pt x="291" y="379"/>
                    <a:pt x="299" y="379"/>
                    <a:pt x="307" y="379"/>
                  </a:cubicBezTo>
                  <a:cubicBezTo>
                    <a:pt x="312" y="379"/>
                    <a:pt x="317" y="378"/>
                    <a:pt x="323" y="377"/>
                  </a:cubicBezTo>
                  <a:cubicBezTo>
                    <a:pt x="325" y="377"/>
                    <a:pt x="328" y="376"/>
                    <a:pt x="331" y="375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3" y="374"/>
                    <a:pt x="333" y="374"/>
                    <a:pt x="333" y="374"/>
                  </a:cubicBezTo>
                  <a:cubicBezTo>
                    <a:pt x="333" y="375"/>
                    <a:pt x="333" y="375"/>
                    <a:pt x="333" y="375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7"/>
                    <a:pt x="334" y="377"/>
                    <a:pt x="334" y="377"/>
                  </a:cubicBezTo>
                  <a:cubicBezTo>
                    <a:pt x="334" y="378"/>
                    <a:pt x="334" y="378"/>
                    <a:pt x="334" y="378"/>
                  </a:cubicBezTo>
                  <a:cubicBezTo>
                    <a:pt x="336" y="380"/>
                    <a:pt x="337" y="383"/>
                    <a:pt x="339" y="386"/>
                  </a:cubicBezTo>
                  <a:cubicBezTo>
                    <a:pt x="342" y="391"/>
                    <a:pt x="345" y="397"/>
                    <a:pt x="350" y="401"/>
                  </a:cubicBezTo>
                  <a:cubicBezTo>
                    <a:pt x="354" y="406"/>
                    <a:pt x="358" y="411"/>
                    <a:pt x="363" y="415"/>
                  </a:cubicBezTo>
                  <a:cubicBezTo>
                    <a:pt x="366" y="417"/>
                    <a:pt x="369" y="418"/>
                    <a:pt x="371" y="420"/>
                  </a:cubicBezTo>
                  <a:cubicBezTo>
                    <a:pt x="374" y="421"/>
                    <a:pt x="374" y="421"/>
                    <a:pt x="374" y="421"/>
                  </a:cubicBezTo>
                  <a:cubicBezTo>
                    <a:pt x="374" y="422"/>
                    <a:pt x="374" y="422"/>
                    <a:pt x="374" y="422"/>
                  </a:cubicBezTo>
                  <a:cubicBezTo>
                    <a:pt x="374" y="422"/>
                    <a:pt x="374" y="422"/>
                    <a:pt x="374" y="423"/>
                  </a:cubicBezTo>
                  <a:cubicBezTo>
                    <a:pt x="372" y="428"/>
                    <a:pt x="372" y="428"/>
                    <a:pt x="372" y="428"/>
                  </a:cubicBezTo>
                  <a:cubicBezTo>
                    <a:pt x="366" y="440"/>
                    <a:pt x="366" y="440"/>
                    <a:pt x="366" y="440"/>
                  </a:cubicBezTo>
                  <a:cubicBezTo>
                    <a:pt x="363" y="448"/>
                    <a:pt x="360" y="456"/>
                    <a:pt x="356" y="464"/>
                  </a:cubicBezTo>
                  <a:cubicBezTo>
                    <a:pt x="350" y="480"/>
                    <a:pt x="344" y="495"/>
                    <a:pt x="338" y="511"/>
                  </a:cubicBezTo>
                  <a:cubicBezTo>
                    <a:pt x="330" y="534"/>
                    <a:pt x="322" y="557"/>
                    <a:pt x="315" y="580"/>
                  </a:cubicBezTo>
                  <a:cubicBezTo>
                    <a:pt x="314" y="585"/>
                    <a:pt x="312" y="591"/>
                    <a:pt x="310" y="597"/>
                  </a:cubicBezTo>
                  <a:cubicBezTo>
                    <a:pt x="308" y="606"/>
                    <a:pt x="308" y="606"/>
                    <a:pt x="308" y="606"/>
                  </a:cubicBezTo>
                  <a:cubicBezTo>
                    <a:pt x="307" y="608"/>
                    <a:pt x="307" y="608"/>
                    <a:pt x="307" y="608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6" y="609"/>
                    <a:pt x="306" y="609"/>
                    <a:pt x="306" y="609"/>
                  </a:cubicBezTo>
                  <a:cubicBezTo>
                    <a:pt x="304" y="609"/>
                    <a:pt x="304" y="609"/>
                    <a:pt x="304" y="609"/>
                  </a:cubicBezTo>
                  <a:cubicBezTo>
                    <a:pt x="295" y="609"/>
                    <a:pt x="295" y="609"/>
                    <a:pt x="295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0" y="587"/>
                    <a:pt x="280" y="587"/>
                    <a:pt x="280" y="587"/>
                  </a:cubicBezTo>
                  <a:cubicBezTo>
                    <a:pt x="277" y="579"/>
                    <a:pt x="275" y="571"/>
                    <a:pt x="272" y="563"/>
                  </a:cubicBezTo>
                  <a:cubicBezTo>
                    <a:pt x="267" y="547"/>
                    <a:pt x="262" y="531"/>
                    <a:pt x="256" y="515"/>
                  </a:cubicBezTo>
                  <a:cubicBezTo>
                    <a:pt x="246" y="484"/>
                    <a:pt x="234" y="454"/>
                    <a:pt x="222" y="429"/>
                  </a:cubicBezTo>
                  <a:cubicBezTo>
                    <a:pt x="217" y="418"/>
                    <a:pt x="214" y="411"/>
                    <a:pt x="211" y="408"/>
                  </a:cubicBezTo>
                  <a:cubicBezTo>
                    <a:pt x="210" y="406"/>
                    <a:pt x="210" y="405"/>
                    <a:pt x="209" y="405"/>
                  </a:cubicBezTo>
                  <a:cubicBezTo>
                    <a:pt x="212" y="404"/>
                    <a:pt x="215" y="402"/>
                    <a:pt x="220" y="400"/>
                  </a:cubicBezTo>
                  <a:cubicBezTo>
                    <a:pt x="223" y="398"/>
                    <a:pt x="226" y="395"/>
                    <a:pt x="229" y="393"/>
                  </a:cubicBezTo>
                  <a:cubicBezTo>
                    <a:pt x="232" y="391"/>
                    <a:pt x="234" y="389"/>
                    <a:pt x="234" y="389"/>
                  </a:cubicBezTo>
                  <a:cubicBezTo>
                    <a:pt x="237" y="388"/>
                    <a:pt x="236" y="389"/>
                    <a:pt x="235" y="391"/>
                  </a:cubicBezTo>
                  <a:cubicBezTo>
                    <a:pt x="240" y="387"/>
                    <a:pt x="244" y="383"/>
                    <a:pt x="248" y="379"/>
                  </a:cubicBezTo>
                  <a:close/>
                  <a:moveTo>
                    <a:pt x="318" y="622"/>
                  </a:moveTo>
                  <a:cubicBezTo>
                    <a:pt x="319" y="621"/>
                    <a:pt x="319" y="621"/>
                    <a:pt x="319" y="621"/>
                  </a:cubicBezTo>
                  <a:cubicBezTo>
                    <a:pt x="323" y="606"/>
                    <a:pt x="323" y="606"/>
                    <a:pt x="323" y="606"/>
                  </a:cubicBezTo>
                  <a:cubicBezTo>
                    <a:pt x="325" y="599"/>
                    <a:pt x="327" y="592"/>
                    <a:pt x="329" y="585"/>
                  </a:cubicBezTo>
                  <a:cubicBezTo>
                    <a:pt x="337" y="557"/>
                    <a:pt x="346" y="530"/>
                    <a:pt x="356" y="502"/>
                  </a:cubicBezTo>
                  <a:cubicBezTo>
                    <a:pt x="361" y="489"/>
                    <a:pt x="366" y="475"/>
                    <a:pt x="372" y="462"/>
                  </a:cubicBezTo>
                  <a:cubicBezTo>
                    <a:pt x="374" y="455"/>
                    <a:pt x="377" y="448"/>
                    <a:pt x="380" y="442"/>
                  </a:cubicBezTo>
                  <a:cubicBezTo>
                    <a:pt x="385" y="432"/>
                    <a:pt x="385" y="432"/>
                    <a:pt x="385" y="432"/>
                  </a:cubicBezTo>
                  <a:cubicBezTo>
                    <a:pt x="392" y="416"/>
                    <a:pt x="392" y="416"/>
                    <a:pt x="392" y="416"/>
                  </a:cubicBezTo>
                  <a:cubicBezTo>
                    <a:pt x="386" y="413"/>
                    <a:pt x="386" y="413"/>
                    <a:pt x="386" y="413"/>
                  </a:cubicBezTo>
                  <a:cubicBezTo>
                    <a:pt x="385" y="412"/>
                    <a:pt x="384" y="412"/>
                    <a:pt x="383" y="411"/>
                  </a:cubicBezTo>
                  <a:cubicBezTo>
                    <a:pt x="381" y="410"/>
                    <a:pt x="381" y="410"/>
                    <a:pt x="381" y="410"/>
                  </a:cubicBezTo>
                  <a:cubicBezTo>
                    <a:pt x="381" y="410"/>
                    <a:pt x="381" y="410"/>
                    <a:pt x="380" y="410"/>
                  </a:cubicBezTo>
                  <a:cubicBezTo>
                    <a:pt x="380" y="410"/>
                    <a:pt x="380" y="410"/>
                    <a:pt x="380" y="410"/>
                  </a:cubicBezTo>
                  <a:cubicBezTo>
                    <a:pt x="378" y="409"/>
                    <a:pt x="376" y="407"/>
                    <a:pt x="374" y="406"/>
                  </a:cubicBezTo>
                  <a:cubicBezTo>
                    <a:pt x="371" y="404"/>
                    <a:pt x="367" y="401"/>
                    <a:pt x="364" y="398"/>
                  </a:cubicBezTo>
                  <a:cubicBezTo>
                    <a:pt x="358" y="392"/>
                    <a:pt x="353" y="385"/>
                    <a:pt x="349" y="377"/>
                  </a:cubicBezTo>
                  <a:cubicBezTo>
                    <a:pt x="353" y="385"/>
                    <a:pt x="358" y="392"/>
                    <a:pt x="364" y="398"/>
                  </a:cubicBezTo>
                  <a:cubicBezTo>
                    <a:pt x="367" y="401"/>
                    <a:pt x="371" y="404"/>
                    <a:pt x="374" y="406"/>
                  </a:cubicBezTo>
                  <a:cubicBezTo>
                    <a:pt x="376" y="407"/>
                    <a:pt x="378" y="409"/>
                    <a:pt x="380" y="410"/>
                  </a:cubicBezTo>
                  <a:cubicBezTo>
                    <a:pt x="383" y="412"/>
                    <a:pt x="388" y="414"/>
                    <a:pt x="391" y="416"/>
                  </a:cubicBezTo>
                  <a:cubicBezTo>
                    <a:pt x="384" y="433"/>
                    <a:pt x="384" y="433"/>
                    <a:pt x="384" y="433"/>
                  </a:cubicBezTo>
                  <a:cubicBezTo>
                    <a:pt x="379" y="445"/>
                    <a:pt x="379" y="445"/>
                    <a:pt x="379" y="445"/>
                  </a:cubicBezTo>
                  <a:cubicBezTo>
                    <a:pt x="375" y="452"/>
                    <a:pt x="372" y="460"/>
                    <a:pt x="369" y="468"/>
                  </a:cubicBezTo>
                  <a:cubicBezTo>
                    <a:pt x="363" y="483"/>
                    <a:pt x="357" y="499"/>
                    <a:pt x="351" y="515"/>
                  </a:cubicBezTo>
                  <a:cubicBezTo>
                    <a:pt x="340" y="546"/>
                    <a:pt x="330" y="578"/>
                    <a:pt x="321" y="612"/>
                  </a:cubicBezTo>
                  <a:cubicBezTo>
                    <a:pt x="321" y="611"/>
                    <a:pt x="321" y="609"/>
                    <a:pt x="320" y="612"/>
                  </a:cubicBezTo>
                  <a:cubicBezTo>
                    <a:pt x="329" y="579"/>
                    <a:pt x="339" y="546"/>
                    <a:pt x="350" y="515"/>
                  </a:cubicBezTo>
                  <a:cubicBezTo>
                    <a:pt x="356" y="499"/>
                    <a:pt x="362" y="483"/>
                    <a:pt x="368" y="468"/>
                  </a:cubicBezTo>
                  <a:cubicBezTo>
                    <a:pt x="371" y="460"/>
                    <a:pt x="375" y="452"/>
                    <a:pt x="378" y="444"/>
                  </a:cubicBezTo>
                  <a:cubicBezTo>
                    <a:pt x="383" y="433"/>
                    <a:pt x="383" y="433"/>
                    <a:pt x="383" y="433"/>
                  </a:cubicBezTo>
                  <a:cubicBezTo>
                    <a:pt x="391" y="416"/>
                    <a:pt x="391" y="416"/>
                    <a:pt x="391" y="416"/>
                  </a:cubicBezTo>
                  <a:cubicBezTo>
                    <a:pt x="384" y="413"/>
                    <a:pt x="384" y="413"/>
                    <a:pt x="384" y="413"/>
                  </a:cubicBezTo>
                  <a:cubicBezTo>
                    <a:pt x="383" y="413"/>
                    <a:pt x="383" y="412"/>
                    <a:pt x="382" y="412"/>
                  </a:cubicBezTo>
                  <a:cubicBezTo>
                    <a:pt x="380" y="411"/>
                    <a:pt x="380" y="411"/>
                    <a:pt x="380" y="411"/>
                  </a:cubicBezTo>
                  <a:cubicBezTo>
                    <a:pt x="379" y="410"/>
                    <a:pt x="379" y="410"/>
                    <a:pt x="379" y="410"/>
                  </a:cubicBezTo>
                  <a:cubicBezTo>
                    <a:pt x="377" y="409"/>
                    <a:pt x="375" y="408"/>
                    <a:pt x="373" y="406"/>
                  </a:cubicBezTo>
                  <a:cubicBezTo>
                    <a:pt x="369" y="404"/>
                    <a:pt x="366" y="401"/>
                    <a:pt x="363" y="397"/>
                  </a:cubicBezTo>
                  <a:cubicBezTo>
                    <a:pt x="356" y="391"/>
                    <a:pt x="350" y="383"/>
                    <a:pt x="346" y="374"/>
                  </a:cubicBezTo>
                  <a:cubicBezTo>
                    <a:pt x="347" y="374"/>
                    <a:pt x="347" y="374"/>
                    <a:pt x="347" y="374"/>
                  </a:cubicBezTo>
                  <a:cubicBezTo>
                    <a:pt x="347" y="373"/>
                    <a:pt x="346" y="372"/>
                    <a:pt x="346" y="372"/>
                  </a:cubicBezTo>
                  <a:cubicBezTo>
                    <a:pt x="346" y="371"/>
                    <a:pt x="346" y="371"/>
                    <a:pt x="346" y="371"/>
                  </a:cubicBezTo>
                  <a:cubicBezTo>
                    <a:pt x="345" y="371"/>
                    <a:pt x="345" y="371"/>
                    <a:pt x="345" y="371"/>
                  </a:cubicBezTo>
                  <a:cubicBezTo>
                    <a:pt x="345" y="370"/>
                    <a:pt x="345" y="370"/>
                    <a:pt x="345" y="370"/>
                  </a:cubicBezTo>
                  <a:cubicBezTo>
                    <a:pt x="344" y="368"/>
                    <a:pt x="344" y="368"/>
                    <a:pt x="344" y="368"/>
                  </a:cubicBezTo>
                  <a:cubicBezTo>
                    <a:pt x="343" y="364"/>
                    <a:pt x="342" y="361"/>
                    <a:pt x="340" y="358"/>
                  </a:cubicBezTo>
                  <a:cubicBezTo>
                    <a:pt x="337" y="359"/>
                    <a:pt x="334" y="360"/>
                    <a:pt x="331" y="361"/>
                  </a:cubicBezTo>
                  <a:cubicBezTo>
                    <a:pt x="330" y="362"/>
                    <a:pt x="330" y="362"/>
                    <a:pt x="329" y="362"/>
                  </a:cubicBezTo>
                  <a:cubicBezTo>
                    <a:pt x="327" y="363"/>
                    <a:pt x="327" y="363"/>
                    <a:pt x="327" y="363"/>
                  </a:cubicBezTo>
                  <a:cubicBezTo>
                    <a:pt x="325" y="363"/>
                    <a:pt x="325" y="363"/>
                    <a:pt x="325" y="363"/>
                  </a:cubicBezTo>
                  <a:cubicBezTo>
                    <a:pt x="322" y="364"/>
                    <a:pt x="319" y="365"/>
                    <a:pt x="316" y="365"/>
                  </a:cubicBezTo>
                  <a:cubicBezTo>
                    <a:pt x="310" y="366"/>
                    <a:pt x="304" y="367"/>
                    <a:pt x="297" y="367"/>
                  </a:cubicBezTo>
                  <a:cubicBezTo>
                    <a:pt x="291" y="366"/>
                    <a:pt x="285" y="365"/>
                    <a:pt x="279" y="364"/>
                  </a:cubicBezTo>
                  <a:cubicBezTo>
                    <a:pt x="276" y="363"/>
                    <a:pt x="273" y="362"/>
                    <a:pt x="270" y="361"/>
                  </a:cubicBezTo>
                  <a:cubicBezTo>
                    <a:pt x="269" y="361"/>
                    <a:pt x="269" y="361"/>
                    <a:pt x="268" y="360"/>
                  </a:cubicBezTo>
                  <a:cubicBezTo>
                    <a:pt x="267" y="360"/>
                    <a:pt x="267" y="360"/>
                    <a:pt x="267" y="360"/>
                  </a:cubicBezTo>
                  <a:cubicBezTo>
                    <a:pt x="266" y="360"/>
                    <a:pt x="266" y="360"/>
                    <a:pt x="266" y="360"/>
                  </a:cubicBezTo>
                  <a:cubicBezTo>
                    <a:pt x="265" y="359"/>
                    <a:pt x="265" y="359"/>
                    <a:pt x="265" y="359"/>
                  </a:cubicBezTo>
                  <a:cubicBezTo>
                    <a:pt x="263" y="358"/>
                    <a:pt x="263" y="358"/>
                    <a:pt x="263" y="358"/>
                  </a:cubicBezTo>
                  <a:cubicBezTo>
                    <a:pt x="261" y="357"/>
                    <a:pt x="261" y="357"/>
                    <a:pt x="261" y="357"/>
                  </a:cubicBezTo>
                  <a:cubicBezTo>
                    <a:pt x="256" y="354"/>
                    <a:pt x="256" y="354"/>
                    <a:pt x="256" y="354"/>
                  </a:cubicBezTo>
                  <a:cubicBezTo>
                    <a:pt x="251" y="361"/>
                    <a:pt x="251" y="361"/>
                    <a:pt x="251" y="361"/>
                  </a:cubicBezTo>
                  <a:cubicBezTo>
                    <a:pt x="248" y="364"/>
                    <a:pt x="248" y="364"/>
                    <a:pt x="248" y="364"/>
                  </a:cubicBezTo>
                  <a:cubicBezTo>
                    <a:pt x="246" y="366"/>
                    <a:pt x="246" y="366"/>
                    <a:pt x="246" y="366"/>
                  </a:cubicBezTo>
                  <a:cubicBezTo>
                    <a:pt x="243" y="369"/>
                    <a:pt x="243" y="369"/>
                    <a:pt x="243" y="369"/>
                  </a:cubicBezTo>
                  <a:cubicBezTo>
                    <a:pt x="241" y="371"/>
                    <a:pt x="239" y="373"/>
                    <a:pt x="237" y="375"/>
                  </a:cubicBezTo>
                  <a:cubicBezTo>
                    <a:pt x="233" y="379"/>
                    <a:pt x="230" y="383"/>
                    <a:pt x="226" y="386"/>
                  </a:cubicBezTo>
                  <a:cubicBezTo>
                    <a:pt x="231" y="383"/>
                    <a:pt x="236" y="378"/>
                    <a:pt x="241" y="374"/>
                  </a:cubicBezTo>
                  <a:cubicBezTo>
                    <a:pt x="243" y="372"/>
                    <a:pt x="245" y="370"/>
                    <a:pt x="247" y="367"/>
                  </a:cubicBezTo>
                  <a:cubicBezTo>
                    <a:pt x="249" y="366"/>
                    <a:pt x="249" y="366"/>
                    <a:pt x="249" y="366"/>
                  </a:cubicBezTo>
                  <a:cubicBezTo>
                    <a:pt x="250" y="365"/>
                    <a:pt x="250" y="365"/>
                    <a:pt x="250" y="365"/>
                  </a:cubicBezTo>
                  <a:cubicBezTo>
                    <a:pt x="251" y="363"/>
                    <a:pt x="251" y="363"/>
                    <a:pt x="251" y="363"/>
                  </a:cubicBezTo>
                  <a:cubicBezTo>
                    <a:pt x="257" y="357"/>
                    <a:pt x="257" y="357"/>
                    <a:pt x="257" y="357"/>
                  </a:cubicBezTo>
                  <a:cubicBezTo>
                    <a:pt x="261" y="359"/>
                    <a:pt x="261" y="359"/>
                    <a:pt x="261" y="359"/>
                  </a:cubicBezTo>
                  <a:cubicBezTo>
                    <a:pt x="263" y="360"/>
                    <a:pt x="263" y="360"/>
                    <a:pt x="263" y="360"/>
                  </a:cubicBezTo>
                  <a:cubicBezTo>
                    <a:pt x="264" y="361"/>
                    <a:pt x="264" y="361"/>
                    <a:pt x="264" y="361"/>
                  </a:cubicBezTo>
                  <a:cubicBezTo>
                    <a:pt x="266" y="362"/>
                    <a:pt x="266" y="362"/>
                    <a:pt x="267" y="362"/>
                  </a:cubicBezTo>
                  <a:cubicBezTo>
                    <a:pt x="269" y="363"/>
                    <a:pt x="269" y="363"/>
                    <a:pt x="269" y="363"/>
                  </a:cubicBezTo>
                  <a:cubicBezTo>
                    <a:pt x="272" y="364"/>
                    <a:pt x="275" y="365"/>
                    <a:pt x="278" y="366"/>
                  </a:cubicBezTo>
                  <a:cubicBezTo>
                    <a:pt x="284" y="367"/>
                    <a:pt x="291" y="368"/>
                    <a:pt x="297" y="369"/>
                  </a:cubicBezTo>
                  <a:cubicBezTo>
                    <a:pt x="303" y="369"/>
                    <a:pt x="310" y="369"/>
                    <a:pt x="316" y="368"/>
                  </a:cubicBezTo>
                  <a:cubicBezTo>
                    <a:pt x="319" y="367"/>
                    <a:pt x="322" y="367"/>
                    <a:pt x="325" y="366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9" y="365"/>
                    <a:pt x="329" y="365"/>
                    <a:pt x="329" y="365"/>
                  </a:cubicBezTo>
                  <a:cubicBezTo>
                    <a:pt x="330" y="364"/>
                    <a:pt x="331" y="364"/>
                    <a:pt x="331" y="364"/>
                  </a:cubicBezTo>
                  <a:cubicBezTo>
                    <a:pt x="334" y="363"/>
                    <a:pt x="336" y="362"/>
                    <a:pt x="339" y="361"/>
                  </a:cubicBezTo>
                  <a:cubicBezTo>
                    <a:pt x="342" y="368"/>
                    <a:pt x="342" y="368"/>
                    <a:pt x="342" y="368"/>
                  </a:cubicBezTo>
                  <a:cubicBezTo>
                    <a:pt x="342" y="369"/>
                    <a:pt x="342" y="370"/>
                    <a:pt x="343" y="371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4" y="373"/>
                    <a:pt x="344" y="373"/>
                    <a:pt x="344" y="373"/>
                  </a:cubicBezTo>
                  <a:cubicBezTo>
                    <a:pt x="345" y="376"/>
                    <a:pt x="346" y="378"/>
                    <a:pt x="348" y="381"/>
                  </a:cubicBezTo>
                  <a:cubicBezTo>
                    <a:pt x="351" y="386"/>
                    <a:pt x="354" y="390"/>
                    <a:pt x="358" y="394"/>
                  </a:cubicBezTo>
                  <a:cubicBezTo>
                    <a:pt x="361" y="399"/>
                    <a:pt x="366" y="403"/>
                    <a:pt x="370" y="406"/>
                  </a:cubicBezTo>
                  <a:cubicBezTo>
                    <a:pt x="372" y="408"/>
                    <a:pt x="375" y="409"/>
                    <a:pt x="377" y="411"/>
                  </a:cubicBezTo>
                  <a:cubicBezTo>
                    <a:pt x="378" y="411"/>
                    <a:pt x="378" y="411"/>
                    <a:pt x="378" y="411"/>
                  </a:cubicBezTo>
                  <a:cubicBezTo>
                    <a:pt x="379" y="412"/>
                    <a:pt x="379" y="412"/>
                    <a:pt x="379" y="412"/>
                  </a:cubicBezTo>
                  <a:cubicBezTo>
                    <a:pt x="380" y="413"/>
                    <a:pt x="381" y="413"/>
                    <a:pt x="382" y="414"/>
                  </a:cubicBezTo>
                  <a:cubicBezTo>
                    <a:pt x="384" y="415"/>
                    <a:pt x="386" y="416"/>
                    <a:pt x="388" y="417"/>
                  </a:cubicBezTo>
                  <a:cubicBezTo>
                    <a:pt x="381" y="433"/>
                    <a:pt x="381" y="433"/>
                    <a:pt x="381" y="433"/>
                  </a:cubicBezTo>
                  <a:cubicBezTo>
                    <a:pt x="376" y="445"/>
                    <a:pt x="376" y="445"/>
                    <a:pt x="376" y="445"/>
                  </a:cubicBezTo>
                  <a:cubicBezTo>
                    <a:pt x="372" y="454"/>
                    <a:pt x="369" y="462"/>
                    <a:pt x="365" y="471"/>
                  </a:cubicBezTo>
                  <a:cubicBezTo>
                    <a:pt x="359" y="488"/>
                    <a:pt x="352" y="504"/>
                    <a:pt x="346" y="521"/>
                  </a:cubicBezTo>
                  <a:cubicBezTo>
                    <a:pt x="352" y="505"/>
                    <a:pt x="358" y="488"/>
                    <a:pt x="365" y="471"/>
                  </a:cubicBezTo>
                  <a:cubicBezTo>
                    <a:pt x="368" y="462"/>
                    <a:pt x="372" y="454"/>
                    <a:pt x="375" y="445"/>
                  </a:cubicBezTo>
                  <a:cubicBezTo>
                    <a:pt x="377" y="441"/>
                    <a:pt x="379" y="437"/>
                    <a:pt x="381" y="433"/>
                  </a:cubicBezTo>
                  <a:cubicBezTo>
                    <a:pt x="388" y="417"/>
                    <a:pt x="388" y="417"/>
                    <a:pt x="388" y="417"/>
                  </a:cubicBezTo>
                  <a:cubicBezTo>
                    <a:pt x="385" y="416"/>
                    <a:pt x="382" y="414"/>
                    <a:pt x="380" y="413"/>
                  </a:cubicBezTo>
                  <a:cubicBezTo>
                    <a:pt x="380" y="413"/>
                    <a:pt x="379" y="413"/>
                    <a:pt x="379" y="412"/>
                  </a:cubicBezTo>
                  <a:cubicBezTo>
                    <a:pt x="378" y="412"/>
                    <a:pt x="378" y="412"/>
                    <a:pt x="378" y="412"/>
                  </a:cubicBezTo>
                  <a:cubicBezTo>
                    <a:pt x="377" y="411"/>
                    <a:pt x="377" y="411"/>
                    <a:pt x="377" y="411"/>
                  </a:cubicBezTo>
                  <a:cubicBezTo>
                    <a:pt x="376" y="411"/>
                    <a:pt x="375" y="410"/>
                    <a:pt x="375" y="410"/>
                  </a:cubicBezTo>
                  <a:cubicBezTo>
                    <a:pt x="372" y="408"/>
                    <a:pt x="369" y="406"/>
                    <a:pt x="366" y="403"/>
                  </a:cubicBezTo>
                  <a:cubicBezTo>
                    <a:pt x="360" y="398"/>
                    <a:pt x="355" y="392"/>
                    <a:pt x="351" y="386"/>
                  </a:cubicBezTo>
                  <a:cubicBezTo>
                    <a:pt x="349" y="382"/>
                    <a:pt x="347" y="379"/>
                    <a:pt x="345" y="376"/>
                  </a:cubicBezTo>
                  <a:cubicBezTo>
                    <a:pt x="345" y="375"/>
                    <a:pt x="344" y="374"/>
                    <a:pt x="344" y="373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2" y="370"/>
                    <a:pt x="342" y="370"/>
                    <a:pt x="342" y="370"/>
                  </a:cubicBezTo>
                  <a:cubicBezTo>
                    <a:pt x="341" y="367"/>
                    <a:pt x="340" y="364"/>
                    <a:pt x="339" y="361"/>
                  </a:cubicBezTo>
                  <a:cubicBezTo>
                    <a:pt x="336" y="362"/>
                    <a:pt x="334" y="363"/>
                    <a:pt x="331" y="364"/>
                  </a:cubicBezTo>
                  <a:cubicBezTo>
                    <a:pt x="330" y="364"/>
                    <a:pt x="330" y="365"/>
                    <a:pt x="329" y="365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5" y="366"/>
                    <a:pt x="325" y="366"/>
                    <a:pt x="325" y="366"/>
                  </a:cubicBezTo>
                  <a:cubicBezTo>
                    <a:pt x="322" y="367"/>
                    <a:pt x="319" y="368"/>
                    <a:pt x="316" y="368"/>
                  </a:cubicBezTo>
                  <a:cubicBezTo>
                    <a:pt x="309" y="369"/>
                    <a:pt x="303" y="369"/>
                    <a:pt x="297" y="369"/>
                  </a:cubicBezTo>
                  <a:cubicBezTo>
                    <a:pt x="290" y="369"/>
                    <a:pt x="284" y="368"/>
                    <a:pt x="278" y="366"/>
                  </a:cubicBezTo>
                  <a:cubicBezTo>
                    <a:pt x="275" y="366"/>
                    <a:pt x="272" y="365"/>
                    <a:pt x="269" y="364"/>
                  </a:cubicBezTo>
                  <a:cubicBezTo>
                    <a:pt x="268" y="363"/>
                    <a:pt x="267" y="363"/>
                    <a:pt x="267" y="363"/>
                  </a:cubicBezTo>
                  <a:cubicBezTo>
                    <a:pt x="266" y="362"/>
                    <a:pt x="266" y="362"/>
                    <a:pt x="264" y="362"/>
                  </a:cubicBezTo>
                  <a:cubicBezTo>
                    <a:pt x="262" y="361"/>
                    <a:pt x="262" y="361"/>
                    <a:pt x="262" y="361"/>
                  </a:cubicBezTo>
                  <a:cubicBezTo>
                    <a:pt x="261" y="360"/>
                    <a:pt x="261" y="360"/>
                    <a:pt x="261" y="360"/>
                  </a:cubicBezTo>
                  <a:cubicBezTo>
                    <a:pt x="257" y="358"/>
                    <a:pt x="257" y="358"/>
                    <a:pt x="257" y="358"/>
                  </a:cubicBezTo>
                  <a:cubicBezTo>
                    <a:pt x="252" y="364"/>
                    <a:pt x="252" y="364"/>
                    <a:pt x="252" y="364"/>
                  </a:cubicBezTo>
                  <a:cubicBezTo>
                    <a:pt x="250" y="366"/>
                    <a:pt x="250" y="366"/>
                    <a:pt x="250" y="366"/>
                  </a:cubicBezTo>
                  <a:cubicBezTo>
                    <a:pt x="248" y="368"/>
                    <a:pt x="248" y="368"/>
                    <a:pt x="248" y="368"/>
                  </a:cubicBezTo>
                  <a:cubicBezTo>
                    <a:pt x="246" y="370"/>
                    <a:pt x="244" y="372"/>
                    <a:pt x="241" y="375"/>
                  </a:cubicBezTo>
                  <a:cubicBezTo>
                    <a:pt x="237" y="379"/>
                    <a:pt x="232" y="383"/>
                    <a:pt x="227" y="387"/>
                  </a:cubicBezTo>
                  <a:cubicBezTo>
                    <a:pt x="225" y="389"/>
                    <a:pt x="222" y="391"/>
                    <a:pt x="220" y="392"/>
                  </a:cubicBezTo>
                  <a:cubicBezTo>
                    <a:pt x="217" y="395"/>
                    <a:pt x="215" y="397"/>
                    <a:pt x="212" y="398"/>
                  </a:cubicBezTo>
                  <a:cubicBezTo>
                    <a:pt x="208" y="402"/>
                    <a:pt x="204" y="405"/>
                    <a:pt x="204" y="406"/>
                  </a:cubicBezTo>
                  <a:cubicBezTo>
                    <a:pt x="205" y="406"/>
                    <a:pt x="206" y="406"/>
                    <a:pt x="208" y="405"/>
                  </a:cubicBezTo>
                  <a:cubicBezTo>
                    <a:pt x="208" y="405"/>
                    <a:pt x="208" y="406"/>
                    <a:pt x="208" y="406"/>
                  </a:cubicBezTo>
                  <a:cubicBezTo>
                    <a:pt x="209" y="411"/>
                    <a:pt x="214" y="426"/>
                    <a:pt x="223" y="449"/>
                  </a:cubicBezTo>
                  <a:cubicBezTo>
                    <a:pt x="222" y="449"/>
                    <a:pt x="222" y="449"/>
                    <a:pt x="222" y="449"/>
                  </a:cubicBezTo>
                  <a:cubicBezTo>
                    <a:pt x="217" y="438"/>
                    <a:pt x="214" y="431"/>
                    <a:pt x="212" y="427"/>
                  </a:cubicBezTo>
                  <a:cubicBezTo>
                    <a:pt x="210" y="423"/>
                    <a:pt x="209" y="422"/>
                    <a:pt x="209" y="422"/>
                  </a:cubicBezTo>
                  <a:cubicBezTo>
                    <a:pt x="207" y="421"/>
                    <a:pt x="208" y="426"/>
                    <a:pt x="206" y="423"/>
                  </a:cubicBezTo>
                  <a:cubicBezTo>
                    <a:pt x="216" y="445"/>
                    <a:pt x="225" y="467"/>
                    <a:pt x="232" y="490"/>
                  </a:cubicBezTo>
                  <a:cubicBezTo>
                    <a:pt x="234" y="496"/>
                    <a:pt x="238" y="507"/>
                    <a:pt x="240" y="513"/>
                  </a:cubicBezTo>
                  <a:cubicBezTo>
                    <a:pt x="251" y="541"/>
                    <a:pt x="260" y="569"/>
                    <a:pt x="268" y="598"/>
                  </a:cubicBezTo>
                  <a:cubicBezTo>
                    <a:pt x="271" y="608"/>
                    <a:pt x="271" y="608"/>
                    <a:pt x="271" y="608"/>
                  </a:cubicBezTo>
                  <a:cubicBezTo>
                    <a:pt x="273" y="614"/>
                    <a:pt x="273" y="614"/>
                    <a:pt x="273" y="614"/>
                  </a:cubicBezTo>
                  <a:cubicBezTo>
                    <a:pt x="274" y="619"/>
                    <a:pt x="274" y="619"/>
                    <a:pt x="274" y="619"/>
                  </a:cubicBezTo>
                  <a:cubicBezTo>
                    <a:pt x="275" y="622"/>
                    <a:pt x="275" y="622"/>
                    <a:pt x="275" y="622"/>
                  </a:cubicBezTo>
                  <a:cubicBezTo>
                    <a:pt x="268" y="622"/>
                    <a:pt x="268" y="622"/>
                    <a:pt x="268" y="622"/>
                  </a:cubicBezTo>
                  <a:cubicBezTo>
                    <a:pt x="268" y="621"/>
                    <a:pt x="268" y="621"/>
                    <a:pt x="268" y="621"/>
                  </a:cubicBezTo>
                  <a:cubicBezTo>
                    <a:pt x="263" y="604"/>
                    <a:pt x="263" y="604"/>
                    <a:pt x="263" y="604"/>
                  </a:cubicBezTo>
                  <a:cubicBezTo>
                    <a:pt x="261" y="595"/>
                    <a:pt x="261" y="595"/>
                    <a:pt x="261" y="595"/>
                  </a:cubicBezTo>
                  <a:cubicBezTo>
                    <a:pt x="257" y="582"/>
                    <a:pt x="253" y="570"/>
                    <a:pt x="249" y="557"/>
                  </a:cubicBezTo>
                  <a:cubicBezTo>
                    <a:pt x="241" y="532"/>
                    <a:pt x="232" y="507"/>
                    <a:pt x="223" y="483"/>
                  </a:cubicBezTo>
                  <a:cubicBezTo>
                    <a:pt x="218" y="471"/>
                    <a:pt x="213" y="459"/>
                    <a:pt x="208" y="447"/>
                  </a:cubicBezTo>
                  <a:cubicBezTo>
                    <a:pt x="206" y="441"/>
                    <a:pt x="203" y="435"/>
                    <a:pt x="201" y="42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0" y="406"/>
                    <a:pt x="190" y="406"/>
                    <a:pt x="190" y="406"/>
                  </a:cubicBezTo>
                  <a:cubicBezTo>
                    <a:pt x="185" y="407"/>
                    <a:pt x="185" y="407"/>
                    <a:pt x="185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1" y="408"/>
                    <a:pt x="181" y="408"/>
                  </a:cubicBezTo>
                  <a:cubicBezTo>
                    <a:pt x="180" y="408"/>
                    <a:pt x="180" y="408"/>
                    <a:pt x="180" y="408"/>
                  </a:cubicBezTo>
                  <a:cubicBezTo>
                    <a:pt x="178" y="408"/>
                    <a:pt x="177" y="408"/>
                    <a:pt x="175" y="408"/>
                  </a:cubicBezTo>
                  <a:cubicBezTo>
                    <a:pt x="172" y="408"/>
                    <a:pt x="169" y="407"/>
                    <a:pt x="166" y="407"/>
                  </a:cubicBezTo>
                  <a:cubicBezTo>
                    <a:pt x="159" y="405"/>
                    <a:pt x="154" y="402"/>
                    <a:pt x="149" y="397"/>
                  </a:cubicBezTo>
                  <a:cubicBezTo>
                    <a:pt x="144" y="393"/>
                    <a:pt x="140" y="388"/>
                    <a:pt x="138" y="382"/>
                  </a:cubicBezTo>
                  <a:cubicBezTo>
                    <a:pt x="136" y="376"/>
                    <a:pt x="136" y="370"/>
                    <a:pt x="138" y="366"/>
                  </a:cubicBezTo>
                  <a:cubicBezTo>
                    <a:pt x="139" y="364"/>
                    <a:pt x="141" y="362"/>
                    <a:pt x="143" y="360"/>
                  </a:cubicBezTo>
                  <a:cubicBezTo>
                    <a:pt x="145" y="358"/>
                    <a:pt x="148" y="357"/>
                    <a:pt x="151" y="356"/>
                  </a:cubicBezTo>
                  <a:cubicBezTo>
                    <a:pt x="156" y="355"/>
                    <a:pt x="162" y="356"/>
                    <a:pt x="167" y="359"/>
                  </a:cubicBezTo>
                  <a:cubicBezTo>
                    <a:pt x="172" y="362"/>
                    <a:pt x="177" y="367"/>
                    <a:pt x="180" y="373"/>
                  </a:cubicBezTo>
                  <a:cubicBezTo>
                    <a:pt x="181" y="374"/>
                    <a:pt x="182" y="375"/>
                    <a:pt x="183" y="377"/>
                  </a:cubicBezTo>
                  <a:cubicBezTo>
                    <a:pt x="185" y="382"/>
                    <a:pt x="185" y="382"/>
                    <a:pt x="185" y="382"/>
                  </a:cubicBezTo>
                  <a:cubicBezTo>
                    <a:pt x="193" y="398"/>
                    <a:pt x="193" y="398"/>
                    <a:pt x="193" y="398"/>
                  </a:cubicBezTo>
                  <a:cubicBezTo>
                    <a:pt x="195" y="397"/>
                    <a:pt x="197" y="396"/>
                    <a:pt x="200" y="395"/>
                  </a:cubicBezTo>
                  <a:cubicBezTo>
                    <a:pt x="201" y="394"/>
                    <a:pt x="202" y="394"/>
                    <a:pt x="203" y="393"/>
                  </a:cubicBezTo>
                  <a:cubicBezTo>
                    <a:pt x="204" y="393"/>
                    <a:pt x="205" y="392"/>
                    <a:pt x="206" y="392"/>
                  </a:cubicBezTo>
                  <a:cubicBezTo>
                    <a:pt x="207" y="391"/>
                    <a:pt x="207" y="391"/>
                    <a:pt x="207" y="391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10" y="389"/>
                    <a:pt x="210" y="389"/>
                    <a:pt x="210" y="389"/>
                  </a:cubicBezTo>
                  <a:cubicBezTo>
                    <a:pt x="211" y="388"/>
                    <a:pt x="212" y="388"/>
                    <a:pt x="213" y="387"/>
                  </a:cubicBezTo>
                  <a:cubicBezTo>
                    <a:pt x="218" y="384"/>
                    <a:pt x="222" y="381"/>
                    <a:pt x="226" y="378"/>
                  </a:cubicBezTo>
                  <a:cubicBezTo>
                    <a:pt x="230" y="374"/>
                    <a:pt x="234" y="371"/>
                    <a:pt x="238" y="367"/>
                  </a:cubicBezTo>
                  <a:cubicBezTo>
                    <a:pt x="240" y="365"/>
                    <a:pt x="242" y="363"/>
                    <a:pt x="243" y="361"/>
                  </a:cubicBezTo>
                  <a:cubicBezTo>
                    <a:pt x="244" y="360"/>
                    <a:pt x="244" y="360"/>
                    <a:pt x="244" y="360"/>
                  </a:cubicBezTo>
                  <a:cubicBezTo>
                    <a:pt x="245" y="359"/>
                    <a:pt x="245" y="359"/>
                    <a:pt x="245" y="359"/>
                  </a:cubicBezTo>
                  <a:cubicBezTo>
                    <a:pt x="246" y="358"/>
                    <a:pt x="246" y="358"/>
                    <a:pt x="247" y="357"/>
                  </a:cubicBezTo>
                  <a:cubicBezTo>
                    <a:pt x="249" y="355"/>
                    <a:pt x="250" y="353"/>
                    <a:pt x="252" y="351"/>
                  </a:cubicBezTo>
                  <a:cubicBezTo>
                    <a:pt x="250" y="349"/>
                    <a:pt x="249" y="347"/>
                    <a:pt x="248" y="345"/>
                  </a:cubicBezTo>
                  <a:cubicBezTo>
                    <a:pt x="247" y="344"/>
                    <a:pt x="247" y="344"/>
                    <a:pt x="247" y="344"/>
                  </a:cubicBezTo>
                  <a:cubicBezTo>
                    <a:pt x="247" y="344"/>
                    <a:pt x="246" y="343"/>
                    <a:pt x="246" y="343"/>
                  </a:cubicBezTo>
                  <a:cubicBezTo>
                    <a:pt x="246" y="343"/>
                    <a:pt x="246" y="343"/>
                    <a:pt x="246" y="343"/>
                  </a:cubicBezTo>
                  <a:cubicBezTo>
                    <a:pt x="246" y="342"/>
                    <a:pt x="246" y="342"/>
                    <a:pt x="245" y="341"/>
                  </a:cubicBezTo>
                  <a:cubicBezTo>
                    <a:pt x="245" y="340"/>
                    <a:pt x="244" y="338"/>
                    <a:pt x="243" y="336"/>
                  </a:cubicBezTo>
                  <a:cubicBezTo>
                    <a:pt x="243" y="335"/>
                    <a:pt x="243" y="334"/>
                    <a:pt x="243" y="333"/>
                  </a:cubicBezTo>
                  <a:cubicBezTo>
                    <a:pt x="243" y="332"/>
                    <a:pt x="243" y="332"/>
                    <a:pt x="242" y="331"/>
                  </a:cubicBezTo>
                  <a:cubicBezTo>
                    <a:pt x="242" y="331"/>
                    <a:pt x="242" y="330"/>
                    <a:pt x="242" y="330"/>
                  </a:cubicBezTo>
                  <a:cubicBezTo>
                    <a:pt x="242" y="328"/>
                    <a:pt x="242" y="326"/>
                    <a:pt x="243" y="324"/>
                  </a:cubicBezTo>
                  <a:cubicBezTo>
                    <a:pt x="244" y="315"/>
                    <a:pt x="247" y="306"/>
                    <a:pt x="252" y="299"/>
                  </a:cubicBezTo>
                  <a:cubicBezTo>
                    <a:pt x="254" y="296"/>
                    <a:pt x="257" y="293"/>
                    <a:pt x="260" y="291"/>
                  </a:cubicBezTo>
                  <a:cubicBezTo>
                    <a:pt x="263" y="289"/>
                    <a:pt x="267" y="288"/>
                    <a:pt x="270" y="288"/>
                  </a:cubicBezTo>
                  <a:cubicBezTo>
                    <a:pt x="274" y="288"/>
                    <a:pt x="277" y="290"/>
                    <a:pt x="280" y="292"/>
                  </a:cubicBezTo>
                  <a:cubicBezTo>
                    <a:pt x="283" y="294"/>
                    <a:pt x="286" y="297"/>
                    <a:pt x="287" y="300"/>
                  </a:cubicBezTo>
                  <a:cubicBezTo>
                    <a:pt x="288" y="304"/>
                    <a:pt x="288" y="307"/>
                    <a:pt x="287" y="311"/>
                  </a:cubicBezTo>
                  <a:cubicBezTo>
                    <a:pt x="287" y="315"/>
                    <a:pt x="285" y="319"/>
                    <a:pt x="283" y="323"/>
                  </a:cubicBezTo>
                  <a:cubicBezTo>
                    <a:pt x="280" y="327"/>
                    <a:pt x="278" y="330"/>
                    <a:pt x="275" y="334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2" y="338"/>
                    <a:pt x="272" y="338"/>
                    <a:pt x="272" y="338"/>
                  </a:cubicBezTo>
                  <a:cubicBezTo>
                    <a:pt x="267" y="344"/>
                    <a:pt x="267" y="344"/>
                    <a:pt x="267" y="344"/>
                  </a:cubicBezTo>
                  <a:cubicBezTo>
                    <a:pt x="266" y="346"/>
                    <a:pt x="265" y="347"/>
                    <a:pt x="265" y="349"/>
                  </a:cubicBezTo>
                  <a:cubicBezTo>
                    <a:pt x="265" y="349"/>
                    <a:pt x="265" y="350"/>
                    <a:pt x="265" y="350"/>
                  </a:cubicBezTo>
                  <a:cubicBezTo>
                    <a:pt x="265" y="351"/>
                    <a:pt x="266" y="351"/>
                    <a:pt x="266" y="351"/>
                  </a:cubicBezTo>
                  <a:cubicBezTo>
                    <a:pt x="266" y="351"/>
                    <a:pt x="266" y="351"/>
                    <a:pt x="266" y="351"/>
                  </a:cubicBezTo>
                  <a:cubicBezTo>
                    <a:pt x="266" y="352"/>
                    <a:pt x="266" y="352"/>
                    <a:pt x="266" y="352"/>
                  </a:cubicBezTo>
                  <a:cubicBezTo>
                    <a:pt x="267" y="354"/>
                    <a:pt x="268" y="354"/>
                    <a:pt x="270" y="355"/>
                  </a:cubicBezTo>
                  <a:cubicBezTo>
                    <a:pt x="272" y="356"/>
                    <a:pt x="274" y="357"/>
                    <a:pt x="276" y="357"/>
                  </a:cubicBezTo>
                  <a:cubicBezTo>
                    <a:pt x="277" y="358"/>
                    <a:pt x="278" y="358"/>
                    <a:pt x="280" y="358"/>
                  </a:cubicBezTo>
                  <a:cubicBezTo>
                    <a:pt x="281" y="358"/>
                    <a:pt x="282" y="359"/>
                    <a:pt x="283" y="359"/>
                  </a:cubicBezTo>
                  <a:cubicBezTo>
                    <a:pt x="285" y="359"/>
                    <a:pt x="285" y="359"/>
                    <a:pt x="285" y="359"/>
                  </a:cubicBezTo>
                  <a:cubicBezTo>
                    <a:pt x="287" y="360"/>
                    <a:pt x="287" y="360"/>
                    <a:pt x="287" y="360"/>
                  </a:cubicBezTo>
                  <a:cubicBezTo>
                    <a:pt x="292" y="360"/>
                    <a:pt x="297" y="361"/>
                    <a:pt x="302" y="361"/>
                  </a:cubicBezTo>
                  <a:cubicBezTo>
                    <a:pt x="308" y="361"/>
                    <a:pt x="313" y="360"/>
                    <a:pt x="318" y="359"/>
                  </a:cubicBezTo>
                  <a:cubicBezTo>
                    <a:pt x="321" y="359"/>
                    <a:pt x="324" y="358"/>
                    <a:pt x="327" y="357"/>
                  </a:cubicBezTo>
                  <a:cubicBezTo>
                    <a:pt x="327" y="357"/>
                    <a:pt x="328" y="356"/>
                    <a:pt x="329" y="356"/>
                  </a:cubicBezTo>
                  <a:cubicBezTo>
                    <a:pt x="330" y="355"/>
                    <a:pt x="331" y="355"/>
                    <a:pt x="332" y="355"/>
                  </a:cubicBezTo>
                  <a:cubicBezTo>
                    <a:pt x="338" y="352"/>
                    <a:pt x="338" y="352"/>
                    <a:pt x="338" y="352"/>
                  </a:cubicBezTo>
                  <a:cubicBezTo>
                    <a:pt x="338" y="347"/>
                    <a:pt x="338" y="347"/>
                    <a:pt x="338" y="347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3"/>
                    <a:pt x="337" y="343"/>
                    <a:pt x="337" y="343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3"/>
                    <a:pt x="335" y="330"/>
                    <a:pt x="335" y="327"/>
                  </a:cubicBezTo>
                  <a:cubicBezTo>
                    <a:pt x="336" y="321"/>
                    <a:pt x="337" y="315"/>
                    <a:pt x="340" y="310"/>
                  </a:cubicBezTo>
                  <a:cubicBezTo>
                    <a:pt x="342" y="307"/>
                    <a:pt x="343" y="305"/>
                    <a:pt x="345" y="303"/>
                  </a:cubicBezTo>
                  <a:cubicBezTo>
                    <a:pt x="347" y="302"/>
                    <a:pt x="348" y="301"/>
                    <a:pt x="349" y="300"/>
                  </a:cubicBezTo>
                  <a:cubicBezTo>
                    <a:pt x="350" y="299"/>
                    <a:pt x="351" y="299"/>
                    <a:pt x="352" y="298"/>
                  </a:cubicBezTo>
                  <a:cubicBezTo>
                    <a:pt x="357" y="296"/>
                    <a:pt x="363" y="295"/>
                    <a:pt x="367" y="297"/>
                  </a:cubicBezTo>
                  <a:cubicBezTo>
                    <a:pt x="368" y="297"/>
                    <a:pt x="369" y="298"/>
                    <a:pt x="370" y="299"/>
                  </a:cubicBezTo>
                  <a:cubicBezTo>
                    <a:pt x="370" y="299"/>
                    <a:pt x="371" y="299"/>
                    <a:pt x="371" y="300"/>
                  </a:cubicBezTo>
                  <a:cubicBezTo>
                    <a:pt x="372" y="300"/>
                    <a:pt x="372" y="301"/>
                    <a:pt x="373" y="301"/>
                  </a:cubicBezTo>
                  <a:cubicBezTo>
                    <a:pt x="374" y="304"/>
                    <a:pt x="376" y="306"/>
                    <a:pt x="377" y="308"/>
                  </a:cubicBezTo>
                  <a:cubicBezTo>
                    <a:pt x="378" y="311"/>
                    <a:pt x="378" y="313"/>
                    <a:pt x="378" y="316"/>
                  </a:cubicBezTo>
                  <a:cubicBezTo>
                    <a:pt x="378" y="319"/>
                    <a:pt x="377" y="322"/>
                    <a:pt x="376" y="324"/>
                  </a:cubicBezTo>
                  <a:cubicBezTo>
                    <a:pt x="374" y="330"/>
                    <a:pt x="371" y="335"/>
                    <a:pt x="366" y="339"/>
                  </a:cubicBezTo>
                  <a:cubicBezTo>
                    <a:pt x="364" y="342"/>
                    <a:pt x="362" y="344"/>
                    <a:pt x="359" y="346"/>
                  </a:cubicBezTo>
                  <a:cubicBezTo>
                    <a:pt x="359" y="346"/>
                    <a:pt x="358" y="347"/>
                    <a:pt x="357" y="347"/>
                  </a:cubicBezTo>
                  <a:cubicBezTo>
                    <a:pt x="356" y="348"/>
                    <a:pt x="356" y="348"/>
                    <a:pt x="356" y="348"/>
                  </a:cubicBezTo>
                  <a:cubicBezTo>
                    <a:pt x="355" y="349"/>
                    <a:pt x="355" y="349"/>
                    <a:pt x="355" y="349"/>
                  </a:cubicBezTo>
                  <a:cubicBezTo>
                    <a:pt x="352" y="351"/>
                    <a:pt x="349" y="353"/>
                    <a:pt x="346" y="355"/>
                  </a:cubicBezTo>
                  <a:cubicBezTo>
                    <a:pt x="347" y="357"/>
                    <a:pt x="348" y="359"/>
                    <a:pt x="349" y="361"/>
                  </a:cubicBezTo>
                  <a:cubicBezTo>
                    <a:pt x="349" y="362"/>
                    <a:pt x="350" y="363"/>
                    <a:pt x="350" y="364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1" y="367"/>
                    <a:pt x="351" y="367"/>
                    <a:pt x="351" y="367"/>
                  </a:cubicBezTo>
                  <a:cubicBezTo>
                    <a:pt x="352" y="369"/>
                    <a:pt x="353" y="372"/>
                    <a:pt x="354" y="374"/>
                  </a:cubicBezTo>
                  <a:cubicBezTo>
                    <a:pt x="357" y="378"/>
                    <a:pt x="360" y="383"/>
                    <a:pt x="363" y="387"/>
                  </a:cubicBezTo>
                  <a:cubicBezTo>
                    <a:pt x="366" y="392"/>
                    <a:pt x="370" y="396"/>
                    <a:pt x="374" y="399"/>
                  </a:cubicBezTo>
                  <a:cubicBezTo>
                    <a:pt x="375" y="400"/>
                    <a:pt x="377" y="401"/>
                    <a:pt x="378" y="401"/>
                  </a:cubicBezTo>
                  <a:cubicBezTo>
                    <a:pt x="378" y="402"/>
                    <a:pt x="379" y="402"/>
                    <a:pt x="379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2" y="404"/>
                    <a:pt x="382" y="404"/>
                    <a:pt x="382" y="404"/>
                  </a:cubicBezTo>
                  <a:cubicBezTo>
                    <a:pt x="384" y="405"/>
                    <a:pt x="386" y="406"/>
                    <a:pt x="388" y="407"/>
                  </a:cubicBezTo>
                  <a:cubicBezTo>
                    <a:pt x="390" y="408"/>
                    <a:pt x="392" y="409"/>
                    <a:pt x="394" y="410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407" y="384"/>
                    <a:pt x="407" y="384"/>
                    <a:pt x="407" y="384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10" y="378"/>
                    <a:pt x="410" y="378"/>
                    <a:pt x="410" y="378"/>
                  </a:cubicBezTo>
                  <a:cubicBezTo>
                    <a:pt x="410" y="377"/>
                    <a:pt x="410" y="377"/>
                    <a:pt x="410" y="377"/>
                  </a:cubicBezTo>
                  <a:cubicBezTo>
                    <a:pt x="411" y="377"/>
                    <a:pt x="411" y="376"/>
                    <a:pt x="412" y="375"/>
                  </a:cubicBezTo>
                  <a:cubicBezTo>
                    <a:pt x="414" y="373"/>
                    <a:pt x="416" y="370"/>
                    <a:pt x="418" y="368"/>
                  </a:cubicBezTo>
                  <a:cubicBezTo>
                    <a:pt x="420" y="366"/>
                    <a:pt x="423" y="364"/>
                    <a:pt x="425" y="363"/>
                  </a:cubicBezTo>
                  <a:cubicBezTo>
                    <a:pt x="426" y="362"/>
                    <a:pt x="428" y="362"/>
                    <a:pt x="429" y="362"/>
                  </a:cubicBezTo>
                  <a:cubicBezTo>
                    <a:pt x="429" y="362"/>
                    <a:pt x="430" y="362"/>
                    <a:pt x="430" y="362"/>
                  </a:cubicBezTo>
                  <a:cubicBezTo>
                    <a:pt x="431" y="362"/>
                    <a:pt x="431" y="362"/>
                    <a:pt x="432" y="362"/>
                  </a:cubicBezTo>
                  <a:cubicBezTo>
                    <a:pt x="436" y="363"/>
                    <a:pt x="441" y="367"/>
                    <a:pt x="443" y="372"/>
                  </a:cubicBezTo>
                  <a:cubicBezTo>
                    <a:pt x="445" y="377"/>
                    <a:pt x="446" y="384"/>
                    <a:pt x="445" y="390"/>
                  </a:cubicBezTo>
                  <a:cubicBezTo>
                    <a:pt x="445" y="393"/>
                    <a:pt x="444" y="396"/>
                    <a:pt x="442" y="399"/>
                  </a:cubicBezTo>
                  <a:cubicBezTo>
                    <a:pt x="441" y="402"/>
                    <a:pt x="440" y="404"/>
                    <a:pt x="438" y="406"/>
                  </a:cubicBezTo>
                  <a:cubicBezTo>
                    <a:pt x="434" y="411"/>
                    <a:pt x="428" y="414"/>
                    <a:pt x="422" y="416"/>
                  </a:cubicBezTo>
                  <a:cubicBezTo>
                    <a:pt x="419" y="417"/>
                    <a:pt x="416" y="417"/>
                    <a:pt x="413" y="417"/>
                  </a:cubicBezTo>
                  <a:cubicBezTo>
                    <a:pt x="411" y="418"/>
                    <a:pt x="410" y="418"/>
                    <a:pt x="408" y="418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7"/>
                    <a:pt x="404" y="417"/>
                    <a:pt x="403" y="417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2"/>
                    <a:pt x="387" y="442"/>
                    <a:pt x="387" y="442"/>
                  </a:cubicBezTo>
                  <a:cubicBezTo>
                    <a:pt x="384" y="449"/>
                    <a:pt x="381" y="456"/>
                    <a:pt x="378" y="463"/>
                  </a:cubicBezTo>
                  <a:cubicBezTo>
                    <a:pt x="372" y="477"/>
                    <a:pt x="367" y="492"/>
                    <a:pt x="362" y="506"/>
                  </a:cubicBezTo>
                  <a:cubicBezTo>
                    <a:pt x="351" y="535"/>
                    <a:pt x="342" y="564"/>
                    <a:pt x="333" y="593"/>
                  </a:cubicBezTo>
                  <a:cubicBezTo>
                    <a:pt x="330" y="604"/>
                    <a:pt x="330" y="604"/>
                    <a:pt x="330" y="604"/>
                  </a:cubicBezTo>
                  <a:cubicBezTo>
                    <a:pt x="327" y="613"/>
                    <a:pt x="327" y="613"/>
                    <a:pt x="327" y="613"/>
                  </a:cubicBezTo>
                  <a:cubicBezTo>
                    <a:pt x="326" y="619"/>
                    <a:pt x="326" y="619"/>
                    <a:pt x="326" y="619"/>
                  </a:cubicBezTo>
                  <a:cubicBezTo>
                    <a:pt x="325" y="621"/>
                    <a:pt x="325" y="621"/>
                    <a:pt x="325" y="621"/>
                  </a:cubicBezTo>
                  <a:cubicBezTo>
                    <a:pt x="325" y="622"/>
                    <a:pt x="325" y="622"/>
                    <a:pt x="325" y="622"/>
                  </a:cubicBezTo>
                  <a:lnTo>
                    <a:pt x="318" y="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22" name="组合 621">
            <a:extLst>
              <a:ext uri="{FF2B5EF4-FFF2-40B4-BE49-F238E27FC236}">
                <a16:creationId xmlns:a16="http://schemas.microsoft.com/office/drawing/2014/main" id="{A585B451-F5C5-1041-DF98-C1FE7924D9F8}"/>
              </a:ext>
            </a:extLst>
          </p:cNvPr>
          <p:cNvGrpSpPr/>
          <p:nvPr/>
        </p:nvGrpSpPr>
        <p:grpSpPr>
          <a:xfrm rot="626096" flipH="1">
            <a:off x="1393744" y="863047"/>
            <a:ext cx="2506735" cy="1762160"/>
            <a:chOff x="3246438" y="1068388"/>
            <a:chExt cx="5711825" cy="4678363"/>
          </a:xfrm>
          <a:solidFill>
            <a:schemeClr val="tx1"/>
          </a:solidFill>
        </p:grpSpPr>
        <p:sp>
          <p:nvSpPr>
            <p:cNvPr id="623" name="Freeform 5">
              <a:extLst>
                <a:ext uri="{FF2B5EF4-FFF2-40B4-BE49-F238E27FC236}">
                  <a16:creationId xmlns:a16="http://schemas.microsoft.com/office/drawing/2014/main" id="{916361F4-ADF0-3002-45F2-70E40D4B9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201" y="3335338"/>
              <a:ext cx="1773238" cy="1609725"/>
            </a:xfrm>
            <a:custGeom>
              <a:avLst/>
              <a:gdLst>
                <a:gd name="T0" fmla="*/ 1697 w 1708"/>
                <a:gd name="T1" fmla="*/ 1365 h 1551"/>
                <a:gd name="T2" fmla="*/ 1422 w 1708"/>
                <a:gd name="T3" fmla="*/ 1470 h 1551"/>
                <a:gd name="T4" fmla="*/ 1072 w 1708"/>
                <a:gd name="T5" fmla="*/ 1471 h 1551"/>
                <a:gd name="T6" fmla="*/ 478 w 1708"/>
                <a:gd name="T7" fmla="*/ 1262 h 1551"/>
                <a:gd name="T8" fmla="*/ 166 w 1708"/>
                <a:gd name="T9" fmla="*/ 672 h 1551"/>
                <a:gd name="T10" fmla="*/ 422 w 1708"/>
                <a:gd name="T11" fmla="*/ 54 h 1551"/>
                <a:gd name="T12" fmla="*/ 393 w 1708"/>
                <a:gd name="T13" fmla="*/ 16 h 1551"/>
                <a:gd name="T14" fmla="*/ 349 w 1708"/>
                <a:gd name="T15" fmla="*/ 1214 h 1551"/>
                <a:gd name="T16" fmla="*/ 906 w 1708"/>
                <a:gd name="T17" fmla="*/ 1500 h 1551"/>
                <a:gd name="T18" fmla="*/ 1579 w 1708"/>
                <a:gd name="T19" fmla="*/ 1467 h 1551"/>
                <a:gd name="T20" fmla="*/ 1704 w 1708"/>
                <a:gd name="T21" fmla="*/ 1373 h 1551"/>
                <a:gd name="T22" fmla="*/ 1697 w 1708"/>
                <a:gd name="T23" fmla="*/ 1365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08" h="1551">
                  <a:moveTo>
                    <a:pt x="1697" y="1365"/>
                  </a:moveTo>
                  <a:cubicBezTo>
                    <a:pt x="1630" y="1437"/>
                    <a:pt x="1515" y="1458"/>
                    <a:pt x="1422" y="1470"/>
                  </a:cubicBezTo>
                  <a:cubicBezTo>
                    <a:pt x="1307" y="1486"/>
                    <a:pt x="1188" y="1481"/>
                    <a:pt x="1072" y="1471"/>
                  </a:cubicBezTo>
                  <a:cubicBezTo>
                    <a:pt x="854" y="1452"/>
                    <a:pt x="649" y="1407"/>
                    <a:pt x="478" y="1262"/>
                  </a:cubicBezTo>
                  <a:cubicBezTo>
                    <a:pt x="305" y="1115"/>
                    <a:pt x="190" y="898"/>
                    <a:pt x="166" y="672"/>
                  </a:cubicBezTo>
                  <a:cubicBezTo>
                    <a:pt x="142" y="434"/>
                    <a:pt x="242" y="210"/>
                    <a:pt x="422" y="54"/>
                  </a:cubicBezTo>
                  <a:cubicBezTo>
                    <a:pt x="442" y="36"/>
                    <a:pt x="414" y="0"/>
                    <a:pt x="393" y="16"/>
                  </a:cubicBezTo>
                  <a:cubicBezTo>
                    <a:pt x="0" y="317"/>
                    <a:pt x="41" y="866"/>
                    <a:pt x="349" y="1214"/>
                  </a:cubicBezTo>
                  <a:cubicBezTo>
                    <a:pt x="495" y="1380"/>
                    <a:pt x="690" y="1468"/>
                    <a:pt x="906" y="1500"/>
                  </a:cubicBezTo>
                  <a:cubicBezTo>
                    <a:pt x="1121" y="1532"/>
                    <a:pt x="1372" y="1551"/>
                    <a:pt x="1579" y="1467"/>
                  </a:cubicBezTo>
                  <a:cubicBezTo>
                    <a:pt x="1629" y="1447"/>
                    <a:pt x="1671" y="1415"/>
                    <a:pt x="1704" y="1373"/>
                  </a:cubicBezTo>
                  <a:cubicBezTo>
                    <a:pt x="1708" y="1368"/>
                    <a:pt x="1702" y="1361"/>
                    <a:pt x="1697" y="13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24" name="Freeform 6">
              <a:extLst>
                <a:ext uri="{FF2B5EF4-FFF2-40B4-BE49-F238E27FC236}">
                  <a16:creationId xmlns:a16="http://schemas.microsoft.com/office/drawing/2014/main" id="{9CCA3BA0-F3F9-EB19-9881-8F90DC572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438" y="1457326"/>
              <a:ext cx="2112963" cy="1933575"/>
            </a:xfrm>
            <a:custGeom>
              <a:avLst/>
              <a:gdLst>
                <a:gd name="T0" fmla="*/ 394 w 2035"/>
                <a:gd name="T1" fmla="*/ 1839 h 1862"/>
                <a:gd name="T2" fmla="*/ 299 w 2035"/>
                <a:gd name="T3" fmla="*/ 1656 h 1862"/>
                <a:gd name="T4" fmla="*/ 221 w 2035"/>
                <a:gd name="T5" fmla="*/ 1452 h 1862"/>
                <a:gd name="T6" fmla="*/ 241 w 2035"/>
                <a:gd name="T7" fmla="*/ 997 h 1862"/>
                <a:gd name="T8" fmla="*/ 650 w 2035"/>
                <a:gd name="T9" fmla="*/ 365 h 1862"/>
                <a:gd name="T10" fmla="*/ 1301 w 2035"/>
                <a:gd name="T11" fmla="*/ 65 h 1862"/>
                <a:gd name="T12" fmla="*/ 1991 w 2035"/>
                <a:gd name="T13" fmla="*/ 323 h 1862"/>
                <a:gd name="T14" fmla="*/ 2019 w 2035"/>
                <a:gd name="T15" fmla="*/ 295 h 1862"/>
                <a:gd name="T16" fmla="*/ 1371 w 2035"/>
                <a:gd name="T17" fmla="*/ 0 h 1862"/>
                <a:gd name="T18" fmla="*/ 709 w 2035"/>
                <a:gd name="T19" fmla="*/ 241 h 1862"/>
                <a:gd name="T20" fmla="*/ 226 w 2035"/>
                <a:gd name="T21" fmla="*/ 1619 h 1862"/>
                <a:gd name="T22" fmla="*/ 375 w 2035"/>
                <a:gd name="T23" fmla="*/ 1851 h 1862"/>
                <a:gd name="T24" fmla="*/ 394 w 2035"/>
                <a:gd name="T25" fmla="*/ 1839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5" h="1862">
                  <a:moveTo>
                    <a:pt x="394" y="1839"/>
                  </a:moveTo>
                  <a:cubicBezTo>
                    <a:pt x="360" y="1781"/>
                    <a:pt x="330" y="1716"/>
                    <a:pt x="299" y="1656"/>
                  </a:cubicBezTo>
                  <a:cubicBezTo>
                    <a:pt x="266" y="1591"/>
                    <a:pt x="240" y="1523"/>
                    <a:pt x="221" y="1452"/>
                  </a:cubicBezTo>
                  <a:cubicBezTo>
                    <a:pt x="181" y="1301"/>
                    <a:pt x="199" y="1146"/>
                    <a:pt x="241" y="997"/>
                  </a:cubicBezTo>
                  <a:cubicBezTo>
                    <a:pt x="310" y="752"/>
                    <a:pt x="461" y="533"/>
                    <a:pt x="650" y="365"/>
                  </a:cubicBezTo>
                  <a:cubicBezTo>
                    <a:pt x="830" y="204"/>
                    <a:pt x="1059" y="88"/>
                    <a:pt x="1301" y="65"/>
                  </a:cubicBezTo>
                  <a:cubicBezTo>
                    <a:pt x="1565" y="40"/>
                    <a:pt x="1795" y="154"/>
                    <a:pt x="1991" y="323"/>
                  </a:cubicBezTo>
                  <a:cubicBezTo>
                    <a:pt x="2010" y="340"/>
                    <a:pt x="2035" y="315"/>
                    <a:pt x="2019" y="295"/>
                  </a:cubicBezTo>
                  <a:cubicBezTo>
                    <a:pt x="1859" y="102"/>
                    <a:pt x="1621" y="0"/>
                    <a:pt x="1371" y="0"/>
                  </a:cubicBezTo>
                  <a:cubicBezTo>
                    <a:pt x="1131" y="0"/>
                    <a:pt x="899" y="101"/>
                    <a:pt x="709" y="241"/>
                  </a:cubicBezTo>
                  <a:cubicBezTo>
                    <a:pt x="298" y="545"/>
                    <a:pt x="0" y="1121"/>
                    <a:pt x="226" y="1619"/>
                  </a:cubicBezTo>
                  <a:cubicBezTo>
                    <a:pt x="266" y="1706"/>
                    <a:pt x="320" y="1775"/>
                    <a:pt x="375" y="1851"/>
                  </a:cubicBezTo>
                  <a:cubicBezTo>
                    <a:pt x="384" y="1862"/>
                    <a:pt x="402" y="1852"/>
                    <a:pt x="394" y="18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25" name="Freeform 7">
              <a:extLst>
                <a:ext uri="{FF2B5EF4-FFF2-40B4-BE49-F238E27FC236}">
                  <a16:creationId xmlns:a16="http://schemas.microsoft.com/office/drawing/2014/main" id="{BF77A50B-53EA-BB0A-A641-72C85045B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2726" y="1068388"/>
              <a:ext cx="2541588" cy="1016000"/>
            </a:xfrm>
            <a:custGeom>
              <a:avLst/>
              <a:gdLst>
                <a:gd name="T0" fmla="*/ 38 w 2447"/>
                <a:gd name="T1" fmla="*/ 664 h 979"/>
                <a:gd name="T2" fmla="*/ 1375 w 2447"/>
                <a:gd name="T3" fmla="*/ 104 h 979"/>
                <a:gd name="T4" fmla="*/ 2005 w 2447"/>
                <a:gd name="T5" fmla="*/ 373 h 979"/>
                <a:gd name="T6" fmla="*/ 2402 w 2447"/>
                <a:gd name="T7" fmla="*/ 953 h 979"/>
                <a:gd name="T8" fmla="*/ 2442 w 2447"/>
                <a:gd name="T9" fmla="*/ 943 h 979"/>
                <a:gd name="T10" fmla="*/ 1377 w 2447"/>
                <a:gd name="T11" fmla="*/ 41 h 979"/>
                <a:gd name="T12" fmla="*/ 622 w 2447"/>
                <a:gd name="T13" fmla="*/ 99 h 979"/>
                <a:gd name="T14" fmla="*/ 15 w 2447"/>
                <a:gd name="T15" fmla="*/ 622 h 979"/>
                <a:gd name="T16" fmla="*/ 6 w 2447"/>
                <a:gd name="T17" fmla="*/ 656 h 979"/>
                <a:gd name="T18" fmla="*/ 38 w 2447"/>
                <a:gd name="T19" fmla="*/ 664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7" h="979">
                  <a:moveTo>
                    <a:pt x="38" y="664"/>
                  </a:moveTo>
                  <a:cubicBezTo>
                    <a:pt x="235" y="159"/>
                    <a:pt x="897" y="25"/>
                    <a:pt x="1375" y="104"/>
                  </a:cubicBezTo>
                  <a:cubicBezTo>
                    <a:pt x="1602" y="141"/>
                    <a:pt x="1823" y="231"/>
                    <a:pt x="2005" y="373"/>
                  </a:cubicBezTo>
                  <a:cubicBezTo>
                    <a:pt x="2195" y="521"/>
                    <a:pt x="2325" y="727"/>
                    <a:pt x="2402" y="953"/>
                  </a:cubicBezTo>
                  <a:cubicBezTo>
                    <a:pt x="2411" y="979"/>
                    <a:pt x="2447" y="968"/>
                    <a:pt x="2442" y="943"/>
                  </a:cubicBezTo>
                  <a:cubicBezTo>
                    <a:pt x="2340" y="436"/>
                    <a:pt x="1862" y="118"/>
                    <a:pt x="1377" y="41"/>
                  </a:cubicBezTo>
                  <a:cubicBezTo>
                    <a:pt x="1125" y="0"/>
                    <a:pt x="864" y="21"/>
                    <a:pt x="622" y="99"/>
                  </a:cubicBezTo>
                  <a:cubicBezTo>
                    <a:pt x="370" y="180"/>
                    <a:pt x="103" y="360"/>
                    <a:pt x="15" y="622"/>
                  </a:cubicBezTo>
                  <a:cubicBezTo>
                    <a:pt x="13" y="633"/>
                    <a:pt x="10" y="645"/>
                    <a:pt x="6" y="656"/>
                  </a:cubicBezTo>
                  <a:cubicBezTo>
                    <a:pt x="0" y="676"/>
                    <a:pt x="30" y="683"/>
                    <a:pt x="38" y="6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26" name="Freeform 8">
              <a:extLst>
                <a:ext uri="{FF2B5EF4-FFF2-40B4-BE49-F238E27FC236}">
                  <a16:creationId xmlns:a16="http://schemas.microsoft.com/office/drawing/2014/main" id="{7D24B776-5520-5E31-406C-5D3A2374C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7163" y="1998663"/>
              <a:ext cx="1181100" cy="2060575"/>
            </a:xfrm>
            <a:custGeom>
              <a:avLst/>
              <a:gdLst>
                <a:gd name="T0" fmla="*/ 20 w 1137"/>
                <a:gd name="T1" fmla="*/ 63 h 1984"/>
                <a:gd name="T2" fmla="*/ 215 w 1137"/>
                <a:gd name="T3" fmla="*/ 53 h 1984"/>
                <a:gd name="T4" fmla="*/ 400 w 1137"/>
                <a:gd name="T5" fmla="*/ 98 h 1984"/>
                <a:gd name="T6" fmla="*/ 735 w 1137"/>
                <a:gd name="T7" fmla="*/ 336 h 1984"/>
                <a:gd name="T8" fmla="*/ 1044 w 1137"/>
                <a:gd name="T9" fmla="*/ 988 h 1984"/>
                <a:gd name="T10" fmla="*/ 897 w 1137"/>
                <a:gd name="T11" fmla="*/ 1554 h 1984"/>
                <a:gd name="T12" fmla="*/ 343 w 1137"/>
                <a:gd name="T13" fmla="*/ 1942 h 1984"/>
                <a:gd name="T14" fmla="*/ 358 w 1137"/>
                <a:gd name="T15" fmla="*/ 1980 h 1984"/>
                <a:gd name="T16" fmla="*/ 953 w 1137"/>
                <a:gd name="T17" fmla="*/ 1587 h 1984"/>
                <a:gd name="T18" fmla="*/ 1107 w 1137"/>
                <a:gd name="T19" fmla="*/ 964 h 1984"/>
                <a:gd name="T20" fmla="*/ 752 w 1137"/>
                <a:gd name="T21" fmla="*/ 266 h 1984"/>
                <a:gd name="T22" fmla="*/ 415 w 1137"/>
                <a:gd name="T23" fmla="*/ 44 h 1984"/>
                <a:gd name="T24" fmla="*/ 215 w 1137"/>
                <a:gd name="T25" fmla="*/ 2 h 1984"/>
                <a:gd name="T26" fmla="*/ 119 w 1137"/>
                <a:gd name="T27" fmla="*/ 7 h 1984"/>
                <a:gd name="T28" fmla="*/ 14 w 1137"/>
                <a:gd name="T29" fmla="*/ 41 h 1984"/>
                <a:gd name="T30" fmla="*/ 20 w 1137"/>
                <a:gd name="T31" fmla="*/ 63 h 1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7" h="1984">
                  <a:moveTo>
                    <a:pt x="20" y="63"/>
                  </a:moveTo>
                  <a:cubicBezTo>
                    <a:pt x="80" y="48"/>
                    <a:pt x="154" y="49"/>
                    <a:pt x="215" y="53"/>
                  </a:cubicBezTo>
                  <a:cubicBezTo>
                    <a:pt x="278" y="57"/>
                    <a:pt x="341" y="76"/>
                    <a:pt x="400" y="98"/>
                  </a:cubicBezTo>
                  <a:cubicBezTo>
                    <a:pt x="528" y="148"/>
                    <a:pt x="641" y="238"/>
                    <a:pt x="735" y="336"/>
                  </a:cubicBezTo>
                  <a:cubicBezTo>
                    <a:pt x="900" y="510"/>
                    <a:pt x="1016" y="750"/>
                    <a:pt x="1044" y="988"/>
                  </a:cubicBezTo>
                  <a:cubicBezTo>
                    <a:pt x="1069" y="1190"/>
                    <a:pt x="1016" y="1389"/>
                    <a:pt x="897" y="1554"/>
                  </a:cubicBezTo>
                  <a:cubicBezTo>
                    <a:pt x="757" y="1747"/>
                    <a:pt x="548" y="1839"/>
                    <a:pt x="343" y="1942"/>
                  </a:cubicBezTo>
                  <a:cubicBezTo>
                    <a:pt x="321" y="1953"/>
                    <a:pt x="337" y="1984"/>
                    <a:pt x="358" y="1980"/>
                  </a:cubicBezTo>
                  <a:cubicBezTo>
                    <a:pt x="592" y="1933"/>
                    <a:pt x="812" y="1776"/>
                    <a:pt x="953" y="1587"/>
                  </a:cubicBezTo>
                  <a:cubicBezTo>
                    <a:pt x="1086" y="1410"/>
                    <a:pt x="1137" y="1182"/>
                    <a:pt x="1107" y="964"/>
                  </a:cubicBezTo>
                  <a:cubicBezTo>
                    <a:pt x="1071" y="703"/>
                    <a:pt x="938" y="452"/>
                    <a:pt x="752" y="266"/>
                  </a:cubicBezTo>
                  <a:cubicBezTo>
                    <a:pt x="656" y="170"/>
                    <a:pt x="542" y="93"/>
                    <a:pt x="415" y="44"/>
                  </a:cubicBezTo>
                  <a:cubicBezTo>
                    <a:pt x="351" y="19"/>
                    <a:pt x="283" y="6"/>
                    <a:pt x="215" y="2"/>
                  </a:cubicBezTo>
                  <a:cubicBezTo>
                    <a:pt x="183" y="0"/>
                    <a:pt x="150" y="2"/>
                    <a:pt x="119" y="7"/>
                  </a:cubicBezTo>
                  <a:cubicBezTo>
                    <a:pt x="78" y="13"/>
                    <a:pt x="52" y="27"/>
                    <a:pt x="14" y="41"/>
                  </a:cubicBezTo>
                  <a:cubicBezTo>
                    <a:pt x="0" y="46"/>
                    <a:pt x="6" y="66"/>
                    <a:pt x="2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27" name="Freeform 9">
              <a:extLst>
                <a:ext uri="{FF2B5EF4-FFF2-40B4-BE49-F238E27FC236}">
                  <a16:creationId xmlns:a16="http://schemas.microsoft.com/office/drawing/2014/main" id="{FEF189A9-BCCE-3772-2106-2A72E59A2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6751" y="4010026"/>
              <a:ext cx="1208088" cy="1095375"/>
            </a:xfrm>
            <a:custGeom>
              <a:avLst/>
              <a:gdLst>
                <a:gd name="T0" fmla="*/ 1056 w 1164"/>
                <a:gd name="T1" fmla="*/ 16 h 1055"/>
                <a:gd name="T2" fmla="*/ 1085 w 1164"/>
                <a:gd name="T3" fmla="*/ 64 h 1055"/>
                <a:gd name="T4" fmla="*/ 1110 w 1164"/>
                <a:gd name="T5" fmla="*/ 176 h 1055"/>
                <a:gd name="T6" fmla="*/ 1081 w 1164"/>
                <a:gd name="T7" fmla="*/ 362 h 1055"/>
                <a:gd name="T8" fmla="*/ 828 w 1164"/>
                <a:gd name="T9" fmla="*/ 714 h 1055"/>
                <a:gd name="T10" fmla="*/ 30 w 1164"/>
                <a:gd name="T11" fmla="*/ 996 h 1055"/>
                <a:gd name="T12" fmla="*/ 30 w 1164"/>
                <a:gd name="T13" fmla="*/ 1042 h 1055"/>
                <a:gd name="T14" fmla="*/ 893 w 1164"/>
                <a:gd name="T15" fmla="*/ 736 h 1055"/>
                <a:gd name="T16" fmla="*/ 1143 w 1164"/>
                <a:gd name="T17" fmla="*/ 346 h 1055"/>
                <a:gd name="T18" fmla="*/ 1154 w 1164"/>
                <a:gd name="T19" fmla="*/ 140 h 1055"/>
                <a:gd name="T20" fmla="*/ 1121 w 1164"/>
                <a:gd name="T21" fmla="*/ 43 h 1055"/>
                <a:gd name="T22" fmla="*/ 1066 w 1164"/>
                <a:gd name="T23" fmla="*/ 4 h 1055"/>
                <a:gd name="T24" fmla="*/ 1056 w 1164"/>
                <a:gd name="T25" fmla="*/ 1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4" h="1055">
                  <a:moveTo>
                    <a:pt x="1056" y="16"/>
                  </a:moveTo>
                  <a:cubicBezTo>
                    <a:pt x="1068" y="25"/>
                    <a:pt x="1078" y="52"/>
                    <a:pt x="1085" y="64"/>
                  </a:cubicBezTo>
                  <a:cubicBezTo>
                    <a:pt x="1104" y="97"/>
                    <a:pt x="1108" y="139"/>
                    <a:pt x="1110" y="176"/>
                  </a:cubicBezTo>
                  <a:cubicBezTo>
                    <a:pt x="1115" y="240"/>
                    <a:pt x="1103" y="302"/>
                    <a:pt x="1081" y="362"/>
                  </a:cubicBezTo>
                  <a:cubicBezTo>
                    <a:pt x="1032" y="501"/>
                    <a:pt x="939" y="620"/>
                    <a:pt x="828" y="714"/>
                  </a:cubicBezTo>
                  <a:cubicBezTo>
                    <a:pt x="609" y="901"/>
                    <a:pt x="312" y="981"/>
                    <a:pt x="30" y="996"/>
                  </a:cubicBezTo>
                  <a:cubicBezTo>
                    <a:pt x="0" y="998"/>
                    <a:pt x="0" y="1041"/>
                    <a:pt x="30" y="1042"/>
                  </a:cubicBezTo>
                  <a:cubicBezTo>
                    <a:pt x="339" y="1055"/>
                    <a:pt x="661" y="941"/>
                    <a:pt x="893" y="736"/>
                  </a:cubicBezTo>
                  <a:cubicBezTo>
                    <a:pt x="1011" y="632"/>
                    <a:pt x="1097" y="496"/>
                    <a:pt x="1143" y="346"/>
                  </a:cubicBezTo>
                  <a:cubicBezTo>
                    <a:pt x="1163" y="279"/>
                    <a:pt x="1164" y="208"/>
                    <a:pt x="1154" y="140"/>
                  </a:cubicBezTo>
                  <a:cubicBezTo>
                    <a:pt x="1150" y="106"/>
                    <a:pt x="1138" y="73"/>
                    <a:pt x="1121" y="43"/>
                  </a:cubicBezTo>
                  <a:cubicBezTo>
                    <a:pt x="1105" y="16"/>
                    <a:pt x="1089" y="17"/>
                    <a:pt x="1066" y="4"/>
                  </a:cubicBezTo>
                  <a:cubicBezTo>
                    <a:pt x="1058" y="0"/>
                    <a:pt x="1049" y="11"/>
                    <a:pt x="105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28" name="Freeform 10">
              <a:extLst>
                <a:ext uri="{FF2B5EF4-FFF2-40B4-BE49-F238E27FC236}">
                  <a16:creationId xmlns:a16="http://schemas.microsoft.com/office/drawing/2014/main" id="{F99938C8-118F-9C77-5AF7-C2321F9BB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226" y="4775201"/>
              <a:ext cx="1274763" cy="733425"/>
            </a:xfrm>
            <a:custGeom>
              <a:avLst/>
              <a:gdLst>
                <a:gd name="T0" fmla="*/ 28 w 1229"/>
                <a:gd name="T1" fmla="*/ 8 h 706"/>
                <a:gd name="T2" fmla="*/ 139 w 1229"/>
                <a:gd name="T3" fmla="*/ 371 h 706"/>
                <a:gd name="T4" fmla="*/ 420 w 1229"/>
                <a:gd name="T5" fmla="*/ 595 h 706"/>
                <a:gd name="T6" fmla="*/ 1199 w 1229"/>
                <a:gd name="T7" fmla="*/ 617 h 706"/>
                <a:gd name="T8" fmla="*/ 1186 w 1229"/>
                <a:gd name="T9" fmla="*/ 571 h 706"/>
                <a:gd name="T10" fmla="*/ 469 w 1229"/>
                <a:gd name="T11" fmla="*/ 549 h 706"/>
                <a:gd name="T12" fmla="*/ 191 w 1229"/>
                <a:gd name="T13" fmla="*/ 341 h 706"/>
                <a:gd name="T14" fmla="*/ 105 w 1229"/>
                <a:gd name="T15" fmla="*/ 187 h 706"/>
                <a:gd name="T16" fmla="*/ 43 w 1229"/>
                <a:gd name="T17" fmla="*/ 7 h 706"/>
                <a:gd name="T18" fmla="*/ 28 w 1229"/>
                <a:gd name="T19" fmla="*/ 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9" h="706">
                  <a:moveTo>
                    <a:pt x="28" y="8"/>
                  </a:moveTo>
                  <a:cubicBezTo>
                    <a:pt x="0" y="129"/>
                    <a:pt x="72" y="275"/>
                    <a:pt x="139" y="371"/>
                  </a:cubicBezTo>
                  <a:cubicBezTo>
                    <a:pt x="210" y="470"/>
                    <a:pt x="310" y="545"/>
                    <a:pt x="420" y="595"/>
                  </a:cubicBezTo>
                  <a:cubicBezTo>
                    <a:pt x="664" y="706"/>
                    <a:pt x="948" y="698"/>
                    <a:pt x="1199" y="617"/>
                  </a:cubicBezTo>
                  <a:cubicBezTo>
                    <a:pt x="1229" y="608"/>
                    <a:pt x="1217" y="563"/>
                    <a:pt x="1186" y="571"/>
                  </a:cubicBezTo>
                  <a:cubicBezTo>
                    <a:pt x="954" y="630"/>
                    <a:pt x="695" y="637"/>
                    <a:pt x="469" y="549"/>
                  </a:cubicBezTo>
                  <a:cubicBezTo>
                    <a:pt x="360" y="506"/>
                    <a:pt x="262" y="433"/>
                    <a:pt x="191" y="341"/>
                  </a:cubicBezTo>
                  <a:cubicBezTo>
                    <a:pt x="155" y="294"/>
                    <a:pt x="127" y="241"/>
                    <a:pt x="105" y="187"/>
                  </a:cubicBezTo>
                  <a:cubicBezTo>
                    <a:pt x="81" y="128"/>
                    <a:pt x="72" y="63"/>
                    <a:pt x="43" y="7"/>
                  </a:cubicBezTo>
                  <a:cubicBezTo>
                    <a:pt x="40" y="0"/>
                    <a:pt x="30" y="2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29" name="Freeform 11">
              <a:extLst>
                <a:ext uri="{FF2B5EF4-FFF2-40B4-BE49-F238E27FC236}">
                  <a16:creationId xmlns:a16="http://schemas.microsoft.com/office/drawing/2014/main" id="{0AE34F52-B1D9-A340-CBFA-86A1FD855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1" y="5040313"/>
              <a:ext cx="1285875" cy="706438"/>
            </a:xfrm>
            <a:custGeom>
              <a:avLst/>
              <a:gdLst>
                <a:gd name="T0" fmla="*/ 9 w 1238"/>
                <a:gd name="T1" fmla="*/ 343 h 681"/>
                <a:gd name="T2" fmla="*/ 575 w 1238"/>
                <a:gd name="T3" fmla="*/ 605 h 681"/>
                <a:gd name="T4" fmla="*/ 1222 w 1238"/>
                <a:gd name="T5" fmla="*/ 529 h 681"/>
                <a:gd name="T6" fmla="*/ 1222 w 1238"/>
                <a:gd name="T7" fmla="*/ 485 h 681"/>
                <a:gd name="T8" fmla="*/ 968 w 1238"/>
                <a:gd name="T9" fmla="*/ 314 h 681"/>
                <a:gd name="T10" fmla="*/ 825 w 1238"/>
                <a:gd name="T11" fmla="*/ 32 h 681"/>
                <a:gd name="T12" fmla="*/ 776 w 1238"/>
                <a:gd name="T13" fmla="*/ 46 h 681"/>
                <a:gd name="T14" fmla="*/ 921 w 1238"/>
                <a:gd name="T15" fmla="*/ 340 h 681"/>
                <a:gd name="T16" fmla="*/ 1196 w 1238"/>
                <a:gd name="T17" fmla="*/ 529 h 681"/>
                <a:gd name="T18" fmla="*/ 1196 w 1238"/>
                <a:gd name="T19" fmla="*/ 485 h 681"/>
                <a:gd name="T20" fmla="*/ 23 w 1238"/>
                <a:gd name="T21" fmla="*/ 324 h 681"/>
                <a:gd name="T22" fmla="*/ 9 w 1238"/>
                <a:gd name="T23" fmla="*/ 34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8" h="681">
                  <a:moveTo>
                    <a:pt x="9" y="343"/>
                  </a:moveTo>
                  <a:cubicBezTo>
                    <a:pt x="152" y="493"/>
                    <a:pt x="376" y="569"/>
                    <a:pt x="575" y="605"/>
                  </a:cubicBezTo>
                  <a:cubicBezTo>
                    <a:pt x="792" y="644"/>
                    <a:pt x="1024" y="631"/>
                    <a:pt x="1222" y="529"/>
                  </a:cubicBezTo>
                  <a:cubicBezTo>
                    <a:pt x="1238" y="520"/>
                    <a:pt x="1238" y="494"/>
                    <a:pt x="1222" y="485"/>
                  </a:cubicBezTo>
                  <a:cubicBezTo>
                    <a:pt x="1131" y="437"/>
                    <a:pt x="1041" y="387"/>
                    <a:pt x="968" y="314"/>
                  </a:cubicBezTo>
                  <a:cubicBezTo>
                    <a:pt x="889" y="238"/>
                    <a:pt x="847" y="138"/>
                    <a:pt x="825" y="32"/>
                  </a:cubicBezTo>
                  <a:cubicBezTo>
                    <a:pt x="819" y="0"/>
                    <a:pt x="770" y="14"/>
                    <a:pt x="776" y="46"/>
                  </a:cubicBezTo>
                  <a:cubicBezTo>
                    <a:pt x="799" y="157"/>
                    <a:pt x="844" y="256"/>
                    <a:pt x="921" y="340"/>
                  </a:cubicBezTo>
                  <a:cubicBezTo>
                    <a:pt x="997" y="422"/>
                    <a:pt x="1098" y="479"/>
                    <a:pt x="1196" y="529"/>
                  </a:cubicBezTo>
                  <a:cubicBezTo>
                    <a:pt x="1196" y="514"/>
                    <a:pt x="1196" y="500"/>
                    <a:pt x="1196" y="485"/>
                  </a:cubicBezTo>
                  <a:cubicBezTo>
                    <a:pt x="821" y="681"/>
                    <a:pt x="352" y="551"/>
                    <a:pt x="23" y="324"/>
                  </a:cubicBezTo>
                  <a:cubicBezTo>
                    <a:pt x="12" y="316"/>
                    <a:pt x="0" y="333"/>
                    <a:pt x="9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grpSp>
          <p:nvGrpSpPr>
            <p:cNvPr id="630" name="组合 629">
              <a:extLst>
                <a:ext uri="{FF2B5EF4-FFF2-40B4-BE49-F238E27FC236}">
                  <a16:creationId xmlns:a16="http://schemas.microsoft.com/office/drawing/2014/main" id="{67600B65-B5D5-E806-A66B-2C974ABBD190}"/>
                </a:ext>
              </a:extLst>
            </p:cNvPr>
            <p:cNvGrpSpPr/>
            <p:nvPr/>
          </p:nvGrpSpPr>
          <p:grpSpPr>
            <a:xfrm>
              <a:off x="3517901" y="1225551"/>
              <a:ext cx="5260975" cy="4090987"/>
              <a:chOff x="3517901" y="1225551"/>
              <a:chExt cx="5260975" cy="4090987"/>
            </a:xfrm>
            <a:grpFill/>
          </p:grpSpPr>
          <p:sp>
            <p:nvSpPr>
              <p:cNvPr id="631" name="Freeform 12">
                <a:extLst>
                  <a:ext uri="{FF2B5EF4-FFF2-40B4-BE49-F238E27FC236}">
                    <a16:creationId xmlns:a16="http://schemas.microsoft.com/office/drawing/2014/main" id="{578F9FCB-124D-ADD5-322B-EBE42B173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5738" y="2135188"/>
                <a:ext cx="109538" cy="38100"/>
              </a:xfrm>
              <a:custGeom>
                <a:avLst/>
                <a:gdLst>
                  <a:gd name="T0" fmla="*/ 6 w 106"/>
                  <a:gd name="T1" fmla="*/ 35 h 37"/>
                  <a:gd name="T2" fmla="*/ 45 w 106"/>
                  <a:gd name="T3" fmla="*/ 33 h 37"/>
                  <a:gd name="T4" fmla="*/ 97 w 106"/>
                  <a:gd name="T5" fmla="*/ 22 h 37"/>
                  <a:gd name="T6" fmla="*/ 97 w 106"/>
                  <a:gd name="T7" fmla="*/ 6 h 37"/>
                  <a:gd name="T8" fmla="*/ 52 w 106"/>
                  <a:gd name="T9" fmla="*/ 6 h 37"/>
                  <a:gd name="T10" fmla="*/ 4 w 106"/>
                  <a:gd name="T11" fmla="*/ 24 h 37"/>
                  <a:gd name="T12" fmla="*/ 6 w 106"/>
                  <a:gd name="T13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37">
                    <a:moveTo>
                      <a:pt x="6" y="35"/>
                    </a:moveTo>
                    <a:cubicBezTo>
                      <a:pt x="20" y="37"/>
                      <a:pt x="32" y="35"/>
                      <a:pt x="45" y="33"/>
                    </a:cubicBezTo>
                    <a:cubicBezTo>
                      <a:pt x="63" y="30"/>
                      <a:pt x="80" y="29"/>
                      <a:pt x="97" y="22"/>
                    </a:cubicBezTo>
                    <a:cubicBezTo>
                      <a:pt x="105" y="19"/>
                      <a:pt x="106" y="9"/>
                      <a:pt x="97" y="6"/>
                    </a:cubicBezTo>
                    <a:cubicBezTo>
                      <a:pt x="81" y="0"/>
                      <a:pt x="68" y="2"/>
                      <a:pt x="52" y="6"/>
                    </a:cubicBezTo>
                    <a:cubicBezTo>
                      <a:pt x="34" y="9"/>
                      <a:pt x="17" y="13"/>
                      <a:pt x="4" y="24"/>
                    </a:cubicBezTo>
                    <a:cubicBezTo>
                      <a:pt x="0" y="27"/>
                      <a:pt x="2" y="34"/>
                      <a:pt x="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32" name="Freeform 13">
                <a:extLst>
                  <a:ext uri="{FF2B5EF4-FFF2-40B4-BE49-F238E27FC236}">
                    <a16:creationId xmlns:a16="http://schemas.microsoft.com/office/drawing/2014/main" id="{48518B55-93AF-E723-4D3A-B01B19CE1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8463" y="2144713"/>
                <a:ext cx="92075" cy="34925"/>
              </a:xfrm>
              <a:custGeom>
                <a:avLst/>
                <a:gdLst>
                  <a:gd name="T0" fmla="*/ 4 w 89"/>
                  <a:gd name="T1" fmla="*/ 9 h 35"/>
                  <a:gd name="T2" fmla="*/ 79 w 89"/>
                  <a:gd name="T3" fmla="*/ 34 h 35"/>
                  <a:gd name="T4" fmla="*/ 83 w 89"/>
                  <a:gd name="T5" fmla="*/ 20 h 35"/>
                  <a:gd name="T6" fmla="*/ 7 w 89"/>
                  <a:gd name="T7" fmla="*/ 0 h 35"/>
                  <a:gd name="T8" fmla="*/ 4 w 89"/>
                  <a:gd name="T9" fmla="*/ 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35">
                    <a:moveTo>
                      <a:pt x="4" y="9"/>
                    </a:moveTo>
                    <a:cubicBezTo>
                      <a:pt x="28" y="23"/>
                      <a:pt x="52" y="31"/>
                      <a:pt x="79" y="34"/>
                    </a:cubicBezTo>
                    <a:cubicBezTo>
                      <a:pt x="87" y="35"/>
                      <a:pt x="89" y="24"/>
                      <a:pt x="83" y="20"/>
                    </a:cubicBezTo>
                    <a:cubicBezTo>
                      <a:pt x="59" y="6"/>
                      <a:pt x="34" y="3"/>
                      <a:pt x="7" y="0"/>
                    </a:cubicBezTo>
                    <a:cubicBezTo>
                      <a:pt x="2" y="0"/>
                      <a:pt x="0" y="7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33" name="Freeform 14">
                <a:extLst>
                  <a:ext uri="{FF2B5EF4-FFF2-40B4-BE49-F238E27FC236}">
                    <a16:creationId xmlns:a16="http://schemas.microsoft.com/office/drawing/2014/main" id="{022F81AA-9AAF-32E2-9041-B0043468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3" y="2225676"/>
                <a:ext cx="107950" cy="61913"/>
              </a:xfrm>
              <a:custGeom>
                <a:avLst/>
                <a:gdLst>
                  <a:gd name="T0" fmla="*/ 6 w 105"/>
                  <a:gd name="T1" fmla="*/ 10 h 59"/>
                  <a:gd name="T2" fmla="*/ 91 w 105"/>
                  <a:gd name="T3" fmla="*/ 55 h 59"/>
                  <a:gd name="T4" fmla="*/ 99 w 105"/>
                  <a:gd name="T5" fmla="*/ 44 h 59"/>
                  <a:gd name="T6" fmla="*/ 9 w 105"/>
                  <a:gd name="T7" fmla="*/ 1 h 59"/>
                  <a:gd name="T8" fmla="*/ 6 w 105"/>
                  <a:gd name="T9" fmla="*/ 1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59">
                    <a:moveTo>
                      <a:pt x="6" y="10"/>
                    </a:moveTo>
                    <a:cubicBezTo>
                      <a:pt x="35" y="21"/>
                      <a:pt x="64" y="39"/>
                      <a:pt x="91" y="55"/>
                    </a:cubicBezTo>
                    <a:cubicBezTo>
                      <a:pt x="97" y="59"/>
                      <a:pt x="105" y="49"/>
                      <a:pt x="99" y="44"/>
                    </a:cubicBezTo>
                    <a:cubicBezTo>
                      <a:pt x="72" y="20"/>
                      <a:pt x="44" y="7"/>
                      <a:pt x="9" y="1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34" name="Freeform 15">
                <a:extLst>
                  <a:ext uri="{FF2B5EF4-FFF2-40B4-BE49-F238E27FC236}">
                    <a16:creationId xmlns:a16="http://schemas.microsoft.com/office/drawing/2014/main" id="{715C1546-DBDF-C142-35A0-8A389B0FB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1688" y="2389188"/>
                <a:ext cx="77788" cy="84138"/>
              </a:xfrm>
              <a:custGeom>
                <a:avLst/>
                <a:gdLst>
                  <a:gd name="T0" fmla="*/ 1 w 75"/>
                  <a:gd name="T1" fmla="*/ 1 h 81"/>
                  <a:gd name="T2" fmla="*/ 14 w 75"/>
                  <a:gd name="T3" fmla="*/ 20 h 81"/>
                  <a:gd name="T4" fmla="*/ 31 w 75"/>
                  <a:gd name="T5" fmla="*/ 42 h 81"/>
                  <a:gd name="T6" fmla="*/ 62 w 75"/>
                  <a:gd name="T7" fmla="*/ 77 h 81"/>
                  <a:gd name="T8" fmla="*/ 72 w 75"/>
                  <a:gd name="T9" fmla="*/ 71 h 81"/>
                  <a:gd name="T10" fmla="*/ 45 w 75"/>
                  <a:gd name="T11" fmla="*/ 35 h 81"/>
                  <a:gd name="T12" fmla="*/ 24 w 75"/>
                  <a:gd name="T13" fmla="*/ 16 h 81"/>
                  <a:gd name="T14" fmla="*/ 2 w 75"/>
                  <a:gd name="T15" fmla="*/ 0 h 81"/>
                  <a:gd name="T16" fmla="*/ 1 w 75"/>
                  <a:gd name="T1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1" y="1"/>
                    </a:moveTo>
                    <a:cubicBezTo>
                      <a:pt x="6" y="6"/>
                      <a:pt x="9" y="14"/>
                      <a:pt x="14" y="20"/>
                    </a:cubicBezTo>
                    <a:cubicBezTo>
                      <a:pt x="19" y="27"/>
                      <a:pt x="25" y="35"/>
                      <a:pt x="31" y="42"/>
                    </a:cubicBezTo>
                    <a:cubicBezTo>
                      <a:pt x="41" y="54"/>
                      <a:pt x="51" y="66"/>
                      <a:pt x="62" y="77"/>
                    </a:cubicBezTo>
                    <a:cubicBezTo>
                      <a:pt x="66" y="81"/>
                      <a:pt x="75" y="77"/>
                      <a:pt x="72" y="71"/>
                    </a:cubicBezTo>
                    <a:cubicBezTo>
                      <a:pt x="66" y="57"/>
                      <a:pt x="57" y="46"/>
                      <a:pt x="45" y="35"/>
                    </a:cubicBezTo>
                    <a:cubicBezTo>
                      <a:pt x="38" y="28"/>
                      <a:pt x="31" y="22"/>
                      <a:pt x="24" y="16"/>
                    </a:cubicBezTo>
                    <a:cubicBezTo>
                      <a:pt x="17" y="10"/>
                      <a:pt x="8" y="6"/>
                      <a:pt x="2" y="0"/>
                    </a:cubicBezTo>
                    <a:cubicBezTo>
                      <a:pt x="1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35" name="Freeform 16">
                <a:extLst>
                  <a:ext uri="{FF2B5EF4-FFF2-40B4-BE49-F238E27FC236}">
                    <a16:creationId xmlns:a16="http://schemas.microsoft.com/office/drawing/2014/main" id="{06FB0961-5987-751D-EE69-F0BB43A76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2501" y="2570163"/>
                <a:ext cx="60325" cy="90488"/>
              </a:xfrm>
              <a:custGeom>
                <a:avLst/>
                <a:gdLst>
                  <a:gd name="T0" fmla="*/ 3 w 57"/>
                  <a:gd name="T1" fmla="*/ 10 h 88"/>
                  <a:gd name="T2" fmla="*/ 47 w 57"/>
                  <a:gd name="T3" fmla="*/ 83 h 88"/>
                  <a:gd name="T4" fmla="*/ 55 w 57"/>
                  <a:gd name="T5" fmla="*/ 77 h 88"/>
                  <a:gd name="T6" fmla="*/ 11 w 57"/>
                  <a:gd name="T7" fmla="*/ 5 h 88"/>
                  <a:gd name="T8" fmla="*/ 3 w 57"/>
                  <a:gd name="T9" fmla="*/ 1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88">
                    <a:moveTo>
                      <a:pt x="3" y="10"/>
                    </a:moveTo>
                    <a:cubicBezTo>
                      <a:pt x="17" y="35"/>
                      <a:pt x="27" y="63"/>
                      <a:pt x="47" y="83"/>
                    </a:cubicBezTo>
                    <a:cubicBezTo>
                      <a:pt x="51" y="88"/>
                      <a:pt x="57" y="82"/>
                      <a:pt x="55" y="77"/>
                    </a:cubicBezTo>
                    <a:cubicBezTo>
                      <a:pt x="44" y="51"/>
                      <a:pt x="28" y="27"/>
                      <a:pt x="11" y="5"/>
                    </a:cubicBezTo>
                    <a:cubicBezTo>
                      <a:pt x="8" y="0"/>
                      <a:pt x="0" y="4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36" name="Freeform 17">
                <a:extLst>
                  <a:ext uri="{FF2B5EF4-FFF2-40B4-BE49-F238E27FC236}">
                    <a16:creationId xmlns:a16="http://schemas.microsoft.com/office/drawing/2014/main" id="{8B7054A6-C615-37EF-085B-14063FEAB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4576" y="2767013"/>
                <a:ext cx="42863" cy="88900"/>
              </a:xfrm>
              <a:custGeom>
                <a:avLst/>
                <a:gdLst>
                  <a:gd name="T0" fmla="*/ 3 w 41"/>
                  <a:gd name="T1" fmla="*/ 7 h 86"/>
                  <a:gd name="T2" fmla="*/ 30 w 41"/>
                  <a:gd name="T3" fmla="*/ 79 h 86"/>
                  <a:gd name="T4" fmla="*/ 40 w 41"/>
                  <a:gd name="T5" fmla="*/ 76 h 86"/>
                  <a:gd name="T6" fmla="*/ 9 w 41"/>
                  <a:gd name="T7" fmla="*/ 4 h 86"/>
                  <a:gd name="T8" fmla="*/ 3 w 41"/>
                  <a:gd name="T9" fmla="*/ 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86">
                    <a:moveTo>
                      <a:pt x="3" y="7"/>
                    </a:moveTo>
                    <a:cubicBezTo>
                      <a:pt x="16" y="29"/>
                      <a:pt x="21" y="56"/>
                      <a:pt x="30" y="79"/>
                    </a:cubicBezTo>
                    <a:cubicBezTo>
                      <a:pt x="32" y="86"/>
                      <a:pt x="41" y="83"/>
                      <a:pt x="40" y="76"/>
                    </a:cubicBezTo>
                    <a:cubicBezTo>
                      <a:pt x="36" y="48"/>
                      <a:pt x="25" y="27"/>
                      <a:pt x="9" y="4"/>
                    </a:cubicBezTo>
                    <a:cubicBezTo>
                      <a:pt x="7" y="0"/>
                      <a:pt x="0" y="3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37" name="Freeform 18">
                <a:extLst>
                  <a:ext uri="{FF2B5EF4-FFF2-40B4-BE49-F238E27FC236}">
                    <a16:creationId xmlns:a16="http://schemas.microsoft.com/office/drawing/2014/main" id="{D4D7B125-E894-5260-A889-7F23CFA37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0776" y="2992438"/>
                <a:ext cx="26988" cy="107950"/>
              </a:xfrm>
              <a:custGeom>
                <a:avLst/>
                <a:gdLst>
                  <a:gd name="T0" fmla="*/ 2 w 27"/>
                  <a:gd name="T1" fmla="*/ 7 h 104"/>
                  <a:gd name="T2" fmla="*/ 17 w 27"/>
                  <a:gd name="T3" fmla="*/ 100 h 104"/>
                  <a:gd name="T4" fmla="*/ 23 w 27"/>
                  <a:gd name="T5" fmla="*/ 100 h 104"/>
                  <a:gd name="T6" fmla="*/ 9 w 27"/>
                  <a:gd name="T7" fmla="*/ 4 h 104"/>
                  <a:gd name="T8" fmla="*/ 2 w 27"/>
                  <a:gd name="T9" fmla="*/ 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4">
                    <a:moveTo>
                      <a:pt x="2" y="7"/>
                    </a:moveTo>
                    <a:cubicBezTo>
                      <a:pt x="14" y="36"/>
                      <a:pt x="13" y="68"/>
                      <a:pt x="17" y="100"/>
                    </a:cubicBezTo>
                    <a:cubicBezTo>
                      <a:pt x="17" y="104"/>
                      <a:pt x="23" y="104"/>
                      <a:pt x="23" y="100"/>
                    </a:cubicBezTo>
                    <a:cubicBezTo>
                      <a:pt x="27" y="67"/>
                      <a:pt x="24" y="33"/>
                      <a:pt x="9" y="4"/>
                    </a:cubicBezTo>
                    <a:cubicBezTo>
                      <a:pt x="7" y="0"/>
                      <a:pt x="0" y="3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38" name="Freeform 19">
                <a:extLst>
                  <a:ext uri="{FF2B5EF4-FFF2-40B4-BE49-F238E27FC236}">
                    <a16:creationId xmlns:a16="http://schemas.microsoft.com/office/drawing/2014/main" id="{327FBACE-F03F-FBA7-8C01-6877BA5F7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3476" y="3206751"/>
                <a:ext cx="25400" cy="80963"/>
              </a:xfrm>
              <a:custGeom>
                <a:avLst/>
                <a:gdLst>
                  <a:gd name="T0" fmla="*/ 13 w 24"/>
                  <a:gd name="T1" fmla="*/ 2 h 78"/>
                  <a:gd name="T2" fmla="*/ 4 w 24"/>
                  <a:gd name="T3" fmla="*/ 32 h 78"/>
                  <a:gd name="T4" fmla="*/ 2 w 24"/>
                  <a:gd name="T5" fmla="*/ 46 h 78"/>
                  <a:gd name="T6" fmla="*/ 0 w 24"/>
                  <a:gd name="T7" fmla="*/ 66 h 78"/>
                  <a:gd name="T8" fmla="*/ 13 w 24"/>
                  <a:gd name="T9" fmla="*/ 71 h 78"/>
                  <a:gd name="T10" fmla="*/ 23 w 24"/>
                  <a:gd name="T11" fmla="*/ 39 h 78"/>
                  <a:gd name="T12" fmla="*/ 15 w 24"/>
                  <a:gd name="T13" fmla="*/ 2 h 78"/>
                  <a:gd name="T14" fmla="*/ 13 w 24"/>
                  <a:gd name="T15" fmla="*/ 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8">
                    <a:moveTo>
                      <a:pt x="13" y="2"/>
                    </a:moveTo>
                    <a:cubicBezTo>
                      <a:pt x="9" y="12"/>
                      <a:pt x="6" y="21"/>
                      <a:pt x="4" y="32"/>
                    </a:cubicBezTo>
                    <a:cubicBezTo>
                      <a:pt x="3" y="37"/>
                      <a:pt x="2" y="41"/>
                      <a:pt x="2" y="46"/>
                    </a:cubicBezTo>
                    <a:cubicBezTo>
                      <a:pt x="1" y="53"/>
                      <a:pt x="1" y="59"/>
                      <a:pt x="0" y="66"/>
                    </a:cubicBezTo>
                    <a:cubicBezTo>
                      <a:pt x="0" y="72"/>
                      <a:pt x="9" y="78"/>
                      <a:pt x="13" y="71"/>
                    </a:cubicBezTo>
                    <a:cubicBezTo>
                      <a:pt x="18" y="60"/>
                      <a:pt x="21" y="52"/>
                      <a:pt x="23" y="39"/>
                    </a:cubicBezTo>
                    <a:cubicBezTo>
                      <a:pt x="24" y="25"/>
                      <a:pt x="20" y="15"/>
                      <a:pt x="15" y="2"/>
                    </a:cubicBezTo>
                    <a:cubicBezTo>
                      <a:pt x="15" y="0"/>
                      <a:pt x="13" y="1"/>
                      <a:pt x="1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39" name="Freeform 20">
                <a:extLst>
                  <a:ext uri="{FF2B5EF4-FFF2-40B4-BE49-F238E27FC236}">
                    <a16:creationId xmlns:a16="http://schemas.microsoft.com/office/drawing/2014/main" id="{55E792D3-0FBF-C452-A913-23BFF1D46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2513" y="3368676"/>
                <a:ext cx="61913" cy="100013"/>
              </a:xfrm>
              <a:custGeom>
                <a:avLst/>
                <a:gdLst>
                  <a:gd name="T0" fmla="*/ 46 w 61"/>
                  <a:gd name="T1" fmla="*/ 3 h 97"/>
                  <a:gd name="T2" fmla="*/ 6 w 61"/>
                  <a:gd name="T3" fmla="*/ 81 h 97"/>
                  <a:gd name="T4" fmla="*/ 20 w 61"/>
                  <a:gd name="T5" fmla="*/ 91 h 97"/>
                  <a:gd name="T6" fmla="*/ 52 w 61"/>
                  <a:gd name="T7" fmla="*/ 51 h 97"/>
                  <a:gd name="T8" fmla="*/ 53 w 61"/>
                  <a:gd name="T9" fmla="*/ 3 h 97"/>
                  <a:gd name="T10" fmla="*/ 46 w 61"/>
                  <a:gd name="T11" fmla="*/ 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97">
                    <a:moveTo>
                      <a:pt x="46" y="3"/>
                    </a:moveTo>
                    <a:cubicBezTo>
                      <a:pt x="33" y="29"/>
                      <a:pt x="23" y="57"/>
                      <a:pt x="6" y="81"/>
                    </a:cubicBezTo>
                    <a:cubicBezTo>
                      <a:pt x="0" y="89"/>
                      <a:pt x="13" y="97"/>
                      <a:pt x="20" y="91"/>
                    </a:cubicBezTo>
                    <a:cubicBezTo>
                      <a:pt x="34" y="80"/>
                      <a:pt x="45" y="69"/>
                      <a:pt x="52" y="51"/>
                    </a:cubicBezTo>
                    <a:cubicBezTo>
                      <a:pt x="58" y="35"/>
                      <a:pt x="61" y="20"/>
                      <a:pt x="53" y="3"/>
                    </a:cubicBezTo>
                    <a:cubicBezTo>
                      <a:pt x="52" y="0"/>
                      <a:pt x="47" y="1"/>
                      <a:pt x="4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0" name="Freeform 21">
                <a:extLst>
                  <a:ext uri="{FF2B5EF4-FFF2-40B4-BE49-F238E27FC236}">
                    <a16:creationId xmlns:a16="http://schemas.microsoft.com/office/drawing/2014/main" id="{89574C71-90A6-ED2C-D155-99F3625AA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3544888"/>
                <a:ext cx="68263" cy="84138"/>
              </a:xfrm>
              <a:custGeom>
                <a:avLst/>
                <a:gdLst>
                  <a:gd name="T0" fmla="*/ 51 w 66"/>
                  <a:gd name="T1" fmla="*/ 4 h 81"/>
                  <a:gd name="T2" fmla="*/ 24 w 66"/>
                  <a:gd name="T3" fmla="*/ 33 h 81"/>
                  <a:gd name="T4" fmla="*/ 14 w 66"/>
                  <a:gd name="T5" fmla="*/ 46 h 81"/>
                  <a:gd name="T6" fmla="*/ 5 w 66"/>
                  <a:gd name="T7" fmla="*/ 62 h 81"/>
                  <a:gd name="T8" fmla="*/ 18 w 66"/>
                  <a:gd name="T9" fmla="*/ 75 h 81"/>
                  <a:gd name="T10" fmla="*/ 32 w 66"/>
                  <a:gd name="T11" fmla="*/ 65 h 81"/>
                  <a:gd name="T12" fmla="*/ 45 w 66"/>
                  <a:gd name="T13" fmla="*/ 49 h 81"/>
                  <a:gd name="T14" fmla="*/ 63 w 66"/>
                  <a:gd name="T15" fmla="*/ 11 h 81"/>
                  <a:gd name="T16" fmla="*/ 51 w 66"/>
                  <a:gd name="T17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81">
                    <a:moveTo>
                      <a:pt x="51" y="4"/>
                    </a:moveTo>
                    <a:cubicBezTo>
                      <a:pt x="41" y="13"/>
                      <a:pt x="32" y="22"/>
                      <a:pt x="24" y="33"/>
                    </a:cubicBezTo>
                    <a:cubicBezTo>
                      <a:pt x="21" y="37"/>
                      <a:pt x="17" y="41"/>
                      <a:pt x="14" y="46"/>
                    </a:cubicBezTo>
                    <a:cubicBezTo>
                      <a:pt x="10" y="51"/>
                      <a:pt x="9" y="57"/>
                      <a:pt x="5" y="62"/>
                    </a:cubicBezTo>
                    <a:cubicBezTo>
                      <a:pt x="0" y="70"/>
                      <a:pt x="10" y="81"/>
                      <a:pt x="18" y="75"/>
                    </a:cubicBezTo>
                    <a:cubicBezTo>
                      <a:pt x="22" y="72"/>
                      <a:pt x="29" y="69"/>
                      <a:pt x="32" y="65"/>
                    </a:cubicBezTo>
                    <a:cubicBezTo>
                      <a:pt x="37" y="60"/>
                      <a:pt x="41" y="55"/>
                      <a:pt x="45" y="49"/>
                    </a:cubicBezTo>
                    <a:cubicBezTo>
                      <a:pt x="53" y="37"/>
                      <a:pt x="59" y="25"/>
                      <a:pt x="63" y="11"/>
                    </a:cubicBezTo>
                    <a:cubicBezTo>
                      <a:pt x="66" y="4"/>
                      <a:pt x="56" y="0"/>
                      <a:pt x="5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1" name="Freeform 22">
                <a:extLst>
                  <a:ext uri="{FF2B5EF4-FFF2-40B4-BE49-F238E27FC236}">
                    <a16:creationId xmlns:a16="http://schemas.microsoft.com/office/drawing/2014/main" id="{B29F9BEC-1EF5-2846-6324-1AF2F2EFF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4063" y="3732213"/>
                <a:ext cx="80963" cy="65088"/>
              </a:xfrm>
              <a:custGeom>
                <a:avLst/>
                <a:gdLst>
                  <a:gd name="T0" fmla="*/ 66 w 79"/>
                  <a:gd name="T1" fmla="*/ 3 h 62"/>
                  <a:gd name="T2" fmla="*/ 35 w 79"/>
                  <a:gd name="T3" fmla="*/ 23 h 62"/>
                  <a:gd name="T4" fmla="*/ 6 w 79"/>
                  <a:gd name="T5" fmla="*/ 48 h 62"/>
                  <a:gd name="T6" fmla="*/ 14 w 79"/>
                  <a:gd name="T7" fmla="*/ 58 h 62"/>
                  <a:gd name="T8" fmla="*/ 45 w 79"/>
                  <a:gd name="T9" fmla="*/ 38 h 62"/>
                  <a:gd name="T10" fmla="*/ 73 w 79"/>
                  <a:gd name="T11" fmla="*/ 13 h 62"/>
                  <a:gd name="T12" fmla="*/ 66 w 79"/>
                  <a:gd name="T13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62">
                    <a:moveTo>
                      <a:pt x="66" y="3"/>
                    </a:moveTo>
                    <a:cubicBezTo>
                      <a:pt x="55" y="9"/>
                      <a:pt x="45" y="15"/>
                      <a:pt x="35" y="23"/>
                    </a:cubicBezTo>
                    <a:cubicBezTo>
                      <a:pt x="25" y="31"/>
                      <a:pt x="16" y="39"/>
                      <a:pt x="6" y="48"/>
                    </a:cubicBezTo>
                    <a:cubicBezTo>
                      <a:pt x="0" y="53"/>
                      <a:pt x="8" y="62"/>
                      <a:pt x="14" y="58"/>
                    </a:cubicBezTo>
                    <a:cubicBezTo>
                      <a:pt x="25" y="52"/>
                      <a:pt x="35" y="46"/>
                      <a:pt x="45" y="38"/>
                    </a:cubicBezTo>
                    <a:cubicBezTo>
                      <a:pt x="55" y="30"/>
                      <a:pt x="64" y="21"/>
                      <a:pt x="73" y="13"/>
                    </a:cubicBezTo>
                    <a:cubicBezTo>
                      <a:pt x="79" y="9"/>
                      <a:pt x="72" y="0"/>
                      <a:pt x="6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2" name="Freeform 23">
                <a:extLst>
                  <a:ext uri="{FF2B5EF4-FFF2-40B4-BE49-F238E27FC236}">
                    <a16:creationId xmlns:a16="http://schemas.microsoft.com/office/drawing/2014/main" id="{54BCBD46-85C6-B1A5-F2EF-A1E3580E9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3376" y="3932238"/>
                <a:ext cx="93663" cy="30163"/>
              </a:xfrm>
              <a:custGeom>
                <a:avLst/>
                <a:gdLst>
                  <a:gd name="T0" fmla="*/ 82 w 91"/>
                  <a:gd name="T1" fmla="*/ 1 h 30"/>
                  <a:gd name="T2" fmla="*/ 42 w 91"/>
                  <a:gd name="T3" fmla="*/ 5 h 30"/>
                  <a:gd name="T4" fmla="*/ 9 w 91"/>
                  <a:gd name="T5" fmla="*/ 11 h 30"/>
                  <a:gd name="T6" fmla="*/ 9 w 91"/>
                  <a:gd name="T7" fmla="*/ 28 h 30"/>
                  <a:gd name="T8" fmla="*/ 45 w 91"/>
                  <a:gd name="T9" fmla="*/ 27 h 30"/>
                  <a:gd name="T10" fmla="*/ 86 w 91"/>
                  <a:gd name="T11" fmla="*/ 9 h 30"/>
                  <a:gd name="T12" fmla="*/ 82 w 91"/>
                  <a:gd name="T13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30">
                    <a:moveTo>
                      <a:pt x="82" y="1"/>
                    </a:moveTo>
                    <a:cubicBezTo>
                      <a:pt x="69" y="3"/>
                      <a:pt x="55" y="3"/>
                      <a:pt x="42" y="5"/>
                    </a:cubicBezTo>
                    <a:cubicBezTo>
                      <a:pt x="31" y="6"/>
                      <a:pt x="20" y="9"/>
                      <a:pt x="9" y="11"/>
                    </a:cubicBezTo>
                    <a:cubicBezTo>
                      <a:pt x="0" y="13"/>
                      <a:pt x="0" y="27"/>
                      <a:pt x="9" y="28"/>
                    </a:cubicBezTo>
                    <a:cubicBezTo>
                      <a:pt x="22" y="30"/>
                      <a:pt x="32" y="30"/>
                      <a:pt x="45" y="27"/>
                    </a:cubicBezTo>
                    <a:cubicBezTo>
                      <a:pt x="60" y="23"/>
                      <a:pt x="72" y="15"/>
                      <a:pt x="86" y="9"/>
                    </a:cubicBezTo>
                    <a:cubicBezTo>
                      <a:pt x="91" y="7"/>
                      <a:pt x="87" y="0"/>
                      <a:pt x="8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3" name="Freeform 24">
                <a:extLst>
                  <a:ext uri="{FF2B5EF4-FFF2-40B4-BE49-F238E27FC236}">
                    <a16:creationId xmlns:a16="http://schemas.microsoft.com/office/drawing/2014/main" id="{0E97F31C-EC77-98C2-2278-6626FC89B9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1476" y="3992563"/>
                <a:ext cx="65088" cy="77788"/>
              </a:xfrm>
              <a:custGeom>
                <a:avLst/>
                <a:gdLst>
                  <a:gd name="T0" fmla="*/ 2 w 63"/>
                  <a:gd name="T1" fmla="*/ 6 h 74"/>
                  <a:gd name="T2" fmla="*/ 12 w 63"/>
                  <a:gd name="T3" fmla="*/ 18 h 74"/>
                  <a:gd name="T4" fmla="*/ 24 w 63"/>
                  <a:gd name="T5" fmla="*/ 34 h 74"/>
                  <a:gd name="T6" fmla="*/ 36 w 63"/>
                  <a:gd name="T7" fmla="*/ 51 h 74"/>
                  <a:gd name="T8" fmla="*/ 47 w 63"/>
                  <a:gd name="T9" fmla="*/ 66 h 74"/>
                  <a:gd name="T10" fmla="*/ 61 w 63"/>
                  <a:gd name="T11" fmla="*/ 60 h 74"/>
                  <a:gd name="T12" fmla="*/ 37 w 63"/>
                  <a:gd name="T13" fmla="*/ 16 h 74"/>
                  <a:gd name="T14" fmla="*/ 18 w 63"/>
                  <a:gd name="T15" fmla="*/ 3 h 74"/>
                  <a:gd name="T16" fmla="*/ 3 w 63"/>
                  <a:gd name="T17" fmla="*/ 2 h 74"/>
                  <a:gd name="T18" fmla="*/ 2 w 63"/>
                  <a:gd name="T19" fmla="*/ 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3" h="74">
                    <a:moveTo>
                      <a:pt x="2" y="6"/>
                    </a:moveTo>
                    <a:cubicBezTo>
                      <a:pt x="6" y="7"/>
                      <a:pt x="10" y="15"/>
                      <a:pt x="12" y="18"/>
                    </a:cubicBezTo>
                    <a:cubicBezTo>
                      <a:pt x="15" y="24"/>
                      <a:pt x="20" y="29"/>
                      <a:pt x="24" y="34"/>
                    </a:cubicBezTo>
                    <a:cubicBezTo>
                      <a:pt x="29" y="39"/>
                      <a:pt x="32" y="45"/>
                      <a:pt x="36" y="51"/>
                    </a:cubicBezTo>
                    <a:cubicBezTo>
                      <a:pt x="39" y="56"/>
                      <a:pt x="44" y="60"/>
                      <a:pt x="47" y="66"/>
                    </a:cubicBezTo>
                    <a:cubicBezTo>
                      <a:pt x="51" y="74"/>
                      <a:pt x="63" y="68"/>
                      <a:pt x="61" y="60"/>
                    </a:cubicBezTo>
                    <a:cubicBezTo>
                      <a:pt x="57" y="43"/>
                      <a:pt x="50" y="29"/>
                      <a:pt x="37" y="16"/>
                    </a:cubicBezTo>
                    <a:cubicBezTo>
                      <a:pt x="32" y="10"/>
                      <a:pt x="26" y="6"/>
                      <a:pt x="18" y="3"/>
                    </a:cubicBezTo>
                    <a:cubicBezTo>
                      <a:pt x="13" y="0"/>
                      <a:pt x="8" y="1"/>
                      <a:pt x="3" y="2"/>
                    </a:cubicBezTo>
                    <a:cubicBezTo>
                      <a:pt x="0" y="2"/>
                      <a:pt x="0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4" name="Freeform 25">
                <a:extLst>
                  <a:ext uri="{FF2B5EF4-FFF2-40B4-BE49-F238E27FC236}">
                    <a16:creationId xmlns:a16="http://schemas.microsoft.com/office/drawing/2014/main" id="{9BC686B4-C418-89F9-FDF7-43C157E6F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5138" y="4160838"/>
                <a:ext cx="26988" cy="95250"/>
              </a:xfrm>
              <a:custGeom>
                <a:avLst/>
                <a:gdLst>
                  <a:gd name="T0" fmla="*/ 0 w 26"/>
                  <a:gd name="T1" fmla="*/ 8 h 91"/>
                  <a:gd name="T2" fmla="*/ 6 w 26"/>
                  <a:gd name="T3" fmla="*/ 83 h 91"/>
                  <a:gd name="T4" fmla="*/ 22 w 26"/>
                  <a:gd name="T5" fmla="*/ 83 h 91"/>
                  <a:gd name="T6" fmla="*/ 13 w 26"/>
                  <a:gd name="T7" fmla="*/ 5 h 91"/>
                  <a:gd name="T8" fmla="*/ 0 w 26"/>
                  <a:gd name="T9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91">
                    <a:moveTo>
                      <a:pt x="0" y="8"/>
                    </a:moveTo>
                    <a:cubicBezTo>
                      <a:pt x="1" y="33"/>
                      <a:pt x="2" y="59"/>
                      <a:pt x="6" y="83"/>
                    </a:cubicBezTo>
                    <a:cubicBezTo>
                      <a:pt x="8" y="91"/>
                      <a:pt x="20" y="91"/>
                      <a:pt x="22" y="83"/>
                    </a:cubicBezTo>
                    <a:cubicBezTo>
                      <a:pt x="26" y="58"/>
                      <a:pt x="26" y="27"/>
                      <a:pt x="13" y="5"/>
                    </a:cubicBezTo>
                    <a:cubicBezTo>
                      <a:pt x="9" y="0"/>
                      <a:pt x="0" y="2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5" name="Freeform 26">
                <a:extLst>
                  <a:ext uri="{FF2B5EF4-FFF2-40B4-BE49-F238E27FC236}">
                    <a16:creationId xmlns:a16="http://schemas.microsoft.com/office/drawing/2014/main" id="{2E731845-8B99-6D56-ED43-504116F48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4338" y="4348163"/>
                <a:ext cx="44450" cy="106363"/>
              </a:xfrm>
              <a:custGeom>
                <a:avLst/>
                <a:gdLst>
                  <a:gd name="T0" fmla="*/ 8 w 43"/>
                  <a:gd name="T1" fmla="*/ 99 h 102"/>
                  <a:gd name="T2" fmla="*/ 32 w 43"/>
                  <a:gd name="T3" fmla="*/ 61 h 102"/>
                  <a:gd name="T4" fmla="*/ 42 w 43"/>
                  <a:gd name="T5" fmla="*/ 9 h 102"/>
                  <a:gd name="T6" fmla="*/ 27 w 43"/>
                  <a:gd name="T7" fmla="*/ 7 h 102"/>
                  <a:gd name="T8" fmla="*/ 13 w 43"/>
                  <a:gd name="T9" fmla="*/ 50 h 102"/>
                  <a:gd name="T10" fmla="*/ 1 w 43"/>
                  <a:gd name="T11" fmla="*/ 95 h 102"/>
                  <a:gd name="T12" fmla="*/ 8 w 43"/>
                  <a:gd name="T13" fmla="*/ 9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102">
                    <a:moveTo>
                      <a:pt x="8" y="99"/>
                    </a:moveTo>
                    <a:cubicBezTo>
                      <a:pt x="19" y="87"/>
                      <a:pt x="26" y="76"/>
                      <a:pt x="32" y="61"/>
                    </a:cubicBezTo>
                    <a:cubicBezTo>
                      <a:pt x="38" y="44"/>
                      <a:pt x="40" y="27"/>
                      <a:pt x="42" y="9"/>
                    </a:cubicBezTo>
                    <a:cubicBezTo>
                      <a:pt x="43" y="0"/>
                      <a:pt x="30" y="0"/>
                      <a:pt x="27" y="7"/>
                    </a:cubicBezTo>
                    <a:cubicBezTo>
                      <a:pt x="21" y="22"/>
                      <a:pt x="16" y="35"/>
                      <a:pt x="13" y="50"/>
                    </a:cubicBezTo>
                    <a:cubicBezTo>
                      <a:pt x="9" y="64"/>
                      <a:pt x="7" y="81"/>
                      <a:pt x="1" y="95"/>
                    </a:cubicBezTo>
                    <a:cubicBezTo>
                      <a:pt x="0" y="99"/>
                      <a:pt x="6" y="102"/>
                      <a:pt x="8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6" name="Freeform 27">
                <a:extLst>
                  <a:ext uri="{FF2B5EF4-FFF2-40B4-BE49-F238E27FC236}">
                    <a16:creationId xmlns:a16="http://schemas.microsoft.com/office/drawing/2014/main" id="{F23F9665-9914-23B7-FAB9-BA8F43A7F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3526" y="4581526"/>
                <a:ext cx="80963" cy="74613"/>
              </a:xfrm>
              <a:custGeom>
                <a:avLst/>
                <a:gdLst>
                  <a:gd name="T0" fmla="*/ 7 w 78"/>
                  <a:gd name="T1" fmla="*/ 69 h 72"/>
                  <a:gd name="T2" fmla="*/ 45 w 78"/>
                  <a:gd name="T3" fmla="*/ 47 h 72"/>
                  <a:gd name="T4" fmla="*/ 75 w 78"/>
                  <a:gd name="T5" fmla="*/ 11 h 72"/>
                  <a:gd name="T6" fmla="*/ 67 w 78"/>
                  <a:gd name="T7" fmla="*/ 5 h 72"/>
                  <a:gd name="T8" fmla="*/ 37 w 78"/>
                  <a:gd name="T9" fmla="*/ 33 h 72"/>
                  <a:gd name="T10" fmla="*/ 4 w 78"/>
                  <a:gd name="T11" fmla="*/ 63 h 72"/>
                  <a:gd name="T12" fmla="*/ 7 w 78"/>
                  <a:gd name="T13" fmla="*/ 6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72">
                    <a:moveTo>
                      <a:pt x="7" y="69"/>
                    </a:moveTo>
                    <a:cubicBezTo>
                      <a:pt x="20" y="62"/>
                      <a:pt x="33" y="56"/>
                      <a:pt x="45" y="47"/>
                    </a:cubicBezTo>
                    <a:cubicBezTo>
                      <a:pt x="57" y="37"/>
                      <a:pt x="68" y="26"/>
                      <a:pt x="75" y="11"/>
                    </a:cubicBezTo>
                    <a:cubicBezTo>
                      <a:pt x="78" y="6"/>
                      <a:pt x="71" y="0"/>
                      <a:pt x="67" y="5"/>
                    </a:cubicBezTo>
                    <a:cubicBezTo>
                      <a:pt x="57" y="15"/>
                      <a:pt x="47" y="24"/>
                      <a:pt x="37" y="33"/>
                    </a:cubicBezTo>
                    <a:cubicBezTo>
                      <a:pt x="26" y="43"/>
                      <a:pt x="15" y="55"/>
                      <a:pt x="4" y="63"/>
                    </a:cubicBezTo>
                    <a:cubicBezTo>
                      <a:pt x="0" y="66"/>
                      <a:pt x="3" y="72"/>
                      <a:pt x="7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7" name="Freeform 28">
                <a:extLst>
                  <a:ext uri="{FF2B5EF4-FFF2-40B4-BE49-F238E27FC236}">
                    <a16:creationId xmlns:a16="http://schemas.microsoft.com/office/drawing/2014/main" id="{29DAC14A-1E33-153B-F47D-DB38AA060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6038" y="4762501"/>
                <a:ext cx="120650" cy="58738"/>
              </a:xfrm>
              <a:custGeom>
                <a:avLst/>
                <a:gdLst>
                  <a:gd name="T0" fmla="*/ 6 w 117"/>
                  <a:gd name="T1" fmla="*/ 56 h 56"/>
                  <a:gd name="T2" fmla="*/ 111 w 117"/>
                  <a:gd name="T3" fmla="*/ 13 h 56"/>
                  <a:gd name="T4" fmla="*/ 105 w 117"/>
                  <a:gd name="T5" fmla="*/ 2 h 56"/>
                  <a:gd name="T6" fmla="*/ 5 w 117"/>
                  <a:gd name="T7" fmla="*/ 48 h 56"/>
                  <a:gd name="T8" fmla="*/ 6 w 117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56">
                    <a:moveTo>
                      <a:pt x="6" y="56"/>
                    </a:moveTo>
                    <a:cubicBezTo>
                      <a:pt x="44" y="51"/>
                      <a:pt x="81" y="37"/>
                      <a:pt x="111" y="13"/>
                    </a:cubicBezTo>
                    <a:cubicBezTo>
                      <a:pt x="117" y="9"/>
                      <a:pt x="111" y="0"/>
                      <a:pt x="105" y="2"/>
                    </a:cubicBezTo>
                    <a:cubicBezTo>
                      <a:pt x="70" y="12"/>
                      <a:pt x="40" y="36"/>
                      <a:pt x="5" y="48"/>
                    </a:cubicBezTo>
                    <a:cubicBezTo>
                      <a:pt x="0" y="49"/>
                      <a:pt x="1" y="56"/>
                      <a:pt x="6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8" name="Freeform 29">
                <a:extLst>
                  <a:ext uri="{FF2B5EF4-FFF2-40B4-BE49-F238E27FC236}">
                    <a16:creationId xmlns:a16="http://schemas.microsoft.com/office/drawing/2014/main" id="{7350D0C4-25AE-6D46-9201-2AA9DEB799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4263" y="4868863"/>
                <a:ext cx="123825" cy="47625"/>
              </a:xfrm>
              <a:custGeom>
                <a:avLst/>
                <a:gdLst>
                  <a:gd name="T0" fmla="*/ 4 w 120"/>
                  <a:gd name="T1" fmla="*/ 46 h 46"/>
                  <a:gd name="T2" fmla="*/ 117 w 120"/>
                  <a:gd name="T3" fmla="*/ 10 h 46"/>
                  <a:gd name="T4" fmla="*/ 112 w 120"/>
                  <a:gd name="T5" fmla="*/ 2 h 46"/>
                  <a:gd name="T6" fmla="*/ 3 w 120"/>
                  <a:gd name="T7" fmla="*/ 39 h 46"/>
                  <a:gd name="T8" fmla="*/ 4 w 12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46">
                    <a:moveTo>
                      <a:pt x="4" y="46"/>
                    </a:moveTo>
                    <a:cubicBezTo>
                      <a:pt x="43" y="44"/>
                      <a:pt x="86" y="36"/>
                      <a:pt x="117" y="10"/>
                    </a:cubicBezTo>
                    <a:cubicBezTo>
                      <a:pt x="120" y="7"/>
                      <a:pt x="116" y="0"/>
                      <a:pt x="112" y="2"/>
                    </a:cubicBezTo>
                    <a:cubicBezTo>
                      <a:pt x="75" y="14"/>
                      <a:pt x="40" y="27"/>
                      <a:pt x="3" y="39"/>
                    </a:cubicBezTo>
                    <a:cubicBezTo>
                      <a:pt x="0" y="40"/>
                      <a:pt x="0" y="46"/>
                      <a:pt x="4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49" name="Freeform 30">
                <a:extLst>
                  <a:ext uri="{FF2B5EF4-FFF2-40B4-BE49-F238E27FC236}">
                    <a16:creationId xmlns:a16="http://schemas.microsoft.com/office/drawing/2014/main" id="{279065AE-39B1-2061-02F3-BB7DC0194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2963" y="4932363"/>
                <a:ext cx="153988" cy="38100"/>
              </a:xfrm>
              <a:custGeom>
                <a:avLst/>
                <a:gdLst>
                  <a:gd name="T0" fmla="*/ 6 w 148"/>
                  <a:gd name="T1" fmla="*/ 36 h 37"/>
                  <a:gd name="T2" fmla="*/ 137 w 148"/>
                  <a:gd name="T3" fmla="*/ 20 h 37"/>
                  <a:gd name="T4" fmla="*/ 133 w 148"/>
                  <a:gd name="T5" fmla="*/ 3 h 37"/>
                  <a:gd name="T6" fmla="*/ 3 w 148"/>
                  <a:gd name="T7" fmla="*/ 31 h 37"/>
                  <a:gd name="T8" fmla="*/ 6 w 148"/>
                  <a:gd name="T9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37">
                    <a:moveTo>
                      <a:pt x="6" y="36"/>
                    </a:moveTo>
                    <a:cubicBezTo>
                      <a:pt x="51" y="28"/>
                      <a:pt x="94" y="36"/>
                      <a:pt x="137" y="20"/>
                    </a:cubicBezTo>
                    <a:cubicBezTo>
                      <a:pt x="148" y="16"/>
                      <a:pt x="144" y="0"/>
                      <a:pt x="133" y="3"/>
                    </a:cubicBezTo>
                    <a:cubicBezTo>
                      <a:pt x="88" y="13"/>
                      <a:pt x="46" y="13"/>
                      <a:pt x="3" y="31"/>
                    </a:cubicBezTo>
                    <a:cubicBezTo>
                      <a:pt x="0" y="32"/>
                      <a:pt x="2" y="37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0" name="Freeform 31">
                <a:extLst>
                  <a:ext uri="{FF2B5EF4-FFF2-40B4-BE49-F238E27FC236}">
                    <a16:creationId xmlns:a16="http://schemas.microsoft.com/office/drawing/2014/main" id="{D1C0F6EF-B972-26D9-8B48-DDD11C7F8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763" y="4945063"/>
                <a:ext cx="88900" cy="22225"/>
              </a:xfrm>
              <a:custGeom>
                <a:avLst/>
                <a:gdLst>
                  <a:gd name="T0" fmla="*/ 4 w 86"/>
                  <a:gd name="T1" fmla="*/ 18 h 22"/>
                  <a:gd name="T2" fmla="*/ 80 w 86"/>
                  <a:gd name="T3" fmla="*/ 10 h 22"/>
                  <a:gd name="T4" fmla="*/ 77 w 86"/>
                  <a:gd name="T5" fmla="*/ 1 h 22"/>
                  <a:gd name="T6" fmla="*/ 4 w 86"/>
                  <a:gd name="T7" fmla="*/ 8 h 22"/>
                  <a:gd name="T8" fmla="*/ 4 w 86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2">
                    <a:moveTo>
                      <a:pt x="4" y="18"/>
                    </a:moveTo>
                    <a:cubicBezTo>
                      <a:pt x="30" y="22"/>
                      <a:pt x="56" y="21"/>
                      <a:pt x="80" y="10"/>
                    </a:cubicBezTo>
                    <a:cubicBezTo>
                      <a:pt x="86" y="8"/>
                      <a:pt x="82" y="0"/>
                      <a:pt x="77" y="1"/>
                    </a:cubicBezTo>
                    <a:cubicBezTo>
                      <a:pt x="53" y="5"/>
                      <a:pt x="28" y="5"/>
                      <a:pt x="4" y="8"/>
                    </a:cubicBezTo>
                    <a:cubicBezTo>
                      <a:pt x="0" y="9"/>
                      <a:pt x="0" y="17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1" name="Freeform 32">
                <a:extLst>
                  <a:ext uri="{FF2B5EF4-FFF2-40B4-BE49-F238E27FC236}">
                    <a16:creationId xmlns:a16="http://schemas.microsoft.com/office/drawing/2014/main" id="{55456997-5F44-C8FC-9C36-4669F3D18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8463" y="4924426"/>
                <a:ext cx="80963" cy="31750"/>
              </a:xfrm>
              <a:custGeom>
                <a:avLst/>
                <a:gdLst>
                  <a:gd name="T0" fmla="*/ 6 w 79"/>
                  <a:gd name="T1" fmla="*/ 17 h 31"/>
                  <a:gd name="T2" fmla="*/ 37 w 79"/>
                  <a:gd name="T3" fmla="*/ 24 h 31"/>
                  <a:gd name="T4" fmla="*/ 72 w 79"/>
                  <a:gd name="T5" fmla="*/ 31 h 31"/>
                  <a:gd name="T6" fmla="*/ 75 w 79"/>
                  <a:gd name="T7" fmla="*/ 21 h 31"/>
                  <a:gd name="T8" fmla="*/ 6 w 79"/>
                  <a:gd name="T9" fmla="*/ 6 h 31"/>
                  <a:gd name="T10" fmla="*/ 6 w 79"/>
                  <a:gd name="T11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31">
                    <a:moveTo>
                      <a:pt x="6" y="17"/>
                    </a:moveTo>
                    <a:cubicBezTo>
                      <a:pt x="16" y="20"/>
                      <a:pt x="27" y="22"/>
                      <a:pt x="37" y="24"/>
                    </a:cubicBezTo>
                    <a:cubicBezTo>
                      <a:pt x="49" y="27"/>
                      <a:pt x="60" y="31"/>
                      <a:pt x="72" y="31"/>
                    </a:cubicBezTo>
                    <a:cubicBezTo>
                      <a:pt x="78" y="31"/>
                      <a:pt x="79" y="24"/>
                      <a:pt x="75" y="21"/>
                    </a:cubicBezTo>
                    <a:cubicBezTo>
                      <a:pt x="56" y="8"/>
                      <a:pt x="28" y="0"/>
                      <a:pt x="6" y="6"/>
                    </a:cubicBezTo>
                    <a:cubicBezTo>
                      <a:pt x="0" y="8"/>
                      <a:pt x="1" y="15"/>
                      <a:pt x="6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2" name="Freeform 33">
                <a:extLst>
                  <a:ext uri="{FF2B5EF4-FFF2-40B4-BE49-F238E27FC236}">
                    <a16:creationId xmlns:a16="http://schemas.microsoft.com/office/drawing/2014/main" id="{D11F7FC0-EEA7-2750-4D57-E03586B39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9551" y="4949826"/>
                <a:ext cx="68263" cy="61913"/>
              </a:xfrm>
              <a:custGeom>
                <a:avLst/>
                <a:gdLst>
                  <a:gd name="T0" fmla="*/ 11 w 67"/>
                  <a:gd name="T1" fmla="*/ 56 h 59"/>
                  <a:gd name="T2" fmla="*/ 39 w 67"/>
                  <a:gd name="T3" fmla="*/ 37 h 59"/>
                  <a:gd name="T4" fmla="*/ 63 w 67"/>
                  <a:gd name="T5" fmla="*/ 12 h 59"/>
                  <a:gd name="T6" fmla="*/ 55 w 67"/>
                  <a:gd name="T7" fmla="*/ 4 h 59"/>
                  <a:gd name="T8" fmla="*/ 31 w 67"/>
                  <a:gd name="T9" fmla="*/ 25 h 59"/>
                  <a:gd name="T10" fmla="*/ 4 w 67"/>
                  <a:gd name="T11" fmla="*/ 48 h 59"/>
                  <a:gd name="T12" fmla="*/ 11 w 67"/>
                  <a:gd name="T13" fmla="*/ 5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59">
                    <a:moveTo>
                      <a:pt x="11" y="56"/>
                    </a:moveTo>
                    <a:cubicBezTo>
                      <a:pt x="21" y="50"/>
                      <a:pt x="30" y="44"/>
                      <a:pt x="39" y="37"/>
                    </a:cubicBezTo>
                    <a:cubicBezTo>
                      <a:pt x="48" y="29"/>
                      <a:pt x="55" y="21"/>
                      <a:pt x="63" y="12"/>
                    </a:cubicBezTo>
                    <a:cubicBezTo>
                      <a:pt x="67" y="7"/>
                      <a:pt x="60" y="0"/>
                      <a:pt x="55" y="4"/>
                    </a:cubicBezTo>
                    <a:cubicBezTo>
                      <a:pt x="47" y="11"/>
                      <a:pt x="39" y="17"/>
                      <a:pt x="31" y="25"/>
                    </a:cubicBezTo>
                    <a:cubicBezTo>
                      <a:pt x="22" y="33"/>
                      <a:pt x="14" y="41"/>
                      <a:pt x="4" y="48"/>
                    </a:cubicBezTo>
                    <a:cubicBezTo>
                      <a:pt x="0" y="52"/>
                      <a:pt x="6" y="59"/>
                      <a:pt x="11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3" name="Freeform 34">
                <a:extLst>
                  <a:ext uri="{FF2B5EF4-FFF2-40B4-BE49-F238E27FC236}">
                    <a16:creationId xmlns:a16="http://schemas.microsoft.com/office/drawing/2014/main" id="{F18B16A0-A0CC-1561-CAFC-62577C605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5401" y="5078413"/>
                <a:ext cx="80963" cy="49213"/>
              </a:xfrm>
              <a:custGeom>
                <a:avLst/>
                <a:gdLst>
                  <a:gd name="T0" fmla="*/ 5 w 78"/>
                  <a:gd name="T1" fmla="*/ 46 h 46"/>
                  <a:gd name="T2" fmla="*/ 41 w 78"/>
                  <a:gd name="T3" fmla="*/ 34 h 46"/>
                  <a:gd name="T4" fmla="*/ 73 w 78"/>
                  <a:gd name="T5" fmla="*/ 11 h 46"/>
                  <a:gd name="T6" fmla="*/ 67 w 78"/>
                  <a:gd name="T7" fmla="*/ 2 h 46"/>
                  <a:gd name="T8" fmla="*/ 33 w 78"/>
                  <a:gd name="T9" fmla="*/ 21 h 46"/>
                  <a:gd name="T10" fmla="*/ 3 w 78"/>
                  <a:gd name="T11" fmla="*/ 41 h 46"/>
                  <a:gd name="T12" fmla="*/ 5 w 78"/>
                  <a:gd name="T13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46">
                    <a:moveTo>
                      <a:pt x="5" y="46"/>
                    </a:moveTo>
                    <a:cubicBezTo>
                      <a:pt x="17" y="42"/>
                      <a:pt x="29" y="41"/>
                      <a:pt x="41" y="34"/>
                    </a:cubicBezTo>
                    <a:cubicBezTo>
                      <a:pt x="53" y="28"/>
                      <a:pt x="63" y="20"/>
                      <a:pt x="73" y="11"/>
                    </a:cubicBezTo>
                    <a:cubicBezTo>
                      <a:pt x="78" y="6"/>
                      <a:pt x="72" y="0"/>
                      <a:pt x="67" y="2"/>
                    </a:cubicBezTo>
                    <a:cubicBezTo>
                      <a:pt x="55" y="8"/>
                      <a:pt x="44" y="14"/>
                      <a:pt x="33" y="21"/>
                    </a:cubicBezTo>
                    <a:cubicBezTo>
                      <a:pt x="23" y="28"/>
                      <a:pt x="14" y="37"/>
                      <a:pt x="3" y="41"/>
                    </a:cubicBezTo>
                    <a:cubicBezTo>
                      <a:pt x="0" y="42"/>
                      <a:pt x="2" y="46"/>
                      <a:pt x="5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4" name="Freeform 35">
                <a:extLst>
                  <a:ext uri="{FF2B5EF4-FFF2-40B4-BE49-F238E27FC236}">
                    <a16:creationId xmlns:a16="http://schemas.microsoft.com/office/drawing/2014/main" id="{05F57133-0C70-D2E3-5B61-1927D8358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7438" y="5192713"/>
                <a:ext cx="114300" cy="50800"/>
              </a:xfrm>
              <a:custGeom>
                <a:avLst/>
                <a:gdLst>
                  <a:gd name="T0" fmla="*/ 10 w 110"/>
                  <a:gd name="T1" fmla="*/ 48 h 50"/>
                  <a:gd name="T2" fmla="*/ 105 w 110"/>
                  <a:gd name="T3" fmla="*/ 11 h 50"/>
                  <a:gd name="T4" fmla="*/ 102 w 110"/>
                  <a:gd name="T5" fmla="*/ 2 h 50"/>
                  <a:gd name="T6" fmla="*/ 7 w 110"/>
                  <a:gd name="T7" fmla="*/ 37 h 50"/>
                  <a:gd name="T8" fmla="*/ 10 w 110"/>
                  <a:gd name="T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50">
                    <a:moveTo>
                      <a:pt x="10" y="48"/>
                    </a:moveTo>
                    <a:cubicBezTo>
                      <a:pt x="45" y="42"/>
                      <a:pt x="75" y="29"/>
                      <a:pt x="105" y="11"/>
                    </a:cubicBezTo>
                    <a:cubicBezTo>
                      <a:pt x="110" y="8"/>
                      <a:pt x="107" y="0"/>
                      <a:pt x="102" y="2"/>
                    </a:cubicBezTo>
                    <a:cubicBezTo>
                      <a:pt x="71" y="15"/>
                      <a:pt x="40" y="30"/>
                      <a:pt x="7" y="37"/>
                    </a:cubicBezTo>
                    <a:cubicBezTo>
                      <a:pt x="0" y="39"/>
                      <a:pt x="3" y="50"/>
                      <a:pt x="1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5" name="Freeform 36">
                <a:extLst>
                  <a:ext uri="{FF2B5EF4-FFF2-40B4-BE49-F238E27FC236}">
                    <a16:creationId xmlns:a16="http://schemas.microsoft.com/office/drawing/2014/main" id="{733043CD-FCDA-D1D7-D7F8-F90CD2FEB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9313" y="5272088"/>
                <a:ext cx="131763" cy="36513"/>
              </a:xfrm>
              <a:custGeom>
                <a:avLst/>
                <a:gdLst>
                  <a:gd name="T0" fmla="*/ 7 w 128"/>
                  <a:gd name="T1" fmla="*/ 30 h 35"/>
                  <a:gd name="T2" fmla="*/ 120 w 128"/>
                  <a:gd name="T3" fmla="*/ 16 h 35"/>
                  <a:gd name="T4" fmla="*/ 114 w 128"/>
                  <a:gd name="T5" fmla="*/ 2 h 35"/>
                  <a:gd name="T6" fmla="*/ 7 w 128"/>
                  <a:gd name="T7" fmla="*/ 18 h 35"/>
                  <a:gd name="T8" fmla="*/ 7 w 128"/>
                  <a:gd name="T9" fmla="*/ 3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35">
                    <a:moveTo>
                      <a:pt x="7" y="30"/>
                    </a:moveTo>
                    <a:cubicBezTo>
                      <a:pt x="47" y="33"/>
                      <a:pt x="84" y="35"/>
                      <a:pt x="120" y="16"/>
                    </a:cubicBezTo>
                    <a:cubicBezTo>
                      <a:pt x="128" y="11"/>
                      <a:pt x="122" y="0"/>
                      <a:pt x="114" y="2"/>
                    </a:cubicBezTo>
                    <a:cubicBezTo>
                      <a:pt x="79" y="10"/>
                      <a:pt x="43" y="15"/>
                      <a:pt x="7" y="18"/>
                    </a:cubicBezTo>
                    <a:cubicBezTo>
                      <a:pt x="0" y="18"/>
                      <a:pt x="0" y="29"/>
                      <a:pt x="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6" name="Freeform 37">
                <a:extLst>
                  <a:ext uri="{FF2B5EF4-FFF2-40B4-BE49-F238E27FC236}">
                    <a16:creationId xmlns:a16="http://schemas.microsoft.com/office/drawing/2014/main" id="{56B853C2-AC3F-E9C5-8178-B832BF2CF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9763" y="5281613"/>
                <a:ext cx="104775" cy="34925"/>
              </a:xfrm>
              <a:custGeom>
                <a:avLst/>
                <a:gdLst>
                  <a:gd name="T0" fmla="*/ 3 w 101"/>
                  <a:gd name="T1" fmla="*/ 11 h 33"/>
                  <a:gd name="T2" fmla="*/ 94 w 101"/>
                  <a:gd name="T3" fmla="*/ 29 h 33"/>
                  <a:gd name="T4" fmla="*/ 94 w 101"/>
                  <a:gd name="T5" fmla="*/ 15 h 33"/>
                  <a:gd name="T6" fmla="*/ 6 w 101"/>
                  <a:gd name="T7" fmla="*/ 3 h 33"/>
                  <a:gd name="T8" fmla="*/ 3 w 101"/>
                  <a:gd name="T9" fmla="*/ 1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33">
                    <a:moveTo>
                      <a:pt x="3" y="11"/>
                    </a:moveTo>
                    <a:cubicBezTo>
                      <a:pt x="29" y="28"/>
                      <a:pt x="65" y="33"/>
                      <a:pt x="94" y="29"/>
                    </a:cubicBezTo>
                    <a:cubicBezTo>
                      <a:pt x="101" y="28"/>
                      <a:pt x="101" y="16"/>
                      <a:pt x="94" y="15"/>
                    </a:cubicBezTo>
                    <a:cubicBezTo>
                      <a:pt x="66" y="10"/>
                      <a:pt x="34" y="0"/>
                      <a:pt x="6" y="3"/>
                    </a:cubicBezTo>
                    <a:cubicBezTo>
                      <a:pt x="1" y="3"/>
                      <a:pt x="0" y="9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7" name="Freeform 38">
                <a:extLst>
                  <a:ext uri="{FF2B5EF4-FFF2-40B4-BE49-F238E27FC236}">
                    <a16:creationId xmlns:a16="http://schemas.microsoft.com/office/drawing/2014/main" id="{D4FC4165-5E12-41F0-CC17-25B2B66F3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6563" y="5238751"/>
                <a:ext cx="103188" cy="33338"/>
              </a:xfrm>
              <a:custGeom>
                <a:avLst/>
                <a:gdLst>
                  <a:gd name="T0" fmla="*/ 5 w 100"/>
                  <a:gd name="T1" fmla="*/ 9 h 32"/>
                  <a:gd name="T2" fmla="*/ 92 w 100"/>
                  <a:gd name="T3" fmla="*/ 31 h 32"/>
                  <a:gd name="T4" fmla="*/ 94 w 100"/>
                  <a:gd name="T5" fmla="*/ 22 h 32"/>
                  <a:gd name="T6" fmla="*/ 7 w 100"/>
                  <a:gd name="T7" fmla="*/ 1 h 32"/>
                  <a:gd name="T8" fmla="*/ 5 w 100"/>
                  <a:gd name="T9" fmla="*/ 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2">
                    <a:moveTo>
                      <a:pt x="5" y="9"/>
                    </a:moveTo>
                    <a:cubicBezTo>
                      <a:pt x="34" y="18"/>
                      <a:pt x="62" y="26"/>
                      <a:pt x="92" y="31"/>
                    </a:cubicBezTo>
                    <a:cubicBezTo>
                      <a:pt x="98" y="32"/>
                      <a:pt x="100" y="24"/>
                      <a:pt x="94" y="22"/>
                    </a:cubicBezTo>
                    <a:cubicBezTo>
                      <a:pt x="66" y="13"/>
                      <a:pt x="37" y="6"/>
                      <a:pt x="7" y="1"/>
                    </a:cubicBezTo>
                    <a:cubicBezTo>
                      <a:pt x="2" y="0"/>
                      <a:pt x="0" y="7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8" name="Freeform 39">
                <a:extLst>
                  <a:ext uri="{FF2B5EF4-FFF2-40B4-BE49-F238E27FC236}">
                    <a16:creationId xmlns:a16="http://schemas.microsoft.com/office/drawing/2014/main" id="{7775C77F-3FF6-D521-765A-E062ACB90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7651" y="5132388"/>
                <a:ext cx="85725" cy="60325"/>
              </a:xfrm>
              <a:custGeom>
                <a:avLst/>
                <a:gdLst>
                  <a:gd name="T0" fmla="*/ 2 w 82"/>
                  <a:gd name="T1" fmla="*/ 8 h 58"/>
                  <a:gd name="T2" fmla="*/ 71 w 82"/>
                  <a:gd name="T3" fmla="*/ 57 h 58"/>
                  <a:gd name="T4" fmla="*/ 74 w 82"/>
                  <a:gd name="T5" fmla="*/ 44 h 58"/>
                  <a:gd name="T6" fmla="*/ 11 w 82"/>
                  <a:gd name="T7" fmla="*/ 3 h 58"/>
                  <a:gd name="T8" fmla="*/ 2 w 82"/>
                  <a:gd name="T9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58">
                    <a:moveTo>
                      <a:pt x="2" y="8"/>
                    </a:moveTo>
                    <a:cubicBezTo>
                      <a:pt x="14" y="38"/>
                      <a:pt x="41" y="52"/>
                      <a:pt x="71" y="57"/>
                    </a:cubicBezTo>
                    <a:cubicBezTo>
                      <a:pt x="79" y="58"/>
                      <a:pt x="82" y="47"/>
                      <a:pt x="74" y="44"/>
                    </a:cubicBezTo>
                    <a:cubicBezTo>
                      <a:pt x="51" y="35"/>
                      <a:pt x="30" y="19"/>
                      <a:pt x="11" y="3"/>
                    </a:cubicBezTo>
                    <a:cubicBezTo>
                      <a:pt x="8" y="0"/>
                      <a:pt x="0" y="3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59" name="Freeform 40">
                <a:extLst>
                  <a:ext uri="{FF2B5EF4-FFF2-40B4-BE49-F238E27FC236}">
                    <a16:creationId xmlns:a16="http://schemas.microsoft.com/office/drawing/2014/main" id="{B45A15DF-64B1-34D7-11CD-5A721747A4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7313" y="4940301"/>
                <a:ext cx="87313" cy="103188"/>
              </a:xfrm>
              <a:custGeom>
                <a:avLst/>
                <a:gdLst>
                  <a:gd name="T0" fmla="*/ 4 w 83"/>
                  <a:gd name="T1" fmla="*/ 13 h 98"/>
                  <a:gd name="T2" fmla="*/ 72 w 83"/>
                  <a:gd name="T3" fmla="*/ 94 h 98"/>
                  <a:gd name="T4" fmla="*/ 80 w 83"/>
                  <a:gd name="T5" fmla="*/ 87 h 98"/>
                  <a:gd name="T6" fmla="*/ 13 w 83"/>
                  <a:gd name="T7" fmla="*/ 4 h 98"/>
                  <a:gd name="T8" fmla="*/ 4 w 83"/>
                  <a:gd name="T9" fmla="*/ 1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98">
                    <a:moveTo>
                      <a:pt x="4" y="13"/>
                    </a:moveTo>
                    <a:cubicBezTo>
                      <a:pt x="23" y="41"/>
                      <a:pt x="44" y="74"/>
                      <a:pt x="72" y="94"/>
                    </a:cubicBezTo>
                    <a:cubicBezTo>
                      <a:pt x="76" y="98"/>
                      <a:pt x="83" y="91"/>
                      <a:pt x="80" y="87"/>
                    </a:cubicBezTo>
                    <a:cubicBezTo>
                      <a:pt x="61" y="58"/>
                      <a:pt x="41" y="25"/>
                      <a:pt x="13" y="4"/>
                    </a:cubicBezTo>
                    <a:cubicBezTo>
                      <a:pt x="8" y="0"/>
                      <a:pt x="0" y="8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0" name="Freeform 41">
                <a:extLst>
                  <a:ext uri="{FF2B5EF4-FFF2-40B4-BE49-F238E27FC236}">
                    <a16:creationId xmlns:a16="http://schemas.microsoft.com/office/drawing/2014/main" id="{2323B29B-51A0-B6ED-D197-F638CC077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3338" y="4803776"/>
                <a:ext cx="50800" cy="74613"/>
              </a:xfrm>
              <a:custGeom>
                <a:avLst/>
                <a:gdLst>
                  <a:gd name="T0" fmla="*/ 2 w 49"/>
                  <a:gd name="T1" fmla="*/ 6 h 71"/>
                  <a:gd name="T2" fmla="*/ 15 w 49"/>
                  <a:gd name="T3" fmla="*/ 35 h 71"/>
                  <a:gd name="T4" fmla="*/ 35 w 49"/>
                  <a:gd name="T5" fmla="*/ 65 h 71"/>
                  <a:gd name="T6" fmla="*/ 45 w 49"/>
                  <a:gd name="T7" fmla="*/ 59 h 71"/>
                  <a:gd name="T8" fmla="*/ 26 w 49"/>
                  <a:gd name="T9" fmla="*/ 28 h 71"/>
                  <a:gd name="T10" fmla="*/ 5 w 49"/>
                  <a:gd name="T11" fmla="*/ 3 h 71"/>
                  <a:gd name="T12" fmla="*/ 2 w 49"/>
                  <a:gd name="T13" fmla="*/ 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71">
                    <a:moveTo>
                      <a:pt x="2" y="6"/>
                    </a:moveTo>
                    <a:cubicBezTo>
                      <a:pt x="6" y="15"/>
                      <a:pt x="10" y="25"/>
                      <a:pt x="15" y="35"/>
                    </a:cubicBezTo>
                    <a:cubicBezTo>
                      <a:pt x="21" y="46"/>
                      <a:pt x="27" y="55"/>
                      <a:pt x="35" y="65"/>
                    </a:cubicBezTo>
                    <a:cubicBezTo>
                      <a:pt x="39" y="71"/>
                      <a:pt x="49" y="66"/>
                      <a:pt x="45" y="59"/>
                    </a:cubicBezTo>
                    <a:cubicBezTo>
                      <a:pt x="39" y="49"/>
                      <a:pt x="33" y="38"/>
                      <a:pt x="26" y="28"/>
                    </a:cubicBezTo>
                    <a:cubicBezTo>
                      <a:pt x="20" y="19"/>
                      <a:pt x="13" y="11"/>
                      <a:pt x="5" y="3"/>
                    </a:cubicBezTo>
                    <a:cubicBezTo>
                      <a:pt x="4" y="0"/>
                      <a:pt x="0" y="3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1" name="Freeform 42">
                <a:extLst>
                  <a:ext uri="{FF2B5EF4-FFF2-40B4-BE49-F238E27FC236}">
                    <a16:creationId xmlns:a16="http://schemas.microsoft.com/office/drawing/2014/main" id="{382A1804-06BE-2877-0C00-538686B1A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5551" y="4613276"/>
                <a:ext cx="60325" cy="101600"/>
              </a:xfrm>
              <a:custGeom>
                <a:avLst/>
                <a:gdLst>
                  <a:gd name="T0" fmla="*/ 2 w 58"/>
                  <a:gd name="T1" fmla="*/ 8 h 97"/>
                  <a:gd name="T2" fmla="*/ 45 w 58"/>
                  <a:gd name="T3" fmla="*/ 91 h 97"/>
                  <a:gd name="T4" fmla="*/ 56 w 58"/>
                  <a:gd name="T5" fmla="*/ 84 h 97"/>
                  <a:gd name="T6" fmla="*/ 11 w 58"/>
                  <a:gd name="T7" fmla="*/ 4 h 97"/>
                  <a:gd name="T8" fmla="*/ 2 w 58"/>
                  <a:gd name="T9" fmla="*/ 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7">
                    <a:moveTo>
                      <a:pt x="2" y="8"/>
                    </a:moveTo>
                    <a:cubicBezTo>
                      <a:pt x="10" y="37"/>
                      <a:pt x="25" y="67"/>
                      <a:pt x="45" y="91"/>
                    </a:cubicBezTo>
                    <a:cubicBezTo>
                      <a:pt x="50" y="97"/>
                      <a:pt x="58" y="91"/>
                      <a:pt x="56" y="84"/>
                    </a:cubicBezTo>
                    <a:cubicBezTo>
                      <a:pt x="49" y="54"/>
                      <a:pt x="29" y="28"/>
                      <a:pt x="11" y="4"/>
                    </a:cubicBezTo>
                    <a:cubicBezTo>
                      <a:pt x="7" y="0"/>
                      <a:pt x="0" y="2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2" name="Freeform 43">
                <a:extLst>
                  <a:ext uri="{FF2B5EF4-FFF2-40B4-BE49-F238E27FC236}">
                    <a16:creationId xmlns:a16="http://schemas.microsoft.com/office/drawing/2014/main" id="{E4303664-3616-8427-07D1-F2587C536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163" y="4760913"/>
                <a:ext cx="82550" cy="20638"/>
              </a:xfrm>
              <a:custGeom>
                <a:avLst/>
                <a:gdLst>
                  <a:gd name="T0" fmla="*/ 2 w 79"/>
                  <a:gd name="T1" fmla="*/ 4 h 19"/>
                  <a:gd name="T2" fmla="*/ 74 w 79"/>
                  <a:gd name="T3" fmla="*/ 19 h 19"/>
                  <a:gd name="T4" fmla="*/ 76 w 79"/>
                  <a:gd name="T5" fmla="*/ 14 h 19"/>
                  <a:gd name="T6" fmla="*/ 3 w 79"/>
                  <a:gd name="T7" fmla="*/ 0 h 19"/>
                  <a:gd name="T8" fmla="*/ 2 w 79"/>
                  <a:gd name="T9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9">
                    <a:moveTo>
                      <a:pt x="2" y="4"/>
                    </a:moveTo>
                    <a:cubicBezTo>
                      <a:pt x="26" y="11"/>
                      <a:pt x="50" y="14"/>
                      <a:pt x="74" y="19"/>
                    </a:cubicBezTo>
                    <a:cubicBezTo>
                      <a:pt x="77" y="19"/>
                      <a:pt x="79" y="15"/>
                      <a:pt x="76" y="14"/>
                    </a:cubicBezTo>
                    <a:cubicBezTo>
                      <a:pt x="52" y="8"/>
                      <a:pt x="27" y="7"/>
                      <a:pt x="3" y="0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3" name="Freeform 44">
                <a:extLst>
                  <a:ext uri="{FF2B5EF4-FFF2-40B4-BE49-F238E27FC236}">
                    <a16:creationId xmlns:a16="http://schemas.microsoft.com/office/drawing/2014/main" id="{1AADE285-F054-C416-3323-941947A0C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676" y="4772026"/>
                <a:ext cx="106363" cy="17463"/>
              </a:xfrm>
              <a:custGeom>
                <a:avLst/>
                <a:gdLst>
                  <a:gd name="T0" fmla="*/ 5 w 102"/>
                  <a:gd name="T1" fmla="*/ 16 h 17"/>
                  <a:gd name="T2" fmla="*/ 98 w 102"/>
                  <a:gd name="T3" fmla="*/ 10 h 17"/>
                  <a:gd name="T4" fmla="*/ 98 w 102"/>
                  <a:gd name="T5" fmla="*/ 3 h 17"/>
                  <a:gd name="T6" fmla="*/ 3 w 102"/>
                  <a:gd name="T7" fmla="*/ 11 h 17"/>
                  <a:gd name="T8" fmla="*/ 5 w 102"/>
                  <a:gd name="T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7">
                    <a:moveTo>
                      <a:pt x="5" y="16"/>
                    </a:moveTo>
                    <a:cubicBezTo>
                      <a:pt x="35" y="11"/>
                      <a:pt x="67" y="13"/>
                      <a:pt x="98" y="10"/>
                    </a:cubicBezTo>
                    <a:cubicBezTo>
                      <a:pt x="102" y="10"/>
                      <a:pt x="102" y="3"/>
                      <a:pt x="98" y="3"/>
                    </a:cubicBezTo>
                    <a:cubicBezTo>
                      <a:pt x="66" y="0"/>
                      <a:pt x="34" y="2"/>
                      <a:pt x="3" y="11"/>
                    </a:cubicBezTo>
                    <a:cubicBezTo>
                      <a:pt x="0" y="12"/>
                      <a:pt x="1" y="17"/>
                      <a:pt x="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4" name="Freeform 45">
                <a:extLst>
                  <a:ext uri="{FF2B5EF4-FFF2-40B4-BE49-F238E27FC236}">
                    <a16:creationId xmlns:a16="http://schemas.microsoft.com/office/drawing/2014/main" id="{3CE86204-6AB3-BD2B-BF5E-8083E0EFD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701" y="4762501"/>
                <a:ext cx="90488" cy="34925"/>
              </a:xfrm>
              <a:custGeom>
                <a:avLst/>
                <a:gdLst>
                  <a:gd name="T0" fmla="*/ 4 w 87"/>
                  <a:gd name="T1" fmla="*/ 20 h 33"/>
                  <a:gd name="T2" fmla="*/ 83 w 87"/>
                  <a:gd name="T3" fmla="*/ 12 h 33"/>
                  <a:gd name="T4" fmla="*/ 77 w 87"/>
                  <a:gd name="T5" fmla="*/ 2 h 33"/>
                  <a:gd name="T6" fmla="*/ 6 w 87"/>
                  <a:gd name="T7" fmla="*/ 10 h 33"/>
                  <a:gd name="T8" fmla="*/ 4 w 87"/>
                  <a:gd name="T9" fmla="*/ 2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3">
                    <a:moveTo>
                      <a:pt x="4" y="20"/>
                    </a:moveTo>
                    <a:cubicBezTo>
                      <a:pt x="29" y="33"/>
                      <a:pt x="61" y="33"/>
                      <a:pt x="83" y="12"/>
                    </a:cubicBezTo>
                    <a:cubicBezTo>
                      <a:pt x="87" y="9"/>
                      <a:pt x="83" y="0"/>
                      <a:pt x="77" y="2"/>
                    </a:cubicBezTo>
                    <a:cubicBezTo>
                      <a:pt x="55" y="11"/>
                      <a:pt x="30" y="13"/>
                      <a:pt x="6" y="10"/>
                    </a:cubicBezTo>
                    <a:cubicBezTo>
                      <a:pt x="1" y="10"/>
                      <a:pt x="0" y="17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5" name="Freeform 46">
                <a:extLst>
                  <a:ext uri="{FF2B5EF4-FFF2-40B4-BE49-F238E27FC236}">
                    <a16:creationId xmlns:a16="http://schemas.microsoft.com/office/drawing/2014/main" id="{D11E4127-685D-6232-7C1D-13F3CB223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388" y="4727576"/>
                <a:ext cx="88900" cy="25400"/>
              </a:xfrm>
              <a:custGeom>
                <a:avLst/>
                <a:gdLst>
                  <a:gd name="T0" fmla="*/ 5 w 86"/>
                  <a:gd name="T1" fmla="*/ 24 h 25"/>
                  <a:gd name="T2" fmla="*/ 79 w 86"/>
                  <a:gd name="T3" fmla="*/ 11 h 25"/>
                  <a:gd name="T4" fmla="*/ 76 w 86"/>
                  <a:gd name="T5" fmla="*/ 1 h 25"/>
                  <a:gd name="T6" fmla="*/ 41 w 86"/>
                  <a:gd name="T7" fmla="*/ 8 h 25"/>
                  <a:gd name="T8" fmla="*/ 5 w 86"/>
                  <a:gd name="T9" fmla="*/ 17 h 25"/>
                  <a:gd name="T10" fmla="*/ 5 w 86"/>
                  <a:gd name="T11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6" h="25">
                    <a:moveTo>
                      <a:pt x="5" y="24"/>
                    </a:moveTo>
                    <a:cubicBezTo>
                      <a:pt x="32" y="25"/>
                      <a:pt x="54" y="20"/>
                      <a:pt x="79" y="11"/>
                    </a:cubicBezTo>
                    <a:cubicBezTo>
                      <a:pt x="86" y="9"/>
                      <a:pt x="83" y="0"/>
                      <a:pt x="76" y="1"/>
                    </a:cubicBezTo>
                    <a:cubicBezTo>
                      <a:pt x="64" y="3"/>
                      <a:pt x="53" y="5"/>
                      <a:pt x="41" y="8"/>
                    </a:cubicBezTo>
                    <a:cubicBezTo>
                      <a:pt x="30" y="11"/>
                      <a:pt x="17" y="16"/>
                      <a:pt x="5" y="17"/>
                    </a:cubicBezTo>
                    <a:cubicBezTo>
                      <a:pt x="0" y="17"/>
                      <a:pt x="0" y="2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6" name="Freeform 47">
                <a:extLst>
                  <a:ext uri="{FF2B5EF4-FFF2-40B4-BE49-F238E27FC236}">
                    <a16:creationId xmlns:a16="http://schemas.microsoft.com/office/drawing/2014/main" id="{A57FF4DB-6083-813B-C241-A436C73083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2676" y="4657726"/>
                <a:ext cx="92075" cy="52388"/>
              </a:xfrm>
              <a:custGeom>
                <a:avLst/>
                <a:gdLst>
                  <a:gd name="T0" fmla="*/ 9 w 89"/>
                  <a:gd name="T1" fmla="*/ 48 h 50"/>
                  <a:gd name="T2" fmla="*/ 43 w 89"/>
                  <a:gd name="T3" fmla="*/ 32 h 50"/>
                  <a:gd name="T4" fmla="*/ 81 w 89"/>
                  <a:gd name="T5" fmla="*/ 15 h 50"/>
                  <a:gd name="T6" fmla="*/ 77 w 89"/>
                  <a:gd name="T7" fmla="*/ 1 h 50"/>
                  <a:gd name="T8" fmla="*/ 38 w 89"/>
                  <a:gd name="T9" fmla="*/ 14 h 50"/>
                  <a:gd name="T10" fmla="*/ 4 w 89"/>
                  <a:gd name="T11" fmla="*/ 41 h 50"/>
                  <a:gd name="T12" fmla="*/ 9 w 89"/>
                  <a:gd name="T13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50">
                    <a:moveTo>
                      <a:pt x="9" y="48"/>
                    </a:moveTo>
                    <a:cubicBezTo>
                      <a:pt x="20" y="42"/>
                      <a:pt x="32" y="37"/>
                      <a:pt x="43" y="32"/>
                    </a:cubicBezTo>
                    <a:cubicBezTo>
                      <a:pt x="55" y="26"/>
                      <a:pt x="68" y="20"/>
                      <a:pt x="81" y="15"/>
                    </a:cubicBezTo>
                    <a:cubicBezTo>
                      <a:pt x="89" y="11"/>
                      <a:pt x="86" y="0"/>
                      <a:pt x="77" y="1"/>
                    </a:cubicBezTo>
                    <a:cubicBezTo>
                      <a:pt x="62" y="4"/>
                      <a:pt x="51" y="7"/>
                      <a:pt x="38" y="14"/>
                    </a:cubicBezTo>
                    <a:cubicBezTo>
                      <a:pt x="25" y="22"/>
                      <a:pt x="15" y="32"/>
                      <a:pt x="4" y="41"/>
                    </a:cubicBezTo>
                    <a:cubicBezTo>
                      <a:pt x="0" y="44"/>
                      <a:pt x="5" y="50"/>
                      <a:pt x="9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7" name="Freeform 48">
                <a:extLst>
                  <a:ext uri="{FF2B5EF4-FFF2-40B4-BE49-F238E27FC236}">
                    <a16:creationId xmlns:a16="http://schemas.microsoft.com/office/drawing/2014/main" id="{684B9C75-D072-A47B-5BF6-36B09184A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313" y="4714876"/>
                <a:ext cx="93663" cy="31750"/>
              </a:xfrm>
              <a:custGeom>
                <a:avLst/>
                <a:gdLst>
                  <a:gd name="T0" fmla="*/ 3 w 91"/>
                  <a:gd name="T1" fmla="*/ 6 h 31"/>
                  <a:gd name="T2" fmla="*/ 83 w 91"/>
                  <a:gd name="T3" fmla="*/ 30 h 31"/>
                  <a:gd name="T4" fmla="*/ 85 w 91"/>
                  <a:gd name="T5" fmla="*/ 21 h 31"/>
                  <a:gd name="T6" fmla="*/ 5 w 91"/>
                  <a:gd name="T7" fmla="*/ 1 h 31"/>
                  <a:gd name="T8" fmla="*/ 3 w 91"/>
                  <a:gd name="T9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1">
                    <a:moveTo>
                      <a:pt x="3" y="6"/>
                    </a:moveTo>
                    <a:cubicBezTo>
                      <a:pt x="29" y="18"/>
                      <a:pt x="55" y="25"/>
                      <a:pt x="83" y="30"/>
                    </a:cubicBezTo>
                    <a:cubicBezTo>
                      <a:pt x="89" y="31"/>
                      <a:pt x="91" y="23"/>
                      <a:pt x="85" y="21"/>
                    </a:cubicBezTo>
                    <a:cubicBezTo>
                      <a:pt x="59" y="12"/>
                      <a:pt x="33" y="6"/>
                      <a:pt x="5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8" name="Freeform 49">
                <a:extLst>
                  <a:ext uri="{FF2B5EF4-FFF2-40B4-BE49-F238E27FC236}">
                    <a16:creationId xmlns:a16="http://schemas.microsoft.com/office/drawing/2014/main" id="{A4357115-B33E-6239-13AE-9F3BD7501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276" y="4625976"/>
                <a:ext cx="98425" cy="63500"/>
              </a:xfrm>
              <a:custGeom>
                <a:avLst/>
                <a:gdLst>
                  <a:gd name="T0" fmla="*/ 2 w 94"/>
                  <a:gd name="T1" fmla="*/ 4 h 61"/>
                  <a:gd name="T2" fmla="*/ 82 w 94"/>
                  <a:gd name="T3" fmla="*/ 60 h 61"/>
                  <a:gd name="T4" fmla="*/ 88 w 94"/>
                  <a:gd name="T5" fmla="*/ 49 h 61"/>
                  <a:gd name="T6" fmla="*/ 5 w 94"/>
                  <a:gd name="T7" fmla="*/ 1 h 61"/>
                  <a:gd name="T8" fmla="*/ 2 w 94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61">
                    <a:moveTo>
                      <a:pt x="2" y="4"/>
                    </a:moveTo>
                    <a:cubicBezTo>
                      <a:pt x="26" y="27"/>
                      <a:pt x="50" y="51"/>
                      <a:pt x="82" y="60"/>
                    </a:cubicBezTo>
                    <a:cubicBezTo>
                      <a:pt x="88" y="61"/>
                      <a:pt x="94" y="53"/>
                      <a:pt x="88" y="49"/>
                    </a:cubicBezTo>
                    <a:cubicBezTo>
                      <a:pt x="64" y="28"/>
                      <a:pt x="35" y="13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69" name="Freeform 50">
                <a:extLst>
                  <a:ext uri="{FF2B5EF4-FFF2-40B4-BE49-F238E27FC236}">
                    <a16:creationId xmlns:a16="http://schemas.microsoft.com/office/drawing/2014/main" id="{8FFAC918-6FA6-B04C-892F-9AC11E43B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813" y="4486276"/>
                <a:ext cx="82550" cy="73025"/>
              </a:xfrm>
              <a:custGeom>
                <a:avLst/>
                <a:gdLst>
                  <a:gd name="T0" fmla="*/ 2 w 79"/>
                  <a:gd name="T1" fmla="*/ 9 h 71"/>
                  <a:gd name="T2" fmla="*/ 68 w 79"/>
                  <a:gd name="T3" fmla="*/ 69 h 71"/>
                  <a:gd name="T4" fmla="*/ 75 w 79"/>
                  <a:gd name="T5" fmla="*/ 61 h 71"/>
                  <a:gd name="T6" fmla="*/ 9 w 79"/>
                  <a:gd name="T7" fmla="*/ 4 h 71"/>
                  <a:gd name="T8" fmla="*/ 2 w 79"/>
                  <a:gd name="T9" fmla="*/ 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71">
                    <a:moveTo>
                      <a:pt x="2" y="9"/>
                    </a:moveTo>
                    <a:cubicBezTo>
                      <a:pt x="15" y="34"/>
                      <a:pt x="42" y="57"/>
                      <a:pt x="68" y="69"/>
                    </a:cubicBezTo>
                    <a:cubicBezTo>
                      <a:pt x="73" y="71"/>
                      <a:pt x="79" y="65"/>
                      <a:pt x="75" y="61"/>
                    </a:cubicBezTo>
                    <a:cubicBezTo>
                      <a:pt x="53" y="40"/>
                      <a:pt x="28" y="25"/>
                      <a:pt x="9" y="4"/>
                    </a:cubicBezTo>
                    <a:cubicBezTo>
                      <a:pt x="5" y="0"/>
                      <a:pt x="0" y="5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0" name="Freeform 51">
                <a:extLst>
                  <a:ext uri="{FF2B5EF4-FFF2-40B4-BE49-F238E27FC236}">
                    <a16:creationId xmlns:a16="http://schemas.microsoft.com/office/drawing/2014/main" id="{AD6F93AB-B387-D586-D7FF-1CDBCAE20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4313238"/>
                <a:ext cx="57150" cy="82550"/>
              </a:xfrm>
              <a:custGeom>
                <a:avLst/>
                <a:gdLst>
                  <a:gd name="T0" fmla="*/ 1 w 56"/>
                  <a:gd name="T1" fmla="*/ 6 h 79"/>
                  <a:gd name="T2" fmla="*/ 45 w 56"/>
                  <a:gd name="T3" fmla="*/ 75 h 79"/>
                  <a:gd name="T4" fmla="*/ 52 w 56"/>
                  <a:gd name="T5" fmla="*/ 68 h 79"/>
                  <a:gd name="T6" fmla="*/ 9 w 56"/>
                  <a:gd name="T7" fmla="*/ 4 h 79"/>
                  <a:gd name="T8" fmla="*/ 1 w 56"/>
                  <a:gd name="T9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9">
                    <a:moveTo>
                      <a:pt x="1" y="6"/>
                    </a:moveTo>
                    <a:cubicBezTo>
                      <a:pt x="5" y="35"/>
                      <a:pt x="24" y="56"/>
                      <a:pt x="45" y="75"/>
                    </a:cubicBezTo>
                    <a:cubicBezTo>
                      <a:pt x="50" y="79"/>
                      <a:pt x="56" y="73"/>
                      <a:pt x="52" y="68"/>
                    </a:cubicBezTo>
                    <a:cubicBezTo>
                      <a:pt x="35" y="48"/>
                      <a:pt x="22" y="26"/>
                      <a:pt x="9" y="4"/>
                    </a:cubicBezTo>
                    <a:cubicBezTo>
                      <a:pt x="7" y="0"/>
                      <a:pt x="0" y="2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1" name="Freeform 52">
                <a:extLst>
                  <a:ext uri="{FF2B5EF4-FFF2-40B4-BE49-F238E27FC236}">
                    <a16:creationId xmlns:a16="http://schemas.microsoft.com/office/drawing/2014/main" id="{1C283A06-03B3-2CE1-7901-DEB2D41EA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776" y="4113213"/>
                <a:ext cx="42863" cy="101600"/>
              </a:xfrm>
              <a:custGeom>
                <a:avLst/>
                <a:gdLst>
                  <a:gd name="T0" fmla="*/ 2 w 42"/>
                  <a:gd name="T1" fmla="*/ 5 h 99"/>
                  <a:gd name="T2" fmla="*/ 31 w 42"/>
                  <a:gd name="T3" fmla="*/ 94 h 99"/>
                  <a:gd name="T4" fmla="*/ 39 w 42"/>
                  <a:gd name="T5" fmla="*/ 89 h 99"/>
                  <a:gd name="T6" fmla="*/ 10 w 42"/>
                  <a:gd name="T7" fmla="*/ 5 h 99"/>
                  <a:gd name="T8" fmla="*/ 2 w 42"/>
                  <a:gd name="T9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99">
                    <a:moveTo>
                      <a:pt x="2" y="5"/>
                    </a:moveTo>
                    <a:cubicBezTo>
                      <a:pt x="0" y="37"/>
                      <a:pt x="13" y="68"/>
                      <a:pt x="31" y="94"/>
                    </a:cubicBezTo>
                    <a:cubicBezTo>
                      <a:pt x="35" y="99"/>
                      <a:pt x="42" y="94"/>
                      <a:pt x="39" y="89"/>
                    </a:cubicBezTo>
                    <a:cubicBezTo>
                      <a:pt x="24" y="64"/>
                      <a:pt x="14" y="34"/>
                      <a:pt x="10" y="5"/>
                    </a:cubicBezTo>
                    <a:cubicBezTo>
                      <a:pt x="9" y="0"/>
                      <a:pt x="3" y="0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2" name="Freeform 53">
                <a:extLst>
                  <a:ext uri="{FF2B5EF4-FFF2-40B4-BE49-F238E27FC236}">
                    <a16:creationId xmlns:a16="http://schemas.microsoft.com/office/drawing/2014/main" id="{42177EBC-E41E-A011-C499-CDFBFE415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901" y="3932238"/>
                <a:ext cx="20638" cy="79375"/>
              </a:xfrm>
              <a:custGeom>
                <a:avLst/>
                <a:gdLst>
                  <a:gd name="T0" fmla="*/ 4 w 19"/>
                  <a:gd name="T1" fmla="*/ 4 h 76"/>
                  <a:gd name="T2" fmla="*/ 10 w 19"/>
                  <a:gd name="T3" fmla="*/ 71 h 76"/>
                  <a:gd name="T4" fmla="*/ 18 w 19"/>
                  <a:gd name="T5" fmla="*/ 68 h 76"/>
                  <a:gd name="T6" fmla="*/ 10 w 19"/>
                  <a:gd name="T7" fmla="*/ 4 h 76"/>
                  <a:gd name="T8" fmla="*/ 4 w 19"/>
                  <a:gd name="T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6">
                    <a:moveTo>
                      <a:pt x="4" y="4"/>
                    </a:moveTo>
                    <a:cubicBezTo>
                      <a:pt x="2" y="27"/>
                      <a:pt x="0" y="50"/>
                      <a:pt x="10" y="71"/>
                    </a:cubicBezTo>
                    <a:cubicBezTo>
                      <a:pt x="13" y="76"/>
                      <a:pt x="19" y="72"/>
                      <a:pt x="18" y="68"/>
                    </a:cubicBezTo>
                    <a:cubicBezTo>
                      <a:pt x="15" y="47"/>
                      <a:pt x="12" y="25"/>
                      <a:pt x="10" y="4"/>
                    </a:cubicBezTo>
                    <a:cubicBezTo>
                      <a:pt x="10" y="0"/>
                      <a:pt x="4" y="0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3" name="Freeform 54">
                <a:extLst>
                  <a:ext uri="{FF2B5EF4-FFF2-40B4-BE49-F238E27FC236}">
                    <a16:creationId xmlns:a16="http://schemas.microsoft.com/office/drawing/2014/main" id="{858A5DCE-D09A-0F3E-3751-4F5242904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663" y="3695701"/>
                <a:ext cx="47625" cy="131763"/>
              </a:xfrm>
              <a:custGeom>
                <a:avLst/>
                <a:gdLst>
                  <a:gd name="T0" fmla="*/ 4 w 46"/>
                  <a:gd name="T1" fmla="*/ 125 h 127"/>
                  <a:gd name="T2" fmla="*/ 43 w 46"/>
                  <a:gd name="T3" fmla="*/ 12 h 127"/>
                  <a:gd name="T4" fmla="*/ 33 w 46"/>
                  <a:gd name="T5" fmla="*/ 6 h 127"/>
                  <a:gd name="T6" fmla="*/ 0 w 46"/>
                  <a:gd name="T7" fmla="*/ 124 h 127"/>
                  <a:gd name="T8" fmla="*/ 4 w 46"/>
                  <a:gd name="T9" fmla="*/ 12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27">
                    <a:moveTo>
                      <a:pt x="4" y="125"/>
                    </a:moveTo>
                    <a:cubicBezTo>
                      <a:pt x="17" y="88"/>
                      <a:pt x="25" y="47"/>
                      <a:pt x="43" y="12"/>
                    </a:cubicBezTo>
                    <a:cubicBezTo>
                      <a:pt x="46" y="5"/>
                      <a:pt x="37" y="0"/>
                      <a:pt x="33" y="6"/>
                    </a:cubicBezTo>
                    <a:cubicBezTo>
                      <a:pt x="10" y="43"/>
                      <a:pt x="6" y="82"/>
                      <a:pt x="0" y="124"/>
                    </a:cubicBezTo>
                    <a:cubicBezTo>
                      <a:pt x="0" y="126"/>
                      <a:pt x="3" y="127"/>
                      <a:pt x="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4" name="Freeform 55">
                <a:extLst>
                  <a:ext uri="{FF2B5EF4-FFF2-40B4-BE49-F238E27FC236}">
                    <a16:creationId xmlns:a16="http://schemas.microsoft.com/office/drawing/2014/main" id="{4E280703-0EA5-EF2C-4DA2-FBD232DDE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163" y="3575051"/>
                <a:ext cx="50800" cy="66675"/>
              </a:xfrm>
              <a:custGeom>
                <a:avLst/>
                <a:gdLst>
                  <a:gd name="T0" fmla="*/ 9 w 48"/>
                  <a:gd name="T1" fmla="*/ 61 h 64"/>
                  <a:gd name="T2" fmla="*/ 21 w 48"/>
                  <a:gd name="T3" fmla="*/ 53 h 64"/>
                  <a:gd name="T4" fmla="*/ 31 w 48"/>
                  <a:gd name="T5" fmla="*/ 40 h 64"/>
                  <a:gd name="T6" fmla="*/ 47 w 48"/>
                  <a:gd name="T7" fmla="*/ 9 h 64"/>
                  <a:gd name="T8" fmla="*/ 39 w 48"/>
                  <a:gd name="T9" fmla="*/ 3 h 64"/>
                  <a:gd name="T10" fmla="*/ 18 w 48"/>
                  <a:gd name="T11" fmla="*/ 29 h 64"/>
                  <a:gd name="T12" fmla="*/ 11 w 48"/>
                  <a:gd name="T13" fmla="*/ 41 h 64"/>
                  <a:gd name="T14" fmla="*/ 3 w 48"/>
                  <a:gd name="T15" fmla="*/ 57 h 64"/>
                  <a:gd name="T16" fmla="*/ 9 w 48"/>
                  <a:gd name="T17" fmla="*/ 6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64">
                    <a:moveTo>
                      <a:pt x="9" y="61"/>
                    </a:moveTo>
                    <a:cubicBezTo>
                      <a:pt x="13" y="58"/>
                      <a:pt x="17" y="56"/>
                      <a:pt x="21" y="53"/>
                    </a:cubicBezTo>
                    <a:cubicBezTo>
                      <a:pt x="25" y="49"/>
                      <a:pt x="28" y="45"/>
                      <a:pt x="31" y="40"/>
                    </a:cubicBezTo>
                    <a:cubicBezTo>
                      <a:pt x="39" y="31"/>
                      <a:pt x="44" y="21"/>
                      <a:pt x="47" y="9"/>
                    </a:cubicBezTo>
                    <a:cubicBezTo>
                      <a:pt x="48" y="5"/>
                      <a:pt x="43" y="0"/>
                      <a:pt x="39" y="3"/>
                    </a:cubicBezTo>
                    <a:cubicBezTo>
                      <a:pt x="30" y="11"/>
                      <a:pt x="24" y="19"/>
                      <a:pt x="18" y="29"/>
                    </a:cubicBezTo>
                    <a:cubicBezTo>
                      <a:pt x="15" y="33"/>
                      <a:pt x="13" y="37"/>
                      <a:pt x="11" y="41"/>
                    </a:cubicBezTo>
                    <a:cubicBezTo>
                      <a:pt x="8" y="46"/>
                      <a:pt x="6" y="52"/>
                      <a:pt x="3" y="57"/>
                    </a:cubicBezTo>
                    <a:cubicBezTo>
                      <a:pt x="0" y="60"/>
                      <a:pt x="5" y="64"/>
                      <a:pt x="9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5" name="Freeform 56">
                <a:extLst>
                  <a:ext uri="{FF2B5EF4-FFF2-40B4-BE49-F238E27FC236}">
                    <a16:creationId xmlns:a16="http://schemas.microsoft.com/office/drawing/2014/main" id="{8E349E74-C274-91AD-55D9-4E64467D1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876" y="3435351"/>
                <a:ext cx="66675" cy="74613"/>
              </a:xfrm>
              <a:custGeom>
                <a:avLst/>
                <a:gdLst>
                  <a:gd name="T0" fmla="*/ 11 w 64"/>
                  <a:gd name="T1" fmla="*/ 66 h 71"/>
                  <a:gd name="T2" fmla="*/ 60 w 64"/>
                  <a:gd name="T3" fmla="*/ 9 h 71"/>
                  <a:gd name="T4" fmla="*/ 56 w 64"/>
                  <a:gd name="T5" fmla="*/ 1 h 71"/>
                  <a:gd name="T6" fmla="*/ 2 w 64"/>
                  <a:gd name="T7" fmla="*/ 62 h 71"/>
                  <a:gd name="T8" fmla="*/ 11 w 64"/>
                  <a:gd name="T9" fmla="*/ 6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1">
                    <a:moveTo>
                      <a:pt x="11" y="66"/>
                    </a:moveTo>
                    <a:cubicBezTo>
                      <a:pt x="22" y="42"/>
                      <a:pt x="41" y="26"/>
                      <a:pt x="60" y="9"/>
                    </a:cubicBezTo>
                    <a:cubicBezTo>
                      <a:pt x="64" y="6"/>
                      <a:pt x="60" y="0"/>
                      <a:pt x="56" y="1"/>
                    </a:cubicBezTo>
                    <a:cubicBezTo>
                      <a:pt x="26" y="8"/>
                      <a:pt x="8" y="34"/>
                      <a:pt x="2" y="62"/>
                    </a:cubicBezTo>
                    <a:cubicBezTo>
                      <a:pt x="0" y="67"/>
                      <a:pt x="8" y="71"/>
                      <a:pt x="11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6" name="Freeform 57">
                <a:extLst>
                  <a:ext uri="{FF2B5EF4-FFF2-40B4-BE49-F238E27FC236}">
                    <a16:creationId xmlns:a16="http://schemas.microsoft.com/office/drawing/2014/main" id="{5F97A343-34FA-A323-3604-858431BED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888" y="3357563"/>
                <a:ext cx="57150" cy="34925"/>
              </a:xfrm>
              <a:custGeom>
                <a:avLst/>
                <a:gdLst>
                  <a:gd name="T0" fmla="*/ 5 w 56"/>
                  <a:gd name="T1" fmla="*/ 33 h 34"/>
                  <a:gd name="T2" fmla="*/ 16 w 56"/>
                  <a:gd name="T3" fmla="*/ 32 h 34"/>
                  <a:gd name="T4" fmla="*/ 29 w 56"/>
                  <a:gd name="T5" fmla="*/ 28 h 34"/>
                  <a:gd name="T6" fmla="*/ 51 w 56"/>
                  <a:gd name="T7" fmla="*/ 13 h 34"/>
                  <a:gd name="T8" fmla="*/ 46 w 56"/>
                  <a:gd name="T9" fmla="*/ 2 h 34"/>
                  <a:gd name="T10" fmla="*/ 22 w 56"/>
                  <a:gd name="T11" fmla="*/ 11 h 34"/>
                  <a:gd name="T12" fmla="*/ 10 w 56"/>
                  <a:gd name="T13" fmla="*/ 19 h 34"/>
                  <a:gd name="T14" fmla="*/ 3 w 56"/>
                  <a:gd name="T15" fmla="*/ 27 h 34"/>
                  <a:gd name="T16" fmla="*/ 5 w 56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34">
                    <a:moveTo>
                      <a:pt x="5" y="33"/>
                    </a:moveTo>
                    <a:cubicBezTo>
                      <a:pt x="9" y="32"/>
                      <a:pt x="12" y="33"/>
                      <a:pt x="16" y="32"/>
                    </a:cubicBezTo>
                    <a:cubicBezTo>
                      <a:pt x="20" y="31"/>
                      <a:pt x="24" y="29"/>
                      <a:pt x="29" y="28"/>
                    </a:cubicBezTo>
                    <a:cubicBezTo>
                      <a:pt x="38" y="24"/>
                      <a:pt x="43" y="19"/>
                      <a:pt x="51" y="13"/>
                    </a:cubicBezTo>
                    <a:cubicBezTo>
                      <a:pt x="56" y="10"/>
                      <a:pt x="53" y="0"/>
                      <a:pt x="46" y="2"/>
                    </a:cubicBezTo>
                    <a:cubicBezTo>
                      <a:pt x="37" y="5"/>
                      <a:pt x="30" y="7"/>
                      <a:pt x="22" y="11"/>
                    </a:cubicBezTo>
                    <a:cubicBezTo>
                      <a:pt x="18" y="14"/>
                      <a:pt x="14" y="16"/>
                      <a:pt x="10" y="19"/>
                    </a:cubicBezTo>
                    <a:cubicBezTo>
                      <a:pt x="7" y="21"/>
                      <a:pt x="5" y="25"/>
                      <a:pt x="3" y="27"/>
                    </a:cubicBezTo>
                    <a:cubicBezTo>
                      <a:pt x="0" y="29"/>
                      <a:pt x="1" y="34"/>
                      <a:pt x="5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7" name="Freeform 58">
                <a:extLst>
                  <a:ext uri="{FF2B5EF4-FFF2-40B4-BE49-F238E27FC236}">
                    <a16:creationId xmlns:a16="http://schemas.microsoft.com/office/drawing/2014/main" id="{E81BE1A5-1EF0-76FF-7855-C8A29A2D8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863" y="3227388"/>
                <a:ext cx="76200" cy="69850"/>
              </a:xfrm>
              <a:custGeom>
                <a:avLst/>
                <a:gdLst>
                  <a:gd name="T0" fmla="*/ 69 w 74"/>
                  <a:gd name="T1" fmla="*/ 58 h 68"/>
                  <a:gd name="T2" fmla="*/ 42 w 74"/>
                  <a:gd name="T3" fmla="*/ 36 h 68"/>
                  <a:gd name="T4" fmla="*/ 14 w 74"/>
                  <a:gd name="T5" fmla="*/ 6 h 68"/>
                  <a:gd name="T6" fmla="*/ 3 w 74"/>
                  <a:gd name="T7" fmla="*/ 15 h 68"/>
                  <a:gd name="T8" fmla="*/ 66 w 74"/>
                  <a:gd name="T9" fmla="*/ 66 h 68"/>
                  <a:gd name="T10" fmla="*/ 69 w 74"/>
                  <a:gd name="T11" fmla="*/ 5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8">
                    <a:moveTo>
                      <a:pt x="69" y="58"/>
                    </a:moveTo>
                    <a:cubicBezTo>
                      <a:pt x="59" y="53"/>
                      <a:pt x="50" y="44"/>
                      <a:pt x="42" y="36"/>
                    </a:cubicBezTo>
                    <a:cubicBezTo>
                      <a:pt x="32" y="26"/>
                      <a:pt x="23" y="16"/>
                      <a:pt x="14" y="6"/>
                    </a:cubicBezTo>
                    <a:cubicBezTo>
                      <a:pt x="9" y="0"/>
                      <a:pt x="0" y="8"/>
                      <a:pt x="3" y="15"/>
                    </a:cubicBezTo>
                    <a:cubicBezTo>
                      <a:pt x="17" y="41"/>
                      <a:pt x="38" y="58"/>
                      <a:pt x="66" y="66"/>
                    </a:cubicBezTo>
                    <a:cubicBezTo>
                      <a:pt x="71" y="68"/>
                      <a:pt x="74" y="60"/>
                      <a:pt x="69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8" name="Freeform 59">
                <a:extLst>
                  <a:ext uri="{FF2B5EF4-FFF2-40B4-BE49-F238E27FC236}">
                    <a16:creationId xmlns:a16="http://schemas.microsoft.com/office/drawing/2014/main" id="{6DD8ADC2-175D-8E15-9D69-1B9422325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676" y="3065463"/>
                <a:ext cx="60325" cy="96838"/>
              </a:xfrm>
              <a:custGeom>
                <a:avLst/>
                <a:gdLst>
                  <a:gd name="T0" fmla="*/ 54 w 58"/>
                  <a:gd name="T1" fmla="*/ 85 h 94"/>
                  <a:gd name="T2" fmla="*/ 12 w 58"/>
                  <a:gd name="T3" fmla="*/ 6 h 94"/>
                  <a:gd name="T4" fmla="*/ 2 w 58"/>
                  <a:gd name="T5" fmla="*/ 9 h 94"/>
                  <a:gd name="T6" fmla="*/ 47 w 58"/>
                  <a:gd name="T7" fmla="*/ 91 h 94"/>
                  <a:gd name="T8" fmla="*/ 54 w 58"/>
                  <a:gd name="T9" fmla="*/ 8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4">
                    <a:moveTo>
                      <a:pt x="54" y="85"/>
                    </a:moveTo>
                    <a:cubicBezTo>
                      <a:pt x="37" y="61"/>
                      <a:pt x="23" y="35"/>
                      <a:pt x="12" y="6"/>
                    </a:cubicBezTo>
                    <a:cubicBezTo>
                      <a:pt x="10" y="0"/>
                      <a:pt x="0" y="2"/>
                      <a:pt x="2" y="9"/>
                    </a:cubicBezTo>
                    <a:cubicBezTo>
                      <a:pt x="7" y="41"/>
                      <a:pt x="22" y="71"/>
                      <a:pt x="47" y="91"/>
                    </a:cubicBezTo>
                    <a:cubicBezTo>
                      <a:pt x="51" y="94"/>
                      <a:pt x="58" y="90"/>
                      <a:pt x="54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9" name="Freeform 60">
                <a:extLst>
                  <a:ext uri="{FF2B5EF4-FFF2-40B4-BE49-F238E27FC236}">
                    <a16:creationId xmlns:a16="http://schemas.microsoft.com/office/drawing/2014/main" id="{FCC94116-CC1D-DD36-B8A4-8A7376584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526" y="2909888"/>
                <a:ext cx="22225" cy="68263"/>
              </a:xfrm>
              <a:custGeom>
                <a:avLst/>
                <a:gdLst>
                  <a:gd name="T0" fmla="*/ 22 w 22"/>
                  <a:gd name="T1" fmla="*/ 62 h 66"/>
                  <a:gd name="T2" fmla="*/ 9 w 22"/>
                  <a:gd name="T3" fmla="*/ 4 h 66"/>
                  <a:gd name="T4" fmla="*/ 1 w 22"/>
                  <a:gd name="T5" fmla="*/ 6 h 66"/>
                  <a:gd name="T6" fmla="*/ 18 w 22"/>
                  <a:gd name="T7" fmla="*/ 64 h 66"/>
                  <a:gd name="T8" fmla="*/ 22 w 22"/>
                  <a:gd name="T9" fmla="*/ 6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66">
                    <a:moveTo>
                      <a:pt x="22" y="62"/>
                    </a:moveTo>
                    <a:cubicBezTo>
                      <a:pt x="17" y="43"/>
                      <a:pt x="16" y="23"/>
                      <a:pt x="9" y="4"/>
                    </a:cubicBezTo>
                    <a:cubicBezTo>
                      <a:pt x="7" y="0"/>
                      <a:pt x="0" y="1"/>
                      <a:pt x="1" y="6"/>
                    </a:cubicBezTo>
                    <a:cubicBezTo>
                      <a:pt x="6" y="25"/>
                      <a:pt x="6" y="47"/>
                      <a:pt x="18" y="64"/>
                    </a:cubicBezTo>
                    <a:cubicBezTo>
                      <a:pt x="19" y="66"/>
                      <a:pt x="22" y="65"/>
                      <a:pt x="22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0" name="Freeform 61">
                <a:extLst>
                  <a:ext uri="{FF2B5EF4-FFF2-40B4-BE49-F238E27FC236}">
                    <a16:creationId xmlns:a16="http://schemas.microsoft.com/office/drawing/2014/main" id="{C01F729B-C032-F904-24D4-706B89209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538" y="2741613"/>
                <a:ext cx="28575" cy="100013"/>
              </a:xfrm>
              <a:custGeom>
                <a:avLst/>
                <a:gdLst>
                  <a:gd name="T0" fmla="*/ 22 w 27"/>
                  <a:gd name="T1" fmla="*/ 89 h 96"/>
                  <a:gd name="T2" fmla="*/ 15 w 27"/>
                  <a:gd name="T3" fmla="*/ 8 h 96"/>
                  <a:gd name="T4" fmla="*/ 2 w 27"/>
                  <a:gd name="T5" fmla="*/ 8 h 96"/>
                  <a:gd name="T6" fmla="*/ 9 w 27"/>
                  <a:gd name="T7" fmla="*/ 89 h 96"/>
                  <a:gd name="T8" fmla="*/ 22 w 27"/>
                  <a:gd name="T9" fmla="*/ 8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96">
                    <a:moveTo>
                      <a:pt x="22" y="89"/>
                    </a:moveTo>
                    <a:cubicBezTo>
                      <a:pt x="27" y="62"/>
                      <a:pt x="18" y="35"/>
                      <a:pt x="15" y="8"/>
                    </a:cubicBezTo>
                    <a:cubicBezTo>
                      <a:pt x="14" y="0"/>
                      <a:pt x="3" y="0"/>
                      <a:pt x="2" y="8"/>
                    </a:cubicBezTo>
                    <a:cubicBezTo>
                      <a:pt x="0" y="35"/>
                      <a:pt x="4" y="62"/>
                      <a:pt x="9" y="89"/>
                    </a:cubicBezTo>
                    <a:cubicBezTo>
                      <a:pt x="10" y="96"/>
                      <a:pt x="21" y="96"/>
                      <a:pt x="22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1" name="Freeform 62">
                <a:extLst>
                  <a:ext uri="{FF2B5EF4-FFF2-40B4-BE49-F238E27FC236}">
                    <a16:creationId xmlns:a16="http://schemas.microsoft.com/office/drawing/2014/main" id="{8B4E66E2-1CDB-853C-8A61-873FB9180F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476" y="2592388"/>
                <a:ext cx="22225" cy="73025"/>
              </a:xfrm>
              <a:custGeom>
                <a:avLst/>
                <a:gdLst>
                  <a:gd name="T0" fmla="*/ 13 w 22"/>
                  <a:gd name="T1" fmla="*/ 66 h 70"/>
                  <a:gd name="T2" fmla="*/ 21 w 22"/>
                  <a:gd name="T3" fmla="*/ 8 h 70"/>
                  <a:gd name="T4" fmla="*/ 11 w 22"/>
                  <a:gd name="T5" fmla="*/ 6 h 70"/>
                  <a:gd name="T6" fmla="*/ 5 w 22"/>
                  <a:gd name="T7" fmla="*/ 66 h 70"/>
                  <a:gd name="T8" fmla="*/ 13 w 22"/>
                  <a:gd name="T9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70">
                    <a:moveTo>
                      <a:pt x="13" y="66"/>
                    </a:moveTo>
                    <a:cubicBezTo>
                      <a:pt x="17" y="47"/>
                      <a:pt x="16" y="27"/>
                      <a:pt x="21" y="8"/>
                    </a:cubicBezTo>
                    <a:cubicBezTo>
                      <a:pt x="22" y="2"/>
                      <a:pt x="13" y="0"/>
                      <a:pt x="11" y="6"/>
                    </a:cubicBezTo>
                    <a:cubicBezTo>
                      <a:pt x="4" y="26"/>
                      <a:pt x="0" y="45"/>
                      <a:pt x="5" y="66"/>
                    </a:cubicBezTo>
                    <a:cubicBezTo>
                      <a:pt x="6" y="70"/>
                      <a:pt x="12" y="70"/>
                      <a:pt x="1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2" name="Freeform 63">
                <a:extLst>
                  <a:ext uri="{FF2B5EF4-FFF2-40B4-BE49-F238E27FC236}">
                    <a16:creationId xmlns:a16="http://schemas.microsoft.com/office/drawing/2014/main" id="{D0F3E24F-6CCA-C809-B73C-7A5CCC0DA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2397126"/>
                <a:ext cx="49213" cy="103188"/>
              </a:xfrm>
              <a:custGeom>
                <a:avLst/>
                <a:gdLst>
                  <a:gd name="T0" fmla="*/ 7 w 47"/>
                  <a:gd name="T1" fmla="*/ 96 h 99"/>
                  <a:gd name="T2" fmla="*/ 45 w 47"/>
                  <a:gd name="T3" fmla="*/ 8 h 99"/>
                  <a:gd name="T4" fmla="*/ 36 w 47"/>
                  <a:gd name="T5" fmla="*/ 5 h 99"/>
                  <a:gd name="T6" fmla="*/ 0 w 47"/>
                  <a:gd name="T7" fmla="*/ 94 h 99"/>
                  <a:gd name="T8" fmla="*/ 7 w 47"/>
                  <a:gd name="T9" fmla="*/ 9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99">
                    <a:moveTo>
                      <a:pt x="7" y="96"/>
                    </a:moveTo>
                    <a:cubicBezTo>
                      <a:pt x="20" y="67"/>
                      <a:pt x="33" y="38"/>
                      <a:pt x="45" y="8"/>
                    </a:cubicBezTo>
                    <a:cubicBezTo>
                      <a:pt x="47" y="3"/>
                      <a:pt x="39" y="0"/>
                      <a:pt x="36" y="5"/>
                    </a:cubicBezTo>
                    <a:cubicBezTo>
                      <a:pt x="19" y="33"/>
                      <a:pt x="4" y="61"/>
                      <a:pt x="0" y="94"/>
                    </a:cubicBezTo>
                    <a:cubicBezTo>
                      <a:pt x="0" y="97"/>
                      <a:pt x="6" y="99"/>
                      <a:pt x="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3" name="Freeform 64">
                <a:extLst>
                  <a:ext uri="{FF2B5EF4-FFF2-40B4-BE49-F238E27FC236}">
                    <a16:creationId xmlns:a16="http://schemas.microsoft.com/office/drawing/2014/main" id="{E1E5339D-D206-7EDB-23CA-2B6F33C97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301" y="2254251"/>
                <a:ext cx="57150" cy="80963"/>
              </a:xfrm>
              <a:custGeom>
                <a:avLst/>
                <a:gdLst>
                  <a:gd name="T0" fmla="*/ 8 w 55"/>
                  <a:gd name="T1" fmla="*/ 74 h 78"/>
                  <a:gd name="T2" fmla="*/ 27 w 55"/>
                  <a:gd name="T3" fmla="*/ 44 h 78"/>
                  <a:gd name="T4" fmla="*/ 52 w 55"/>
                  <a:gd name="T5" fmla="*/ 10 h 78"/>
                  <a:gd name="T6" fmla="*/ 45 w 55"/>
                  <a:gd name="T7" fmla="*/ 3 h 78"/>
                  <a:gd name="T8" fmla="*/ 16 w 55"/>
                  <a:gd name="T9" fmla="*/ 33 h 78"/>
                  <a:gd name="T10" fmla="*/ 1 w 55"/>
                  <a:gd name="T11" fmla="*/ 72 h 78"/>
                  <a:gd name="T12" fmla="*/ 8 w 55"/>
                  <a:gd name="T13" fmla="*/ 7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78">
                    <a:moveTo>
                      <a:pt x="8" y="74"/>
                    </a:moveTo>
                    <a:cubicBezTo>
                      <a:pt x="12" y="63"/>
                      <a:pt x="21" y="53"/>
                      <a:pt x="27" y="44"/>
                    </a:cubicBezTo>
                    <a:cubicBezTo>
                      <a:pt x="35" y="32"/>
                      <a:pt x="45" y="22"/>
                      <a:pt x="52" y="10"/>
                    </a:cubicBezTo>
                    <a:cubicBezTo>
                      <a:pt x="55" y="6"/>
                      <a:pt x="50" y="0"/>
                      <a:pt x="45" y="3"/>
                    </a:cubicBezTo>
                    <a:cubicBezTo>
                      <a:pt x="34" y="11"/>
                      <a:pt x="25" y="21"/>
                      <a:pt x="16" y="33"/>
                    </a:cubicBezTo>
                    <a:cubicBezTo>
                      <a:pt x="7" y="45"/>
                      <a:pt x="5" y="57"/>
                      <a:pt x="1" y="72"/>
                    </a:cubicBezTo>
                    <a:cubicBezTo>
                      <a:pt x="0" y="76"/>
                      <a:pt x="6" y="78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4" name="Freeform 65">
                <a:extLst>
                  <a:ext uri="{FF2B5EF4-FFF2-40B4-BE49-F238E27FC236}">
                    <a16:creationId xmlns:a16="http://schemas.microsoft.com/office/drawing/2014/main" id="{58780C7C-E779-3CBA-E0E3-7145965E8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438" y="2087563"/>
                <a:ext cx="73025" cy="87313"/>
              </a:xfrm>
              <a:custGeom>
                <a:avLst/>
                <a:gdLst>
                  <a:gd name="T0" fmla="*/ 6 w 71"/>
                  <a:gd name="T1" fmla="*/ 84 h 85"/>
                  <a:gd name="T2" fmla="*/ 66 w 71"/>
                  <a:gd name="T3" fmla="*/ 14 h 85"/>
                  <a:gd name="T4" fmla="*/ 58 w 71"/>
                  <a:gd name="T5" fmla="*/ 5 h 85"/>
                  <a:gd name="T6" fmla="*/ 1 w 71"/>
                  <a:gd name="T7" fmla="*/ 81 h 85"/>
                  <a:gd name="T8" fmla="*/ 6 w 71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85">
                    <a:moveTo>
                      <a:pt x="6" y="84"/>
                    </a:moveTo>
                    <a:cubicBezTo>
                      <a:pt x="31" y="64"/>
                      <a:pt x="46" y="37"/>
                      <a:pt x="66" y="14"/>
                    </a:cubicBezTo>
                    <a:cubicBezTo>
                      <a:pt x="71" y="8"/>
                      <a:pt x="64" y="0"/>
                      <a:pt x="58" y="5"/>
                    </a:cubicBezTo>
                    <a:cubicBezTo>
                      <a:pt x="33" y="26"/>
                      <a:pt x="11" y="49"/>
                      <a:pt x="1" y="81"/>
                    </a:cubicBezTo>
                    <a:cubicBezTo>
                      <a:pt x="0" y="84"/>
                      <a:pt x="4" y="85"/>
                      <a:pt x="6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5" name="Freeform 66">
                <a:extLst>
                  <a:ext uri="{FF2B5EF4-FFF2-40B4-BE49-F238E27FC236}">
                    <a16:creationId xmlns:a16="http://schemas.microsoft.com/office/drawing/2014/main" id="{E60F8244-3ED2-A2FE-4007-8063BE16F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563" y="1936751"/>
                <a:ext cx="80963" cy="104775"/>
              </a:xfrm>
              <a:custGeom>
                <a:avLst/>
                <a:gdLst>
                  <a:gd name="T0" fmla="*/ 8 w 79"/>
                  <a:gd name="T1" fmla="*/ 98 h 101"/>
                  <a:gd name="T2" fmla="*/ 74 w 79"/>
                  <a:gd name="T3" fmla="*/ 12 h 101"/>
                  <a:gd name="T4" fmla="*/ 67 w 79"/>
                  <a:gd name="T5" fmla="*/ 5 h 101"/>
                  <a:gd name="T6" fmla="*/ 31 w 79"/>
                  <a:gd name="T7" fmla="*/ 43 h 101"/>
                  <a:gd name="T8" fmla="*/ 2 w 79"/>
                  <a:gd name="T9" fmla="*/ 94 h 101"/>
                  <a:gd name="T10" fmla="*/ 8 w 79"/>
                  <a:gd name="T11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01">
                    <a:moveTo>
                      <a:pt x="8" y="98"/>
                    </a:moveTo>
                    <a:cubicBezTo>
                      <a:pt x="34" y="72"/>
                      <a:pt x="51" y="41"/>
                      <a:pt x="74" y="12"/>
                    </a:cubicBezTo>
                    <a:cubicBezTo>
                      <a:pt x="79" y="7"/>
                      <a:pt x="72" y="0"/>
                      <a:pt x="67" y="5"/>
                    </a:cubicBezTo>
                    <a:cubicBezTo>
                      <a:pt x="53" y="17"/>
                      <a:pt x="41" y="28"/>
                      <a:pt x="31" y="43"/>
                    </a:cubicBezTo>
                    <a:cubicBezTo>
                      <a:pt x="20" y="59"/>
                      <a:pt x="12" y="76"/>
                      <a:pt x="2" y="94"/>
                    </a:cubicBezTo>
                    <a:cubicBezTo>
                      <a:pt x="0" y="97"/>
                      <a:pt x="5" y="101"/>
                      <a:pt x="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6" name="Freeform 67">
                <a:extLst>
                  <a:ext uri="{FF2B5EF4-FFF2-40B4-BE49-F238E27FC236}">
                    <a16:creationId xmlns:a16="http://schemas.microsoft.com/office/drawing/2014/main" id="{46F3F6D6-5ED7-3905-E774-EFD18166B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626" y="1827213"/>
                <a:ext cx="87313" cy="65088"/>
              </a:xfrm>
              <a:custGeom>
                <a:avLst/>
                <a:gdLst>
                  <a:gd name="T0" fmla="*/ 8 w 85"/>
                  <a:gd name="T1" fmla="*/ 61 h 63"/>
                  <a:gd name="T2" fmla="*/ 23 w 85"/>
                  <a:gd name="T3" fmla="*/ 57 h 63"/>
                  <a:gd name="T4" fmla="*/ 40 w 85"/>
                  <a:gd name="T5" fmla="*/ 47 h 63"/>
                  <a:gd name="T6" fmla="*/ 76 w 85"/>
                  <a:gd name="T7" fmla="*/ 21 h 63"/>
                  <a:gd name="T8" fmla="*/ 67 w 85"/>
                  <a:gd name="T9" fmla="*/ 6 h 63"/>
                  <a:gd name="T10" fmla="*/ 34 w 85"/>
                  <a:gd name="T11" fmla="*/ 26 h 63"/>
                  <a:gd name="T12" fmla="*/ 18 w 85"/>
                  <a:gd name="T13" fmla="*/ 38 h 63"/>
                  <a:gd name="T14" fmla="*/ 3 w 85"/>
                  <a:gd name="T15" fmla="*/ 53 h 63"/>
                  <a:gd name="T16" fmla="*/ 8 w 85"/>
                  <a:gd name="T17" fmla="*/ 6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3">
                    <a:moveTo>
                      <a:pt x="8" y="61"/>
                    </a:moveTo>
                    <a:cubicBezTo>
                      <a:pt x="13" y="59"/>
                      <a:pt x="18" y="59"/>
                      <a:pt x="23" y="57"/>
                    </a:cubicBezTo>
                    <a:cubicBezTo>
                      <a:pt x="29" y="54"/>
                      <a:pt x="35" y="50"/>
                      <a:pt x="40" y="47"/>
                    </a:cubicBezTo>
                    <a:cubicBezTo>
                      <a:pt x="53" y="39"/>
                      <a:pt x="64" y="30"/>
                      <a:pt x="76" y="21"/>
                    </a:cubicBezTo>
                    <a:cubicBezTo>
                      <a:pt x="85" y="14"/>
                      <a:pt x="77" y="0"/>
                      <a:pt x="67" y="6"/>
                    </a:cubicBezTo>
                    <a:cubicBezTo>
                      <a:pt x="56" y="12"/>
                      <a:pt x="44" y="18"/>
                      <a:pt x="34" y="26"/>
                    </a:cubicBezTo>
                    <a:cubicBezTo>
                      <a:pt x="28" y="30"/>
                      <a:pt x="23" y="34"/>
                      <a:pt x="18" y="38"/>
                    </a:cubicBezTo>
                    <a:cubicBezTo>
                      <a:pt x="11" y="42"/>
                      <a:pt x="8" y="48"/>
                      <a:pt x="3" y="53"/>
                    </a:cubicBezTo>
                    <a:cubicBezTo>
                      <a:pt x="0" y="57"/>
                      <a:pt x="3" y="63"/>
                      <a:pt x="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7" name="Freeform 68">
                <a:extLst>
                  <a:ext uri="{FF2B5EF4-FFF2-40B4-BE49-F238E27FC236}">
                    <a16:creationId xmlns:a16="http://schemas.microsoft.com/office/drawing/2014/main" id="{90C18A4A-B3E7-2CBB-361E-E7221F6CC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1" y="1725613"/>
                <a:ext cx="109538" cy="76200"/>
              </a:xfrm>
              <a:custGeom>
                <a:avLst/>
                <a:gdLst>
                  <a:gd name="T0" fmla="*/ 9 w 105"/>
                  <a:gd name="T1" fmla="*/ 71 h 74"/>
                  <a:gd name="T2" fmla="*/ 96 w 105"/>
                  <a:gd name="T3" fmla="*/ 16 h 74"/>
                  <a:gd name="T4" fmla="*/ 89 w 105"/>
                  <a:gd name="T5" fmla="*/ 4 h 74"/>
                  <a:gd name="T6" fmla="*/ 2 w 105"/>
                  <a:gd name="T7" fmla="*/ 66 h 74"/>
                  <a:gd name="T8" fmla="*/ 9 w 105"/>
                  <a:gd name="T9" fmla="*/ 7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74">
                    <a:moveTo>
                      <a:pt x="9" y="71"/>
                    </a:moveTo>
                    <a:cubicBezTo>
                      <a:pt x="33" y="47"/>
                      <a:pt x="67" y="33"/>
                      <a:pt x="96" y="16"/>
                    </a:cubicBezTo>
                    <a:cubicBezTo>
                      <a:pt x="105" y="12"/>
                      <a:pt x="97" y="0"/>
                      <a:pt x="89" y="4"/>
                    </a:cubicBezTo>
                    <a:cubicBezTo>
                      <a:pt x="55" y="19"/>
                      <a:pt x="22" y="32"/>
                      <a:pt x="2" y="66"/>
                    </a:cubicBezTo>
                    <a:cubicBezTo>
                      <a:pt x="0" y="70"/>
                      <a:pt x="5" y="74"/>
                      <a:pt x="9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8" name="Freeform 69">
                <a:extLst>
                  <a:ext uri="{FF2B5EF4-FFF2-40B4-BE49-F238E27FC236}">
                    <a16:creationId xmlns:a16="http://schemas.microsoft.com/office/drawing/2014/main" id="{C1A007A4-EEF1-7DA2-45CB-D866FFDED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538" y="1655763"/>
                <a:ext cx="87313" cy="47625"/>
              </a:xfrm>
              <a:custGeom>
                <a:avLst/>
                <a:gdLst>
                  <a:gd name="T0" fmla="*/ 7 w 84"/>
                  <a:gd name="T1" fmla="*/ 46 h 47"/>
                  <a:gd name="T2" fmla="*/ 80 w 84"/>
                  <a:gd name="T3" fmla="*/ 9 h 47"/>
                  <a:gd name="T4" fmla="*/ 77 w 84"/>
                  <a:gd name="T5" fmla="*/ 3 h 47"/>
                  <a:gd name="T6" fmla="*/ 5 w 84"/>
                  <a:gd name="T7" fmla="*/ 38 h 47"/>
                  <a:gd name="T8" fmla="*/ 7 w 84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47">
                    <a:moveTo>
                      <a:pt x="7" y="46"/>
                    </a:moveTo>
                    <a:cubicBezTo>
                      <a:pt x="36" y="41"/>
                      <a:pt x="58" y="26"/>
                      <a:pt x="80" y="9"/>
                    </a:cubicBezTo>
                    <a:cubicBezTo>
                      <a:pt x="84" y="6"/>
                      <a:pt x="81" y="0"/>
                      <a:pt x="77" y="3"/>
                    </a:cubicBezTo>
                    <a:cubicBezTo>
                      <a:pt x="54" y="16"/>
                      <a:pt x="30" y="29"/>
                      <a:pt x="5" y="38"/>
                    </a:cubicBezTo>
                    <a:cubicBezTo>
                      <a:pt x="0" y="40"/>
                      <a:pt x="2" y="47"/>
                      <a:pt x="7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89" name="Freeform 70">
                <a:extLst>
                  <a:ext uri="{FF2B5EF4-FFF2-40B4-BE49-F238E27FC236}">
                    <a16:creationId xmlns:a16="http://schemas.microsoft.com/office/drawing/2014/main" id="{80286EA6-0B09-2681-10E9-3D409EAF6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351" y="1609726"/>
                <a:ext cx="103188" cy="31750"/>
              </a:xfrm>
              <a:custGeom>
                <a:avLst/>
                <a:gdLst>
                  <a:gd name="T0" fmla="*/ 4 w 100"/>
                  <a:gd name="T1" fmla="*/ 25 h 31"/>
                  <a:gd name="T2" fmla="*/ 95 w 100"/>
                  <a:gd name="T3" fmla="*/ 11 h 31"/>
                  <a:gd name="T4" fmla="*/ 92 w 100"/>
                  <a:gd name="T5" fmla="*/ 1 h 31"/>
                  <a:gd name="T6" fmla="*/ 4 w 100"/>
                  <a:gd name="T7" fmla="*/ 17 h 31"/>
                  <a:gd name="T8" fmla="*/ 4 w 100"/>
                  <a:gd name="T9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31">
                    <a:moveTo>
                      <a:pt x="4" y="25"/>
                    </a:moveTo>
                    <a:cubicBezTo>
                      <a:pt x="34" y="31"/>
                      <a:pt x="67" y="23"/>
                      <a:pt x="95" y="11"/>
                    </a:cubicBezTo>
                    <a:cubicBezTo>
                      <a:pt x="100" y="9"/>
                      <a:pt x="97" y="0"/>
                      <a:pt x="92" y="1"/>
                    </a:cubicBezTo>
                    <a:cubicBezTo>
                      <a:pt x="63" y="3"/>
                      <a:pt x="32" y="9"/>
                      <a:pt x="4" y="17"/>
                    </a:cubicBezTo>
                    <a:cubicBezTo>
                      <a:pt x="0" y="18"/>
                      <a:pt x="0" y="24"/>
                      <a:pt x="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0" name="Freeform 71">
                <a:extLst>
                  <a:ext uri="{FF2B5EF4-FFF2-40B4-BE49-F238E27FC236}">
                    <a16:creationId xmlns:a16="http://schemas.microsoft.com/office/drawing/2014/main" id="{172CDE7F-DD11-F686-5BA2-C9F0167FD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1628776"/>
                <a:ext cx="109538" cy="19050"/>
              </a:xfrm>
              <a:custGeom>
                <a:avLst/>
                <a:gdLst>
                  <a:gd name="T0" fmla="*/ 4 w 105"/>
                  <a:gd name="T1" fmla="*/ 13 h 18"/>
                  <a:gd name="T2" fmla="*/ 99 w 105"/>
                  <a:gd name="T3" fmla="*/ 14 h 18"/>
                  <a:gd name="T4" fmla="*/ 99 w 105"/>
                  <a:gd name="T5" fmla="*/ 4 h 18"/>
                  <a:gd name="T6" fmla="*/ 4 w 105"/>
                  <a:gd name="T7" fmla="*/ 5 h 18"/>
                  <a:gd name="T8" fmla="*/ 4 w 105"/>
                  <a:gd name="T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18">
                    <a:moveTo>
                      <a:pt x="4" y="13"/>
                    </a:moveTo>
                    <a:cubicBezTo>
                      <a:pt x="35" y="18"/>
                      <a:pt x="67" y="17"/>
                      <a:pt x="99" y="14"/>
                    </a:cubicBezTo>
                    <a:cubicBezTo>
                      <a:pt x="105" y="13"/>
                      <a:pt x="105" y="5"/>
                      <a:pt x="99" y="4"/>
                    </a:cubicBezTo>
                    <a:cubicBezTo>
                      <a:pt x="67" y="1"/>
                      <a:pt x="35" y="0"/>
                      <a:pt x="4" y="5"/>
                    </a:cubicBezTo>
                    <a:cubicBezTo>
                      <a:pt x="0" y="6"/>
                      <a:pt x="0" y="12"/>
                      <a:pt x="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1" name="Freeform 72">
                <a:extLst>
                  <a:ext uri="{FF2B5EF4-FFF2-40B4-BE49-F238E27FC236}">
                    <a16:creationId xmlns:a16="http://schemas.microsoft.com/office/drawing/2014/main" id="{7A1C357A-74D7-2DA8-3E1B-BF13E3D19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1401" y="1643063"/>
                <a:ext cx="68263" cy="30163"/>
              </a:xfrm>
              <a:custGeom>
                <a:avLst/>
                <a:gdLst>
                  <a:gd name="T0" fmla="*/ 2 w 65"/>
                  <a:gd name="T1" fmla="*/ 4 h 28"/>
                  <a:gd name="T2" fmla="*/ 59 w 65"/>
                  <a:gd name="T3" fmla="*/ 27 h 28"/>
                  <a:gd name="T4" fmla="*/ 62 w 65"/>
                  <a:gd name="T5" fmla="*/ 21 h 28"/>
                  <a:gd name="T6" fmla="*/ 3 w 65"/>
                  <a:gd name="T7" fmla="*/ 1 h 28"/>
                  <a:gd name="T8" fmla="*/ 2 w 65"/>
                  <a:gd name="T9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8">
                    <a:moveTo>
                      <a:pt x="2" y="4"/>
                    </a:moveTo>
                    <a:cubicBezTo>
                      <a:pt x="19" y="15"/>
                      <a:pt x="40" y="22"/>
                      <a:pt x="59" y="27"/>
                    </a:cubicBezTo>
                    <a:cubicBezTo>
                      <a:pt x="63" y="28"/>
                      <a:pt x="65" y="23"/>
                      <a:pt x="62" y="21"/>
                    </a:cubicBezTo>
                    <a:cubicBezTo>
                      <a:pt x="43" y="13"/>
                      <a:pt x="23" y="7"/>
                      <a:pt x="3" y="1"/>
                    </a:cubicBezTo>
                    <a:cubicBezTo>
                      <a:pt x="1" y="0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2" name="Freeform 73">
                <a:extLst>
                  <a:ext uri="{FF2B5EF4-FFF2-40B4-BE49-F238E27FC236}">
                    <a16:creationId xmlns:a16="http://schemas.microsoft.com/office/drawing/2014/main" id="{1E248A2D-05AC-6D39-06FB-557D5AE03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563" y="1714501"/>
                <a:ext cx="71438" cy="33338"/>
              </a:xfrm>
              <a:custGeom>
                <a:avLst/>
                <a:gdLst>
                  <a:gd name="T0" fmla="*/ 3 w 68"/>
                  <a:gd name="T1" fmla="*/ 10 h 33"/>
                  <a:gd name="T2" fmla="*/ 59 w 68"/>
                  <a:gd name="T3" fmla="*/ 32 h 33"/>
                  <a:gd name="T4" fmla="*/ 64 w 68"/>
                  <a:gd name="T5" fmla="*/ 26 h 33"/>
                  <a:gd name="T6" fmla="*/ 3 w 68"/>
                  <a:gd name="T7" fmla="*/ 4 h 33"/>
                  <a:gd name="T8" fmla="*/ 3 w 68"/>
                  <a:gd name="T9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3">
                    <a:moveTo>
                      <a:pt x="3" y="10"/>
                    </a:moveTo>
                    <a:cubicBezTo>
                      <a:pt x="23" y="14"/>
                      <a:pt x="40" y="23"/>
                      <a:pt x="59" y="32"/>
                    </a:cubicBezTo>
                    <a:cubicBezTo>
                      <a:pt x="63" y="33"/>
                      <a:pt x="68" y="29"/>
                      <a:pt x="64" y="26"/>
                    </a:cubicBezTo>
                    <a:cubicBezTo>
                      <a:pt x="46" y="10"/>
                      <a:pt x="26" y="0"/>
                      <a:pt x="3" y="4"/>
                    </a:cubicBezTo>
                    <a:cubicBezTo>
                      <a:pt x="0" y="4"/>
                      <a:pt x="0" y="9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3" name="Freeform 74">
                <a:extLst>
                  <a:ext uri="{FF2B5EF4-FFF2-40B4-BE49-F238E27FC236}">
                    <a16:creationId xmlns:a16="http://schemas.microsoft.com/office/drawing/2014/main" id="{49701D67-D6BE-AF88-BD0C-02C84B615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9851" y="1784351"/>
                <a:ext cx="85725" cy="47625"/>
              </a:xfrm>
              <a:custGeom>
                <a:avLst/>
                <a:gdLst>
                  <a:gd name="T0" fmla="*/ 3 w 83"/>
                  <a:gd name="T1" fmla="*/ 6 h 46"/>
                  <a:gd name="T2" fmla="*/ 75 w 83"/>
                  <a:gd name="T3" fmla="*/ 43 h 46"/>
                  <a:gd name="T4" fmla="*/ 79 w 83"/>
                  <a:gd name="T5" fmla="*/ 37 h 46"/>
                  <a:gd name="T6" fmla="*/ 6 w 83"/>
                  <a:gd name="T7" fmla="*/ 1 h 46"/>
                  <a:gd name="T8" fmla="*/ 3 w 83"/>
                  <a:gd name="T9" fmla="*/ 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46">
                    <a:moveTo>
                      <a:pt x="3" y="6"/>
                    </a:moveTo>
                    <a:cubicBezTo>
                      <a:pt x="28" y="18"/>
                      <a:pt x="52" y="30"/>
                      <a:pt x="75" y="43"/>
                    </a:cubicBezTo>
                    <a:cubicBezTo>
                      <a:pt x="80" y="46"/>
                      <a:pt x="83" y="39"/>
                      <a:pt x="79" y="37"/>
                    </a:cubicBezTo>
                    <a:cubicBezTo>
                      <a:pt x="57" y="20"/>
                      <a:pt x="33" y="7"/>
                      <a:pt x="6" y="1"/>
                    </a:cubicBezTo>
                    <a:cubicBezTo>
                      <a:pt x="2" y="0"/>
                      <a:pt x="0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4" name="Freeform 75">
                <a:extLst>
                  <a:ext uri="{FF2B5EF4-FFF2-40B4-BE49-F238E27FC236}">
                    <a16:creationId xmlns:a16="http://schemas.microsoft.com/office/drawing/2014/main" id="{C56E4B83-DC5F-69C7-45EB-546FBA42A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5426" y="1847851"/>
                <a:ext cx="66675" cy="61913"/>
              </a:xfrm>
              <a:custGeom>
                <a:avLst/>
                <a:gdLst>
                  <a:gd name="T0" fmla="*/ 5 w 65"/>
                  <a:gd name="T1" fmla="*/ 12 h 59"/>
                  <a:gd name="T2" fmla="*/ 55 w 65"/>
                  <a:gd name="T3" fmla="*/ 55 h 59"/>
                  <a:gd name="T4" fmla="*/ 62 w 65"/>
                  <a:gd name="T5" fmla="*/ 49 h 59"/>
                  <a:gd name="T6" fmla="*/ 42 w 65"/>
                  <a:gd name="T7" fmla="*/ 23 h 59"/>
                  <a:gd name="T8" fmla="*/ 10 w 65"/>
                  <a:gd name="T9" fmla="*/ 4 h 59"/>
                  <a:gd name="T10" fmla="*/ 5 w 65"/>
                  <a:gd name="T11" fmla="*/ 1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59">
                    <a:moveTo>
                      <a:pt x="5" y="12"/>
                    </a:moveTo>
                    <a:cubicBezTo>
                      <a:pt x="23" y="25"/>
                      <a:pt x="42" y="37"/>
                      <a:pt x="55" y="55"/>
                    </a:cubicBezTo>
                    <a:cubicBezTo>
                      <a:pt x="58" y="59"/>
                      <a:pt x="65" y="53"/>
                      <a:pt x="62" y="49"/>
                    </a:cubicBezTo>
                    <a:cubicBezTo>
                      <a:pt x="57" y="39"/>
                      <a:pt x="50" y="31"/>
                      <a:pt x="42" y="23"/>
                    </a:cubicBezTo>
                    <a:cubicBezTo>
                      <a:pt x="33" y="15"/>
                      <a:pt x="21" y="9"/>
                      <a:pt x="10" y="4"/>
                    </a:cubicBezTo>
                    <a:cubicBezTo>
                      <a:pt x="5" y="0"/>
                      <a:pt x="0" y="8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5" name="Freeform 76">
                <a:extLst>
                  <a:ext uri="{FF2B5EF4-FFF2-40B4-BE49-F238E27FC236}">
                    <a16:creationId xmlns:a16="http://schemas.microsoft.com/office/drawing/2014/main" id="{7D57961B-D195-59DB-3A33-3E084987C2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0038" y="1765301"/>
                <a:ext cx="30163" cy="87313"/>
              </a:xfrm>
              <a:custGeom>
                <a:avLst/>
                <a:gdLst>
                  <a:gd name="T0" fmla="*/ 10 w 28"/>
                  <a:gd name="T1" fmla="*/ 81 h 84"/>
                  <a:gd name="T2" fmla="*/ 27 w 28"/>
                  <a:gd name="T3" fmla="*/ 10 h 84"/>
                  <a:gd name="T4" fmla="*/ 17 w 28"/>
                  <a:gd name="T5" fmla="*/ 6 h 84"/>
                  <a:gd name="T6" fmla="*/ 4 w 28"/>
                  <a:gd name="T7" fmla="*/ 81 h 84"/>
                  <a:gd name="T8" fmla="*/ 10 w 28"/>
                  <a:gd name="T9" fmla="*/ 8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84">
                    <a:moveTo>
                      <a:pt x="10" y="81"/>
                    </a:moveTo>
                    <a:cubicBezTo>
                      <a:pt x="15" y="57"/>
                      <a:pt x="22" y="34"/>
                      <a:pt x="27" y="10"/>
                    </a:cubicBezTo>
                    <a:cubicBezTo>
                      <a:pt x="28" y="4"/>
                      <a:pt x="20" y="0"/>
                      <a:pt x="17" y="6"/>
                    </a:cubicBezTo>
                    <a:cubicBezTo>
                      <a:pt x="6" y="29"/>
                      <a:pt x="0" y="55"/>
                      <a:pt x="4" y="81"/>
                    </a:cubicBezTo>
                    <a:cubicBezTo>
                      <a:pt x="5" y="84"/>
                      <a:pt x="10" y="84"/>
                      <a:pt x="10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6" name="Freeform 77">
                <a:extLst>
                  <a:ext uri="{FF2B5EF4-FFF2-40B4-BE49-F238E27FC236}">
                    <a16:creationId xmlns:a16="http://schemas.microsoft.com/office/drawing/2014/main" id="{6F7FC9FD-2307-9C31-89A7-042D3E922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1476" y="1625601"/>
                <a:ext cx="39688" cy="63500"/>
              </a:xfrm>
              <a:custGeom>
                <a:avLst/>
                <a:gdLst>
                  <a:gd name="T0" fmla="*/ 7 w 39"/>
                  <a:gd name="T1" fmla="*/ 58 h 62"/>
                  <a:gd name="T2" fmla="*/ 38 w 39"/>
                  <a:gd name="T3" fmla="*/ 7 h 62"/>
                  <a:gd name="T4" fmla="*/ 29 w 39"/>
                  <a:gd name="T5" fmla="*/ 3 h 62"/>
                  <a:gd name="T6" fmla="*/ 13 w 39"/>
                  <a:gd name="T7" fmla="*/ 25 h 62"/>
                  <a:gd name="T8" fmla="*/ 1 w 39"/>
                  <a:gd name="T9" fmla="*/ 56 h 62"/>
                  <a:gd name="T10" fmla="*/ 7 w 39"/>
                  <a:gd name="T11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62">
                    <a:moveTo>
                      <a:pt x="7" y="58"/>
                    </a:moveTo>
                    <a:cubicBezTo>
                      <a:pt x="16" y="40"/>
                      <a:pt x="30" y="26"/>
                      <a:pt x="38" y="7"/>
                    </a:cubicBezTo>
                    <a:cubicBezTo>
                      <a:pt x="39" y="2"/>
                      <a:pt x="32" y="0"/>
                      <a:pt x="29" y="3"/>
                    </a:cubicBezTo>
                    <a:cubicBezTo>
                      <a:pt x="24" y="11"/>
                      <a:pt x="18" y="18"/>
                      <a:pt x="13" y="25"/>
                    </a:cubicBezTo>
                    <a:cubicBezTo>
                      <a:pt x="7" y="34"/>
                      <a:pt x="4" y="45"/>
                      <a:pt x="1" y="56"/>
                    </a:cubicBezTo>
                    <a:cubicBezTo>
                      <a:pt x="0" y="59"/>
                      <a:pt x="5" y="62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7" name="Freeform 78">
                <a:extLst>
                  <a:ext uri="{FF2B5EF4-FFF2-40B4-BE49-F238E27FC236}">
                    <a16:creationId xmlns:a16="http://schemas.microsoft.com/office/drawing/2014/main" id="{840E12D9-0DF8-1721-0267-83A0C5B0C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6" y="1449388"/>
                <a:ext cx="88900" cy="112713"/>
              </a:xfrm>
              <a:custGeom>
                <a:avLst/>
                <a:gdLst>
                  <a:gd name="T0" fmla="*/ 8 w 86"/>
                  <a:gd name="T1" fmla="*/ 105 h 108"/>
                  <a:gd name="T2" fmla="*/ 81 w 86"/>
                  <a:gd name="T3" fmla="*/ 12 h 108"/>
                  <a:gd name="T4" fmla="*/ 75 w 86"/>
                  <a:gd name="T5" fmla="*/ 4 h 108"/>
                  <a:gd name="T6" fmla="*/ 1 w 86"/>
                  <a:gd name="T7" fmla="*/ 101 h 108"/>
                  <a:gd name="T8" fmla="*/ 8 w 86"/>
                  <a:gd name="T9" fmla="*/ 10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08">
                    <a:moveTo>
                      <a:pt x="8" y="105"/>
                    </a:moveTo>
                    <a:cubicBezTo>
                      <a:pt x="34" y="75"/>
                      <a:pt x="53" y="41"/>
                      <a:pt x="81" y="12"/>
                    </a:cubicBezTo>
                    <a:cubicBezTo>
                      <a:pt x="86" y="8"/>
                      <a:pt x="80" y="0"/>
                      <a:pt x="75" y="4"/>
                    </a:cubicBezTo>
                    <a:cubicBezTo>
                      <a:pt x="39" y="25"/>
                      <a:pt x="16" y="63"/>
                      <a:pt x="1" y="101"/>
                    </a:cubicBezTo>
                    <a:cubicBezTo>
                      <a:pt x="0" y="105"/>
                      <a:pt x="5" y="108"/>
                      <a:pt x="8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8" name="Freeform 79">
                <a:extLst>
                  <a:ext uri="{FF2B5EF4-FFF2-40B4-BE49-F238E27FC236}">
                    <a16:creationId xmlns:a16="http://schemas.microsoft.com/office/drawing/2014/main" id="{64233DAD-CA4E-73A1-E764-16BAA41FF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5313" y="1382713"/>
                <a:ext cx="88900" cy="57150"/>
              </a:xfrm>
              <a:custGeom>
                <a:avLst/>
                <a:gdLst>
                  <a:gd name="T0" fmla="*/ 7 w 86"/>
                  <a:gd name="T1" fmla="*/ 53 h 55"/>
                  <a:gd name="T2" fmla="*/ 79 w 86"/>
                  <a:gd name="T3" fmla="*/ 13 h 55"/>
                  <a:gd name="T4" fmla="*/ 76 w 86"/>
                  <a:gd name="T5" fmla="*/ 2 h 55"/>
                  <a:gd name="T6" fmla="*/ 3 w 86"/>
                  <a:gd name="T7" fmla="*/ 48 h 55"/>
                  <a:gd name="T8" fmla="*/ 7 w 86"/>
                  <a:gd name="T9" fmla="*/ 5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55">
                    <a:moveTo>
                      <a:pt x="7" y="53"/>
                    </a:moveTo>
                    <a:cubicBezTo>
                      <a:pt x="32" y="43"/>
                      <a:pt x="53" y="22"/>
                      <a:pt x="79" y="13"/>
                    </a:cubicBezTo>
                    <a:cubicBezTo>
                      <a:pt x="86" y="10"/>
                      <a:pt x="83" y="0"/>
                      <a:pt x="76" y="2"/>
                    </a:cubicBezTo>
                    <a:cubicBezTo>
                      <a:pt x="46" y="8"/>
                      <a:pt x="24" y="27"/>
                      <a:pt x="3" y="48"/>
                    </a:cubicBezTo>
                    <a:cubicBezTo>
                      <a:pt x="0" y="51"/>
                      <a:pt x="4" y="55"/>
                      <a:pt x="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99" name="Freeform 80">
                <a:extLst>
                  <a:ext uri="{FF2B5EF4-FFF2-40B4-BE49-F238E27FC236}">
                    <a16:creationId xmlns:a16="http://schemas.microsoft.com/office/drawing/2014/main" id="{34F2CF69-3005-3964-CD18-F228FBB73E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5976" y="1304926"/>
                <a:ext cx="57150" cy="28575"/>
              </a:xfrm>
              <a:custGeom>
                <a:avLst/>
                <a:gdLst>
                  <a:gd name="T0" fmla="*/ 4 w 56"/>
                  <a:gd name="T1" fmla="*/ 26 h 27"/>
                  <a:gd name="T2" fmla="*/ 55 w 56"/>
                  <a:gd name="T3" fmla="*/ 4 h 27"/>
                  <a:gd name="T4" fmla="*/ 53 w 56"/>
                  <a:gd name="T5" fmla="*/ 2 h 27"/>
                  <a:gd name="T6" fmla="*/ 2 w 56"/>
                  <a:gd name="T7" fmla="*/ 23 h 27"/>
                  <a:gd name="T8" fmla="*/ 4 w 56"/>
                  <a:gd name="T9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7">
                    <a:moveTo>
                      <a:pt x="4" y="26"/>
                    </a:moveTo>
                    <a:cubicBezTo>
                      <a:pt x="21" y="18"/>
                      <a:pt x="41" y="18"/>
                      <a:pt x="55" y="4"/>
                    </a:cubicBezTo>
                    <a:cubicBezTo>
                      <a:pt x="56" y="2"/>
                      <a:pt x="54" y="0"/>
                      <a:pt x="53" y="2"/>
                    </a:cubicBezTo>
                    <a:cubicBezTo>
                      <a:pt x="38" y="14"/>
                      <a:pt x="19" y="15"/>
                      <a:pt x="2" y="23"/>
                    </a:cubicBezTo>
                    <a:cubicBezTo>
                      <a:pt x="0" y="24"/>
                      <a:pt x="2" y="27"/>
                      <a:pt x="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0" name="Freeform 81">
                <a:extLst>
                  <a:ext uri="{FF2B5EF4-FFF2-40B4-BE49-F238E27FC236}">
                    <a16:creationId xmlns:a16="http://schemas.microsoft.com/office/drawing/2014/main" id="{DB200254-E4C2-C8A6-52D9-EDF8FD6E4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9488" y="1247776"/>
                <a:ext cx="125413" cy="41275"/>
              </a:xfrm>
              <a:custGeom>
                <a:avLst/>
                <a:gdLst>
                  <a:gd name="T0" fmla="*/ 6 w 121"/>
                  <a:gd name="T1" fmla="*/ 38 h 40"/>
                  <a:gd name="T2" fmla="*/ 115 w 121"/>
                  <a:gd name="T3" fmla="*/ 13 h 40"/>
                  <a:gd name="T4" fmla="*/ 113 w 121"/>
                  <a:gd name="T5" fmla="*/ 0 h 40"/>
                  <a:gd name="T6" fmla="*/ 3 w 121"/>
                  <a:gd name="T7" fmla="*/ 34 h 40"/>
                  <a:gd name="T8" fmla="*/ 6 w 121"/>
                  <a:gd name="T9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40">
                    <a:moveTo>
                      <a:pt x="6" y="38"/>
                    </a:moveTo>
                    <a:cubicBezTo>
                      <a:pt x="40" y="23"/>
                      <a:pt x="79" y="25"/>
                      <a:pt x="115" y="13"/>
                    </a:cubicBezTo>
                    <a:cubicBezTo>
                      <a:pt x="121" y="11"/>
                      <a:pt x="121" y="0"/>
                      <a:pt x="113" y="0"/>
                    </a:cubicBezTo>
                    <a:cubicBezTo>
                      <a:pt x="72" y="3"/>
                      <a:pt x="37" y="11"/>
                      <a:pt x="3" y="34"/>
                    </a:cubicBezTo>
                    <a:cubicBezTo>
                      <a:pt x="0" y="36"/>
                      <a:pt x="3" y="40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1" name="Freeform 82">
                <a:extLst>
                  <a:ext uri="{FF2B5EF4-FFF2-40B4-BE49-F238E27FC236}">
                    <a16:creationId xmlns:a16="http://schemas.microsoft.com/office/drawing/2014/main" id="{EB820B0F-0042-79AA-9E59-6C76EDBE8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9838" y="1225551"/>
                <a:ext cx="120650" cy="30163"/>
              </a:xfrm>
              <a:custGeom>
                <a:avLst/>
                <a:gdLst>
                  <a:gd name="T0" fmla="*/ 8 w 116"/>
                  <a:gd name="T1" fmla="*/ 25 h 28"/>
                  <a:gd name="T2" fmla="*/ 108 w 116"/>
                  <a:gd name="T3" fmla="*/ 27 h 28"/>
                  <a:gd name="T4" fmla="*/ 110 w 116"/>
                  <a:gd name="T5" fmla="*/ 15 h 28"/>
                  <a:gd name="T6" fmla="*/ 4 w 116"/>
                  <a:gd name="T7" fmla="*/ 17 h 28"/>
                  <a:gd name="T8" fmla="*/ 8 w 116"/>
                  <a:gd name="T9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8">
                    <a:moveTo>
                      <a:pt x="8" y="25"/>
                    </a:moveTo>
                    <a:cubicBezTo>
                      <a:pt x="41" y="16"/>
                      <a:pt x="74" y="23"/>
                      <a:pt x="108" y="27"/>
                    </a:cubicBezTo>
                    <a:cubicBezTo>
                      <a:pt x="115" y="28"/>
                      <a:pt x="116" y="17"/>
                      <a:pt x="110" y="15"/>
                    </a:cubicBezTo>
                    <a:cubicBezTo>
                      <a:pt x="72" y="4"/>
                      <a:pt x="40" y="0"/>
                      <a:pt x="4" y="17"/>
                    </a:cubicBezTo>
                    <a:cubicBezTo>
                      <a:pt x="0" y="19"/>
                      <a:pt x="3" y="26"/>
                      <a:pt x="8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2" name="Freeform 83">
                <a:extLst>
                  <a:ext uri="{FF2B5EF4-FFF2-40B4-BE49-F238E27FC236}">
                    <a16:creationId xmlns:a16="http://schemas.microsoft.com/office/drawing/2014/main" id="{ABBE8D64-BDAE-5E03-2802-02C208F3E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951" y="1241426"/>
                <a:ext cx="109538" cy="19050"/>
              </a:xfrm>
              <a:custGeom>
                <a:avLst/>
                <a:gdLst>
                  <a:gd name="T0" fmla="*/ 5 w 106"/>
                  <a:gd name="T1" fmla="*/ 9 h 18"/>
                  <a:gd name="T2" fmla="*/ 98 w 106"/>
                  <a:gd name="T3" fmla="*/ 17 h 18"/>
                  <a:gd name="T4" fmla="*/ 100 w 106"/>
                  <a:gd name="T5" fmla="*/ 9 h 18"/>
                  <a:gd name="T6" fmla="*/ 5 w 106"/>
                  <a:gd name="T7" fmla="*/ 2 h 18"/>
                  <a:gd name="T8" fmla="*/ 5 w 106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8">
                    <a:moveTo>
                      <a:pt x="5" y="9"/>
                    </a:moveTo>
                    <a:cubicBezTo>
                      <a:pt x="35" y="11"/>
                      <a:pt x="68" y="12"/>
                      <a:pt x="98" y="17"/>
                    </a:cubicBezTo>
                    <a:cubicBezTo>
                      <a:pt x="103" y="18"/>
                      <a:pt x="106" y="10"/>
                      <a:pt x="100" y="9"/>
                    </a:cubicBezTo>
                    <a:cubicBezTo>
                      <a:pt x="68" y="0"/>
                      <a:pt x="38" y="1"/>
                      <a:pt x="5" y="2"/>
                    </a:cubicBezTo>
                    <a:cubicBezTo>
                      <a:pt x="0" y="2"/>
                      <a:pt x="0" y="9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3" name="Freeform 84">
                <a:extLst>
                  <a:ext uri="{FF2B5EF4-FFF2-40B4-BE49-F238E27FC236}">
                    <a16:creationId xmlns:a16="http://schemas.microsoft.com/office/drawing/2014/main" id="{0D3F9BBD-E7F5-BC76-F0BD-C69B43CCE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9263" y="1285876"/>
                <a:ext cx="117475" cy="47625"/>
              </a:xfrm>
              <a:custGeom>
                <a:avLst/>
                <a:gdLst>
                  <a:gd name="T0" fmla="*/ 5 w 112"/>
                  <a:gd name="T1" fmla="*/ 11 h 45"/>
                  <a:gd name="T2" fmla="*/ 100 w 112"/>
                  <a:gd name="T3" fmla="*/ 42 h 45"/>
                  <a:gd name="T4" fmla="*/ 105 w 112"/>
                  <a:gd name="T5" fmla="*/ 29 h 45"/>
                  <a:gd name="T6" fmla="*/ 8 w 112"/>
                  <a:gd name="T7" fmla="*/ 1 h 45"/>
                  <a:gd name="T8" fmla="*/ 5 w 112"/>
                  <a:gd name="T9" fmla="*/ 1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5">
                    <a:moveTo>
                      <a:pt x="5" y="11"/>
                    </a:moveTo>
                    <a:cubicBezTo>
                      <a:pt x="35" y="25"/>
                      <a:pt x="69" y="29"/>
                      <a:pt x="100" y="42"/>
                    </a:cubicBezTo>
                    <a:cubicBezTo>
                      <a:pt x="107" y="45"/>
                      <a:pt x="112" y="33"/>
                      <a:pt x="105" y="29"/>
                    </a:cubicBezTo>
                    <a:cubicBezTo>
                      <a:pt x="76" y="13"/>
                      <a:pt x="41" y="2"/>
                      <a:pt x="8" y="1"/>
                    </a:cubicBezTo>
                    <a:cubicBezTo>
                      <a:pt x="2" y="0"/>
                      <a:pt x="0" y="9"/>
                      <a:pt x="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4" name="Freeform 85">
                <a:extLst>
                  <a:ext uri="{FF2B5EF4-FFF2-40B4-BE49-F238E27FC236}">
                    <a16:creationId xmlns:a16="http://schemas.microsoft.com/office/drawing/2014/main" id="{5D7768C5-E68E-3C64-A994-CC48583B96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2776" y="1343026"/>
                <a:ext cx="122238" cy="44450"/>
              </a:xfrm>
              <a:custGeom>
                <a:avLst/>
                <a:gdLst>
                  <a:gd name="T0" fmla="*/ 3 w 117"/>
                  <a:gd name="T1" fmla="*/ 4 h 43"/>
                  <a:gd name="T2" fmla="*/ 109 w 117"/>
                  <a:gd name="T3" fmla="*/ 41 h 43"/>
                  <a:gd name="T4" fmla="*/ 113 w 117"/>
                  <a:gd name="T5" fmla="*/ 35 h 43"/>
                  <a:gd name="T6" fmla="*/ 3 w 117"/>
                  <a:gd name="T7" fmla="*/ 0 h 43"/>
                  <a:gd name="T8" fmla="*/ 3 w 117"/>
                  <a:gd name="T9" fmla="*/ 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" h="43">
                    <a:moveTo>
                      <a:pt x="3" y="4"/>
                    </a:moveTo>
                    <a:cubicBezTo>
                      <a:pt x="41" y="6"/>
                      <a:pt x="76" y="23"/>
                      <a:pt x="109" y="41"/>
                    </a:cubicBezTo>
                    <a:cubicBezTo>
                      <a:pt x="113" y="43"/>
                      <a:pt x="117" y="37"/>
                      <a:pt x="113" y="35"/>
                    </a:cubicBezTo>
                    <a:cubicBezTo>
                      <a:pt x="79" y="13"/>
                      <a:pt x="43" y="0"/>
                      <a:pt x="3" y="0"/>
                    </a:cubicBezTo>
                    <a:cubicBezTo>
                      <a:pt x="0" y="0"/>
                      <a:pt x="0" y="4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5" name="Freeform 86">
                <a:extLst>
                  <a:ext uri="{FF2B5EF4-FFF2-40B4-BE49-F238E27FC236}">
                    <a16:creationId xmlns:a16="http://schemas.microsoft.com/office/drawing/2014/main" id="{B8698C8E-F8C0-3FAC-C28E-52CE789CC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8513" y="1409701"/>
                <a:ext cx="104775" cy="49213"/>
              </a:xfrm>
              <a:custGeom>
                <a:avLst/>
                <a:gdLst>
                  <a:gd name="T0" fmla="*/ 3 w 101"/>
                  <a:gd name="T1" fmla="*/ 6 h 47"/>
                  <a:gd name="T2" fmla="*/ 90 w 101"/>
                  <a:gd name="T3" fmla="*/ 45 h 47"/>
                  <a:gd name="T4" fmla="*/ 96 w 101"/>
                  <a:gd name="T5" fmla="*/ 35 h 47"/>
                  <a:gd name="T6" fmla="*/ 4 w 101"/>
                  <a:gd name="T7" fmla="*/ 0 h 47"/>
                  <a:gd name="T8" fmla="*/ 3 w 101"/>
                  <a:gd name="T9" fmla="*/ 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47">
                    <a:moveTo>
                      <a:pt x="3" y="6"/>
                    </a:moveTo>
                    <a:cubicBezTo>
                      <a:pt x="31" y="18"/>
                      <a:pt x="59" y="37"/>
                      <a:pt x="90" y="45"/>
                    </a:cubicBezTo>
                    <a:cubicBezTo>
                      <a:pt x="95" y="47"/>
                      <a:pt x="101" y="39"/>
                      <a:pt x="96" y="35"/>
                    </a:cubicBezTo>
                    <a:cubicBezTo>
                      <a:pt x="70" y="15"/>
                      <a:pt x="36" y="3"/>
                      <a:pt x="4" y="0"/>
                    </a:cubicBezTo>
                    <a:cubicBezTo>
                      <a:pt x="1" y="0"/>
                      <a:pt x="0" y="4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6" name="Freeform 87">
                <a:extLst>
                  <a:ext uri="{FF2B5EF4-FFF2-40B4-BE49-F238E27FC236}">
                    <a16:creationId xmlns:a16="http://schemas.microsoft.com/office/drawing/2014/main" id="{AC75232E-82E5-6830-D48F-0B2001943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3926" y="1504951"/>
                <a:ext cx="114300" cy="74613"/>
              </a:xfrm>
              <a:custGeom>
                <a:avLst/>
                <a:gdLst>
                  <a:gd name="T0" fmla="*/ 6 w 110"/>
                  <a:gd name="T1" fmla="*/ 10 h 71"/>
                  <a:gd name="T2" fmla="*/ 55 w 110"/>
                  <a:gd name="T3" fmla="*/ 40 h 71"/>
                  <a:gd name="T4" fmla="*/ 99 w 110"/>
                  <a:gd name="T5" fmla="*/ 67 h 71"/>
                  <a:gd name="T6" fmla="*/ 104 w 110"/>
                  <a:gd name="T7" fmla="*/ 58 h 71"/>
                  <a:gd name="T8" fmla="*/ 9 w 110"/>
                  <a:gd name="T9" fmla="*/ 0 h 71"/>
                  <a:gd name="T10" fmla="*/ 6 w 110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71">
                    <a:moveTo>
                      <a:pt x="6" y="10"/>
                    </a:moveTo>
                    <a:cubicBezTo>
                      <a:pt x="24" y="16"/>
                      <a:pt x="41" y="28"/>
                      <a:pt x="55" y="40"/>
                    </a:cubicBezTo>
                    <a:cubicBezTo>
                      <a:pt x="69" y="51"/>
                      <a:pt x="83" y="59"/>
                      <a:pt x="99" y="67"/>
                    </a:cubicBezTo>
                    <a:cubicBezTo>
                      <a:pt x="105" y="71"/>
                      <a:pt x="110" y="62"/>
                      <a:pt x="104" y="58"/>
                    </a:cubicBezTo>
                    <a:cubicBezTo>
                      <a:pt x="73" y="35"/>
                      <a:pt x="49" y="6"/>
                      <a:pt x="9" y="0"/>
                    </a:cubicBezTo>
                    <a:cubicBezTo>
                      <a:pt x="3" y="0"/>
                      <a:pt x="0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7" name="Freeform 88">
                <a:extLst>
                  <a:ext uri="{FF2B5EF4-FFF2-40B4-BE49-F238E27FC236}">
                    <a16:creationId xmlns:a16="http://schemas.microsoft.com/office/drawing/2014/main" id="{E9E40030-C2FB-00A5-4465-381F916AD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4738" y="1631951"/>
                <a:ext cx="88900" cy="96838"/>
              </a:xfrm>
              <a:custGeom>
                <a:avLst/>
                <a:gdLst>
                  <a:gd name="T0" fmla="*/ 3 w 85"/>
                  <a:gd name="T1" fmla="*/ 9 h 93"/>
                  <a:gd name="T2" fmla="*/ 75 w 85"/>
                  <a:gd name="T3" fmla="*/ 89 h 93"/>
                  <a:gd name="T4" fmla="*/ 83 w 85"/>
                  <a:gd name="T5" fmla="*/ 83 h 93"/>
                  <a:gd name="T6" fmla="*/ 8 w 85"/>
                  <a:gd name="T7" fmla="*/ 2 h 93"/>
                  <a:gd name="T8" fmla="*/ 3 w 85"/>
                  <a:gd name="T9" fmla="*/ 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93">
                    <a:moveTo>
                      <a:pt x="3" y="9"/>
                    </a:moveTo>
                    <a:cubicBezTo>
                      <a:pt x="28" y="35"/>
                      <a:pt x="50" y="63"/>
                      <a:pt x="75" y="89"/>
                    </a:cubicBezTo>
                    <a:cubicBezTo>
                      <a:pt x="79" y="93"/>
                      <a:pt x="85" y="88"/>
                      <a:pt x="83" y="83"/>
                    </a:cubicBezTo>
                    <a:cubicBezTo>
                      <a:pt x="64" y="52"/>
                      <a:pt x="41" y="20"/>
                      <a:pt x="8" y="2"/>
                    </a:cubicBezTo>
                    <a:cubicBezTo>
                      <a:pt x="4" y="0"/>
                      <a:pt x="0" y="5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8" name="Freeform 89">
                <a:extLst>
                  <a:ext uri="{FF2B5EF4-FFF2-40B4-BE49-F238E27FC236}">
                    <a16:creationId xmlns:a16="http://schemas.microsoft.com/office/drawing/2014/main" id="{3931FC13-AEDF-7EC0-CE9C-BBFCC0945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0626" y="1792288"/>
                <a:ext cx="53975" cy="84138"/>
              </a:xfrm>
              <a:custGeom>
                <a:avLst/>
                <a:gdLst>
                  <a:gd name="T0" fmla="*/ 2 w 52"/>
                  <a:gd name="T1" fmla="*/ 4 h 81"/>
                  <a:gd name="T2" fmla="*/ 22 w 52"/>
                  <a:gd name="T3" fmla="*/ 44 h 81"/>
                  <a:gd name="T4" fmla="*/ 45 w 52"/>
                  <a:gd name="T5" fmla="*/ 78 h 81"/>
                  <a:gd name="T6" fmla="*/ 50 w 52"/>
                  <a:gd name="T7" fmla="*/ 74 h 81"/>
                  <a:gd name="T8" fmla="*/ 32 w 52"/>
                  <a:gd name="T9" fmla="*/ 39 h 81"/>
                  <a:gd name="T10" fmla="*/ 6 w 52"/>
                  <a:gd name="T11" fmla="*/ 2 h 81"/>
                  <a:gd name="T12" fmla="*/ 2 w 52"/>
                  <a:gd name="T13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1">
                    <a:moveTo>
                      <a:pt x="2" y="4"/>
                    </a:moveTo>
                    <a:cubicBezTo>
                      <a:pt x="9" y="17"/>
                      <a:pt x="15" y="31"/>
                      <a:pt x="22" y="44"/>
                    </a:cubicBezTo>
                    <a:cubicBezTo>
                      <a:pt x="29" y="56"/>
                      <a:pt x="36" y="67"/>
                      <a:pt x="45" y="78"/>
                    </a:cubicBezTo>
                    <a:cubicBezTo>
                      <a:pt x="47" y="81"/>
                      <a:pt x="52" y="77"/>
                      <a:pt x="50" y="74"/>
                    </a:cubicBezTo>
                    <a:cubicBezTo>
                      <a:pt x="44" y="62"/>
                      <a:pt x="38" y="50"/>
                      <a:pt x="32" y="39"/>
                    </a:cubicBezTo>
                    <a:cubicBezTo>
                      <a:pt x="24" y="25"/>
                      <a:pt x="14" y="14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09" name="Freeform 90">
                <a:extLst>
                  <a:ext uri="{FF2B5EF4-FFF2-40B4-BE49-F238E27FC236}">
                    <a16:creationId xmlns:a16="http://schemas.microsoft.com/office/drawing/2014/main" id="{F760B339-6AC7-1536-20A0-2EA0EF103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7938" y="1963738"/>
                <a:ext cx="57150" cy="109538"/>
              </a:xfrm>
              <a:custGeom>
                <a:avLst/>
                <a:gdLst>
                  <a:gd name="T0" fmla="*/ 2 w 55"/>
                  <a:gd name="T1" fmla="*/ 6 h 106"/>
                  <a:gd name="T2" fmla="*/ 45 w 55"/>
                  <a:gd name="T3" fmla="*/ 102 h 106"/>
                  <a:gd name="T4" fmla="*/ 53 w 55"/>
                  <a:gd name="T5" fmla="*/ 98 h 106"/>
                  <a:gd name="T6" fmla="*/ 9 w 55"/>
                  <a:gd name="T7" fmla="*/ 3 h 106"/>
                  <a:gd name="T8" fmla="*/ 2 w 55"/>
                  <a:gd name="T9" fmla="*/ 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106">
                    <a:moveTo>
                      <a:pt x="2" y="6"/>
                    </a:moveTo>
                    <a:cubicBezTo>
                      <a:pt x="14" y="39"/>
                      <a:pt x="30" y="70"/>
                      <a:pt x="45" y="102"/>
                    </a:cubicBezTo>
                    <a:cubicBezTo>
                      <a:pt x="47" y="106"/>
                      <a:pt x="55" y="103"/>
                      <a:pt x="53" y="98"/>
                    </a:cubicBezTo>
                    <a:cubicBezTo>
                      <a:pt x="42" y="65"/>
                      <a:pt x="28" y="33"/>
                      <a:pt x="9" y="3"/>
                    </a:cubicBezTo>
                    <a:cubicBezTo>
                      <a:pt x="7" y="0"/>
                      <a:pt x="0" y="2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10" name="Freeform 91">
                <a:extLst>
                  <a:ext uri="{FF2B5EF4-FFF2-40B4-BE49-F238E27FC236}">
                    <a16:creationId xmlns:a16="http://schemas.microsoft.com/office/drawing/2014/main" id="{ABD0C58D-E1B4-4AD3-6E33-66536845F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0963" y="2119313"/>
                <a:ext cx="49213" cy="73025"/>
              </a:xfrm>
              <a:custGeom>
                <a:avLst/>
                <a:gdLst>
                  <a:gd name="T0" fmla="*/ 2 w 47"/>
                  <a:gd name="T1" fmla="*/ 9 h 70"/>
                  <a:gd name="T2" fmla="*/ 32 w 47"/>
                  <a:gd name="T3" fmla="*/ 63 h 70"/>
                  <a:gd name="T4" fmla="*/ 43 w 47"/>
                  <a:gd name="T5" fmla="*/ 54 h 70"/>
                  <a:gd name="T6" fmla="*/ 13 w 47"/>
                  <a:gd name="T7" fmla="*/ 4 h 70"/>
                  <a:gd name="T8" fmla="*/ 2 w 47"/>
                  <a:gd name="T9" fmla="*/ 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70">
                    <a:moveTo>
                      <a:pt x="2" y="9"/>
                    </a:moveTo>
                    <a:cubicBezTo>
                      <a:pt x="9" y="29"/>
                      <a:pt x="18" y="47"/>
                      <a:pt x="32" y="63"/>
                    </a:cubicBezTo>
                    <a:cubicBezTo>
                      <a:pt x="37" y="70"/>
                      <a:pt x="47" y="61"/>
                      <a:pt x="43" y="54"/>
                    </a:cubicBezTo>
                    <a:cubicBezTo>
                      <a:pt x="34" y="37"/>
                      <a:pt x="24" y="20"/>
                      <a:pt x="13" y="4"/>
                    </a:cubicBezTo>
                    <a:cubicBezTo>
                      <a:pt x="9" y="0"/>
                      <a:pt x="0" y="2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11" name="Freeform 92">
                <a:extLst>
                  <a:ext uri="{FF2B5EF4-FFF2-40B4-BE49-F238E27FC236}">
                    <a16:creationId xmlns:a16="http://schemas.microsoft.com/office/drawing/2014/main" id="{57A7B09B-73EE-C395-C35F-330E3A9E0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4513" y="3827463"/>
                <a:ext cx="123825" cy="60325"/>
              </a:xfrm>
              <a:custGeom>
                <a:avLst/>
                <a:gdLst>
                  <a:gd name="T0" fmla="*/ 1 w 118"/>
                  <a:gd name="T1" fmla="*/ 59 h 59"/>
                  <a:gd name="T2" fmla="*/ 115 w 118"/>
                  <a:gd name="T3" fmla="*/ 6 h 59"/>
                  <a:gd name="T4" fmla="*/ 112 w 118"/>
                  <a:gd name="T5" fmla="*/ 0 h 59"/>
                  <a:gd name="T6" fmla="*/ 0 w 118"/>
                  <a:gd name="T7" fmla="*/ 58 h 59"/>
                  <a:gd name="T8" fmla="*/ 1 w 118"/>
                  <a:gd name="T9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" h="59">
                    <a:moveTo>
                      <a:pt x="1" y="59"/>
                    </a:moveTo>
                    <a:cubicBezTo>
                      <a:pt x="41" y="56"/>
                      <a:pt x="81" y="26"/>
                      <a:pt x="115" y="6"/>
                    </a:cubicBezTo>
                    <a:cubicBezTo>
                      <a:pt x="118" y="4"/>
                      <a:pt x="116" y="0"/>
                      <a:pt x="112" y="0"/>
                    </a:cubicBezTo>
                    <a:cubicBezTo>
                      <a:pt x="73" y="9"/>
                      <a:pt x="33" y="35"/>
                      <a:pt x="0" y="58"/>
                    </a:cubicBezTo>
                    <a:cubicBezTo>
                      <a:pt x="0" y="58"/>
                      <a:pt x="0" y="59"/>
                      <a:pt x="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方正静蕾简体" panose="02000000000000000000" pitchFamily="2" charset="-122"/>
                  <a:ea typeface="方正静蕾简体" panose="02000000000000000000" pitchFamily="2" charset="-122"/>
                </a:endParaRPr>
              </a:p>
            </p:txBody>
          </p:sp>
        </p:grpSp>
      </p:grpSp>
      <p:sp>
        <p:nvSpPr>
          <p:cNvPr id="713" name="Freeform 5">
            <a:extLst>
              <a:ext uri="{FF2B5EF4-FFF2-40B4-BE49-F238E27FC236}">
                <a16:creationId xmlns:a16="http://schemas.microsoft.com/office/drawing/2014/main" id="{3341B2A7-A330-AA02-0395-1DC6E93D3700}"/>
              </a:ext>
            </a:extLst>
          </p:cNvPr>
          <p:cNvSpPr>
            <a:spLocks/>
          </p:cNvSpPr>
          <p:nvPr/>
        </p:nvSpPr>
        <p:spPr bwMode="auto">
          <a:xfrm rot="4527729">
            <a:off x="793600" y="4506718"/>
            <a:ext cx="274776" cy="445242"/>
          </a:xfrm>
          <a:custGeom>
            <a:avLst/>
            <a:gdLst>
              <a:gd name="T0" fmla="*/ 79 w 188"/>
              <a:gd name="T1" fmla="*/ 206 h 211"/>
              <a:gd name="T2" fmla="*/ 87 w 188"/>
              <a:gd name="T3" fmla="*/ 206 h 211"/>
              <a:gd name="T4" fmla="*/ 80 w 188"/>
              <a:gd name="T5" fmla="*/ 146 h 211"/>
              <a:gd name="T6" fmla="*/ 68 w 188"/>
              <a:gd name="T7" fmla="*/ 103 h 211"/>
              <a:gd name="T8" fmla="*/ 16 w 188"/>
              <a:gd name="T9" fmla="*/ 115 h 211"/>
              <a:gd name="T10" fmla="*/ 72 w 188"/>
              <a:gd name="T11" fmla="*/ 12 h 211"/>
              <a:gd name="T12" fmla="*/ 163 w 188"/>
              <a:gd name="T13" fmla="*/ 98 h 211"/>
              <a:gd name="T14" fmla="*/ 115 w 188"/>
              <a:gd name="T15" fmla="*/ 100 h 211"/>
              <a:gd name="T16" fmla="*/ 89 w 188"/>
              <a:gd name="T17" fmla="*/ 106 h 211"/>
              <a:gd name="T18" fmla="*/ 138 w 188"/>
              <a:gd name="T19" fmla="*/ 183 h 211"/>
              <a:gd name="T20" fmla="*/ 92 w 188"/>
              <a:gd name="T21" fmla="*/ 196 h 211"/>
              <a:gd name="T22" fmla="*/ 122 w 188"/>
              <a:gd name="T23" fmla="*/ 195 h 211"/>
              <a:gd name="T24" fmla="*/ 139 w 188"/>
              <a:gd name="T25" fmla="*/ 164 h 211"/>
              <a:gd name="T26" fmla="*/ 102 w 188"/>
              <a:gd name="T27" fmla="*/ 108 h 211"/>
              <a:gd name="T28" fmla="*/ 162 w 188"/>
              <a:gd name="T29" fmla="*/ 106 h 211"/>
              <a:gd name="T30" fmla="*/ 160 w 188"/>
              <a:gd name="T31" fmla="*/ 84 h 211"/>
              <a:gd name="T32" fmla="*/ 116 w 188"/>
              <a:gd name="T33" fmla="*/ 44 h 211"/>
              <a:gd name="T34" fmla="*/ 70 w 188"/>
              <a:gd name="T35" fmla="*/ 1 h 211"/>
              <a:gd name="T36" fmla="*/ 28 w 188"/>
              <a:gd name="T37" fmla="*/ 87 h 211"/>
              <a:gd name="T38" fmla="*/ 1 w 188"/>
              <a:gd name="T39" fmla="*/ 119 h 211"/>
              <a:gd name="T40" fmla="*/ 64 w 188"/>
              <a:gd name="T41" fmla="*/ 112 h 211"/>
              <a:gd name="T42" fmla="*/ 79 w 188"/>
              <a:gd name="T43" fmla="*/ 20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8" h="211">
                <a:moveTo>
                  <a:pt x="79" y="206"/>
                </a:moveTo>
                <a:cubicBezTo>
                  <a:pt x="79" y="211"/>
                  <a:pt x="87" y="211"/>
                  <a:pt x="87" y="206"/>
                </a:cubicBezTo>
                <a:cubicBezTo>
                  <a:pt x="87" y="186"/>
                  <a:pt x="84" y="165"/>
                  <a:pt x="80" y="146"/>
                </a:cubicBezTo>
                <a:cubicBezTo>
                  <a:pt x="79" y="138"/>
                  <a:pt x="76" y="106"/>
                  <a:pt x="68" y="103"/>
                </a:cubicBezTo>
                <a:cubicBezTo>
                  <a:pt x="60" y="100"/>
                  <a:pt x="27" y="115"/>
                  <a:pt x="16" y="115"/>
                </a:cubicBezTo>
                <a:cubicBezTo>
                  <a:pt x="45" y="88"/>
                  <a:pt x="54" y="46"/>
                  <a:pt x="72" y="12"/>
                </a:cubicBezTo>
                <a:cubicBezTo>
                  <a:pt x="100" y="43"/>
                  <a:pt x="132" y="70"/>
                  <a:pt x="163" y="98"/>
                </a:cubicBezTo>
                <a:cubicBezTo>
                  <a:pt x="147" y="98"/>
                  <a:pt x="131" y="100"/>
                  <a:pt x="115" y="100"/>
                </a:cubicBezTo>
                <a:cubicBezTo>
                  <a:pt x="113" y="100"/>
                  <a:pt x="80" y="96"/>
                  <a:pt x="89" y="106"/>
                </a:cubicBezTo>
                <a:cubicBezTo>
                  <a:pt x="110" y="128"/>
                  <a:pt x="128" y="153"/>
                  <a:pt x="138" y="183"/>
                </a:cubicBezTo>
                <a:cubicBezTo>
                  <a:pt x="129" y="185"/>
                  <a:pt x="96" y="188"/>
                  <a:pt x="92" y="196"/>
                </a:cubicBezTo>
                <a:cubicBezTo>
                  <a:pt x="85" y="207"/>
                  <a:pt x="121" y="196"/>
                  <a:pt x="122" y="195"/>
                </a:cubicBezTo>
                <a:cubicBezTo>
                  <a:pt x="147" y="189"/>
                  <a:pt x="150" y="189"/>
                  <a:pt x="139" y="164"/>
                </a:cubicBezTo>
                <a:cubicBezTo>
                  <a:pt x="130" y="143"/>
                  <a:pt x="117" y="125"/>
                  <a:pt x="102" y="108"/>
                </a:cubicBezTo>
                <a:cubicBezTo>
                  <a:pt x="122" y="109"/>
                  <a:pt x="142" y="106"/>
                  <a:pt x="162" y="106"/>
                </a:cubicBezTo>
                <a:cubicBezTo>
                  <a:pt x="188" y="106"/>
                  <a:pt x="173" y="96"/>
                  <a:pt x="160" y="84"/>
                </a:cubicBezTo>
                <a:cubicBezTo>
                  <a:pt x="145" y="71"/>
                  <a:pt x="130" y="58"/>
                  <a:pt x="116" y="44"/>
                </a:cubicBezTo>
                <a:cubicBezTo>
                  <a:pt x="109" y="38"/>
                  <a:pt x="79" y="0"/>
                  <a:pt x="70" y="1"/>
                </a:cubicBezTo>
                <a:cubicBezTo>
                  <a:pt x="57" y="3"/>
                  <a:pt x="35" y="75"/>
                  <a:pt x="28" y="87"/>
                </a:cubicBezTo>
                <a:cubicBezTo>
                  <a:pt x="24" y="93"/>
                  <a:pt x="0" y="115"/>
                  <a:pt x="1" y="119"/>
                </a:cubicBezTo>
                <a:cubicBezTo>
                  <a:pt x="4" y="133"/>
                  <a:pt x="56" y="116"/>
                  <a:pt x="64" y="112"/>
                </a:cubicBezTo>
                <a:cubicBezTo>
                  <a:pt x="73" y="141"/>
                  <a:pt x="79" y="179"/>
                  <a:pt x="79" y="2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5" name="文本框 714">
            <a:extLst>
              <a:ext uri="{FF2B5EF4-FFF2-40B4-BE49-F238E27FC236}">
                <a16:creationId xmlns:a16="http://schemas.microsoft.com/office/drawing/2014/main" id="{D532D448-2674-A123-DF3E-469AE50896AF}"/>
              </a:ext>
            </a:extLst>
          </p:cNvPr>
          <p:cNvSpPr txBox="1"/>
          <p:nvPr/>
        </p:nvSpPr>
        <p:spPr>
          <a:xfrm>
            <a:off x="1782578" y="1308668"/>
            <a:ext cx="19036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回答内容の下に「引用元」が表示されます。</a:t>
            </a:r>
            <a:endParaRPr lang="zh-CN" alt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89" name="文本框 988">
            <a:extLst>
              <a:ext uri="{FF2B5EF4-FFF2-40B4-BE49-F238E27FC236}">
                <a16:creationId xmlns:a16="http://schemas.microsoft.com/office/drawing/2014/main" id="{91551637-E8DC-EAED-24C6-47AA157844D9}"/>
              </a:ext>
            </a:extLst>
          </p:cNvPr>
          <p:cNvSpPr txBox="1"/>
          <p:nvPr/>
        </p:nvSpPr>
        <p:spPr>
          <a:xfrm>
            <a:off x="5812552" y="1311227"/>
            <a:ext cx="15407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ポップアップに参照内容が表示されます。</a:t>
            </a:r>
            <a:br>
              <a:rPr lang="zh-CN" altLang="zh-CN" sz="1200" dirty="0">
                <a:latin typeface="Meiryo UI" panose="020B0604030504040204" pitchFamily="34" charset="-128"/>
                <a:ea typeface="Meiryo UI" panose="020B0604030504040204" pitchFamily="34" charset="-128"/>
              </a:rPr>
            </a:br>
            <a:r>
              <a:rPr lang="zh-CN" altLang="zh-CN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ファイル名をクリックすると、参照元の文書の原文を直接確認できます。</a:t>
            </a:r>
            <a:endParaRPr lang="zh-CN" alt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4561703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41A32-EF78-B782-11EA-F9B4FE83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1405CA8-4061-9BE7-391F-B4AFA57FBA4C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49021C02-43CC-2E5E-F2BB-1A7EC88237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85E46E4F-86E7-1BEF-BF88-38D061F7EA00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F935743-7C12-9213-65C6-2FF6882D8696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2.4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主要機能（継続的な対話）</a:t>
            </a:r>
            <a:endParaRPr lang="zh-CN" altLang="en-US" sz="1600" b="1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87" name="Freeform 18">
            <a:extLst>
              <a:ext uri="{FF2B5EF4-FFF2-40B4-BE49-F238E27FC236}">
                <a16:creationId xmlns:a16="http://schemas.microsoft.com/office/drawing/2014/main" id="{64A3D7A5-ED95-DBF0-7F88-9E838CF2D942}"/>
              </a:ext>
            </a:extLst>
          </p:cNvPr>
          <p:cNvSpPr>
            <a:spLocks/>
          </p:cNvSpPr>
          <p:nvPr/>
        </p:nvSpPr>
        <p:spPr bwMode="auto">
          <a:xfrm>
            <a:off x="579404" y="2007698"/>
            <a:ext cx="24173" cy="19932"/>
          </a:xfrm>
          <a:custGeom>
            <a:avLst/>
            <a:gdLst>
              <a:gd name="T0" fmla="*/ 0 w 54"/>
              <a:gd name="T1" fmla="*/ 18 h 44"/>
              <a:gd name="T2" fmla="*/ 54 w 54"/>
              <a:gd name="T3" fmla="*/ 0 h 44"/>
              <a:gd name="T4" fmla="*/ 46 w 54"/>
              <a:gd name="T5" fmla="*/ 44 h 44"/>
              <a:gd name="T6" fmla="*/ 39 w 54"/>
              <a:gd name="T7" fmla="*/ 23 h 44"/>
              <a:gd name="T8" fmla="*/ 0 w 54"/>
              <a:gd name="T9" fmla="*/ 1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44">
                <a:moveTo>
                  <a:pt x="0" y="18"/>
                </a:moveTo>
                <a:cubicBezTo>
                  <a:pt x="0" y="18"/>
                  <a:pt x="30" y="19"/>
                  <a:pt x="54" y="0"/>
                </a:cubicBezTo>
                <a:cubicBezTo>
                  <a:pt x="46" y="44"/>
                  <a:pt x="46" y="44"/>
                  <a:pt x="46" y="44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3"/>
                  <a:pt x="28" y="31"/>
                  <a:pt x="0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3" name="任意多边形 2">
            <a:extLst>
              <a:ext uri="{FF2B5EF4-FFF2-40B4-BE49-F238E27FC236}">
                <a16:creationId xmlns:a16="http://schemas.microsoft.com/office/drawing/2014/main" id="{427023BC-D811-B725-3FF1-8FA06A3D5BD0}"/>
              </a:ext>
            </a:extLst>
          </p:cNvPr>
          <p:cNvSpPr/>
          <p:nvPr/>
        </p:nvSpPr>
        <p:spPr>
          <a:xfrm>
            <a:off x="267064" y="1357361"/>
            <a:ext cx="4931078" cy="3141118"/>
          </a:xfrm>
          <a:custGeom>
            <a:avLst/>
            <a:gdLst>
              <a:gd name="connsiteX0" fmla="*/ 135734 w 5735830"/>
              <a:gd name="connsiteY0" fmla="*/ 360201 h 4633519"/>
              <a:gd name="connsiteX1" fmla="*/ 250034 w 5735830"/>
              <a:gd name="connsiteY1" fmla="*/ 1666487 h 4633519"/>
              <a:gd name="connsiteX2" fmla="*/ 201049 w 5735830"/>
              <a:gd name="connsiteY2" fmla="*/ 4262730 h 4633519"/>
              <a:gd name="connsiteX3" fmla="*/ 1376706 w 5735830"/>
              <a:gd name="connsiteY3" fmla="*/ 4475001 h 4633519"/>
              <a:gd name="connsiteX4" fmla="*/ 5344549 w 5735830"/>
              <a:gd name="connsiteY4" fmla="*/ 4491330 h 4633519"/>
              <a:gd name="connsiteX5" fmla="*/ 5360877 w 5735830"/>
              <a:gd name="connsiteY5" fmla="*/ 2613544 h 4633519"/>
              <a:gd name="connsiteX6" fmla="*/ 5507834 w 5735830"/>
              <a:gd name="connsiteY6" fmla="*/ 278558 h 4633519"/>
              <a:gd name="connsiteX7" fmla="*/ 1899220 w 5735830"/>
              <a:gd name="connsiteY7" fmla="*/ 294887 h 4633519"/>
              <a:gd name="connsiteX8" fmla="*/ 152063 w 5735830"/>
              <a:gd name="connsiteY8" fmla="*/ 972 h 4633519"/>
              <a:gd name="connsiteX9" fmla="*/ 86749 w 5735830"/>
              <a:gd name="connsiteY9" fmla="*/ 409187 h 4633519"/>
              <a:gd name="connsiteX10" fmla="*/ 135734 w 5735830"/>
              <a:gd name="connsiteY10" fmla="*/ 360201 h 4633519"/>
              <a:gd name="connsiteX0" fmla="*/ 92877 w 5741958"/>
              <a:gd name="connsiteY0" fmla="*/ 409187 h 4633519"/>
              <a:gd name="connsiteX1" fmla="*/ 256162 w 5741958"/>
              <a:gd name="connsiteY1" fmla="*/ 1666487 h 4633519"/>
              <a:gd name="connsiteX2" fmla="*/ 207177 w 5741958"/>
              <a:gd name="connsiteY2" fmla="*/ 4262730 h 4633519"/>
              <a:gd name="connsiteX3" fmla="*/ 1382834 w 5741958"/>
              <a:gd name="connsiteY3" fmla="*/ 4475001 h 4633519"/>
              <a:gd name="connsiteX4" fmla="*/ 5350677 w 5741958"/>
              <a:gd name="connsiteY4" fmla="*/ 4491330 h 4633519"/>
              <a:gd name="connsiteX5" fmla="*/ 5367005 w 5741958"/>
              <a:gd name="connsiteY5" fmla="*/ 2613544 h 4633519"/>
              <a:gd name="connsiteX6" fmla="*/ 5513962 w 5741958"/>
              <a:gd name="connsiteY6" fmla="*/ 278558 h 4633519"/>
              <a:gd name="connsiteX7" fmla="*/ 1905348 w 5741958"/>
              <a:gd name="connsiteY7" fmla="*/ 294887 h 4633519"/>
              <a:gd name="connsiteX8" fmla="*/ 158191 w 5741958"/>
              <a:gd name="connsiteY8" fmla="*/ 972 h 4633519"/>
              <a:gd name="connsiteX9" fmla="*/ 92877 w 5741958"/>
              <a:gd name="connsiteY9" fmla="*/ 409187 h 4633519"/>
              <a:gd name="connsiteX0" fmla="*/ 92877 w 5741958"/>
              <a:gd name="connsiteY0" fmla="*/ 768415 h 4633519"/>
              <a:gd name="connsiteX1" fmla="*/ 256162 w 5741958"/>
              <a:gd name="connsiteY1" fmla="*/ 1666487 h 4633519"/>
              <a:gd name="connsiteX2" fmla="*/ 207177 w 5741958"/>
              <a:gd name="connsiteY2" fmla="*/ 4262730 h 4633519"/>
              <a:gd name="connsiteX3" fmla="*/ 1382834 w 5741958"/>
              <a:gd name="connsiteY3" fmla="*/ 4475001 h 4633519"/>
              <a:gd name="connsiteX4" fmla="*/ 5350677 w 5741958"/>
              <a:gd name="connsiteY4" fmla="*/ 4491330 h 4633519"/>
              <a:gd name="connsiteX5" fmla="*/ 5367005 w 5741958"/>
              <a:gd name="connsiteY5" fmla="*/ 2613544 h 4633519"/>
              <a:gd name="connsiteX6" fmla="*/ 5513962 w 5741958"/>
              <a:gd name="connsiteY6" fmla="*/ 278558 h 4633519"/>
              <a:gd name="connsiteX7" fmla="*/ 1905348 w 5741958"/>
              <a:gd name="connsiteY7" fmla="*/ 294887 h 4633519"/>
              <a:gd name="connsiteX8" fmla="*/ 158191 w 5741958"/>
              <a:gd name="connsiteY8" fmla="*/ 972 h 4633519"/>
              <a:gd name="connsiteX9" fmla="*/ 92877 w 5741958"/>
              <a:gd name="connsiteY9" fmla="*/ 768415 h 4633519"/>
              <a:gd name="connsiteX0" fmla="*/ 3451 w 5652532"/>
              <a:gd name="connsiteY0" fmla="*/ 654617 h 4519721"/>
              <a:gd name="connsiteX1" fmla="*/ 166736 w 5652532"/>
              <a:gd name="connsiteY1" fmla="*/ 1552689 h 4519721"/>
              <a:gd name="connsiteX2" fmla="*/ 117751 w 5652532"/>
              <a:gd name="connsiteY2" fmla="*/ 4148932 h 4519721"/>
              <a:gd name="connsiteX3" fmla="*/ 1293408 w 5652532"/>
              <a:gd name="connsiteY3" fmla="*/ 4361203 h 4519721"/>
              <a:gd name="connsiteX4" fmla="*/ 5261251 w 5652532"/>
              <a:gd name="connsiteY4" fmla="*/ 4377532 h 4519721"/>
              <a:gd name="connsiteX5" fmla="*/ 5277579 w 5652532"/>
              <a:gd name="connsiteY5" fmla="*/ 2499746 h 4519721"/>
              <a:gd name="connsiteX6" fmla="*/ 5424536 w 5652532"/>
              <a:gd name="connsiteY6" fmla="*/ 164760 h 4519721"/>
              <a:gd name="connsiteX7" fmla="*/ 1815922 w 5652532"/>
              <a:gd name="connsiteY7" fmla="*/ 181089 h 4519721"/>
              <a:gd name="connsiteX8" fmla="*/ 346351 w 5652532"/>
              <a:gd name="connsiteY8" fmla="*/ 1474 h 4519721"/>
              <a:gd name="connsiteX9" fmla="*/ 3451 w 5652532"/>
              <a:gd name="connsiteY9" fmla="*/ 654617 h 4519721"/>
              <a:gd name="connsiteX0" fmla="*/ 3451 w 5613197"/>
              <a:gd name="connsiteY0" fmla="*/ 698621 h 4563725"/>
              <a:gd name="connsiteX1" fmla="*/ 166736 w 5613197"/>
              <a:gd name="connsiteY1" fmla="*/ 1596693 h 4563725"/>
              <a:gd name="connsiteX2" fmla="*/ 117751 w 5613197"/>
              <a:gd name="connsiteY2" fmla="*/ 4192936 h 4563725"/>
              <a:gd name="connsiteX3" fmla="*/ 1293408 w 5613197"/>
              <a:gd name="connsiteY3" fmla="*/ 4405207 h 4563725"/>
              <a:gd name="connsiteX4" fmla="*/ 5261251 w 5613197"/>
              <a:gd name="connsiteY4" fmla="*/ 4421536 h 4563725"/>
              <a:gd name="connsiteX5" fmla="*/ 5277579 w 5613197"/>
              <a:gd name="connsiteY5" fmla="*/ 2543750 h 4563725"/>
              <a:gd name="connsiteX6" fmla="*/ 5424536 w 5613197"/>
              <a:gd name="connsiteY6" fmla="*/ 208764 h 4563725"/>
              <a:gd name="connsiteX7" fmla="*/ 2354765 w 5613197"/>
              <a:gd name="connsiteY7" fmla="*/ 94464 h 4563725"/>
              <a:gd name="connsiteX8" fmla="*/ 346351 w 5613197"/>
              <a:gd name="connsiteY8" fmla="*/ 45478 h 4563725"/>
              <a:gd name="connsiteX9" fmla="*/ 3451 w 5613197"/>
              <a:gd name="connsiteY9" fmla="*/ 698621 h 4563725"/>
              <a:gd name="connsiteX0" fmla="*/ 3451 w 5554564"/>
              <a:gd name="connsiteY0" fmla="*/ 677467 h 4542571"/>
              <a:gd name="connsiteX1" fmla="*/ 166736 w 5554564"/>
              <a:gd name="connsiteY1" fmla="*/ 1575539 h 4542571"/>
              <a:gd name="connsiteX2" fmla="*/ 117751 w 5554564"/>
              <a:gd name="connsiteY2" fmla="*/ 4171782 h 4542571"/>
              <a:gd name="connsiteX3" fmla="*/ 1293408 w 5554564"/>
              <a:gd name="connsiteY3" fmla="*/ 4384053 h 4542571"/>
              <a:gd name="connsiteX4" fmla="*/ 5261251 w 5554564"/>
              <a:gd name="connsiteY4" fmla="*/ 4400382 h 4542571"/>
              <a:gd name="connsiteX5" fmla="*/ 5277579 w 5554564"/>
              <a:gd name="connsiteY5" fmla="*/ 2522596 h 4542571"/>
              <a:gd name="connsiteX6" fmla="*/ 5424536 w 5554564"/>
              <a:gd name="connsiteY6" fmla="*/ 187610 h 4542571"/>
              <a:gd name="connsiteX7" fmla="*/ 2354765 w 5554564"/>
              <a:gd name="connsiteY7" fmla="*/ 73310 h 4542571"/>
              <a:gd name="connsiteX8" fmla="*/ 346351 w 5554564"/>
              <a:gd name="connsiteY8" fmla="*/ 24324 h 4542571"/>
              <a:gd name="connsiteX9" fmla="*/ 3451 w 5554564"/>
              <a:gd name="connsiteY9" fmla="*/ 677467 h 4542571"/>
              <a:gd name="connsiteX0" fmla="*/ 3451 w 5682000"/>
              <a:gd name="connsiteY0" fmla="*/ 700982 h 4563669"/>
              <a:gd name="connsiteX1" fmla="*/ 166736 w 5682000"/>
              <a:gd name="connsiteY1" fmla="*/ 1599054 h 4563669"/>
              <a:gd name="connsiteX2" fmla="*/ 117751 w 5682000"/>
              <a:gd name="connsiteY2" fmla="*/ 4195297 h 4563669"/>
              <a:gd name="connsiteX3" fmla="*/ 1293408 w 5682000"/>
              <a:gd name="connsiteY3" fmla="*/ 4407568 h 4563669"/>
              <a:gd name="connsiteX4" fmla="*/ 5261251 w 5682000"/>
              <a:gd name="connsiteY4" fmla="*/ 4423897 h 4563669"/>
              <a:gd name="connsiteX5" fmla="*/ 5489850 w 5682000"/>
              <a:gd name="connsiteY5" fmla="*/ 2578768 h 4563669"/>
              <a:gd name="connsiteX6" fmla="*/ 5424536 w 5682000"/>
              <a:gd name="connsiteY6" fmla="*/ 211125 h 4563669"/>
              <a:gd name="connsiteX7" fmla="*/ 2354765 w 5682000"/>
              <a:gd name="connsiteY7" fmla="*/ 96825 h 4563669"/>
              <a:gd name="connsiteX8" fmla="*/ 346351 w 5682000"/>
              <a:gd name="connsiteY8" fmla="*/ 47839 h 4563669"/>
              <a:gd name="connsiteX9" fmla="*/ 3451 w 5682000"/>
              <a:gd name="connsiteY9" fmla="*/ 700982 h 4563669"/>
              <a:gd name="connsiteX0" fmla="*/ 3451 w 5687062"/>
              <a:gd name="connsiteY0" fmla="*/ 700982 h 4602114"/>
              <a:gd name="connsiteX1" fmla="*/ 166736 w 5687062"/>
              <a:gd name="connsiteY1" fmla="*/ 1599054 h 4602114"/>
              <a:gd name="connsiteX2" fmla="*/ 117751 w 5687062"/>
              <a:gd name="connsiteY2" fmla="*/ 4195297 h 4602114"/>
              <a:gd name="connsiteX3" fmla="*/ 1293408 w 5687062"/>
              <a:gd name="connsiteY3" fmla="*/ 4407568 h 4602114"/>
              <a:gd name="connsiteX4" fmla="*/ 5146951 w 5687062"/>
              <a:gd name="connsiteY4" fmla="*/ 4472883 h 4602114"/>
              <a:gd name="connsiteX5" fmla="*/ 5489850 w 5687062"/>
              <a:gd name="connsiteY5" fmla="*/ 2578768 h 4602114"/>
              <a:gd name="connsiteX6" fmla="*/ 5424536 w 5687062"/>
              <a:gd name="connsiteY6" fmla="*/ 211125 h 4602114"/>
              <a:gd name="connsiteX7" fmla="*/ 2354765 w 5687062"/>
              <a:gd name="connsiteY7" fmla="*/ 96825 h 4602114"/>
              <a:gd name="connsiteX8" fmla="*/ 346351 w 5687062"/>
              <a:gd name="connsiteY8" fmla="*/ 47839 h 4602114"/>
              <a:gd name="connsiteX9" fmla="*/ 3451 w 5687062"/>
              <a:gd name="connsiteY9" fmla="*/ 700982 h 4602114"/>
              <a:gd name="connsiteX0" fmla="*/ 3451 w 5687062"/>
              <a:gd name="connsiteY0" fmla="*/ 700982 h 4630183"/>
              <a:gd name="connsiteX1" fmla="*/ 166736 w 5687062"/>
              <a:gd name="connsiteY1" fmla="*/ 1599054 h 4630183"/>
              <a:gd name="connsiteX2" fmla="*/ 117751 w 5687062"/>
              <a:gd name="connsiteY2" fmla="*/ 4195297 h 4630183"/>
              <a:gd name="connsiteX3" fmla="*/ 1750608 w 5687062"/>
              <a:gd name="connsiteY3" fmla="*/ 4489211 h 4630183"/>
              <a:gd name="connsiteX4" fmla="*/ 5146951 w 5687062"/>
              <a:gd name="connsiteY4" fmla="*/ 4472883 h 4630183"/>
              <a:gd name="connsiteX5" fmla="*/ 5489850 w 5687062"/>
              <a:gd name="connsiteY5" fmla="*/ 2578768 h 4630183"/>
              <a:gd name="connsiteX6" fmla="*/ 5424536 w 5687062"/>
              <a:gd name="connsiteY6" fmla="*/ 211125 h 4630183"/>
              <a:gd name="connsiteX7" fmla="*/ 2354765 w 5687062"/>
              <a:gd name="connsiteY7" fmla="*/ 96825 h 4630183"/>
              <a:gd name="connsiteX8" fmla="*/ 346351 w 5687062"/>
              <a:gd name="connsiteY8" fmla="*/ 47839 h 4630183"/>
              <a:gd name="connsiteX9" fmla="*/ 3451 w 5687062"/>
              <a:gd name="connsiteY9" fmla="*/ 700982 h 4630183"/>
              <a:gd name="connsiteX0" fmla="*/ 39466 w 5723077"/>
              <a:gd name="connsiteY0" fmla="*/ 700982 h 4630183"/>
              <a:gd name="connsiteX1" fmla="*/ 55794 w 5723077"/>
              <a:gd name="connsiteY1" fmla="*/ 1958282 h 4630183"/>
              <a:gd name="connsiteX2" fmla="*/ 153766 w 5723077"/>
              <a:gd name="connsiteY2" fmla="*/ 4195297 h 4630183"/>
              <a:gd name="connsiteX3" fmla="*/ 1786623 w 5723077"/>
              <a:gd name="connsiteY3" fmla="*/ 4489211 h 4630183"/>
              <a:gd name="connsiteX4" fmla="*/ 5182966 w 5723077"/>
              <a:gd name="connsiteY4" fmla="*/ 4472883 h 4630183"/>
              <a:gd name="connsiteX5" fmla="*/ 5525865 w 5723077"/>
              <a:gd name="connsiteY5" fmla="*/ 2578768 h 4630183"/>
              <a:gd name="connsiteX6" fmla="*/ 5460551 w 5723077"/>
              <a:gd name="connsiteY6" fmla="*/ 211125 h 4630183"/>
              <a:gd name="connsiteX7" fmla="*/ 2390780 w 5723077"/>
              <a:gd name="connsiteY7" fmla="*/ 96825 h 4630183"/>
              <a:gd name="connsiteX8" fmla="*/ 382366 w 5723077"/>
              <a:gd name="connsiteY8" fmla="*/ 47839 h 4630183"/>
              <a:gd name="connsiteX9" fmla="*/ 39466 w 5723077"/>
              <a:gd name="connsiteY9" fmla="*/ 700982 h 4630183"/>
              <a:gd name="connsiteX0" fmla="*/ 39466 w 5723077"/>
              <a:gd name="connsiteY0" fmla="*/ 700982 h 4598647"/>
              <a:gd name="connsiteX1" fmla="*/ 55794 w 5723077"/>
              <a:gd name="connsiteY1" fmla="*/ 1958282 h 4598647"/>
              <a:gd name="connsiteX2" fmla="*/ 153766 w 5723077"/>
              <a:gd name="connsiteY2" fmla="*/ 4195297 h 4598647"/>
              <a:gd name="connsiteX3" fmla="*/ 1786623 w 5723077"/>
              <a:gd name="connsiteY3" fmla="*/ 4489211 h 4598647"/>
              <a:gd name="connsiteX4" fmla="*/ 5182966 w 5723077"/>
              <a:gd name="connsiteY4" fmla="*/ 4472883 h 4598647"/>
              <a:gd name="connsiteX5" fmla="*/ 5525865 w 5723077"/>
              <a:gd name="connsiteY5" fmla="*/ 2578768 h 4598647"/>
              <a:gd name="connsiteX6" fmla="*/ 5460551 w 5723077"/>
              <a:gd name="connsiteY6" fmla="*/ 211125 h 4598647"/>
              <a:gd name="connsiteX7" fmla="*/ 2390780 w 5723077"/>
              <a:gd name="connsiteY7" fmla="*/ 96825 h 4598647"/>
              <a:gd name="connsiteX8" fmla="*/ 382366 w 5723077"/>
              <a:gd name="connsiteY8" fmla="*/ 47839 h 4598647"/>
              <a:gd name="connsiteX9" fmla="*/ 39466 w 5723077"/>
              <a:gd name="connsiteY9" fmla="*/ 700982 h 4598647"/>
              <a:gd name="connsiteX0" fmla="*/ 39466 w 5716643"/>
              <a:gd name="connsiteY0" fmla="*/ 700982 h 4625148"/>
              <a:gd name="connsiteX1" fmla="*/ 55794 w 5716643"/>
              <a:gd name="connsiteY1" fmla="*/ 1958282 h 4625148"/>
              <a:gd name="connsiteX2" fmla="*/ 153766 w 5716643"/>
              <a:gd name="connsiteY2" fmla="*/ 4195297 h 4625148"/>
              <a:gd name="connsiteX3" fmla="*/ 1786623 w 5716643"/>
              <a:gd name="connsiteY3" fmla="*/ 4489211 h 4625148"/>
              <a:gd name="connsiteX4" fmla="*/ 5328776 w 5716643"/>
              <a:gd name="connsiteY4" fmla="*/ 4508802 h 4625148"/>
              <a:gd name="connsiteX5" fmla="*/ 5525865 w 5716643"/>
              <a:gd name="connsiteY5" fmla="*/ 2578768 h 4625148"/>
              <a:gd name="connsiteX6" fmla="*/ 5460551 w 5716643"/>
              <a:gd name="connsiteY6" fmla="*/ 211125 h 4625148"/>
              <a:gd name="connsiteX7" fmla="*/ 2390780 w 5716643"/>
              <a:gd name="connsiteY7" fmla="*/ 96825 h 4625148"/>
              <a:gd name="connsiteX8" fmla="*/ 382366 w 5716643"/>
              <a:gd name="connsiteY8" fmla="*/ 47839 h 4625148"/>
              <a:gd name="connsiteX9" fmla="*/ 39466 w 5716643"/>
              <a:gd name="connsiteY9" fmla="*/ 700982 h 4625148"/>
              <a:gd name="connsiteX0" fmla="*/ 39466 w 5715854"/>
              <a:gd name="connsiteY0" fmla="*/ 700982 h 4573748"/>
              <a:gd name="connsiteX1" fmla="*/ 55794 w 5715854"/>
              <a:gd name="connsiteY1" fmla="*/ 1958282 h 4573748"/>
              <a:gd name="connsiteX2" fmla="*/ 153766 w 5715854"/>
              <a:gd name="connsiteY2" fmla="*/ 4195297 h 4573748"/>
              <a:gd name="connsiteX3" fmla="*/ 1786623 w 5715854"/>
              <a:gd name="connsiteY3" fmla="*/ 4489211 h 4573748"/>
              <a:gd name="connsiteX4" fmla="*/ 5347003 w 5715854"/>
              <a:gd name="connsiteY4" fmla="*/ 4436964 h 4573748"/>
              <a:gd name="connsiteX5" fmla="*/ 5525865 w 5715854"/>
              <a:gd name="connsiteY5" fmla="*/ 2578768 h 4573748"/>
              <a:gd name="connsiteX6" fmla="*/ 5460551 w 5715854"/>
              <a:gd name="connsiteY6" fmla="*/ 211125 h 4573748"/>
              <a:gd name="connsiteX7" fmla="*/ 2390780 w 5715854"/>
              <a:gd name="connsiteY7" fmla="*/ 96825 h 4573748"/>
              <a:gd name="connsiteX8" fmla="*/ 382366 w 5715854"/>
              <a:gd name="connsiteY8" fmla="*/ 47839 h 4573748"/>
              <a:gd name="connsiteX9" fmla="*/ 39466 w 5715854"/>
              <a:gd name="connsiteY9" fmla="*/ 700982 h 4573748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382366 w 5628110"/>
              <a:gd name="connsiteY8" fmla="*/ 4897 h 4530806"/>
              <a:gd name="connsiteX9" fmla="*/ 39466 w 5628110"/>
              <a:gd name="connsiteY9" fmla="*/ 658040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9" fmla="*/ 39466 w 5628110"/>
              <a:gd name="connsiteY9" fmla="*/ 658040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9" fmla="*/ 277859 w 5628110"/>
              <a:gd name="connsiteY9" fmla="*/ 887092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0" fmla="*/ 39466 w 5628110"/>
              <a:gd name="connsiteY0" fmla="*/ 896635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0" fmla="*/ 39466 w 5628110"/>
              <a:gd name="connsiteY0" fmla="*/ 896635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845987 w 5628110"/>
              <a:gd name="connsiteY8" fmla="*/ 4897 h 453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28110" h="4530806">
                <a:moveTo>
                  <a:pt x="39466" y="896635"/>
                </a:moveTo>
                <a:cubicBezTo>
                  <a:pt x="-30151" y="1215042"/>
                  <a:pt x="36744" y="1372720"/>
                  <a:pt x="55794" y="1915340"/>
                </a:cubicBezTo>
                <a:cubicBezTo>
                  <a:pt x="74844" y="2457960"/>
                  <a:pt x="-134706" y="3730534"/>
                  <a:pt x="153766" y="4152355"/>
                </a:cubicBezTo>
                <a:cubicBezTo>
                  <a:pt x="442238" y="4574177"/>
                  <a:pt x="921084" y="4405991"/>
                  <a:pt x="1786623" y="4446269"/>
                </a:cubicBezTo>
                <a:cubicBezTo>
                  <a:pt x="2652162" y="4486547"/>
                  <a:pt x="4942512" y="4640591"/>
                  <a:pt x="5347003" y="4394022"/>
                </a:cubicBezTo>
                <a:cubicBezTo>
                  <a:pt x="5751494" y="4147453"/>
                  <a:pt x="5506940" y="3240133"/>
                  <a:pt x="5525865" y="2535826"/>
                </a:cubicBezTo>
                <a:cubicBezTo>
                  <a:pt x="5544790" y="1831520"/>
                  <a:pt x="5782574" y="438161"/>
                  <a:pt x="5460551" y="168183"/>
                </a:cubicBezTo>
                <a:cubicBezTo>
                  <a:pt x="5138528" y="-101795"/>
                  <a:pt x="3221955" y="81097"/>
                  <a:pt x="2390780" y="53883"/>
                </a:cubicBezTo>
                <a:cubicBezTo>
                  <a:pt x="1559605" y="26669"/>
                  <a:pt x="1148065" y="-14153"/>
                  <a:pt x="845987" y="4897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1000" name="任意多边形 2">
            <a:extLst>
              <a:ext uri="{FF2B5EF4-FFF2-40B4-BE49-F238E27FC236}">
                <a16:creationId xmlns:a16="http://schemas.microsoft.com/office/drawing/2014/main" id="{4FE53A65-EDC4-8DE7-EBEC-A8A247EF18F7}"/>
              </a:ext>
            </a:extLst>
          </p:cNvPr>
          <p:cNvSpPr/>
          <p:nvPr/>
        </p:nvSpPr>
        <p:spPr>
          <a:xfrm>
            <a:off x="6561449" y="1451188"/>
            <a:ext cx="5183031" cy="3216913"/>
          </a:xfrm>
          <a:custGeom>
            <a:avLst/>
            <a:gdLst>
              <a:gd name="connsiteX0" fmla="*/ 135734 w 5735830"/>
              <a:gd name="connsiteY0" fmla="*/ 360201 h 4633519"/>
              <a:gd name="connsiteX1" fmla="*/ 250034 w 5735830"/>
              <a:gd name="connsiteY1" fmla="*/ 1666487 h 4633519"/>
              <a:gd name="connsiteX2" fmla="*/ 201049 w 5735830"/>
              <a:gd name="connsiteY2" fmla="*/ 4262730 h 4633519"/>
              <a:gd name="connsiteX3" fmla="*/ 1376706 w 5735830"/>
              <a:gd name="connsiteY3" fmla="*/ 4475001 h 4633519"/>
              <a:gd name="connsiteX4" fmla="*/ 5344549 w 5735830"/>
              <a:gd name="connsiteY4" fmla="*/ 4491330 h 4633519"/>
              <a:gd name="connsiteX5" fmla="*/ 5360877 w 5735830"/>
              <a:gd name="connsiteY5" fmla="*/ 2613544 h 4633519"/>
              <a:gd name="connsiteX6" fmla="*/ 5507834 w 5735830"/>
              <a:gd name="connsiteY6" fmla="*/ 278558 h 4633519"/>
              <a:gd name="connsiteX7" fmla="*/ 1899220 w 5735830"/>
              <a:gd name="connsiteY7" fmla="*/ 294887 h 4633519"/>
              <a:gd name="connsiteX8" fmla="*/ 152063 w 5735830"/>
              <a:gd name="connsiteY8" fmla="*/ 972 h 4633519"/>
              <a:gd name="connsiteX9" fmla="*/ 86749 w 5735830"/>
              <a:gd name="connsiteY9" fmla="*/ 409187 h 4633519"/>
              <a:gd name="connsiteX10" fmla="*/ 135734 w 5735830"/>
              <a:gd name="connsiteY10" fmla="*/ 360201 h 4633519"/>
              <a:gd name="connsiteX0" fmla="*/ 92877 w 5741958"/>
              <a:gd name="connsiteY0" fmla="*/ 409187 h 4633519"/>
              <a:gd name="connsiteX1" fmla="*/ 256162 w 5741958"/>
              <a:gd name="connsiteY1" fmla="*/ 1666487 h 4633519"/>
              <a:gd name="connsiteX2" fmla="*/ 207177 w 5741958"/>
              <a:gd name="connsiteY2" fmla="*/ 4262730 h 4633519"/>
              <a:gd name="connsiteX3" fmla="*/ 1382834 w 5741958"/>
              <a:gd name="connsiteY3" fmla="*/ 4475001 h 4633519"/>
              <a:gd name="connsiteX4" fmla="*/ 5350677 w 5741958"/>
              <a:gd name="connsiteY4" fmla="*/ 4491330 h 4633519"/>
              <a:gd name="connsiteX5" fmla="*/ 5367005 w 5741958"/>
              <a:gd name="connsiteY5" fmla="*/ 2613544 h 4633519"/>
              <a:gd name="connsiteX6" fmla="*/ 5513962 w 5741958"/>
              <a:gd name="connsiteY6" fmla="*/ 278558 h 4633519"/>
              <a:gd name="connsiteX7" fmla="*/ 1905348 w 5741958"/>
              <a:gd name="connsiteY7" fmla="*/ 294887 h 4633519"/>
              <a:gd name="connsiteX8" fmla="*/ 158191 w 5741958"/>
              <a:gd name="connsiteY8" fmla="*/ 972 h 4633519"/>
              <a:gd name="connsiteX9" fmla="*/ 92877 w 5741958"/>
              <a:gd name="connsiteY9" fmla="*/ 409187 h 4633519"/>
              <a:gd name="connsiteX0" fmla="*/ 92877 w 5741958"/>
              <a:gd name="connsiteY0" fmla="*/ 768415 h 4633519"/>
              <a:gd name="connsiteX1" fmla="*/ 256162 w 5741958"/>
              <a:gd name="connsiteY1" fmla="*/ 1666487 h 4633519"/>
              <a:gd name="connsiteX2" fmla="*/ 207177 w 5741958"/>
              <a:gd name="connsiteY2" fmla="*/ 4262730 h 4633519"/>
              <a:gd name="connsiteX3" fmla="*/ 1382834 w 5741958"/>
              <a:gd name="connsiteY3" fmla="*/ 4475001 h 4633519"/>
              <a:gd name="connsiteX4" fmla="*/ 5350677 w 5741958"/>
              <a:gd name="connsiteY4" fmla="*/ 4491330 h 4633519"/>
              <a:gd name="connsiteX5" fmla="*/ 5367005 w 5741958"/>
              <a:gd name="connsiteY5" fmla="*/ 2613544 h 4633519"/>
              <a:gd name="connsiteX6" fmla="*/ 5513962 w 5741958"/>
              <a:gd name="connsiteY6" fmla="*/ 278558 h 4633519"/>
              <a:gd name="connsiteX7" fmla="*/ 1905348 w 5741958"/>
              <a:gd name="connsiteY7" fmla="*/ 294887 h 4633519"/>
              <a:gd name="connsiteX8" fmla="*/ 158191 w 5741958"/>
              <a:gd name="connsiteY8" fmla="*/ 972 h 4633519"/>
              <a:gd name="connsiteX9" fmla="*/ 92877 w 5741958"/>
              <a:gd name="connsiteY9" fmla="*/ 768415 h 4633519"/>
              <a:gd name="connsiteX0" fmla="*/ 3451 w 5652532"/>
              <a:gd name="connsiteY0" fmla="*/ 654617 h 4519721"/>
              <a:gd name="connsiteX1" fmla="*/ 166736 w 5652532"/>
              <a:gd name="connsiteY1" fmla="*/ 1552689 h 4519721"/>
              <a:gd name="connsiteX2" fmla="*/ 117751 w 5652532"/>
              <a:gd name="connsiteY2" fmla="*/ 4148932 h 4519721"/>
              <a:gd name="connsiteX3" fmla="*/ 1293408 w 5652532"/>
              <a:gd name="connsiteY3" fmla="*/ 4361203 h 4519721"/>
              <a:gd name="connsiteX4" fmla="*/ 5261251 w 5652532"/>
              <a:gd name="connsiteY4" fmla="*/ 4377532 h 4519721"/>
              <a:gd name="connsiteX5" fmla="*/ 5277579 w 5652532"/>
              <a:gd name="connsiteY5" fmla="*/ 2499746 h 4519721"/>
              <a:gd name="connsiteX6" fmla="*/ 5424536 w 5652532"/>
              <a:gd name="connsiteY6" fmla="*/ 164760 h 4519721"/>
              <a:gd name="connsiteX7" fmla="*/ 1815922 w 5652532"/>
              <a:gd name="connsiteY7" fmla="*/ 181089 h 4519721"/>
              <a:gd name="connsiteX8" fmla="*/ 346351 w 5652532"/>
              <a:gd name="connsiteY8" fmla="*/ 1474 h 4519721"/>
              <a:gd name="connsiteX9" fmla="*/ 3451 w 5652532"/>
              <a:gd name="connsiteY9" fmla="*/ 654617 h 4519721"/>
              <a:gd name="connsiteX0" fmla="*/ 3451 w 5613197"/>
              <a:gd name="connsiteY0" fmla="*/ 698621 h 4563725"/>
              <a:gd name="connsiteX1" fmla="*/ 166736 w 5613197"/>
              <a:gd name="connsiteY1" fmla="*/ 1596693 h 4563725"/>
              <a:gd name="connsiteX2" fmla="*/ 117751 w 5613197"/>
              <a:gd name="connsiteY2" fmla="*/ 4192936 h 4563725"/>
              <a:gd name="connsiteX3" fmla="*/ 1293408 w 5613197"/>
              <a:gd name="connsiteY3" fmla="*/ 4405207 h 4563725"/>
              <a:gd name="connsiteX4" fmla="*/ 5261251 w 5613197"/>
              <a:gd name="connsiteY4" fmla="*/ 4421536 h 4563725"/>
              <a:gd name="connsiteX5" fmla="*/ 5277579 w 5613197"/>
              <a:gd name="connsiteY5" fmla="*/ 2543750 h 4563725"/>
              <a:gd name="connsiteX6" fmla="*/ 5424536 w 5613197"/>
              <a:gd name="connsiteY6" fmla="*/ 208764 h 4563725"/>
              <a:gd name="connsiteX7" fmla="*/ 2354765 w 5613197"/>
              <a:gd name="connsiteY7" fmla="*/ 94464 h 4563725"/>
              <a:gd name="connsiteX8" fmla="*/ 346351 w 5613197"/>
              <a:gd name="connsiteY8" fmla="*/ 45478 h 4563725"/>
              <a:gd name="connsiteX9" fmla="*/ 3451 w 5613197"/>
              <a:gd name="connsiteY9" fmla="*/ 698621 h 4563725"/>
              <a:gd name="connsiteX0" fmla="*/ 3451 w 5554564"/>
              <a:gd name="connsiteY0" fmla="*/ 677467 h 4542571"/>
              <a:gd name="connsiteX1" fmla="*/ 166736 w 5554564"/>
              <a:gd name="connsiteY1" fmla="*/ 1575539 h 4542571"/>
              <a:gd name="connsiteX2" fmla="*/ 117751 w 5554564"/>
              <a:gd name="connsiteY2" fmla="*/ 4171782 h 4542571"/>
              <a:gd name="connsiteX3" fmla="*/ 1293408 w 5554564"/>
              <a:gd name="connsiteY3" fmla="*/ 4384053 h 4542571"/>
              <a:gd name="connsiteX4" fmla="*/ 5261251 w 5554564"/>
              <a:gd name="connsiteY4" fmla="*/ 4400382 h 4542571"/>
              <a:gd name="connsiteX5" fmla="*/ 5277579 w 5554564"/>
              <a:gd name="connsiteY5" fmla="*/ 2522596 h 4542571"/>
              <a:gd name="connsiteX6" fmla="*/ 5424536 w 5554564"/>
              <a:gd name="connsiteY6" fmla="*/ 187610 h 4542571"/>
              <a:gd name="connsiteX7" fmla="*/ 2354765 w 5554564"/>
              <a:gd name="connsiteY7" fmla="*/ 73310 h 4542571"/>
              <a:gd name="connsiteX8" fmla="*/ 346351 w 5554564"/>
              <a:gd name="connsiteY8" fmla="*/ 24324 h 4542571"/>
              <a:gd name="connsiteX9" fmla="*/ 3451 w 5554564"/>
              <a:gd name="connsiteY9" fmla="*/ 677467 h 4542571"/>
              <a:gd name="connsiteX0" fmla="*/ 3451 w 5682000"/>
              <a:gd name="connsiteY0" fmla="*/ 700982 h 4563669"/>
              <a:gd name="connsiteX1" fmla="*/ 166736 w 5682000"/>
              <a:gd name="connsiteY1" fmla="*/ 1599054 h 4563669"/>
              <a:gd name="connsiteX2" fmla="*/ 117751 w 5682000"/>
              <a:gd name="connsiteY2" fmla="*/ 4195297 h 4563669"/>
              <a:gd name="connsiteX3" fmla="*/ 1293408 w 5682000"/>
              <a:gd name="connsiteY3" fmla="*/ 4407568 h 4563669"/>
              <a:gd name="connsiteX4" fmla="*/ 5261251 w 5682000"/>
              <a:gd name="connsiteY4" fmla="*/ 4423897 h 4563669"/>
              <a:gd name="connsiteX5" fmla="*/ 5489850 w 5682000"/>
              <a:gd name="connsiteY5" fmla="*/ 2578768 h 4563669"/>
              <a:gd name="connsiteX6" fmla="*/ 5424536 w 5682000"/>
              <a:gd name="connsiteY6" fmla="*/ 211125 h 4563669"/>
              <a:gd name="connsiteX7" fmla="*/ 2354765 w 5682000"/>
              <a:gd name="connsiteY7" fmla="*/ 96825 h 4563669"/>
              <a:gd name="connsiteX8" fmla="*/ 346351 w 5682000"/>
              <a:gd name="connsiteY8" fmla="*/ 47839 h 4563669"/>
              <a:gd name="connsiteX9" fmla="*/ 3451 w 5682000"/>
              <a:gd name="connsiteY9" fmla="*/ 700982 h 4563669"/>
              <a:gd name="connsiteX0" fmla="*/ 3451 w 5687062"/>
              <a:gd name="connsiteY0" fmla="*/ 700982 h 4602114"/>
              <a:gd name="connsiteX1" fmla="*/ 166736 w 5687062"/>
              <a:gd name="connsiteY1" fmla="*/ 1599054 h 4602114"/>
              <a:gd name="connsiteX2" fmla="*/ 117751 w 5687062"/>
              <a:gd name="connsiteY2" fmla="*/ 4195297 h 4602114"/>
              <a:gd name="connsiteX3" fmla="*/ 1293408 w 5687062"/>
              <a:gd name="connsiteY3" fmla="*/ 4407568 h 4602114"/>
              <a:gd name="connsiteX4" fmla="*/ 5146951 w 5687062"/>
              <a:gd name="connsiteY4" fmla="*/ 4472883 h 4602114"/>
              <a:gd name="connsiteX5" fmla="*/ 5489850 w 5687062"/>
              <a:gd name="connsiteY5" fmla="*/ 2578768 h 4602114"/>
              <a:gd name="connsiteX6" fmla="*/ 5424536 w 5687062"/>
              <a:gd name="connsiteY6" fmla="*/ 211125 h 4602114"/>
              <a:gd name="connsiteX7" fmla="*/ 2354765 w 5687062"/>
              <a:gd name="connsiteY7" fmla="*/ 96825 h 4602114"/>
              <a:gd name="connsiteX8" fmla="*/ 346351 w 5687062"/>
              <a:gd name="connsiteY8" fmla="*/ 47839 h 4602114"/>
              <a:gd name="connsiteX9" fmla="*/ 3451 w 5687062"/>
              <a:gd name="connsiteY9" fmla="*/ 700982 h 4602114"/>
              <a:gd name="connsiteX0" fmla="*/ 3451 w 5687062"/>
              <a:gd name="connsiteY0" fmla="*/ 700982 h 4630183"/>
              <a:gd name="connsiteX1" fmla="*/ 166736 w 5687062"/>
              <a:gd name="connsiteY1" fmla="*/ 1599054 h 4630183"/>
              <a:gd name="connsiteX2" fmla="*/ 117751 w 5687062"/>
              <a:gd name="connsiteY2" fmla="*/ 4195297 h 4630183"/>
              <a:gd name="connsiteX3" fmla="*/ 1750608 w 5687062"/>
              <a:gd name="connsiteY3" fmla="*/ 4489211 h 4630183"/>
              <a:gd name="connsiteX4" fmla="*/ 5146951 w 5687062"/>
              <a:gd name="connsiteY4" fmla="*/ 4472883 h 4630183"/>
              <a:gd name="connsiteX5" fmla="*/ 5489850 w 5687062"/>
              <a:gd name="connsiteY5" fmla="*/ 2578768 h 4630183"/>
              <a:gd name="connsiteX6" fmla="*/ 5424536 w 5687062"/>
              <a:gd name="connsiteY6" fmla="*/ 211125 h 4630183"/>
              <a:gd name="connsiteX7" fmla="*/ 2354765 w 5687062"/>
              <a:gd name="connsiteY7" fmla="*/ 96825 h 4630183"/>
              <a:gd name="connsiteX8" fmla="*/ 346351 w 5687062"/>
              <a:gd name="connsiteY8" fmla="*/ 47839 h 4630183"/>
              <a:gd name="connsiteX9" fmla="*/ 3451 w 5687062"/>
              <a:gd name="connsiteY9" fmla="*/ 700982 h 4630183"/>
              <a:gd name="connsiteX0" fmla="*/ 39466 w 5723077"/>
              <a:gd name="connsiteY0" fmla="*/ 700982 h 4630183"/>
              <a:gd name="connsiteX1" fmla="*/ 55794 w 5723077"/>
              <a:gd name="connsiteY1" fmla="*/ 1958282 h 4630183"/>
              <a:gd name="connsiteX2" fmla="*/ 153766 w 5723077"/>
              <a:gd name="connsiteY2" fmla="*/ 4195297 h 4630183"/>
              <a:gd name="connsiteX3" fmla="*/ 1786623 w 5723077"/>
              <a:gd name="connsiteY3" fmla="*/ 4489211 h 4630183"/>
              <a:gd name="connsiteX4" fmla="*/ 5182966 w 5723077"/>
              <a:gd name="connsiteY4" fmla="*/ 4472883 h 4630183"/>
              <a:gd name="connsiteX5" fmla="*/ 5525865 w 5723077"/>
              <a:gd name="connsiteY5" fmla="*/ 2578768 h 4630183"/>
              <a:gd name="connsiteX6" fmla="*/ 5460551 w 5723077"/>
              <a:gd name="connsiteY6" fmla="*/ 211125 h 4630183"/>
              <a:gd name="connsiteX7" fmla="*/ 2390780 w 5723077"/>
              <a:gd name="connsiteY7" fmla="*/ 96825 h 4630183"/>
              <a:gd name="connsiteX8" fmla="*/ 382366 w 5723077"/>
              <a:gd name="connsiteY8" fmla="*/ 47839 h 4630183"/>
              <a:gd name="connsiteX9" fmla="*/ 39466 w 5723077"/>
              <a:gd name="connsiteY9" fmla="*/ 700982 h 4630183"/>
              <a:gd name="connsiteX0" fmla="*/ 39466 w 5723077"/>
              <a:gd name="connsiteY0" fmla="*/ 700982 h 4598647"/>
              <a:gd name="connsiteX1" fmla="*/ 55794 w 5723077"/>
              <a:gd name="connsiteY1" fmla="*/ 1958282 h 4598647"/>
              <a:gd name="connsiteX2" fmla="*/ 153766 w 5723077"/>
              <a:gd name="connsiteY2" fmla="*/ 4195297 h 4598647"/>
              <a:gd name="connsiteX3" fmla="*/ 1786623 w 5723077"/>
              <a:gd name="connsiteY3" fmla="*/ 4489211 h 4598647"/>
              <a:gd name="connsiteX4" fmla="*/ 5182966 w 5723077"/>
              <a:gd name="connsiteY4" fmla="*/ 4472883 h 4598647"/>
              <a:gd name="connsiteX5" fmla="*/ 5525865 w 5723077"/>
              <a:gd name="connsiteY5" fmla="*/ 2578768 h 4598647"/>
              <a:gd name="connsiteX6" fmla="*/ 5460551 w 5723077"/>
              <a:gd name="connsiteY6" fmla="*/ 211125 h 4598647"/>
              <a:gd name="connsiteX7" fmla="*/ 2390780 w 5723077"/>
              <a:gd name="connsiteY7" fmla="*/ 96825 h 4598647"/>
              <a:gd name="connsiteX8" fmla="*/ 382366 w 5723077"/>
              <a:gd name="connsiteY8" fmla="*/ 47839 h 4598647"/>
              <a:gd name="connsiteX9" fmla="*/ 39466 w 5723077"/>
              <a:gd name="connsiteY9" fmla="*/ 700982 h 4598647"/>
              <a:gd name="connsiteX0" fmla="*/ 39466 w 5716643"/>
              <a:gd name="connsiteY0" fmla="*/ 700982 h 4625148"/>
              <a:gd name="connsiteX1" fmla="*/ 55794 w 5716643"/>
              <a:gd name="connsiteY1" fmla="*/ 1958282 h 4625148"/>
              <a:gd name="connsiteX2" fmla="*/ 153766 w 5716643"/>
              <a:gd name="connsiteY2" fmla="*/ 4195297 h 4625148"/>
              <a:gd name="connsiteX3" fmla="*/ 1786623 w 5716643"/>
              <a:gd name="connsiteY3" fmla="*/ 4489211 h 4625148"/>
              <a:gd name="connsiteX4" fmla="*/ 5328776 w 5716643"/>
              <a:gd name="connsiteY4" fmla="*/ 4508802 h 4625148"/>
              <a:gd name="connsiteX5" fmla="*/ 5525865 w 5716643"/>
              <a:gd name="connsiteY5" fmla="*/ 2578768 h 4625148"/>
              <a:gd name="connsiteX6" fmla="*/ 5460551 w 5716643"/>
              <a:gd name="connsiteY6" fmla="*/ 211125 h 4625148"/>
              <a:gd name="connsiteX7" fmla="*/ 2390780 w 5716643"/>
              <a:gd name="connsiteY7" fmla="*/ 96825 h 4625148"/>
              <a:gd name="connsiteX8" fmla="*/ 382366 w 5716643"/>
              <a:gd name="connsiteY8" fmla="*/ 47839 h 4625148"/>
              <a:gd name="connsiteX9" fmla="*/ 39466 w 5716643"/>
              <a:gd name="connsiteY9" fmla="*/ 700982 h 4625148"/>
              <a:gd name="connsiteX0" fmla="*/ 39466 w 5715854"/>
              <a:gd name="connsiteY0" fmla="*/ 700982 h 4573748"/>
              <a:gd name="connsiteX1" fmla="*/ 55794 w 5715854"/>
              <a:gd name="connsiteY1" fmla="*/ 1958282 h 4573748"/>
              <a:gd name="connsiteX2" fmla="*/ 153766 w 5715854"/>
              <a:gd name="connsiteY2" fmla="*/ 4195297 h 4573748"/>
              <a:gd name="connsiteX3" fmla="*/ 1786623 w 5715854"/>
              <a:gd name="connsiteY3" fmla="*/ 4489211 h 4573748"/>
              <a:gd name="connsiteX4" fmla="*/ 5347003 w 5715854"/>
              <a:gd name="connsiteY4" fmla="*/ 4436964 h 4573748"/>
              <a:gd name="connsiteX5" fmla="*/ 5525865 w 5715854"/>
              <a:gd name="connsiteY5" fmla="*/ 2578768 h 4573748"/>
              <a:gd name="connsiteX6" fmla="*/ 5460551 w 5715854"/>
              <a:gd name="connsiteY6" fmla="*/ 211125 h 4573748"/>
              <a:gd name="connsiteX7" fmla="*/ 2390780 w 5715854"/>
              <a:gd name="connsiteY7" fmla="*/ 96825 h 4573748"/>
              <a:gd name="connsiteX8" fmla="*/ 382366 w 5715854"/>
              <a:gd name="connsiteY8" fmla="*/ 47839 h 4573748"/>
              <a:gd name="connsiteX9" fmla="*/ 39466 w 5715854"/>
              <a:gd name="connsiteY9" fmla="*/ 700982 h 4573748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382366 w 5628110"/>
              <a:gd name="connsiteY8" fmla="*/ 4897 h 4530806"/>
              <a:gd name="connsiteX9" fmla="*/ 39466 w 5628110"/>
              <a:gd name="connsiteY9" fmla="*/ 658040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9" fmla="*/ 39466 w 5628110"/>
              <a:gd name="connsiteY9" fmla="*/ 658040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9" fmla="*/ 277859 w 5628110"/>
              <a:gd name="connsiteY9" fmla="*/ 887092 h 4530806"/>
              <a:gd name="connsiteX0" fmla="*/ 39466 w 5628110"/>
              <a:gd name="connsiteY0" fmla="*/ 658040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0" fmla="*/ 39466 w 5628110"/>
              <a:gd name="connsiteY0" fmla="*/ 896635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473498 w 5628110"/>
              <a:gd name="connsiteY8" fmla="*/ 4897 h 4530806"/>
              <a:gd name="connsiteX0" fmla="*/ 39466 w 5628110"/>
              <a:gd name="connsiteY0" fmla="*/ 896635 h 4530806"/>
              <a:gd name="connsiteX1" fmla="*/ 55794 w 5628110"/>
              <a:gd name="connsiteY1" fmla="*/ 1915340 h 4530806"/>
              <a:gd name="connsiteX2" fmla="*/ 153766 w 5628110"/>
              <a:gd name="connsiteY2" fmla="*/ 4152355 h 4530806"/>
              <a:gd name="connsiteX3" fmla="*/ 1786623 w 5628110"/>
              <a:gd name="connsiteY3" fmla="*/ 4446269 h 4530806"/>
              <a:gd name="connsiteX4" fmla="*/ 5347003 w 5628110"/>
              <a:gd name="connsiteY4" fmla="*/ 4394022 h 4530806"/>
              <a:gd name="connsiteX5" fmla="*/ 5525865 w 5628110"/>
              <a:gd name="connsiteY5" fmla="*/ 2535826 h 4530806"/>
              <a:gd name="connsiteX6" fmla="*/ 5460551 w 5628110"/>
              <a:gd name="connsiteY6" fmla="*/ 168183 h 4530806"/>
              <a:gd name="connsiteX7" fmla="*/ 2390780 w 5628110"/>
              <a:gd name="connsiteY7" fmla="*/ 53883 h 4530806"/>
              <a:gd name="connsiteX8" fmla="*/ 845987 w 5628110"/>
              <a:gd name="connsiteY8" fmla="*/ 4897 h 453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28110" h="4530806">
                <a:moveTo>
                  <a:pt x="39466" y="896635"/>
                </a:moveTo>
                <a:cubicBezTo>
                  <a:pt x="-30151" y="1215042"/>
                  <a:pt x="36744" y="1372720"/>
                  <a:pt x="55794" y="1915340"/>
                </a:cubicBezTo>
                <a:cubicBezTo>
                  <a:pt x="74844" y="2457960"/>
                  <a:pt x="-134706" y="3730534"/>
                  <a:pt x="153766" y="4152355"/>
                </a:cubicBezTo>
                <a:cubicBezTo>
                  <a:pt x="442238" y="4574177"/>
                  <a:pt x="921084" y="4405991"/>
                  <a:pt x="1786623" y="4446269"/>
                </a:cubicBezTo>
                <a:cubicBezTo>
                  <a:pt x="2652162" y="4486547"/>
                  <a:pt x="4942512" y="4640591"/>
                  <a:pt x="5347003" y="4394022"/>
                </a:cubicBezTo>
                <a:cubicBezTo>
                  <a:pt x="5751494" y="4147453"/>
                  <a:pt x="5506940" y="3240133"/>
                  <a:pt x="5525865" y="2535826"/>
                </a:cubicBezTo>
                <a:cubicBezTo>
                  <a:pt x="5544790" y="1831520"/>
                  <a:pt x="5782574" y="438161"/>
                  <a:pt x="5460551" y="168183"/>
                </a:cubicBezTo>
                <a:cubicBezTo>
                  <a:pt x="5138528" y="-101795"/>
                  <a:pt x="3221955" y="81097"/>
                  <a:pt x="2390780" y="53883"/>
                </a:cubicBezTo>
                <a:cubicBezTo>
                  <a:pt x="1559605" y="26669"/>
                  <a:pt x="1148065" y="-14153"/>
                  <a:pt x="845987" y="4897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1002" name="Freeform 5">
            <a:extLst>
              <a:ext uri="{FF2B5EF4-FFF2-40B4-BE49-F238E27FC236}">
                <a16:creationId xmlns:a16="http://schemas.microsoft.com/office/drawing/2014/main" id="{9125995E-D4BC-3139-13A6-7655F1B08704}"/>
              </a:ext>
            </a:extLst>
          </p:cNvPr>
          <p:cNvSpPr>
            <a:spLocks/>
          </p:cNvSpPr>
          <p:nvPr/>
        </p:nvSpPr>
        <p:spPr bwMode="auto">
          <a:xfrm rot="5612765">
            <a:off x="5524867" y="2577921"/>
            <a:ext cx="378794" cy="649142"/>
          </a:xfrm>
          <a:custGeom>
            <a:avLst/>
            <a:gdLst>
              <a:gd name="T0" fmla="*/ 79 w 188"/>
              <a:gd name="T1" fmla="*/ 206 h 211"/>
              <a:gd name="T2" fmla="*/ 87 w 188"/>
              <a:gd name="T3" fmla="*/ 206 h 211"/>
              <a:gd name="T4" fmla="*/ 80 w 188"/>
              <a:gd name="T5" fmla="*/ 146 h 211"/>
              <a:gd name="T6" fmla="*/ 68 w 188"/>
              <a:gd name="T7" fmla="*/ 103 h 211"/>
              <a:gd name="T8" fmla="*/ 16 w 188"/>
              <a:gd name="T9" fmla="*/ 115 h 211"/>
              <a:gd name="T10" fmla="*/ 72 w 188"/>
              <a:gd name="T11" fmla="*/ 12 h 211"/>
              <a:gd name="T12" fmla="*/ 163 w 188"/>
              <a:gd name="T13" fmla="*/ 98 h 211"/>
              <a:gd name="T14" fmla="*/ 115 w 188"/>
              <a:gd name="T15" fmla="*/ 100 h 211"/>
              <a:gd name="T16" fmla="*/ 89 w 188"/>
              <a:gd name="T17" fmla="*/ 106 h 211"/>
              <a:gd name="T18" fmla="*/ 138 w 188"/>
              <a:gd name="T19" fmla="*/ 183 h 211"/>
              <a:gd name="T20" fmla="*/ 92 w 188"/>
              <a:gd name="T21" fmla="*/ 196 h 211"/>
              <a:gd name="T22" fmla="*/ 122 w 188"/>
              <a:gd name="T23" fmla="*/ 195 h 211"/>
              <a:gd name="T24" fmla="*/ 139 w 188"/>
              <a:gd name="T25" fmla="*/ 164 h 211"/>
              <a:gd name="T26" fmla="*/ 102 w 188"/>
              <a:gd name="T27" fmla="*/ 108 h 211"/>
              <a:gd name="T28" fmla="*/ 162 w 188"/>
              <a:gd name="T29" fmla="*/ 106 h 211"/>
              <a:gd name="T30" fmla="*/ 160 w 188"/>
              <a:gd name="T31" fmla="*/ 84 h 211"/>
              <a:gd name="T32" fmla="*/ 116 w 188"/>
              <a:gd name="T33" fmla="*/ 44 h 211"/>
              <a:gd name="T34" fmla="*/ 70 w 188"/>
              <a:gd name="T35" fmla="*/ 1 h 211"/>
              <a:gd name="T36" fmla="*/ 28 w 188"/>
              <a:gd name="T37" fmla="*/ 87 h 211"/>
              <a:gd name="T38" fmla="*/ 1 w 188"/>
              <a:gd name="T39" fmla="*/ 119 h 211"/>
              <a:gd name="T40" fmla="*/ 64 w 188"/>
              <a:gd name="T41" fmla="*/ 112 h 211"/>
              <a:gd name="T42" fmla="*/ 79 w 188"/>
              <a:gd name="T43" fmla="*/ 20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8" h="211">
                <a:moveTo>
                  <a:pt x="79" y="206"/>
                </a:moveTo>
                <a:cubicBezTo>
                  <a:pt x="79" y="211"/>
                  <a:pt x="87" y="211"/>
                  <a:pt x="87" y="206"/>
                </a:cubicBezTo>
                <a:cubicBezTo>
                  <a:pt x="87" y="186"/>
                  <a:pt x="84" y="165"/>
                  <a:pt x="80" y="146"/>
                </a:cubicBezTo>
                <a:cubicBezTo>
                  <a:pt x="79" y="138"/>
                  <a:pt x="76" y="106"/>
                  <a:pt x="68" y="103"/>
                </a:cubicBezTo>
                <a:cubicBezTo>
                  <a:pt x="60" y="100"/>
                  <a:pt x="27" y="115"/>
                  <a:pt x="16" y="115"/>
                </a:cubicBezTo>
                <a:cubicBezTo>
                  <a:pt x="45" y="88"/>
                  <a:pt x="54" y="46"/>
                  <a:pt x="72" y="12"/>
                </a:cubicBezTo>
                <a:cubicBezTo>
                  <a:pt x="100" y="43"/>
                  <a:pt x="132" y="70"/>
                  <a:pt x="163" y="98"/>
                </a:cubicBezTo>
                <a:cubicBezTo>
                  <a:pt x="147" y="98"/>
                  <a:pt x="131" y="100"/>
                  <a:pt x="115" y="100"/>
                </a:cubicBezTo>
                <a:cubicBezTo>
                  <a:pt x="113" y="100"/>
                  <a:pt x="80" y="96"/>
                  <a:pt x="89" y="106"/>
                </a:cubicBezTo>
                <a:cubicBezTo>
                  <a:pt x="110" y="128"/>
                  <a:pt x="128" y="153"/>
                  <a:pt x="138" y="183"/>
                </a:cubicBezTo>
                <a:cubicBezTo>
                  <a:pt x="129" y="185"/>
                  <a:pt x="96" y="188"/>
                  <a:pt x="92" y="196"/>
                </a:cubicBezTo>
                <a:cubicBezTo>
                  <a:pt x="85" y="207"/>
                  <a:pt x="121" y="196"/>
                  <a:pt x="122" y="195"/>
                </a:cubicBezTo>
                <a:cubicBezTo>
                  <a:pt x="147" y="189"/>
                  <a:pt x="150" y="189"/>
                  <a:pt x="139" y="164"/>
                </a:cubicBezTo>
                <a:cubicBezTo>
                  <a:pt x="130" y="143"/>
                  <a:pt x="117" y="125"/>
                  <a:pt x="102" y="108"/>
                </a:cubicBezTo>
                <a:cubicBezTo>
                  <a:pt x="122" y="109"/>
                  <a:pt x="142" y="106"/>
                  <a:pt x="162" y="106"/>
                </a:cubicBezTo>
                <a:cubicBezTo>
                  <a:pt x="188" y="106"/>
                  <a:pt x="173" y="96"/>
                  <a:pt x="160" y="84"/>
                </a:cubicBezTo>
                <a:cubicBezTo>
                  <a:pt x="145" y="71"/>
                  <a:pt x="130" y="58"/>
                  <a:pt x="116" y="44"/>
                </a:cubicBezTo>
                <a:cubicBezTo>
                  <a:pt x="109" y="38"/>
                  <a:pt x="79" y="0"/>
                  <a:pt x="70" y="1"/>
                </a:cubicBezTo>
                <a:cubicBezTo>
                  <a:pt x="57" y="3"/>
                  <a:pt x="35" y="75"/>
                  <a:pt x="28" y="87"/>
                </a:cubicBezTo>
                <a:cubicBezTo>
                  <a:pt x="24" y="93"/>
                  <a:pt x="0" y="115"/>
                  <a:pt x="1" y="119"/>
                </a:cubicBezTo>
                <a:cubicBezTo>
                  <a:pt x="4" y="133"/>
                  <a:pt x="56" y="116"/>
                  <a:pt x="64" y="112"/>
                </a:cubicBezTo>
                <a:cubicBezTo>
                  <a:pt x="73" y="141"/>
                  <a:pt x="79" y="179"/>
                  <a:pt x="79" y="2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04" name="图片 1003">
            <a:extLst>
              <a:ext uri="{FF2B5EF4-FFF2-40B4-BE49-F238E27FC236}">
                <a16:creationId xmlns:a16="http://schemas.microsoft.com/office/drawing/2014/main" id="{AE23F970-9203-4898-1182-C73CB7E4F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72" y="1451188"/>
            <a:ext cx="4392348" cy="2922328"/>
          </a:xfrm>
          <a:prstGeom prst="rect">
            <a:avLst/>
          </a:prstGeom>
        </p:spPr>
      </p:pic>
      <p:sp>
        <p:nvSpPr>
          <p:cNvPr id="1008" name="文本框 1007">
            <a:extLst>
              <a:ext uri="{FF2B5EF4-FFF2-40B4-BE49-F238E27FC236}">
                <a16:creationId xmlns:a16="http://schemas.microsoft.com/office/drawing/2014/main" id="{7D1E5B70-20D0-0802-6117-6AA7254B0C9F}"/>
              </a:ext>
            </a:extLst>
          </p:cNvPr>
          <p:cNvSpPr txBox="1"/>
          <p:nvPr/>
        </p:nvSpPr>
        <p:spPr>
          <a:xfrm>
            <a:off x="267064" y="1098494"/>
            <a:ext cx="808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spc="300" dirty="0">
                <a:latin typeface="方正静蕾简体" panose="02000000000000000000" pitchFamily="2" charset="-122"/>
                <a:ea typeface="方正静蕾简体" panose="02000000000000000000" pitchFamily="2" charset="-122"/>
              </a:rPr>
              <a:t>01</a:t>
            </a:r>
            <a:endParaRPr lang="zh-CN" altLang="en-US" sz="3600" b="1" spc="300" dirty="0"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1010" name="文本框 1009">
            <a:extLst>
              <a:ext uri="{FF2B5EF4-FFF2-40B4-BE49-F238E27FC236}">
                <a16:creationId xmlns:a16="http://schemas.microsoft.com/office/drawing/2014/main" id="{FA65ADD5-0275-B48F-CEA4-DCA9790E125C}"/>
              </a:ext>
            </a:extLst>
          </p:cNvPr>
          <p:cNvSpPr txBox="1"/>
          <p:nvPr/>
        </p:nvSpPr>
        <p:spPr>
          <a:xfrm>
            <a:off x="6423838" y="1218948"/>
            <a:ext cx="808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spc="300" dirty="0">
                <a:latin typeface="方正静蕾简体" panose="02000000000000000000" pitchFamily="2" charset="-122"/>
                <a:ea typeface="方正静蕾简体" panose="02000000000000000000" pitchFamily="2" charset="-122"/>
              </a:rPr>
              <a:t>02</a:t>
            </a:r>
            <a:endParaRPr lang="zh-CN" altLang="en-US" sz="3600" b="1" spc="300" dirty="0"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1014" name="Freeform 86">
            <a:extLst>
              <a:ext uri="{FF2B5EF4-FFF2-40B4-BE49-F238E27FC236}">
                <a16:creationId xmlns:a16="http://schemas.microsoft.com/office/drawing/2014/main" id="{9758B0C0-D124-396D-2591-C227DE660C3A}"/>
              </a:ext>
            </a:extLst>
          </p:cNvPr>
          <p:cNvSpPr>
            <a:spLocks noEditPoints="1"/>
          </p:cNvSpPr>
          <p:nvPr/>
        </p:nvSpPr>
        <p:spPr bwMode="auto">
          <a:xfrm>
            <a:off x="643337" y="2433665"/>
            <a:ext cx="1228880" cy="1208569"/>
          </a:xfrm>
          <a:custGeom>
            <a:avLst/>
            <a:gdLst/>
            <a:ahLst/>
            <a:cxnLst>
              <a:cxn ang="0">
                <a:pos x="303" y="104"/>
              </a:cxn>
              <a:cxn ang="0">
                <a:pos x="288" y="65"/>
              </a:cxn>
              <a:cxn ang="0">
                <a:pos x="259" y="35"/>
              </a:cxn>
              <a:cxn ang="0">
                <a:pos x="223" y="13"/>
              </a:cxn>
              <a:cxn ang="0">
                <a:pos x="182" y="2"/>
              </a:cxn>
              <a:cxn ang="0">
                <a:pos x="141" y="2"/>
              </a:cxn>
              <a:cxn ang="0">
                <a:pos x="113" y="9"/>
              </a:cxn>
              <a:cxn ang="0">
                <a:pos x="72" y="29"/>
              </a:cxn>
              <a:cxn ang="0">
                <a:pos x="36" y="61"/>
              </a:cxn>
              <a:cxn ang="0">
                <a:pos x="11" y="98"/>
              </a:cxn>
              <a:cxn ang="0">
                <a:pos x="0" y="141"/>
              </a:cxn>
              <a:cxn ang="0">
                <a:pos x="4" y="171"/>
              </a:cxn>
              <a:cxn ang="0">
                <a:pos x="28" y="208"/>
              </a:cxn>
              <a:cxn ang="0">
                <a:pos x="65" y="237"/>
              </a:cxn>
              <a:cxn ang="0">
                <a:pos x="93" y="250"/>
              </a:cxn>
              <a:cxn ang="0">
                <a:pos x="141" y="256"/>
              </a:cxn>
              <a:cxn ang="0">
                <a:pos x="167" y="261"/>
              </a:cxn>
              <a:cxn ang="0">
                <a:pos x="168" y="262"/>
              </a:cxn>
              <a:cxn ang="0">
                <a:pos x="190" y="265"/>
              </a:cxn>
              <a:cxn ang="0">
                <a:pos x="225" y="252"/>
              </a:cxn>
              <a:cxn ang="0">
                <a:pos x="255" y="233"/>
              </a:cxn>
              <a:cxn ang="0">
                <a:pos x="285" y="196"/>
              </a:cxn>
              <a:cxn ang="0">
                <a:pos x="303" y="150"/>
              </a:cxn>
              <a:cxn ang="0">
                <a:pos x="306" y="119"/>
              </a:cxn>
              <a:cxn ang="0">
                <a:pos x="266" y="212"/>
              </a:cxn>
              <a:cxn ang="0">
                <a:pos x="240" y="237"/>
              </a:cxn>
              <a:cxn ang="0">
                <a:pos x="207" y="254"/>
              </a:cxn>
              <a:cxn ang="0">
                <a:pos x="203" y="254"/>
              </a:cxn>
              <a:cxn ang="0">
                <a:pos x="211" y="248"/>
              </a:cxn>
              <a:cxn ang="0">
                <a:pos x="208" y="245"/>
              </a:cxn>
              <a:cxn ang="0">
                <a:pos x="196" y="251"/>
              </a:cxn>
              <a:cxn ang="0">
                <a:pos x="150" y="250"/>
              </a:cxn>
              <a:cxn ang="0">
                <a:pos x="128" y="247"/>
              </a:cxn>
              <a:cxn ang="0">
                <a:pos x="97" y="241"/>
              </a:cxn>
              <a:cxn ang="0">
                <a:pos x="65" y="226"/>
              </a:cxn>
              <a:cxn ang="0">
                <a:pos x="29" y="197"/>
              </a:cxn>
              <a:cxn ang="0">
                <a:pos x="13" y="174"/>
              </a:cxn>
              <a:cxn ang="0">
                <a:pos x="7" y="149"/>
              </a:cxn>
              <a:cxn ang="0">
                <a:pos x="13" y="115"/>
              </a:cxn>
              <a:cxn ang="0">
                <a:pos x="39" y="69"/>
              </a:cxn>
              <a:cxn ang="0">
                <a:pos x="59" y="47"/>
              </a:cxn>
              <a:cxn ang="0">
                <a:pos x="97" y="22"/>
              </a:cxn>
              <a:cxn ang="0">
                <a:pos x="139" y="9"/>
              </a:cxn>
              <a:cxn ang="0">
                <a:pos x="161" y="7"/>
              </a:cxn>
              <a:cxn ang="0">
                <a:pos x="193" y="11"/>
              </a:cxn>
              <a:cxn ang="0">
                <a:pos x="244" y="35"/>
              </a:cxn>
              <a:cxn ang="0">
                <a:pos x="269" y="55"/>
              </a:cxn>
              <a:cxn ang="0">
                <a:pos x="287" y="83"/>
              </a:cxn>
              <a:cxn ang="0">
                <a:pos x="296" y="115"/>
              </a:cxn>
              <a:cxn ang="0">
                <a:pos x="292" y="160"/>
              </a:cxn>
              <a:cxn ang="0">
                <a:pos x="273" y="204"/>
              </a:cxn>
            </a:cxnLst>
            <a:rect l="0" t="0" r="r" b="b"/>
            <a:pathLst>
              <a:path w="306" h="265">
                <a:moveTo>
                  <a:pt x="306" y="119"/>
                </a:moveTo>
                <a:lnTo>
                  <a:pt x="306" y="119"/>
                </a:lnTo>
                <a:lnTo>
                  <a:pt x="303" y="104"/>
                </a:lnTo>
                <a:lnTo>
                  <a:pt x="299" y="90"/>
                </a:lnTo>
                <a:lnTo>
                  <a:pt x="295" y="78"/>
                </a:lnTo>
                <a:lnTo>
                  <a:pt x="288" y="65"/>
                </a:lnTo>
                <a:lnTo>
                  <a:pt x="280" y="54"/>
                </a:lnTo>
                <a:lnTo>
                  <a:pt x="270" y="44"/>
                </a:lnTo>
                <a:lnTo>
                  <a:pt x="259" y="35"/>
                </a:lnTo>
                <a:lnTo>
                  <a:pt x="248" y="27"/>
                </a:lnTo>
                <a:lnTo>
                  <a:pt x="236" y="20"/>
                </a:lnTo>
                <a:lnTo>
                  <a:pt x="223" y="13"/>
                </a:lnTo>
                <a:lnTo>
                  <a:pt x="209" y="9"/>
                </a:lnTo>
                <a:lnTo>
                  <a:pt x="196" y="5"/>
                </a:lnTo>
                <a:lnTo>
                  <a:pt x="182" y="2"/>
                </a:lnTo>
                <a:lnTo>
                  <a:pt x="168" y="0"/>
                </a:lnTo>
                <a:lnTo>
                  <a:pt x="154" y="0"/>
                </a:lnTo>
                <a:lnTo>
                  <a:pt x="141" y="2"/>
                </a:lnTo>
                <a:lnTo>
                  <a:pt x="141" y="2"/>
                </a:lnTo>
                <a:lnTo>
                  <a:pt x="127" y="5"/>
                </a:lnTo>
                <a:lnTo>
                  <a:pt x="113" y="9"/>
                </a:lnTo>
                <a:lnTo>
                  <a:pt x="99" y="14"/>
                </a:lnTo>
                <a:lnTo>
                  <a:pt x="86" y="21"/>
                </a:lnTo>
                <a:lnTo>
                  <a:pt x="72" y="29"/>
                </a:lnTo>
                <a:lnTo>
                  <a:pt x="59" y="39"/>
                </a:lnTo>
                <a:lnTo>
                  <a:pt x="47" y="49"/>
                </a:lnTo>
                <a:lnTo>
                  <a:pt x="36" y="61"/>
                </a:lnTo>
                <a:lnTo>
                  <a:pt x="26" y="72"/>
                </a:lnTo>
                <a:lnTo>
                  <a:pt x="18" y="86"/>
                </a:lnTo>
                <a:lnTo>
                  <a:pt x="11" y="98"/>
                </a:lnTo>
                <a:lnTo>
                  <a:pt x="6" y="113"/>
                </a:lnTo>
                <a:lnTo>
                  <a:pt x="2" y="127"/>
                </a:lnTo>
                <a:lnTo>
                  <a:pt x="0" y="141"/>
                </a:lnTo>
                <a:lnTo>
                  <a:pt x="0" y="156"/>
                </a:lnTo>
                <a:lnTo>
                  <a:pt x="4" y="171"/>
                </a:lnTo>
                <a:lnTo>
                  <a:pt x="4" y="171"/>
                </a:lnTo>
                <a:lnTo>
                  <a:pt x="10" y="184"/>
                </a:lnTo>
                <a:lnTo>
                  <a:pt x="17" y="196"/>
                </a:lnTo>
                <a:lnTo>
                  <a:pt x="28" y="208"/>
                </a:lnTo>
                <a:lnTo>
                  <a:pt x="39" y="219"/>
                </a:lnTo>
                <a:lnTo>
                  <a:pt x="51" y="229"/>
                </a:lnTo>
                <a:lnTo>
                  <a:pt x="65" y="237"/>
                </a:lnTo>
                <a:lnTo>
                  <a:pt x="79" y="244"/>
                </a:lnTo>
                <a:lnTo>
                  <a:pt x="93" y="250"/>
                </a:lnTo>
                <a:lnTo>
                  <a:pt x="93" y="250"/>
                </a:lnTo>
                <a:lnTo>
                  <a:pt x="108" y="252"/>
                </a:lnTo>
                <a:lnTo>
                  <a:pt x="124" y="255"/>
                </a:lnTo>
                <a:lnTo>
                  <a:pt x="141" y="256"/>
                </a:lnTo>
                <a:lnTo>
                  <a:pt x="156" y="259"/>
                </a:lnTo>
                <a:lnTo>
                  <a:pt x="156" y="259"/>
                </a:lnTo>
                <a:lnTo>
                  <a:pt x="167" y="261"/>
                </a:lnTo>
                <a:lnTo>
                  <a:pt x="167" y="261"/>
                </a:lnTo>
                <a:lnTo>
                  <a:pt x="167" y="262"/>
                </a:lnTo>
                <a:lnTo>
                  <a:pt x="168" y="262"/>
                </a:lnTo>
                <a:lnTo>
                  <a:pt x="168" y="262"/>
                </a:lnTo>
                <a:lnTo>
                  <a:pt x="179" y="265"/>
                </a:lnTo>
                <a:lnTo>
                  <a:pt x="190" y="265"/>
                </a:lnTo>
                <a:lnTo>
                  <a:pt x="203" y="262"/>
                </a:lnTo>
                <a:lnTo>
                  <a:pt x="214" y="258"/>
                </a:lnTo>
                <a:lnTo>
                  <a:pt x="225" y="252"/>
                </a:lnTo>
                <a:lnTo>
                  <a:pt x="236" y="247"/>
                </a:lnTo>
                <a:lnTo>
                  <a:pt x="255" y="233"/>
                </a:lnTo>
                <a:lnTo>
                  <a:pt x="255" y="233"/>
                </a:lnTo>
                <a:lnTo>
                  <a:pt x="266" y="222"/>
                </a:lnTo>
                <a:lnTo>
                  <a:pt x="277" y="210"/>
                </a:lnTo>
                <a:lnTo>
                  <a:pt x="285" y="196"/>
                </a:lnTo>
                <a:lnTo>
                  <a:pt x="293" y="182"/>
                </a:lnTo>
                <a:lnTo>
                  <a:pt x="299" y="166"/>
                </a:lnTo>
                <a:lnTo>
                  <a:pt x="303" y="150"/>
                </a:lnTo>
                <a:lnTo>
                  <a:pt x="306" y="134"/>
                </a:lnTo>
                <a:lnTo>
                  <a:pt x="306" y="119"/>
                </a:lnTo>
                <a:lnTo>
                  <a:pt x="306" y="119"/>
                </a:lnTo>
                <a:close/>
                <a:moveTo>
                  <a:pt x="273" y="204"/>
                </a:moveTo>
                <a:lnTo>
                  <a:pt x="273" y="204"/>
                </a:lnTo>
                <a:lnTo>
                  <a:pt x="266" y="212"/>
                </a:lnTo>
                <a:lnTo>
                  <a:pt x="259" y="221"/>
                </a:lnTo>
                <a:lnTo>
                  <a:pt x="249" y="229"/>
                </a:lnTo>
                <a:lnTo>
                  <a:pt x="240" y="237"/>
                </a:lnTo>
                <a:lnTo>
                  <a:pt x="229" y="244"/>
                </a:lnTo>
                <a:lnTo>
                  <a:pt x="218" y="250"/>
                </a:lnTo>
                <a:lnTo>
                  <a:pt x="207" y="254"/>
                </a:lnTo>
                <a:lnTo>
                  <a:pt x="196" y="256"/>
                </a:lnTo>
                <a:lnTo>
                  <a:pt x="196" y="256"/>
                </a:lnTo>
                <a:lnTo>
                  <a:pt x="203" y="254"/>
                </a:lnTo>
                <a:lnTo>
                  <a:pt x="209" y="250"/>
                </a:lnTo>
                <a:lnTo>
                  <a:pt x="209" y="250"/>
                </a:lnTo>
                <a:lnTo>
                  <a:pt x="211" y="248"/>
                </a:lnTo>
                <a:lnTo>
                  <a:pt x="211" y="247"/>
                </a:lnTo>
                <a:lnTo>
                  <a:pt x="209" y="245"/>
                </a:lnTo>
                <a:lnTo>
                  <a:pt x="208" y="245"/>
                </a:lnTo>
                <a:lnTo>
                  <a:pt x="208" y="245"/>
                </a:lnTo>
                <a:lnTo>
                  <a:pt x="203" y="248"/>
                </a:lnTo>
                <a:lnTo>
                  <a:pt x="196" y="251"/>
                </a:lnTo>
                <a:lnTo>
                  <a:pt x="179" y="252"/>
                </a:lnTo>
                <a:lnTo>
                  <a:pt x="163" y="252"/>
                </a:lnTo>
                <a:lnTo>
                  <a:pt x="150" y="250"/>
                </a:lnTo>
                <a:lnTo>
                  <a:pt x="150" y="250"/>
                </a:lnTo>
                <a:lnTo>
                  <a:pt x="139" y="248"/>
                </a:lnTo>
                <a:lnTo>
                  <a:pt x="128" y="247"/>
                </a:lnTo>
                <a:lnTo>
                  <a:pt x="108" y="244"/>
                </a:lnTo>
                <a:lnTo>
                  <a:pt x="108" y="244"/>
                </a:lnTo>
                <a:lnTo>
                  <a:pt x="97" y="241"/>
                </a:lnTo>
                <a:lnTo>
                  <a:pt x="86" y="239"/>
                </a:lnTo>
                <a:lnTo>
                  <a:pt x="75" y="233"/>
                </a:lnTo>
                <a:lnTo>
                  <a:pt x="65" y="226"/>
                </a:lnTo>
                <a:lnTo>
                  <a:pt x="47" y="212"/>
                </a:lnTo>
                <a:lnTo>
                  <a:pt x="29" y="197"/>
                </a:lnTo>
                <a:lnTo>
                  <a:pt x="29" y="197"/>
                </a:lnTo>
                <a:lnTo>
                  <a:pt x="22" y="190"/>
                </a:lnTo>
                <a:lnTo>
                  <a:pt x="17" y="182"/>
                </a:lnTo>
                <a:lnTo>
                  <a:pt x="13" y="174"/>
                </a:lnTo>
                <a:lnTo>
                  <a:pt x="10" y="167"/>
                </a:lnTo>
                <a:lnTo>
                  <a:pt x="7" y="159"/>
                </a:lnTo>
                <a:lnTo>
                  <a:pt x="7" y="149"/>
                </a:lnTo>
                <a:lnTo>
                  <a:pt x="7" y="141"/>
                </a:lnTo>
                <a:lnTo>
                  <a:pt x="9" y="133"/>
                </a:lnTo>
                <a:lnTo>
                  <a:pt x="13" y="115"/>
                </a:lnTo>
                <a:lnTo>
                  <a:pt x="20" y="98"/>
                </a:lnTo>
                <a:lnTo>
                  <a:pt x="29" y="83"/>
                </a:lnTo>
                <a:lnTo>
                  <a:pt x="39" y="69"/>
                </a:lnTo>
                <a:lnTo>
                  <a:pt x="39" y="69"/>
                </a:lnTo>
                <a:lnTo>
                  <a:pt x="48" y="58"/>
                </a:lnTo>
                <a:lnTo>
                  <a:pt x="59" y="47"/>
                </a:lnTo>
                <a:lnTo>
                  <a:pt x="72" y="39"/>
                </a:lnTo>
                <a:lnTo>
                  <a:pt x="84" y="31"/>
                </a:lnTo>
                <a:lnTo>
                  <a:pt x="97" y="22"/>
                </a:lnTo>
                <a:lnTo>
                  <a:pt x="110" y="17"/>
                </a:lnTo>
                <a:lnTo>
                  <a:pt x="124" y="13"/>
                </a:lnTo>
                <a:lnTo>
                  <a:pt x="139" y="9"/>
                </a:lnTo>
                <a:lnTo>
                  <a:pt x="139" y="9"/>
                </a:lnTo>
                <a:lnTo>
                  <a:pt x="150" y="7"/>
                </a:lnTo>
                <a:lnTo>
                  <a:pt x="161" y="7"/>
                </a:lnTo>
                <a:lnTo>
                  <a:pt x="172" y="7"/>
                </a:lnTo>
                <a:lnTo>
                  <a:pt x="183" y="9"/>
                </a:lnTo>
                <a:lnTo>
                  <a:pt x="193" y="11"/>
                </a:lnTo>
                <a:lnTo>
                  <a:pt x="204" y="14"/>
                </a:lnTo>
                <a:lnTo>
                  <a:pt x="225" y="22"/>
                </a:lnTo>
                <a:lnTo>
                  <a:pt x="244" y="35"/>
                </a:lnTo>
                <a:lnTo>
                  <a:pt x="252" y="40"/>
                </a:lnTo>
                <a:lnTo>
                  <a:pt x="260" y="49"/>
                </a:lnTo>
                <a:lnTo>
                  <a:pt x="269" y="55"/>
                </a:lnTo>
                <a:lnTo>
                  <a:pt x="276" y="65"/>
                </a:lnTo>
                <a:lnTo>
                  <a:pt x="281" y="73"/>
                </a:lnTo>
                <a:lnTo>
                  <a:pt x="287" y="83"/>
                </a:lnTo>
                <a:lnTo>
                  <a:pt x="287" y="83"/>
                </a:lnTo>
                <a:lnTo>
                  <a:pt x="293" y="98"/>
                </a:lnTo>
                <a:lnTo>
                  <a:pt x="296" y="115"/>
                </a:lnTo>
                <a:lnTo>
                  <a:pt x="298" y="130"/>
                </a:lnTo>
                <a:lnTo>
                  <a:pt x="296" y="145"/>
                </a:lnTo>
                <a:lnTo>
                  <a:pt x="292" y="160"/>
                </a:lnTo>
                <a:lnTo>
                  <a:pt x="288" y="175"/>
                </a:lnTo>
                <a:lnTo>
                  <a:pt x="281" y="189"/>
                </a:lnTo>
                <a:lnTo>
                  <a:pt x="273" y="204"/>
                </a:lnTo>
                <a:lnTo>
                  <a:pt x="273" y="204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solidFill>
                <a:srgbClr val="BF9000"/>
              </a:solidFill>
            </a:endParaRPr>
          </a:p>
        </p:txBody>
      </p:sp>
      <p:sp>
        <p:nvSpPr>
          <p:cNvPr id="1016" name="Freeform 5">
            <a:extLst>
              <a:ext uri="{FF2B5EF4-FFF2-40B4-BE49-F238E27FC236}">
                <a16:creationId xmlns:a16="http://schemas.microsoft.com/office/drawing/2014/main" id="{A3D10F4E-822B-4135-E9F7-F626DB656D73}"/>
              </a:ext>
            </a:extLst>
          </p:cNvPr>
          <p:cNvSpPr>
            <a:spLocks/>
          </p:cNvSpPr>
          <p:nvPr/>
        </p:nvSpPr>
        <p:spPr bwMode="auto">
          <a:xfrm rot="18863617">
            <a:off x="1915285" y="3462002"/>
            <a:ext cx="274776" cy="445242"/>
          </a:xfrm>
          <a:custGeom>
            <a:avLst/>
            <a:gdLst>
              <a:gd name="T0" fmla="*/ 79 w 188"/>
              <a:gd name="T1" fmla="*/ 206 h 211"/>
              <a:gd name="T2" fmla="*/ 87 w 188"/>
              <a:gd name="T3" fmla="*/ 206 h 211"/>
              <a:gd name="T4" fmla="*/ 80 w 188"/>
              <a:gd name="T5" fmla="*/ 146 h 211"/>
              <a:gd name="T6" fmla="*/ 68 w 188"/>
              <a:gd name="T7" fmla="*/ 103 h 211"/>
              <a:gd name="T8" fmla="*/ 16 w 188"/>
              <a:gd name="T9" fmla="*/ 115 h 211"/>
              <a:gd name="T10" fmla="*/ 72 w 188"/>
              <a:gd name="T11" fmla="*/ 12 h 211"/>
              <a:gd name="T12" fmla="*/ 163 w 188"/>
              <a:gd name="T13" fmla="*/ 98 h 211"/>
              <a:gd name="T14" fmla="*/ 115 w 188"/>
              <a:gd name="T15" fmla="*/ 100 h 211"/>
              <a:gd name="T16" fmla="*/ 89 w 188"/>
              <a:gd name="T17" fmla="*/ 106 h 211"/>
              <a:gd name="T18" fmla="*/ 138 w 188"/>
              <a:gd name="T19" fmla="*/ 183 h 211"/>
              <a:gd name="T20" fmla="*/ 92 w 188"/>
              <a:gd name="T21" fmla="*/ 196 h 211"/>
              <a:gd name="T22" fmla="*/ 122 w 188"/>
              <a:gd name="T23" fmla="*/ 195 h 211"/>
              <a:gd name="T24" fmla="*/ 139 w 188"/>
              <a:gd name="T25" fmla="*/ 164 h 211"/>
              <a:gd name="T26" fmla="*/ 102 w 188"/>
              <a:gd name="T27" fmla="*/ 108 h 211"/>
              <a:gd name="T28" fmla="*/ 162 w 188"/>
              <a:gd name="T29" fmla="*/ 106 h 211"/>
              <a:gd name="T30" fmla="*/ 160 w 188"/>
              <a:gd name="T31" fmla="*/ 84 h 211"/>
              <a:gd name="T32" fmla="*/ 116 w 188"/>
              <a:gd name="T33" fmla="*/ 44 h 211"/>
              <a:gd name="T34" fmla="*/ 70 w 188"/>
              <a:gd name="T35" fmla="*/ 1 h 211"/>
              <a:gd name="T36" fmla="*/ 28 w 188"/>
              <a:gd name="T37" fmla="*/ 87 h 211"/>
              <a:gd name="T38" fmla="*/ 1 w 188"/>
              <a:gd name="T39" fmla="*/ 119 h 211"/>
              <a:gd name="T40" fmla="*/ 64 w 188"/>
              <a:gd name="T41" fmla="*/ 112 h 211"/>
              <a:gd name="T42" fmla="*/ 79 w 188"/>
              <a:gd name="T43" fmla="*/ 20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8" h="211">
                <a:moveTo>
                  <a:pt x="79" y="206"/>
                </a:moveTo>
                <a:cubicBezTo>
                  <a:pt x="79" y="211"/>
                  <a:pt x="87" y="211"/>
                  <a:pt x="87" y="206"/>
                </a:cubicBezTo>
                <a:cubicBezTo>
                  <a:pt x="87" y="186"/>
                  <a:pt x="84" y="165"/>
                  <a:pt x="80" y="146"/>
                </a:cubicBezTo>
                <a:cubicBezTo>
                  <a:pt x="79" y="138"/>
                  <a:pt x="76" y="106"/>
                  <a:pt x="68" y="103"/>
                </a:cubicBezTo>
                <a:cubicBezTo>
                  <a:pt x="60" y="100"/>
                  <a:pt x="27" y="115"/>
                  <a:pt x="16" y="115"/>
                </a:cubicBezTo>
                <a:cubicBezTo>
                  <a:pt x="45" y="88"/>
                  <a:pt x="54" y="46"/>
                  <a:pt x="72" y="12"/>
                </a:cubicBezTo>
                <a:cubicBezTo>
                  <a:pt x="100" y="43"/>
                  <a:pt x="132" y="70"/>
                  <a:pt x="163" y="98"/>
                </a:cubicBezTo>
                <a:cubicBezTo>
                  <a:pt x="147" y="98"/>
                  <a:pt x="131" y="100"/>
                  <a:pt x="115" y="100"/>
                </a:cubicBezTo>
                <a:cubicBezTo>
                  <a:pt x="113" y="100"/>
                  <a:pt x="80" y="96"/>
                  <a:pt x="89" y="106"/>
                </a:cubicBezTo>
                <a:cubicBezTo>
                  <a:pt x="110" y="128"/>
                  <a:pt x="128" y="153"/>
                  <a:pt x="138" y="183"/>
                </a:cubicBezTo>
                <a:cubicBezTo>
                  <a:pt x="129" y="185"/>
                  <a:pt x="96" y="188"/>
                  <a:pt x="92" y="196"/>
                </a:cubicBezTo>
                <a:cubicBezTo>
                  <a:pt x="85" y="207"/>
                  <a:pt x="121" y="196"/>
                  <a:pt x="122" y="195"/>
                </a:cubicBezTo>
                <a:cubicBezTo>
                  <a:pt x="147" y="189"/>
                  <a:pt x="150" y="189"/>
                  <a:pt x="139" y="164"/>
                </a:cubicBezTo>
                <a:cubicBezTo>
                  <a:pt x="130" y="143"/>
                  <a:pt x="117" y="125"/>
                  <a:pt x="102" y="108"/>
                </a:cubicBezTo>
                <a:cubicBezTo>
                  <a:pt x="122" y="109"/>
                  <a:pt x="142" y="106"/>
                  <a:pt x="162" y="106"/>
                </a:cubicBezTo>
                <a:cubicBezTo>
                  <a:pt x="188" y="106"/>
                  <a:pt x="173" y="96"/>
                  <a:pt x="160" y="84"/>
                </a:cubicBezTo>
                <a:cubicBezTo>
                  <a:pt x="145" y="71"/>
                  <a:pt x="130" y="58"/>
                  <a:pt x="116" y="44"/>
                </a:cubicBezTo>
                <a:cubicBezTo>
                  <a:pt x="109" y="38"/>
                  <a:pt x="79" y="0"/>
                  <a:pt x="70" y="1"/>
                </a:cubicBezTo>
                <a:cubicBezTo>
                  <a:pt x="57" y="3"/>
                  <a:pt x="35" y="75"/>
                  <a:pt x="28" y="87"/>
                </a:cubicBezTo>
                <a:cubicBezTo>
                  <a:pt x="24" y="93"/>
                  <a:pt x="0" y="115"/>
                  <a:pt x="1" y="119"/>
                </a:cubicBezTo>
                <a:cubicBezTo>
                  <a:pt x="4" y="133"/>
                  <a:pt x="56" y="116"/>
                  <a:pt x="64" y="112"/>
                </a:cubicBezTo>
                <a:cubicBezTo>
                  <a:pt x="73" y="141"/>
                  <a:pt x="79" y="179"/>
                  <a:pt x="79" y="2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18" name="图片 1017">
            <a:extLst>
              <a:ext uri="{FF2B5EF4-FFF2-40B4-BE49-F238E27FC236}">
                <a16:creationId xmlns:a16="http://schemas.microsoft.com/office/drawing/2014/main" id="{26BC64AD-2259-FD69-0678-9FC65704C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278" y="1598665"/>
            <a:ext cx="4349722" cy="2899814"/>
          </a:xfrm>
          <a:prstGeom prst="rect">
            <a:avLst/>
          </a:prstGeom>
        </p:spPr>
      </p:pic>
      <p:sp>
        <p:nvSpPr>
          <p:cNvPr id="1022" name="Freeform 5">
            <a:extLst>
              <a:ext uri="{FF2B5EF4-FFF2-40B4-BE49-F238E27FC236}">
                <a16:creationId xmlns:a16="http://schemas.microsoft.com/office/drawing/2014/main" id="{0D33C4A3-D14D-4597-954C-280AF5AD9A44}"/>
              </a:ext>
            </a:extLst>
          </p:cNvPr>
          <p:cNvSpPr>
            <a:spLocks/>
          </p:cNvSpPr>
          <p:nvPr/>
        </p:nvSpPr>
        <p:spPr bwMode="auto">
          <a:xfrm rot="18863617">
            <a:off x="10683267" y="3165700"/>
            <a:ext cx="274776" cy="445242"/>
          </a:xfrm>
          <a:custGeom>
            <a:avLst/>
            <a:gdLst>
              <a:gd name="T0" fmla="*/ 79 w 188"/>
              <a:gd name="T1" fmla="*/ 206 h 211"/>
              <a:gd name="T2" fmla="*/ 87 w 188"/>
              <a:gd name="T3" fmla="*/ 206 h 211"/>
              <a:gd name="T4" fmla="*/ 80 w 188"/>
              <a:gd name="T5" fmla="*/ 146 h 211"/>
              <a:gd name="T6" fmla="*/ 68 w 188"/>
              <a:gd name="T7" fmla="*/ 103 h 211"/>
              <a:gd name="T8" fmla="*/ 16 w 188"/>
              <a:gd name="T9" fmla="*/ 115 h 211"/>
              <a:gd name="T10" fmla="*/ 72 w 188"/>
              <a:gd name="T11" fmla="*/ 12 h 211"/>
              <a:gd name="T12" fmla="*/ 163 w 188"/>
              <a:gd name="T13" fmla="*/ 98 h 211"/>
              <a:gd name="T14" fmla="*/ 115 w 188"/>
              <a:gd name="T15" fmla="*/ 100 h 211"/>
              <a:gd name="T16" fmla="*/ 89 w 188"/>
              <a:gd name="T17" fmla="*/ 106 h 211"/>
              <a:gd name="T18" fmla="*/ 138 w 188"/>
              <a:gd name="T19" fmla="*/ 183 h 211"/>
              <a:gd name="T20" fmla="*/ 92 w 188"/>
              <a:gd name="T21" fmla="*/ 196 h 211"/>
              <a:gd name="T22" fmla="*/ 122 w 188"/>
              <a:gd name="T23" fmla="*/ 195 h 211"/>
              <a:gd name="T24" fmla="*/ 139 w 188"/>
              <a:gd name="T25" fmla="*/ 164 h 211"/>
              <a:gd name="T26" fmla="*/ 102 w 188"/>
              <a:gd name="T27" fmla="*/ 108 h 211"/>
              <a:gd name="T28" fmla="*/ 162 w 188"/>
              <a:gd name="T29" fmla="*/ 106 h 211"/>
              <a:gd name="T30" fmla="*/ 160 w 188"/>
              <a:gd name="T31" fmla="*/ 84 h 211"/>
              <a:gd name="T32" fmla="*/ 116 w 188"/>
              <a:gd name="T33" fmla="*/ 44 h 211"/>
              <a:gd name="T34" fmla="*/ 70 w 188"/>
              <a:gd name="T35" fmla="*/ 1 h 211"/>
              <a:gd name="T36" fmla="*/ 28 w 188"/>
              <a:gd name="T37" fmla="*/ 87 h 211"/>
              <a:gd name="T38" fmla="*/ 1 w 188"/>
              <a:gd name="T39" fmla="*/ 119 h 211"/>
              <a:gd name="T40" fmla="*/ 64 w 188"/>
              <a:gd name="T41" fmla="*/ 112 h 211"/>
              <a:gd name="T42" fmla="*/ 79 w 188"/>
              <a:gd name="T43" fmla="*/ 20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8" h="211">
                <a:moveTo>
                  <a:pt x="79" y="206"/>
                </a:moveTo>
                <a:cubicBezTo>
                  <a:pt x="79" y="211"/>
                  <a:pt x="87" y="211"/>
                  <a:pt x="87" y="206"/>
                </a:cubicBezTo>
                <a:cubicBezTo>
                  <a:pt x="87" y="186"/>
                  <a:pt x="84" y="165"/>
                  <a:pt x="80" y="146"/>
                </a:cubicBezTo>
                <a:cubicBezTo>
                  <a:pt x="79" y="138"/>
                  <a:pt x="76" y="106"/>
                  <a:pt x="68" y="103"/>
                </a:cubicBezTo>
                <a:cubicBezTo>
                  <a:pt x="60" y="100"/>
                  <a:pt x="27" y="115"/>
                  <a:pt x="16" y="115"/>
                </a:cubicBezTo>
                <a:cubicBezTo>
                  <a:pt x="45" y="88"/>
                  <a:pt x="54" y="46"/>
                  <a:pt x="72" y="12"/>
                </a:cubicBezTo>
                <a:cubicBezTo>
                  <a:pt x="100" y="43"/>
                  <a:pt x="132" y="70"/>
                  <a:pt x="163" y="98"/>
                </a:cubicBezTo>
                <a:cubicBezTo>
                  <a:pt x="147" y="98"/>
                  <a:pt x="131" y="100"/>
                  <a:pt x="115" y="100"/>
                </a:cubicBezTo>
                <a:cubicBezTo>
                  <a:pt x="113" y="100"/>
                  <a:pt x="80" y="96"/>
                  <a:pt x="89" y="106"/>
                </a:cubicBezTo>
                <a:cubicBezTo>
                  <a:pt x="110" y="128"/>
                  <a:pt x="128" y="153"/>
                  <a:pt x="138" y="183"/>
                </a:cubicBezTo>
                <a:cubicBezTo>
                  <a:pt x="129" y="185"/>
                  <a:pt x="96" y="188"/>
                  <a:pt x="92" y="196"/>
                </a:cubicBezTo>
                <a:cubicBezTo>
                  <a:pt x="85" y="207"/>
                  <a:pt x="121" y="196"/>
                  <a:pt x="122" y="195"/>
                </a:cubicBezTo>
                <a:cubicBezTo>
                  <a:pt x="147" y="189"/>
                  <a:pt x="150" y="189"/>
                  <a:pt x="139" y="164"/>
                </a:cubicBezTo>
                <a:cubicBezTo>
                  <a:pt x="130" y="143"/>
                  <a:pt x="117" y="125"/>
                  <a:pt x="102" y="108"/>
                </a:cubicBezTo>
                <a:cubicBezTo>
                  <a:pt x="122" y="109"/>
                  <a:pt x="142" y="106"/>
                  <a:pt x="162" y="106"/>
                </a:cubicBezTo>
                <a:cubicBezTo>
                  <a:pt x="188" y="106"/>
                  <a:pt x="173" y="96"/>
                  <a:pt x="160" y="84"/>
                </a:cubicBezTo>
                <a:cubicBezTo>
                  <a:pt x="145" y="71"/>
                  <a:pt x="130" y="58"/>
                  <a:pt x="116" y="44"/>
                </a:cubicBezTo>
                <a:cubicBezTo>
                  <a:pt x="109" y="38"/>
                  <a:pt x="79" y="0"/>
                  <a:pt x="70" y="1"/>
                </a:cubicBezTo>
                <a:cubicBezTo>
                  <a:pt x="57" y="3"/>
                  <a:pt x="35" y="75"/>
                  <a:pt x="28" y="87"/>
                </a:cubicBezTo>
                <a:cubicBezTo>
                  <a:pt x="24" y="93"/>
                  <a:pt x="0" y="115"/>
                  <a:pt x="1" y="119"/>
                </a:cubicBezTo>
                <a:cubicBezTo>
                  <a:pt x="4" y="133"/>
                  <a:pt x="56" y="116"/>
                  <a:pt x="64" y="112"/>
                </a:cubicBezTo>
                <a:cubicBezTo>
                  <a:pt x="73" y="141"/>
                  <a:pt x="79" y="179"/>
                  <a:pt x="79" y="2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8" name="文本框 577">
            <a:extLst>
              <a:ext uri="{FF2B5EF4-FFF2-40B4-BE49-F238E27FC236}">
                <a16:creationId xmlns:a16="http://schemas.microsoft.com/office/drawing/2014/main" id="{2BB98004-C7FB-591A-F328-698B3076ED19}"/>
              </a:ext>
            </a:extLst>
          </p:cNvPr>
          <p:cNvSpPr txBox="1"/>
          <p:nvPr/>
        </p:nvSpPr>
        <p:spPr>
          <a:xfrm>
            <a:off x="2697908" y="4668102"/>
            <a:ext cx="55400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AIは質問内容に応じて、回答の下に興味を持ちそうな関連質問を自動で表示します。</a:t>
            </a:r>
            <a:b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</a:br>
            <a: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表示された質問をクリックすると、そのまま続けて質問できます。</a:t>
            </a:r>
            <a:b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</a:br>
            <a: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もちろん、提案された質問が参考にならない場合は、自分が聞きたい内容をそのまま質問できます。</a:t>
            </a:r>
            <a:endParaRPr lang="en-US" altLang="zh-CN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7" name="Freeform 5">
            <a:extLst>
              <a:ext uri="{FF2B5EF4-FFF2-40B4-BE49-F238E27FC236}">
                <a16:creationId xmlns:a16="http://schemas.microsoft.com/office/drawing/2014/main" id="{9AA8D275-713B-1B5F-2306-6BCC12E71C48}"/>
              </a:ext>
            </a:extLst>
          </p:cNvPr>
          <p:cNvSpPr>
            <a:spLocks noEditPoints="1"/>
          </p:cNvSpPr>
          <p:nvPr/>
        </p:nvSpPr>
        <p:spPr bwMode="auto">
          <a:xfrm rot="918334">
            <a:off x="1956622" y="4676532"/>
            <a:ext cx="715624" cy="576644"/>
          </a:xfrm>
          <a:custGeom>
            <a:avLst/>
            <a:gdLst>
              <a:gd name="T0" fmla="*/ 215 w 218"/>
              <a:gd name="T1" fmla="*/ 61 h 226"/>
              <a:gd name="T2" fmla="*/ 205 w 218"/>
              <a:gd name="T3" fmla="*/ 44 h 226"/>
              <a:gd name="T4" fmla="*/ 202 w 218"/>
              <a:gd name="T5" fmla="*/ 40 h 226"/>
              <a:gd name="T6" fmla="*/ 158 w 218"/>
              <a:gd name="T7" fmla="*/ 13 h 226"/>
              <a:gd name="T8" fmla="*/ 156 w 218"/>
              <a:gd name="T9" fmla="*/ 8 h 226"/>
              <a:gd name="T10" fmla="*/ 116 w 218"/>
              <a:gd name="T11" fmla="*/ 2 h 226"/>
              <a:gd name="T12" fmla="*/ 51 w 218"/>
              <a:gd name="T13" fmla="*/ 26 h 226"/>
              <a:gd name="T14" fmla="*/ 46 w 218"/>
              <a:gd name="T15" fmla="*/ 28 h 226"/>
              <a:gd name="T16" fmla="*/ 0 w 218"/>
              <a:gd name="T17" fmla="*/ 186 h 226"/>
              <a:gd name="T18" fmla="*/ 16 w 218"/>
              <a:gd name="T19" fmla="*/ 187 h 226"/>
              <a:gd name="T20" fmla="*/ 38 w 218"/>
              <a:gd name="T21" fmla="*/ 222 h 226"/>
              <a:gd name="T22" fmla="*/ 42 w 218"/>
              <a:gd name="T23" fmla="*/ 226 h 226"/>
              <a:gd name="T24" fmla="*/ 211 w 218"/>
              <a:gd name="T25" fmla="*/ 226 h 226"/>
              <a:gd name="T26" fmla="*/ 214 w 218"/>
              <a:gd name="T27" fmla="*/ 223 h 226"/>
              <a:gd name="T28" fmla="*/ 218 w 218"/>
              <a:gd name="T29" fmla="*/ 65 h 226"/>
              <a:gd name="T30" fmla="*/ 122 w 218"/>
              <a:gd name="T31" fmla="*/ 7 h 226"/>
              <a:gd name="T32" fmla="*/ 129 w 218"/>
              <a:gd name="T33" fmla="*/ 61 h 226"/>
              <a:gd name="T34" fmla="*/ 127 w 218"/>
              <a:gd name="T35" fmla="*/ 64 h 226"/>
              <a:gd name="T36" fmla="*/ 123 w 218"/>
              <a:gd name="T37" fmla="*/ 64 h 226"/>
              <a:gd name="T38" fmla="*/ 122 w 218"/>
              <a:gd name="T39" fmla="*/ 7 h 226"/>
              <a:gd name="T40" fmla="*/ 52 w 218"/>
              <a:gd name="T41" fmla="*/ 34 h 226"/>
              <a:gd name="T42" fmla="*/ 89 w 218"/>
              <a:gd name="T43" fmla="*/ 61 h 226"/>
              <a:gd name="T44" fmla="*/ 91 w 218"/>
              <a:gd name="T45" fmla="*/ 66 h 226"/>
              <a:gd name="T46" fmla="*/ 126 w 218"/>
              <a:gd name="T47" fmla="*/ 71 h 226"/>
              <a:gd name="T48" fmla="*/ 128 w 218"/>
              <a:gd name="T49" fmla="*/ 67 h 226"/>
              <a:gd name="T50" fmla="*/ 133 w 218"/>
              <a:gd name="T51" fmla="*/ 67 h 226"/>
              <a:gd name="T52" fmla="*/ 145 w 218"/>
              <a:gd name="T53" fmla="*/ 43 h 226"/>
              <a:gd name="T54" fmla="*/ 186 w 218"/>
              <a:gd name="T55" fmla="*/ 117 h 226"/>
              <a:gd name="T56" fmla="*/ 159 w 218"/>
              <a:gd name="T57" fmla="*/ 196 h 226"/>
              <a:gd name="T58" fmla="*/ 158 w 218"/>
              <a:gd name="T59" fmla="*/ 198 h 226"/>
              <a:gd name="T60" fmla="*/ 154 w 218"/>
              <a:gd name="T61" fmla="*/ 198 h 226"/>
              <a:gd name="T62" fmla="*/ 16 w 218"/>
              <a:gd name="T63" fmla="*/ 181 h 226"/>
              <a:gd name="T64" fmla="*/ 45 w 218"/>
              <a:gd name="T65" fmla="*/ 219 h 226"/>
              <a:gd name="T66" fmla="*/ 60 w 218"/>
              <a:gd name="T67" fmla="*/ 192 h 226"/>
              <a:gd name="T68" fmla="*/ 156 w 218"/>
              <a:gd name="T69" fmla="*/ 205 h 226"/>
              <a:gd name="T70" fmla="*/ 164 w 218"/>
              <a:gd name="T71" fmla="*/ 202 h 226"/>
              <a:gd name="T72" fmla="*/ 167 w 218"/>
              <a:gd name="T73" fmla="*/ 195 h 226"/>
              <a:gd name="T74" fmla="*/ 200 w 218"/>
              <a:gd name="T75" fmla="*/ 68 h 226"/>
              <a:gd name="T76" fmla="*/ 208 w 218"/>
              <a:gd name="T77" fmla="*/ 202 h 226"/>
              <a:gd name="T78" fmla="*/ 135 w 218"/>
              <a:gd name="T79" fmla="*/ 218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18" h="226">
                <a:moveTo>
                  <a:pt x="217" y="62"/>
                </a:moveTo>
                <a:cubicBezTo>
                  <a:pt x="216" y="61"/>
                  <a:pt x="215" y="61"/>
                  <a:pt x="215" y="61"/>
                </a:cubicBezTo>
                <a:cubicBezTo>
                  <a:pt x="210" y="61"/>
                  <a:pt x="206" y="61"/>
                  <a:pt x="201" y="61"/>
                </a:cubicBezTo>
                <a:cubicBezTo>
                  <a:pt x="202" y="55"/>
                  <a:pt x="203" y="49"/>
                  <a:pt x="205" y="44"/>
                </a:cubicBezTo>
                <a:cubicBezTo>
                  <a:pt x="205" y="43"/>
                  <a:pt x="205" y="42"/>
                  <a:pt x="204" y="42"/>
                </a:cubicBezTo>
                <a:cubicBezTo>
                  <a:pt x="204" y="41"/>
                  <a:pt x="203" y="40"/>
                  <a:pt x="202" y="40"/>
                </a:cubicBezTo>
                <a:cubicBezTo>
                  <a:pt x="183" y="37"/>
                  <a:pt x="166" y="36"/>
                  <a:pt x="148" y="36"/>
                </a:cubicBezTo>
                <a:cubicBezTo>
                  <a:pt x="151" y="28"/>
                  <a:pt x="154" y="21"/>
                  <a:pt x="158" y="13"/>
                </a:cubicBezTo>
                <a:cubicBezTo>
                  <a:pt x="158" y="12"/>
                  <a:pt x="158" y="11"/>
                  <a:pt x="158" y="10"/>
                </a:cubicBezTo>
                <a:cubicBezTo>
                  <a:pt x="158" y="9"/>
                  <a:pt x="157" y="8"/>
                  <a:pt x="156" y="8"/>
                </a:cubicBezTo>
                <a:cubicBezTo>
                  <a:pt x="144" y="4"/>
                  <a:pt x="132" y="1"/>
                  <a:pt x="120" y="0"/>
                </a:cubicBezTo>
                <a:cubicBezTo>
                  <a:pt x="118" y="0"/>
                  <a:pt x="117" y="1"/>
                  <a:pt x="116" y="2"/>
                </a:cubicBezTo>
                <a:cubicBezTo>
                  <a:pt x="113" y="14"/>
                  <a:pt x="108" y="25"/>
                  <a:pt x="103" y="36"/>
                </a:cubicBezTo>
                <a:cubicBezTo>
                  <a:pt x="84" y="36"/>
                  <a:pt x="66" y="35"/>
                  <a:pt x="51" y="26"/>
                </a:cubicBezTo>
                <a:cubicBezTo>
                  <a:pt x="50" y="26"/>
                  <a:pt x="49" y="25"/>
                  <a:pt x="48" y="26"/>
                </a:cubicBezTo>
                <a:cubicBezTo>
                  <a:pt x="47" y="26"/>
                  <a:pt x="46" y="27"/>
                  <a:pt x="46" y="28"/>
                </a:cubicBezTo>
                <a:cubicBezTo>
                  <a:pt x="38" y="73"/>
                  <a:pt x="31" y="139"/>
                  <a:pt x="1" y="183"/>
                </a:cubicBezTo>
                <a:cubicBezTo>
                  <a:pt x="0" y="184"/>
                  <a:pt x="0" y="185"/>
                  <a:pt x="0" y="186"/>
                </a:cubicBezTo>
                <a:cubicBezTo>
                  <a:pt x="1" y="187"/>
                  <a:pt x="2" y="188"/>
                  <a:pt x="4" y="188"/>
                </a:cubicBezTo>
                <a:cubicBezTo>
                  <a:pt x="8" y="188"/>
                  <a:pt x="12" y="187"/>
                  <a:pt x="16" y="187"/>
                </a:cubicBezTo>
                <a:cubicBezTo>
                  <a:pt x="24" y="187"/>
                  <a:pt x="32" y="188"/>
                  <a:pt x="41" y="189"/>
                </a:cubicBezTo>
                <a:cubicBezTo>
                  <a:pt x="39" y="201"/>
                  <a:pt x="39" y="211"/>
                  <a:pt x="38" y="222"/>
                </a:cubicBezTo>
                <a:cubicBezTo>
                  <a:pt x="38" y="223"/>
                  <a:pt x="38" y="224"/>
                  <a:pt x="39" y="225"/>
                </a:cubicBezTo>
                <a:cubicBezTo>
                  <a:pt x="40" y="225"/>
                  <a:pt x="41" y="226"/>
                  <a:pt x="42" y="226"/>
                </a:cubicBezTo>
                <a:cubicBezTo>
                  <a:pt x="70" y="225"/>
                  <a:pt x="103" y="224"/>
                  <a:pt x="135" y="224"/>
                </a:cubicBezTo>
                <a:cubicBezTo>
                  <a:pt x="161" y="224"/>
                  <a:pt x="187" y="225"/>
                  <a:pt x="211" y="226"/>
                </a:cubicBezTo>
                <a:cubicBezTo>
                  <a:pt x="212" y="226"/>
                  <a:pt x="213" y="226"/>
                  <a:pt x="213" y="225"/>
                </a:cubicBezTo>
                <a:cubicBezTo>
                  <a:pt x="214" y="225"/>
                  <a:pt x="214" y="224"/>
                  <a:pt x="214" y="223"/>
                </a:cubicBezTo>
                <a:cubicBezTo>
                  <a:pt x="214" y="216"/>
                  <a:pt x="214" y="209"/>
                  <a:pt x="214" y="202"/>
                </a:cubicBezTo>
                <a:cubicBezTo>
                  <a:pt x="214" y="156"/>
                  <a:pt x="215" y="111"/>
                  <a:pt x="218" y="65"/>
                </a:cubicBezTo>
                <a:cubicBezTo>
                  <a:pt x="218" y="64"/>
                  <a:pt x="218" y="63"/>
                  <a:pt x="217" y="62"/>
                </a:cubicBezTo>
                <a:close/>
                <a:moveTo>
                  <a:pt x="122" y="7"/>
                </a:moveTo>
                <a:cubicBezTo>
                  <a:pt x="131" y="8"/>
                  <a:pt x="141" y="10"/>
                  <a:pt x="150" y="13"/>
                </a:cubicBezTo>
                <a:cubicBezTo>
                  <a:pt x="143" y="29"/>
                  <a:pt x="136" y="45"/>
                  <a:pt x="129" y="61"/>
                </a:cubicBezTo>
                <a:cubicBezTo>
                  <a:pt x="129" y="62"/>
                  <a:pt x="128" y="63"/>
                  <a:pt x="128" y="63"/>
                </a:cubicBezTo>
                <a:cubicBezTo>
                  <a:pt x="127" y="64"/>
                  <a:pt x="127" y="64"/>
                  <a:pt x="127" y="64"/>
                </a:cubicBezTo>
                <a:cubicBezTo>
                  <a:pt x="126" y="65"/>
                  <a:pt x="126" y="65"/>
                  <a:pt x="126" y="65"/>
                </a:cubicBezTo>
                <a:cubicBezTo>
                  <a:pt x="125" y="65"/>
                  <a:pt x="124" y="65"/>
                  <a:pt x="123" y="64"/>
                </a:cubicBezTo>
                <a:cubicBezTo>
                  <a:pt x="115" y="63"/>
                  <a:pt x="106" y="61"/>
                  <a:pt x="97" y="60"/>
                </a:cubicBezTo>
                <a:cubicBezTo>
                  <a:pt x="108" y="44"/>
                  <a:pt x="116" y="26"/>
                  <a:pt x="122" y="7"/>
                </a:cubicBezTo>
                <a:close/>
                <a:moveTo>
                  <a:pt x="10" y="181"/>
                </a:moveTo>
                <a:cubicBezTo>
                  <a:pt x="38" y="137"/>
                  <a:pt x="44" y="77"/>
                  <a:pt x="52" y="34"/>
                </a:cubicBezTo>
                <a:cubicBezTo>
                  <a:pt x="66" y="41"/>
                  <a:pt x="83" y="43"/>
                  <a:pt x="100" y="43"/>
                </a:cubicBezTo>
                <a:cubicBezTo>
                  <a:pt x="96" y="49"/>
                  <a:pt x="93" y="55"/>
                  <a:pt x="89" y="61"/>
                </a:cubicBezTo>
                <a:cubicBezTo>
                  <a:pt x="88" y="62"/>
                  <a:pt x="88" y="63"/>
                  <a:pt x="89" y="64"/>
                </a:cubicBezTo>
                <a:cubicBezTo>
                  <a:pt x="89" y="65"/>
                  <a:pt x="90" y="66"/>
                  <a:pt x="91" y="66"/>
                </a:cubicBezTo>
                <a:cubicBezTo>
                  <a:pt x="101" y="68"/>
                  <a:pt x="112" y="69"/>
                  <a:pt x="122" y="71"/>
                </a:cubicBezTo>
                <a:cubicBezTo>
                  <a:pt x="123" y="71"/>
                  <a:pt x="124" y="71"/>
                  <a:pt x="126" y="71"/>
                </a:cubicBezTo>
                <a:cubicBezTo>
                  <a:pt x="127" y="71"/>
                  <a:pt x="128" y="71"/>
                  <a:pt x="130" y="70"/>
                </a:cubicBezTo>
                <a:cubicBezTo>
                  <a:pt x="128" y="67"/>
                  <a:pt x="128" y="67"/>
                  <a:pt x="128" y="67"/>
                </a:cubicBezTo>
                <a:cubicBezTo>
                  <a:pt x="130" y="70"/>
                  <a:pt x="130" y="70"/>
                  <a:pt x="130" y="70"/>
                </a:cubicBezTo>
                <a:cubicBezTo>
                  <a:pt x="131" y="70"/>
                  <a:pt x="133" y="68"/>
                  <a:pt x="133" y="67"/>
                </a:cubicBezTo>
                <a:cubicBezTo>
                  <a:pt x="134" y="66"/>
                  <a:pt x="135" y="65"/>
                  <a:pt x="135" y="64"/>
                </a:cubicBezTo>
                <a:cubicBezTo>
                  <a:pt x="138" y="57"/>
                  <a:pt x="141" y="50"/>
                  <a:pt x="145" y="43"/>
                </a:cubicBezTo>
                <a:cubicBezTo>
                  <a:pt x="162" y="43"/>
                  <a:pt x="179" y="43"/>
                  <a:pt x="197" y="46"/>
                </a:cubicBezTo>
                <a:cubicBezTo>
                  <a:pt x="193" y="67"/>
                  <a:pt x="191" y="92"/>
                  <a:pt x="186" y="117"/>
                </a:cubicBezTo>
                <a:cubicBezTo>
                  <a:pt x="182" y="143"/>
                  <a:pt x="175" y="170"/>
                  <a:pt x="161" y="191"/>
                </a:cubicBezTo>
                <a:cubicBezTo>
                  <a:pt x="160" y="193"/>
                  <a:pt x="160" y="195"/>
                  <a:pt x="159" y="196"/>
                </a:cubicBezTo>
                <a:cubicBezTo>
                  <a:pt x="159" y="197"/>
                  <a:pt x="158" y="198"/>
                  <a:pt x="158" y="198"/>
                </a:cubicBezTo>
                <a:cubicBezTo>
                  <a:pt x="158" y="198"/>
                  <a:pt x="158" y="198"/>
                  <a:pt x="158" y="198"/>
                </a:cubicBezTo>
                <a:cubicBezTo>
                  <a:pt x="157" y="198"/>
                  <a:pt x="157" y="199"/>
                  <a:pt x="156" y="199"/>
                </a:cubicBezTo>
                <a:cubicBezTo>
                  <a:pt x="156" y="199"/>
                  <a:pt x="155" y="198"/>
                  <a:pt x="154" y="198"/>
                </a:cubicBezTo>
                <a:cubicBezTo>
                  <a:pt x="123" y="194"/>
                  <a:pt x="92" y="189"/>
                  <a:pt x="61" y="185"/>
                </a:cubicBezTo>
                <a:cubicBezTo>
                  <a:pt x="47" y="183"/>
                  <a:pt x="31" y="181"/>
                  <a:pt x="16" y="181"/>
                </a:cubicBezTo>
                <a:cubicBezTo>
                  <a:pt x="14" y="181"/>
                  <a:pt x="12" y="181"/>
                  <a:pt x="10" y="181"/>
                </a:cubicBezTo>
                <a:close/>
                <a:moveTo>
                  <a:pt x="45" y="219"/>
                </a:moveTo>
                <a:cubicBezTo>
                  <a:pt x="46" y="209"/>
                  <a:pt x="46" y="200"/>
                  <a:pt x="47" y="190"/>
                </a:cubicBezTo>
                <a:cubicBezTo>
                  <a:pt x="52" y="190"/>
                  <a:pt x="56" y="191"/>
                  <a:pt x="60" y="192"/>
                </a:cubicBezTo>
                <a:cubicBezTo>
                  <a:pt x="91" y="196"/>
                  <a:pt x="122" y="201"/>
                  <a:pt x="153" y="205"/>
                </a:cubicBezTo>
                <a:cubicBezTo>
                  <a:pt x="154" y="205"/>
                  <a:pt x="155" y="205"/>
                  <a:pt x="156" y="205"/>
                </a:cubicBezTo>
                <a:cubicBezTo>
                  <a:pt x="158" y="205"/>
                  <a:pt x="159" y="205"/>
                  <a:pt x="160" y="205"/>
                </a:cubicBezTo>
                <a:cubicBezTo>
                  <a:pt x="162" y="204"/>
                  <a:pt x="163" y="203"/>
                  <a:pt x="164" y="202"/>
                </a:cubicBezTo>
                <a:cubicBezTo>
                  <a:pt x="165" y="201"/>
                  <a:pt x="165" y="199"/>
                  <a:pt x="166" y="198"/>
                </a:cubicBezTo>
                <a:cubicBezTo>
                  <a:pt x="166" y="196"/>
                  <a:pt x="167" y="195"/>
                  <a:pt x="167" y="195"/>
                </a:cubicBezTo>
                <a:cubicBezTo>
                  <a:pt x="182" y="172"/>
                  <a:pt x="189" y="145"/>
                  <a:pt x="193" y="118"/>
                </a:cubicBezTo>
                <a:cubicBezTo>
                  <a:pt x="196" y="100"/>
                  <a:pt x="198" y="83"/>
                  <a:pt x="200" y="68"/>
                </a:cubicBezTo>
                <a:cubicBezTo>
                  <a:pt x="204" y="68"/>
                  <a:pt x="207" y="68"/>
                  <a:pt x="211" y="68"/>
                </a:cubicBezTo>
                <a:cubicBezTo>
                  <a:pt x="208" y="113"/>
                  <a:pt x="208" y="157"/>
                  <a:pt x="208" y="202"/>
                </a:cubicBezTo>
                <a:cubicBezTo>
                  <a:pt x="208" y="208"/>
                  <a:pt x="208" y="214"/>
                  <a:pt x="208" y="219"/>
                </a:cubicBezTo>
                <a:cubicBezTo>
                  <a:pt x="185" y="218"/>
                  <a:pt x="160" y="218"/>
                  <a:pt x="135" y="218"/>
                </a:cubicBezTo>
                <a:cubicBezTo>
                  <a:pt x="104" y="218"/>
                  <a:pt x="73" y="218"/>
                  <a:pt x="45" y="2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4309042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3ADA4-B175-7C5B-81BB-F0561BF5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8CADFBC-6C3D-96E5-6265-976E7E21A0F6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39AE3D57-02BD-23FE-DAA0-582BF5DECC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50292DC2-5331-1FB3-9C41-4A66A9A40706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F8CD195-3D30-9C5C-72E8-65AA0D522DE8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2.5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主要機能（チャット履歴の保存）</a:t>
            </a:r>
            <a:endParaRPr lang="zh-CN" altLang="en-US" sz="1600" b="1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87" name="Freeform 18">
            <a:extLst>
              <a:ext uri="{FF2B5EF4-FFF2-40B4-BE49-F238E27FC236}">
                <a16:creationId xmlns:a16="http://schemas.microsoft.com/office/drawing/2014/main" id="{D829EB8D-BF3D-9072-1124-12002B113487}"/>
              </a:ext>
            </a:extLst>
          </p:cNvPr>
          <p:cNvSpPr>
            <a:spLocks/>
          </p:cNvSpPr>
          <p:nvPr/>
        </p:nvSpPr>
        <p:spPr bwMode="auto">
          <a:xfrm>
            <a:off x="579404" y="2007698"/>
            <a:ext cx="24173" cy="19932"/>
          </a:xfrm>
          <a:custGeom>
            <a:avLst/>
            <a:gdLst>
              <a:gd name="T0" fmla="*/ 0 w 54"/>
              <a:gd name="T1" fmla="*/ 18 h 44"/>
              <a:gd name="T2" fmla="*/ 54 w 54"/>
              <a:gd name="T3" fmla="*/ 0 h 44"/>
              <a:gd name="T4" fmla="*/ 46 w 54"/>
              <a:gd name="T5" fmla="*/ 44 h 44"/>
              <a:gd name="T6" fmla="*/ 39 w 54"/>
              <a:gd name="T7" fmla="*/ 23 h 44"/>
              <a:gd name="T8" fmla="*/ 0 w 54"/>
              <a:gd name="T9" fmla="*/ 1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44">
                <a:moveTo>
                  <a:pt x="0" y="18"/>
                </a:moveTo>
                <a:cubicBezTo>
                  <a:pt x="0" y="18"/>
                  <a:pt x="30" y="19"/>
                  <a:pt x="54" y="0"/>
                </a:cubicBezTo>
                <a:cubicBezTo>
                  <a:pt x="46" y="44"/>
                  <a:pt x="46" y="44"/>
                  <a:pt x="46" y="44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3"/>
                  <a:pt x="28" y="31"/>
                  <a:pt x="0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58" name="组合 257">
            <a:extLst>
              <a:ext uri="{FF2B5EF4-FFF2-40B4-BE49-F238E27FC236}">
                <a16:creationId xmlns:a16="http://schemas.microsoft.com/office/drawing/2014/main" id="{6B4666D9-5E77-13DA-3963-A9E9F2CF33EB}"/>
              </a:ext>
            </a:extLst>
          </p:cNvPr>
          <p:cNvGrpSpPr/>
          <p:nvPr/>
        </p:nvGrpSpPr>
        <p:grpSpPr>
          <a:xfrm>
            <a:off x="10979857" y="5539076"/>
            <a:ext cx="989593" cy="1040485"/>
            <a:chOff x="4427538" y="954088"/>
            <a:chExt cx="3333750" cy="3729038"/>
          </a:xfrm>
        </p:grpSpPr>
        <p:sp>
          <p:nvSpPr>
            <p:cNvPr id="259" name="Freeform 5">
              <a:extLst>
                <a:ext uri="{FF2B5EF4-FFF2-40B4-BE49-F238E27FC236}">
                  <a16:creationId xmlns:a16="http://schemas.microsoft.com/office/drawing/2014/main" id="{DCADB41D-8687-D168-1DB0-21228A7C5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6026" y="1547813"/>
              <a:ext cx="2144713" cy="2363788"/>
            </a:xfrm>
            <a:custGeom>
              <a:avLst/>
              <a:gdLst>
                <a:gd name="T0" fmla="*/ 518 w 570"/>
                <a:gd name="T1" fmla="*/ 231 h 629"/>
                <a:gd name="T2" fmla="*/ 454 w 570"/>
                <a:gd name="T3" fmla="*/ 271 h 629"/>
                <a:gd name="T4" fmla="*/ 496 w 570"/>
                <a:gd name="T5" fmla="*/ 135 h 629"/>
                <a:gd name="T6" fmla="*/ 393 w 570"/>
                <a:gd name="T7" fmla="*/ 205 h 629"/>
                <a:gd name="T8" fmla="*/ 326 w 570"/>
                <a:gd name="T9" fmla="*/ 264 h 629"/>
                <a:gd name="T10" fmla="*/ 474 w 570"/>
                <a:gd name="T11" fmla="*/ 89 h 629"/>
                <a:gd name="T12" fmla="*/ 385 w 570"/>
                <a:gd name="T13" fmla="*/ 100 h 629"/>
                <a:gd name="T14" fmla="*/ 322 w 570"/>
                <a:gd name="T15" fmla="*/ 156 h 629"/>
                <a:gd name="T16" fmla="*/ 401 w 570"/>
                <a:gd name="T17" fmla="*/ 66 h 629"/>
                <a:gd name="T18" fmla="*/ 279 w 570"/>
                <a:gd name="T19" fmla="*/ 80 h 629"/>
                <a:gd name="T20" fmla="*/ 223 w 570"/>
                <a:gd name="T21" fmla="*/ 103 h 629"/>
                <a:gd name="T22" fmla="*/ 280 w 570"/>
                <a:gd name="T23" fmla="*/ 61 h 629"/>
                <a:gd name="T24" fmla="*/ 212 w 570"/>
                <a:gd name="T25" fmla="*/ 33 h 629"/>
                <a:gd name="T26" fmla="*/ 78 w 570"/>
                <a:gd name="T27" fmla="*/ 109 h 629"/>
                <a:gd name="T28" fmla="*/ 29 w 570"/>
                <a:gd name="T29" fmla="*/ 198 h 629"/>
                <a:gd name="T30" fmla="*/ 35 w 570"/>
                <a:gd name="T31" fmla="*/ 232 h 629"/>
                <a:gd name="T32" fmla="*/ 42 w 570"/>
                <a:gd name="T33" fmla="*/ 311 h 629"/>
                <a:gd name="T34" fmla="*/ 20 w 570"/>
                <a:gd name="T35" fmla="*/ 366 h 629"/>
                <a:gd name="T36" fmla="*/ 73 w 570"/>
                <a:gd name="T37" fmla="*/ 388 h 629"/>
                <a:gd name="T38" fmla="*/ 178 w 570"/>
                <a:gd name="T39" fmla="*/ 311 h 629"/>
                <a:gd name="T40" fmla="*/ 102 w 570"/>
                <a:gd name="T41" fmla="*/ 390 h 629"/>
                <a:gd name="T42" fmla="*/ 92 w 570"/>
                <a:gd name="T43" fmla="*/ 469 h 629"/>
                <a:gd name="T44" fmla="*/ 196 w 570"/>
                <a:gd name="T45" fmla="*/ 407 h 629"/>
                <a:gd name="T46" fmla="*/ 265 w 570"/>
                <a:gd name="T47" fmla="*/ 373 h 629"/>
                <a:gd name="T48" fmla="*/ 196 w 570"/>
                <a:gd name="T49" fmla="*/ 450 h 629"/>
                <a:gd name="T50" fmla="*/ 179 w 570"/>
                <a:gd name="T51" fmla="*/ 542 h 629"/>
                <a:gd name="T52" fmla="*/ 261 w 570"/>
                <a:gd name="T53" fmla="*/ 489 h 629"/>
                <a:gd name="T54" fmla="*/ 270 w 570"/>
                <a:gd name="T55" fmla="*/ 506 h 629"/>
                <a:gd name="T56" fmla="*/ 208 w 570"/>
                <a:gd name="T57" fmla="*/ 588 h 629"/>
                <a:gd name="T58" fmla="*/ 303 w 570"/>
                <a:gd name="T59" fmla="*/ 597 h 629"/>
                <a:gd name="T60" fmla="*/ 332 w 570"/>
                <a:gd name="T61" fmla="*/ 603 h 629"/>
                <a:gd name="T62" fmla="*/ 406 w 570"/>
                <a:gd name="T63" fmla="*/ 554 h 629"/>
                <a:gd name="T64" fmla="*/ 430 w 570"/>
                <a:gd name="T65" fmla="*/ 535 h 629"/>
                <a:gd name="T66" fmla="*/ 504 w 570"/>
                <a:gd name="T67" fmla="*/ 444 h 629"/>
                <a:gd name="T68" fmla="*/ 549 w 570"/>
                <a:gd name="T69" fmla="*/ 342 h 629"/>
                <a:gd name="T70" fmla="*/ 563 w 570"/>
                <a:gd name="T71" fmla="*/ 266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70" h="629">
                  <a:moveTo>
                    <a:pt x="558" y="231"/>
                  </a:moveTo>
                  <a:cubicBezTo>
                    <a:pt x="547" y="219"/>
                    <a:pt x="530" y="221"/>
                    <a:pt x="518" y="231"/>
                  </a:cubicBezTo>
                  <a:cubicBezTo>
                    <a:pt x="477" y="265"/>
                    <a:pt x="437" y="300"/>
                    <a:pt x="395" y="332"/>
                  </a:cubicBezTo>
                  <a:cubicBezTo>
                    <a:pt x="415" y="313"/>
                    <a:pt x="434" y="292"/>
                    <a:pt x="454" y="271"/>
                  </a:cubicBezTo>
                  <a:cubicBezTo>
                    <a:pt x="482" y="243"/>
                    <a:pt x="510" y="213"/>
                    <a:pt x="528" y="177"/>
                  </a:cubicBezTo>
                  <a:cubicBezTo>
                    <a:pt x="539" y="156"/>
                    <a:pt x="521" y="127"/>
                    <a:pt x="496" y="135"/>
                  </a:cubicBezTo>
                  <a:cubicBezTo>
                    <a:pt x="475" y="142"/>
                    <a:pt x="458" y="154"/>
                    <a:pt x="441" y="168"/>
                  </a:cubicBezTo>
                  <a:cubicBezTo>
                    <a:pt x="425" y="180"/>
                    <a:pt x="408" y="191"/>
                    <a:pt x="393" y="205"/>
                  </a:cubicBezTo>
                  <a:cubicBezTo>
                    <a:pt x="377" y="218"/>
                    <a:pt x="364" y="234"/>
                    <a:pt x="349" y="247"/>
                  </a:cubicBezTo>
                  <a:cubicBezTo>
                    <a:pt x="342" y="253"/>
                    <a:pt x="334" y="259"/>
                    <a:pt x="326" y="264"/>
                  </a:cubicBezTo>
                  <a:cubicBezTo>
                    <a:pt x="353" y="239"/>
                    <a:pt x="378" y="210"/>
                    <a:pt x="407" y="186"/>
                  </a:cubicBezTo>
                  <a:cubicBezTo>
                    <a:pt x="437" y="160"/>
                    <a:pt x="471" y="131"/>
                    <a:pt x="474" y="89"/>
                  </a:cubicBezTo>
                  <a:cubicBezTo>
                    <a:pt x="475" y="66"/>
                    <a:pt x="448" y="54"/>
                    <a:pt x="430" y="64"/>
                  </a:cubicBezTo>
                  <a:cubicBezTo>
                    <a:pt x="413" y="73"/>
                    <a:pt x="399" y="87"/>
                    <a:pt x="385" y="100"/>
                  </a:cubicBezTo>
                  <a:cubicBezTo>
                    <a:pt x="369" y="115"/>
                    <a:pt x="353" y="130"/>
                    <a:pt x="336" y="144"/>
                  </a:cubicBezTo>
                  <a:cubicBezTo>
                    <a:pt x="331" y="148"/>
                    <a:pt x="326" y="152"/>
                    <a:pt x="322" y="156"/>
                  </a:cubicBezTo>
                  <a:cubicBezTo>
                    <a:pt x="323" y="155"/>
                    <a:pt x="323" y="154"/>
                    <a:pt x="324" y="153"/>
                  </a:cubicBezTo>
                  <a:cubicBezTo>
                    <a:pt x="351" y="125"/>
                    <a:pt x="374" y="93"/>
                    <a:pt x="401" y="66"/>
                  </a:cubicBezTo>
                  <a:cubicBezTo>
                    <a:pt x="423" y="43"/>
                    <a:pt x="393" y="1"/>
                    <a:pt x="366" y="21"/>
                  </a:cubicBezTo>
                  <a:cubicBezTo>
                    <a:pt x="337" y="41"/>
                    <a:pt x="309" y="62"/>
                    <a:pt x="279" y="80"/>
                  </a:cubicBezTo>
                  <a:cubicBezTo>
                    <a:pt x="256" y="95"/>
                    <a:pt x="232" y="107"/>
                    <a:pt x="208" y="119"/>
                  </a:cubicBezTo>
                  <a:cubicBezTo>
                    <a:pt x="213" y="113"/>
                    <a:pt x="218" y="108"/>
                    <a:pt x="223" y="103"/>
                  </a:cubicBezTo>
                  <a:cubicBezTo>
                    <a:pt x="229" y="96"/>
                    <a:pt x="236" y="88"/>
                    <a:pt x="244" y="81"/>
                  </a:cubicBezTo>
                  <a:cubicBezTo>
                    <a:pt x="256" y="75"/>
                    <a:pt x="268" y="69"/>
                    <a:pt x="280" y="61"/>
                  </a:cubicBezTo>
                  <a:cubicBezTo>
                    <a:pt x="306" y="42"/>
                    <a:pt x="291" y="0"/>
                    <a:pt x="257" y="8"/>
                  </a:cubicBezTo>
                  <a:cubicBezTo>
                    <a:pt x="240" y="12"/>
                    <a:pt x="225" y="22"/>
                    <a:pt x="212" y="33"/>
                  </a:cubicBezTo>
                  <a:cubicBezTo>
                    <a:pt x="187" y="45"/>
                    <a:pt x="161" y="54"/>
                    <a:pt x="138" y="68"/>
                  </a:cubicBezTo>
                  <a:cubicBezTo>
                    <a:pt x="116" y="79"/>
                    <a:pt x="97" y="94"/>
                    <a:pt x="78" y="109"/>
                  </a:cubicBezTo>
                  <a:cubicBezTo>
                    <a:pt x="59" y="123"/>
                    <a:pt x="47" y="142"/>
                    <a:pt x="29" y="157"/>
                  </a:cubicBezTo>
                  <a:cubicBezTo>
                    <a:pt x="17" y="167"/>
                    <a:pt x="19" y="187"/>
                    <a:pt x="29" y="198"/>
                  </a:cubicBezTo>
                  <a:cubicBezTo>
                    <a:pt x="36" y="205"/>
                    <a:pt x="45" y="207"/>
                    <a:pt x="54" y="205"/>
                  </a:cubicBezTo>
                  <a:cubicBezTo>
                    <a:pt x="48" y="215"/>
                    <a:pt x="42" y="224"/>
                    <a:pt x="35" y="232"/>
                  </a:cubicBezTo>
                  <a:cubicBezTo>
                    <a:pt x="23" y="245"/>
                    <a:pt x="11" y="258"/>
                    <a:pt x="7" y="275"/>
                  </a:cubicBezTo>
                  <a:cubicBezTo>
                    <a:pt x="0" y="298"/>
                    <a:pt x="21" y="314"/>
                    <a:pt x="42" y="311"/>
                  </a:cubicBezTo>
                  <a:cubicBezTo>
                    <a:pt x="46" y="310"/>
                    <a:pt x="49" y="309"/>
                    <a:pt x="52" y="308"/>
                  </a:cubicBezTo>
                  <a:cubicBezTo>
                    <a:pt x="39" y="326"/>
                    <a:pt x="28" y="345"/>
                    <a:pt x="20" y="366"/>
                  </a:cubicBezTo>
                  <a:cubicBezTo>
                    <a:pt x="15" y="378"/>
                    <a:pt x="23" y="392"/>
                    <a:pt x="33" y="398"/>
                  </a:cubicBezTo>
                  <a:cubicBezTo>
                    <a:pt x="47" y="407"/>
                    <a:pt x="64" y="401"/>
                    <a:pt x="73" y="388"/>
                  </a:cubicBezTo>
                  <a:cubicBezTo>
                    <a:pt x="93" y="358"/>
                    <a:pt x="122" y="337"/>
                    <a:pt x="155" y="321"/>
                  </a:cubicBezTo>
                  <a:cubicBezTo>
                    <a:pt x="162" y="317"/>
                    <a:pt x="170" y="314"/>
                    <a:pt x="178" y="311"/>
                  </a:cubicBezTo>
                  <a:cubicBezTo>
                    <a:pt x="167" y="323"/>
                    <a:pt x="157" y="337"/>
                    <a:pt x="146" y="349"/>
                  </a:cubicBezTo>
                  <a:cubicBezTo>
                    <a:pt x="134" y="364"/>
                    <a:pt x="118" y="379"/>
                    <a:pt x="102" y="390"/>
                  </a:cubicBezTo>
                  <a:cubicBezTo>
                    <a:pt x="87" y="400"/>
                    <a:pt x="68" y="410"/>
                    <a:pt x="59" y="427"/>
                  </a:cubicBezTo>
                  <a:cubicBezTo>
                    <a:pt x="48" y="450"/>
                    <a:pt x="67" y="476"/>
                    <a:pt x="92" y="469"/>
                  </a:cubicBezTo>
                  <a:cubicBezTo>
                    <a:pt x="112" y="465"/>
                    <a:pt x="127" y="451"/>
                    <a:pt x="142" y="438"/>
                  </a:cubicBezTo>
                  <a:cubicBezTo>
                    <a:pt x="158" y="426"/>
                    <a:pt x="178" y="417"/>
                    <a:pt x="196" y="407"/>
                  </a:cubicBezTo>
                  <a:cubicBezTo>
                    <a:pt x="216" y="397"/>
                    <a:pt x="237" y="388"/>
                    <a:pt x="258" y="377"/>
                  </a:cubicBezTo>
                  <a:cubicBezTo>
                    <a:pt x="260" y="376"/>
                    <a:pt x="263" y="375"/>
                    <a:pt x="265" y="373"/>
                  </a:cubicBezTo>
                  <a:cubicBezTo>
                    <a:pt x="255" y="384"/>
                    <a:pt x="245" y="394"/>
                    <a:pt x="236" y="405"/>
                  </a:cubicBezTo>
                  <a:cubicBezTo>
                    <a:pt x="223" y="421"/>
                    <a:pt x="210" y="436"/>
                    <a:pt x="196" y="450"/>
                  </a:cubicBezTo>
                  <a:cubicBezTo>
                    <a:pt x="180" y="465"/>
                    <a:pt x="164" y="477"/>
                    <a:pt x="150" y="493"/>
                  </a:cubicBezTo>
                  <a:cubicBezTo>
                    <a:pt x="131" y="516"/>
                    <a:pt x="150" y="546"/>
                    <a:pt x="179" y="542"/>
                  </a:cubicBezTo>
                  <a:cubicBezTo>
                    <a:pt x="193" y="539"/>
                    <a:pt x="204" y="525"/>
                    <a:pt x="211" y="519"/>
                  </a:cubicBezTo>
                  <a:cubicBezTo>
                    <a:pt x="227" y="508"/>
                    <a:pt x="244" y="498"/>
                    <a:pt x="261" y="489"/>
                  </a:cubicBezTo>
                  <a:cubicBezTo>
                    <a:pt x="279" y="479"/>
                    <a:pt x="298" y="468"/>
                    <a:pt x="316" y="457"/>
                  </a:cubicBezTo>
                  <a:cubicBezTo>
                    <a:pt x="300" y="473"/>
                    <a:pt x="286" y="490"/>
                    <a:pt x="270" y="506"/>
                  </a:cubicBezTo>
                  <a:cubicBezTo>
                    <a:pt x="258" y="517"/>
                    <a:pt x="247" y="531"/>
                    <a:pt x="236" y="543"/>
                  </a:cubicBezTo>
                  <a:cubicBezTo>
                    <a:pt x="225" y="557"/>
                    <a:pt x="214" y="571"/>
                    <a:pt x="208" y="588"/>
                  </a:cubicBezTo>
                  <a:cubicBezTo>
                    <a:pt x="204" y="602"/>
                    <a:pt x="214" y="620"/>
                    <a:pt x="229" y="623"/>
                  </a:cubicBezTo>
                  <a:cubicBezTo>
                    <a:pt x="256" y="629"/>
                    <a:pt x="281" y="611"/>
                    <a:pt x="303" y="597"/>
                  </a:cubicBezTo>
                  <a:cubicBezTo>
                    <a:pt x="310" y="592"/>
                    <a:pt x="317" y="588"/>
                    <a:pt x="324" y="583"/>
                  </a:cubicBezTo>
                  <a:cubicBezTo>
                    <a:pt x="324" y="590"/>
                    <a:pt x="326" y="597"/>
                    <a:pt x="332" y="603"/>
                  </a:cubicBezTo>
                  <a:cubicBezTo>
                    <a:pt x="343" y="614"/>
                    <a:pt x="363" y="615"/>
                    <a:pt x="373" y="603"/>
                  </a:cubicBezTo>
                  <a:cubicBezTo>
                    <a:pt x="386" y="588"/>
                    <a:pt x="401" y="574"/>
                    <a:pt x="406" y="554"/>
                  </a:cubicBezTo>
                  <a:cubicBezTo>
                    <a:pt x="407" y="550"/>
                    <a:pt x="407" y="547"/>
                    <a:pt x="407" y="543"/>
                  </a:cubicBezTo>
                  <a:cubicBezTo>
                    <a:pt x="415" y="544"/>
                    <a:pt x="423" y="541"/>
                    <a:pt x="430" y="535"/>
                  </a:cubicBezTo>
                  <a:cubicBezTo>
                    <a:pt x="444" y="523"/>
                    <a:pt x="457" y="511"/>
                    <a:pt x="469" y="497"/>
                  </a:cubicBezTo>
                  <a:cubicBezTo>
                    <a:pt x="483" y="481"/>
                    <a:pt x="494" y="462"/>
                    <a:pt x="504" y="444"/>
                  </a:cubicBezTo>
                  <a:cubicBezTo>
                    <a:pt x="514" y="427"/>
                    <a:pt x="523" y="413"/>
                    <a:pt x="536" y="400"/>
                  </a:cubicBezTo>
                  <a:cubicBezTo>
                    <a:pt x="553" y="383"/>
                    <a:pt x="558" y="364"/>
                    <a:pt x="549" y="342"/>
                  </a:cubicBezTo>
                  <a:cubicBezTo>
                    <a:pt x="544" y="332"/>
                    <a:pt x="527" y="325"/>
                    <a:pt x="516" y="329"/>
                  </a:cubicBezTo>
                  <a:cubicBezTo>
                    <a:pt x="533" y="309"/>
                    <a:pt x="549" y="288"/>
                    <a:pt x="563" y="266"/>
                  </a:cubicBezTo>
                  <a:cubicBezTo>
                    <a:pt x="570" y="255"/>
                    <a:pt x="567" y="240"/>
                    <a:pt x="558" y="23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Freeform 6">
              <a:extLst>
                <a:ext uri="{FF2B5EF4-FFF2-40B4-BE49-F238E27FC236}">
                  <a16:creationId xmlns:a16="http://schemas.microsoft.com/office/drawing/2014/main" id="{64175B89-143A-BF27-2731-8AA76C4F4C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2588" y="2581276"/>
              <a:ext cx="1274763" cy="1308100"/>
            </a:xfrm>
            <a:custGeom>
              <a:avLst/>
              <a:gdLst>
                <a:gd name="T0" fmla="*/ 275 w 339"/>
                <a:gd name="T1" fmla="*/ 103 h 348"/>
                <a:gd name="T2" fmla="*/ 261 w 339"/>
                <a:gd name="T3" fmla="*/ 119 h 348"/>
                <a:gd name="T4" fmla="*/ 256 w 339"/>
                <a:gd name="T5" fmla="*/ 55 h 348"/>
                <a:gd name="T6" fmla="*/ 214 w 339"/>
                <a:gd name="T7" fmla="*/ 32 h 348"/>
                <a:gd name="T8" fmla="*/ 151 w 339"/>
                <a:gd name="T9" fmla="*/ 73 h 348"/>
                <a:gd name="T10" fmla="*/ 161 w 339"/>
                <a:gd name="T11" fmla="*/ 56 h 348"/>
                <a:gd name="T12" fmla="*/ 111 w 339"/>
                <a:gd name="T13" fmla="*/ 46 h 348"/>
                <a:gd name="T14" fmla="*/ 86 w 339"/>
                <a:gd name="T15" fmla="*/ 100 h 348"/>
                <a:gd name="T16" fmla="*/ 74 w 339"/>
                <a:gd name="T17" fmla="*/ 103 h 348"/>
                <a:gd name="T18" fmla="*/ 49 w 339"/>
                <a:gd name="T19" fmla="*/ 132 h 348"/>
                <a:gd name="T20" fmla="*/ 67 w 339"/>
                <a:gd name="T21" fmla="*/ 154 h 348"/>
                <a:gd name="T22" fmla="*/ 102 w 339"/>
                <a:gd name="T23" fmla="*/ 239 h 348"/>
                <a:gd name="T24" fmla="*/ 131 w 339"/>
                <a:gd name="T25" fmla="*/ 333 h 348"/>
                <a:gd name="T26" fmla="*/ 117 w 339"/>
                <a:gd name="T27" fmla="*/ 205 h 348"/>
                <a:gd name="T28" fmla="*/ 83 w 339"/>
                <a:gd name="T29" fmla="*/ 129 h 348"/>
                <a:gd name="T30" fmla="*/ 132 w 339"/>
                <a:gd name="T31" fmla="*/ 89 h 348"/>
                <a:gd name="T32" fmla="*/ 217 w 339"/>
                <a:gd name="T33" fmla="*/ 87 h 348"/>
                <a:gd name="T34" fmla="*/ 257 w 339"/>
                <a:gd name="T35" fmla="*/ 143 h 348"/>
                <a:gd name="T36" fmla="*/ 208 w 339"/>
                <a:gd name="T37" fmla="*/ 272 h 348"/>
                <a:gd name="T38" fmla="*/ 186 w 339"/>
                <a:gd name="T39" fmla="*/ 333 h 348"/>
                <a:gd name="T40" fmla="*/ 228 w 339"/>
                <a:gd name="T41" fmla="*/ 283 h 348"/>
                <a:gd name="T42" fmla="*/ 280 w 339"/>
                <a:gd name="T43" fmla="*/ 147 h 348"/>
                <a:gd name="T44" fmla="*/ 323 w 339"/>
                <a:gd name="T45" fmla="*/ 92 h 348"/>
                <a:gd name="T46" fmla="*/ 40 w 339"/>
                <a:gd name="T47" fmla="*/ 99 h 348"/>
                <a:gd name="T48" fmla="*/ 43 w 339"/>
                <a:gd name="T49" fmla="*/ 103 h 348"/>
                <a:gd name="T50" fmla="*/ 142 w 339"/>
                <a:gd name="T51" fmla="*/ 37 h 348"/>
                <a:gd name="T52" fmla="*/ 141 w 339"/>
                <a:gd name="T53" fmla="*/ 44 h 348"/>
                <a:gd name="T54" fmla="*/ 142 w 339"/>
                <a:gd name="T55" fmla="*/ 37 h 348"/>
                <a:gd name="T56" fmla="*/ 235 w 339"/>
                <a:gd name="T57" fmla="*/ 43 h 348"/>
                <a:gd name="T58" fmla="*/ 234 w 339"/>
                <a:gd name="T59" fmla="*/ 46 h 348"/>
                <a:gd name="T60" fmla="*/ 300 w 339"/>
                <a:gd name="T61" fmla="*/ 115 h 348"/>
                <a:gd name="T62" fmla="*/ 296 w 339"/>
                <a:gd name="T63" fmla="*/ 112 h 348"/>
                <a:gd name="T64" fmla="*/ 304 w 339"/>
                <a:gd name="T65" fmla="*/ 10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9" h="348">
                  <a:moveTo>
                    <a:pt x="323" y="92"/>
                  </a:moveTo>
                  <a:cubicBezTo>
                    <a:pt x="308" y="65"/>
                    <a:pt x="286" y="83"/>
                    <a:pt x="275" y="103"/>
                  </a:cubicBezTo>
                  <a:cubicBezTo>
                    <a:pt x="272" y="109"/>
                    <a:pt x="269" y="115"/>
                    <a:pt x="266" y="121"/>
                  </a:cubicBezTo>
                  <a:cubicBezTo>
                    <a:pt x="264" y="121"/>
                    <a:pt x="263" y="120"/>
                    <a:pt x="261" y="119"/>
                  </a:cubicBezTo>
                  <a:cubicBezTo>
                    <a:pt x="249" y="111"/>
                    <a:pt x="242" y="94"/>
                    <a:pt x="238" y="76"/>
                  </a:cubicBezTo>
                  <a:cubicBezTo>
                    <a:pt x="246" y="71"/>
                    <a:pt x="253" y="65"/>
                    <a:pt x="256" y="55"/>
                  </a:cubicBezTo>
                  <a:cubicBezTo>
                    <a:pt x="259" y="45"/>
                    <a:pt x="260" y="25"/>
                    <a:pt x="248" y="20"/>
                  </a:cubicBezTo>
                  <a:cubicBezTo>
                    <a:pt x="236" y="15"/>
                    <a:pt x="220" y="19"/>
                    <a:pt x="214" y="32"/>
                  </a:cubicBezTo>
                  <a:cubicBezTo>
                    <a:pt x="210" y="41"/>
                    <a:pt x="210" y="52"/>
                    <a:pt x="211" y="64"/>
                  </a:cubicBezTo>
                  <a:cubicBezTo>
                    <a:pt x="193" y="73"/>
                    <a:pt x="171" y="78"/>
                    <a:pt x="151" y="73"/>
                  </a:cubicBezTo>
                  <a:cubicBezTo>
                    <a:pt x="151" y="73"/>
                    <a:pt x="150" y="73"/>
                    <a:pt x="149" y="72"/>
                  </a:cubicBezTo>
                  <a:cubicBezTo>
                    <a:pt x="154" y="67"/>
                    <a:pt x="158" y="62"/>
                    <a:pt x="161" y="56"/>
                  </a:cubicBezTo>
                  <a:cubicBezTo>
                    <a:pt x="167" y="46"/>
                    <a:pt x="169" y="27"/>
                    <a:pt x="160" y="18"/>
                  </a:cubicBezTo>
                  <a:cubicBezTo>
                    <a:pt x="141" y="0"/>
                    <a:pt x="114" y="25"/>
                    <a:pt x="111" y="46"/>
                  </a:cubicBezTo>
                  <a:cubicBezTo>
                    <a:pt x="110" y="55"/>
                    <a:pt x="113" y="64"/>
                    <a:pt x="117" y="72"/>
                  </a:cubicBezTo>
                  <a:cubicBezTo>
                    <a:pt x="107" y="82"/>
                    <a:pt x="97" y="92"/>
                    <a:pt x="86" y="100"/>
                  </a:cubicBezTo>
                  <a:cubicBezTo>
                    <a:pt x="82" y="103"/>
                    <a:pt x="79" y="105"/>
                    <a:pt x="75" y="106"/>
                  </a:cubicBezTo>
                  <a:cubicBezTo>
                    <a:pt x="75" y="105"/>
                    <a:pt x="75" y="104"/>
                    <a:pt x="74" y="103"/>
                  </a:cubicBezTo>
                  <a:cubicBezTo>
                    <a:pt x="64" y="84"/>
                    <a:pt x="32" y="62"/>
                    <a:pt x="14" y="86"/>
                  </a:cubicBezTo>
                  <a:cubicBezTo>
                    <a:pt x="0" y="105"/>
                    <a:pt x="36" y="127"/>
                    <a:pt x="49" y="132"/>
                  </a:cubicBezTo>
                  <a:cubicBezTo>
                    <a:pt x="53" y="133"/>
                    <a:pt x="57" y="134"/>
                    <a:pt x="61" y="134"/>
                  </a:cubicBezTo>
                  <a:cubicBezTo>
                    <a:pt x="63" y="141"/>
                    <a:pt x="65" y="148"/>
                    <a:pt x="67" y="154"/>
                  </a:cubicBezTo>
                  <a:cubicBezTo>
                    <a:pt x="71" y="168"/>
                    <a:pt x="79" y="180"/>
                    <a:pt x="86" y="193"/>
                  </a:cubicBezTo>
                  <a:cubicBezTo>
                    <a:pt x="94" y="207"/>
                    <a:pt x="98" y="223"/>
                    <a:pt x="102" y="239"/>
                  </a:cubicBezTo>
                  <a:cubicBezTo>
                    <a:pt x="106" y="253"/>
                    <a:pt x="112" y="267"/>
                    <a:pt x="117" y="281"/>
                  </a:cubicBezTo>
                  <a:cubicBezTo>
                    <a:pt x="123" y="298"/>
                    <a:pt x="126" y="316"/>
                    <a:pt x="131" y="333"/>
                  </a:cubicBezTo>
                  <a:cubicBezTo>
                    <a:pt x="135" y="347"/>
                    <a:pt x="157" y="341"/>
                    <a:pt x="153" y="326"/>
                  </a:cubicBezTo>
                  <a:cubicBezTo>
                    <a:pt x="141" y="286"/>
                    <a:pt x="129" y="246"/>
                    <a:pt x="117" y="205"/>
                  </a:cubicBezTo>
                  <a:cubicBezTo>
                    <a:pt x="110" y="186"/>
                    <a:pt x="98" y="171"/>
                    <a:pt x="91" y="153"/>
                  </a:cubicBezTo>
                  <a:cubicBezTo>
                    <a:pt x="88" y="145"/>
                    <a:pt x="86" y="137"/>
                    <a:pt x="83" y="129"/>
                  </a:cubicBezTo>
                  <a:cubicBezTo>
                    <a:pt x="101" y="120"/>
                    <a:pt x="118" y="103"/>
                    <a:pt x="130" y="91"/>
                  </a:cubicBezTo>
                  <a:cubicBezTo>
                    <a:pt x="131" y="90"/>
                    <a:pt x="132" y="90"/>
                    <a:pt x="132" y="89"/>
                  </a:cubicBezTo>
                  <a:cubicBezTo>
                    <a:pt x="145" y="97"/>
                    <a:pt x="160" y="98"/>
                    <a:pt x="175" y="97"/>
                  </a:cubicBezTo>
                  <a:cubicBezTo>
                    <a:pt x="190" y="97"/>
                    <a:pt x="204" y="92"/>
                    <a:pt x="217" y="87"/>
                  </a:cubicBezTo>
                  <a:cubicBezTo>
                    <a:pt x="220" y="95"/>
                    <a:pt x="223" y="102"/>
                    <a:pt x="225" y="108"/>
                  </a:cubicBezTo>
                  <a:cubicBezTo>
                    <a:pt x="232" y="123"/>
                    <a:pt x="243" y="136"/>
                    <a:pt x="257" y="143"/>
                  </a:cubicBezTo>
                  <a:cubicBezTo>
                    <a:pt x="248" y="165"/>
                    <a:pt x="241" y="187"/>
                    <a:pt x="232" y="209"/>
                  </a:cubicBezTo>
                  <a:cubicBezTo>
                    <a:pt x="225" y="230"/>
                    <a:pt x="216" y="251"/>
                    <a:pt x="208" y="272"/>
                  </a:cubicBezTo>
                  <a:cubicBezTo>
                    <a:pt x="200" y="289"/>
                    <a:pt x="191" y="305"/>
                    <a:pt x="187" y="323"/>
                  </a:cubicBezTo>
                  <a:cubicBezTo>
                    <a:pt x="186" y="326"/>
                    <a:pt x="186" y="330"/>
                    <a:pt x="186" y="333"/>
                  </a:cubicBezTo>
                  <a:cubicBezTo>
                    <a:pt x="185" y="348"/>
                    <a:pt x="208" y="348"/>
                    <a:pt x="209" y="333"/>
                  </a:cubicBezTo>
                  <a:cubicBezTo>
                    <a:pt x="210" y="316"/>
                    <a:pt x="220" y="299"/>
                    <a:pt x="228" y="283"/>
                  </a:cubicBezTo>
                  <a:cubicBezTo>
                    <a:pt x="237" y="263"/>
                    <a:pt x="245" y="242"/>
                    <a:pt x="253" y="221"/>
                  </a:cubicBezTo>
                  <a:cubicBezTo>
                    <a:pt x="262" y="196"/>
                    <a:pt x="270" y="171"/>
                    <a:pt x="280" y="147"/>
                  </a:cubicBezTo>
                  <a:cubicBezTo>
                    <a:pt x="282" y="147"/>
                    <a:pt x="283" y="146"/>
                    <a:pt x="285" y="146"/>
                  </a:cubicBezTo>
                  <a:cubicBezTo>
                    <a:pt x="309" y="141"/>
                    <a:pt x="339" y="120"/>
                    <a:pt x="323" y="92"/>
                  </a:cubicBezTo>
                  <a:close/>
                  <a:moveTo>
                    <a:pt x="39" y="99"/>
                  </a:moveTo>
                  <a:cubicBezTo>
                    <a:pt x="39" y="99"/>
                    <a:pt x="39" y="99"/>
                    <a:pt x="40" y="99"/>
                  </a:cubicBezTo>
                  <a:cubicBezTo>
                    <a:pt x="43" y="100"/>
                    <a:pt x="46" y="103"/>
                    <a:pt x="48" y="106"/>
                  </a:cubicBezTo>
                  <a:cubicBezTo>
                    <a:pt x="46" y="105"/>
                    <a:pt x="45" y="104"/>
                    <a:pt x="43" y="103"/>
                  </a:cubicBezTo>
                  <a:cubicBezTo>
                    <a:pt x="42" y="102"/>
                    <a:pt x="40" y="101"/>
                    <a:pt x="39" y="99"/>
                  </a:cubicBezTo>
                  <a:close/>
                  <a:moveTo>
                    <a:pt x="142" y="37"/>
                  </a:moveTo>
                  <a:cubicBezTo>
                    <a:pt x="142" y="36"/>
                    <a:pt x="143" y="36"/>
                    <a:pt x="143" y="36"/>
                  </a:cubicBezTo>
                  <a:cubicBezTo>
                    <a:pt x="143" y="39"/>
                    <a:pt x="142" y="42"/>
                    <a:pt x="141" y="44"/>
                  </a:cubicBezTo>
                  <a:cubicBezTo>
                    <a:pt x="139" y="48"/>
                    <a:pt x="137" y="51"/>
                    <a:pt x="135" y="54"/>
                  </a:cubicBezTo>
                  <a:cubicBezTo>
                    <a:pt x="134" y="48"/>
                    <a:pt x="136" y="41"/>
                    <a:pt x="142" y="37"/>
                  </a:cubicBezTo>
                  <a:close/>
                  <a:moveTo>
                    <a:pt x="234" y="43"/>
                  </a:moveTo>
                  <a:cubicBezTo>
                    <a:pt x="235" y="43"/>
                    <a:pt x="235" y="43"/>
                    <a:pt x="235" y="43"/>
                  </a:cubicBezTo>
                  <a:cubicBezTo>
                    <a:pt x="235" y="45"/>
                    <a:pt x="234" y="46"/>
                    <a:pt x="234" y="48"/>
                  </a:cubicBezTo>
                  <a:cubicBezTo>
                    <a:pt x="234" y="47"/>
                    <a:pt x="234" y="47"/>
                    <a:pt x="234" y="46"/>
                  </a:cubicBezTo>
                  <a:cubicBezTo>
                    <a:pt x="234" y="45"/>
                    <a:pt x="234" y="44"/>
                    <a:pt x="234" y="43"/>
                  </a:cubicBezTo>
                  <a:close/>
                  <a:moveTo>
                    <a:pt x="300" y="115"/>
                  </a:moveTo>
                  <a:cubicBezTo>
                    <a:pt x="298" y="117"/>
                    <a:pt x="295" y="119"/>
                    <a:pt x="292" y="120"/>
                  </a:cubicBezTo>
                  <a:cubicBezTo>
                    <a:pt x="294" y="118"/>
                    <a:pt x="295" y="115"/>
                    <a:pt x="296" y="112"/>
                  </a:cubicBezTo>
                  <a:cubicBezTo>
                    <a:pt x="298" y="109"/>
                    <a:pt x="300" y="105"/>
                    <a:pt x="303" y="103"/>
                  </a:cubicBezTo>
                  <a:cubicBezTo>
                    <a:pt x="304" y="104"/>
                    <a:pt x="304" y="106"/>
                    <a:pt x="304" y="108"/>
                  </a:cubicBezTo>
                  <a:cubicBezTo>
                    <a:pt x="305" y="111"/>
                    <a:pt x="302" y="114"/>
                    <a:pt x="300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Freeform 7">
              <a:extLst>
                <a:ext uri="{FF2B5EF4-FFF2-40B4-BE49-F238E27FC236}">
                  <a16:creationId xmlns:a16="http://schemas.microsoft.com/office/drawing/2014/main" id="{3C7BE853-59C9-F92C-A1D9-81E8E9936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325563"/>
              <a:ext cx="285750" cy="315913"/>
            </a:xfrm>
            <a:custGeom>
              <a:avLst/>
              <a:gdLst>
                <a:gd name="T0" fmla="*/ 72 w 76"/>
                <a:gd name="T1" fmla="*/ 66 h 84"/>
                <a:gd name="T2" fmla="*/ 54 w 76"/>
                <a:gd name="T3" fmla="*/ 15 h 84"/>
                <a:gd name="T4" fmla="*/ 32 w 76"/>
                <a:gd name="T5" fmla="*/ 21 h 84"/>
                <a:gd name="T6" fmla="*/ 34 w 76"/>
                <a:gd name="T7" fmla="*/ 27 h 84"/>
                <a:gd name="T8" fmla="*/ 27 w 76"/>
                <a:gd name="T9" fmla="*/ 14 h 84"/>
                <a:gd name="T10" fmla="*/ 5 w 76"/>
                <a:gd name="T11" fmla="*/ 20 h 84"/>
                <a:gd name="T12" fmla="*/ 63 w 76"/>
                <a:gd name="T13" fmla="*/ 83 h 84"/>
                <a:gd name="T14" fmla="*/ 72 w 76"/>
                <a:gd name="T15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84">
                  <a:moveTo>
                    <a:pt x="72" y="66"/>
                  </a:moveTo>
                  <a:cubicBezTo>
                    <a:pt x="65" y="50"/>
                    <a:pt x="59" y="33"/>
                    <a:pt x="54" y="15"/>
                  </a:cubicBezTo>
                  <a:cubicBezTo>
                    <a:pt x="51" y="1"/>
                    <a:pt x="28" y="7"/>
                    <a:pt x="32" y="21"/>
                  </a:cubicBezTo>
                  <a:cubicBezTo>
                    <a:pt x="33" y="23"/>
                    <a:pt x="33" y="25"/>
                    <a:pt x="34" y="27"/>
                  </a:cubicBezTo>
                  <a:cubicBezTo>
                    <a:pt x="31" y="23"/>
                    <a:pt x="29" y="18"/>
                    <a:pt x="27" y="14"/>
                  </a:cubicBezTo>
                  <a:cubicBezTo>
                    <a:pt x="22" y="0"/>
                    <a:pt x="0" y="6"/>
                    <a:pt x="5" y="20"/>
                  </a:cubicBezTo>
                  <a:cubicBezTo>
                    <a:pt x="15" y="44"/>
                    <a:pt x="33" y="82"/>
                    <a:pt x="63" y="83"/>
                  </a:cubicBezTo>
                  <a:cubicBezTo>
                    <a:pt x="72" y="84"/>
                    <a:pt x="76" y="73"/>
                    <a:pt x="72" y="6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Freeform 8">
              <a:extLst>
                <a:ext uri="{FF2B5EF4-FFF2-40B4-BE49-F238E27FC236}">
                  <a16:creationId xmlns:a16="http://schemas.microsoft.com/office/drawing/2014/main" id="{45C342C1-66B2-85F3-7FF3-66332F6E2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8051" y="987426"/>
              <a:ext cx="188913" cy="354013"/>
            </a:xfrm>
            <a:custGeom>
              <a:avLst/>
              <a:gdLst>
                <a:gd name="T0" fmla="*/ 49 w 50"/>
                <a:gd name="T1" fmla="*/ 26 h 94"/>
                <a:gd name="T2" fmla="*/ 47 w 50"/>
                <a:gd name="T3" fmla="*/ 19 h 94"/>
                <a:gd name="T4" fmla="*/ 46 w 50"/>
                <a:gd name="T5" fmla="*/ 10 h 94"/>
                <a:gd name="T6" fmla="*/ 32 w 50"/>
                <a:gd name="T7" fmla="*/ 2 h 94"/>
                <a:gd name="T8" fmla="*/ 15 w 50"/>
                <a:gd name="T9" fmla="*/ 5 h 94"/>
                <a:gd name="T10" fmla="*/ 15 w 50"/>
                <a:gd name="T11" fmla="*/ 28 h 94"/>
                <a:gd name="T12" fmla="*/ 22 w 50"/>
                <a:gd name="T13" fmla="*/ 28 h 94"/>
                <a:gd name="T14" fmla="*/ 15 w 50"/>
                <a:gd name="T15" fmla="*/ 46 h 94"/>
                <a:gd name="T16" fmla="*/ 13 w 50"/>
                <a:gd name="T17" fmla="*/ 82 h 94"/>
                <a:gd name="T18" fmla="*/ 33 w 50"/>
                <a:gd name="T19" fmla="*/ 87 h 94"/>
                <a:gd name="T20" fmla="*/ 49 w 50"/>
                <a:gd name="T21" fmla="*/ 2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94">
                  <a:moveTo>
                    <a:pt x="49" y="26"/>
                  </a:moveTo>
                  <a:cubicBezTo>
                    <a:pt x="49" y="23"/>
                    <a:pt x="48" y="21"/>
                    <a:pt x="47" y="19"/>
                  </a:cubicBezTo>
                  <a:cubicBezTo>
                    <a:pt x="47" y="16"/>
                    <a:pt x="47" y="13"/>
                    <a:pt x="46" y="10"/>
                  </a:cubicBezTo>
                  <a:cubicBezTo>
                    <a:pt x="45" y="4"/>
                    <a:pt x="38" y="0"/>
                    <a:pt x="32" y="2"/>
                  </a:cubicBezTo>
                  <a:cubicBezTo>
                    <a:pt x="26" y="3"/>
                    <a:pt x="21" y="5"/>
                    <a:pt x="15" y="5"/>
                  </a:cubicBezTo>
                  <a:cubicBezTo>
                    <a:pt x="0" y="6"/>
                    <a:pt x="0" y="29"/>
                    <a:pt x="15" y="28"/>
                  </a:cubicBezTo>
                  <a:cubicBezTo>
                    <a:pt x="17" y="28"/>
                    <a:pt x="20" y="28"/>
                    <a:pt x="22" y="28"/>
                  </a:cubicBezTo>
                  <a:cubicBezTo>
                    <a:pt x="19" y="34"/>
                    <a:pt x="16" y="41"/>
                    <a:pt x="15" y="46"/>
                  </a:cubicBezTo>
                  <a:cubicBezTo>
                    <a:pt x="12" y="58"/>
                    <a:pt x="10" y="70"/>
                    <a:pt x="13" y="82"/>
                  </a:cubicBezTo>
                  <a:cubicBezTo>
                    <a:pt x="15" y="90"/>
                    <a:pt x="27" y="94"/>
                    <a:pt x="33" y="87"/>
                  </a:cubicBezTo>
                  <a:cubicBezTo>
                    <a:pt x="45" y="71"/>
                    <a:pt x="50" y="46"/>
                    <a:pt x="49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Freeform 9">
              <a:extLst>
                <a:ext uri="{FF2B5EF4-FFF2-40B4-BE49-F238E27FC236}">
                  <a16:creationId xmlns:a16="http://schemas.microsoft.com/office/drawing/2014/main" id="{05406ACC-4583-8EC7-4408-D22323AD6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113" y="1319213"/>
              <a:ext cx="320675" cy="352425"/>
            </a:xfrm>
            <a:custGeom>
              <a:avLst/>
              <a:gdLst>
                <a:gd name="T0" fmla="*/ 61 w 85"/>
                <a:gd name="T1" fmla="*/ 15 h 94"/>
                <a:gd name="T2" fmla="*/ 60 w 85"/>
                <a:gd name="T3" fmla="*/ 10 h 94"/>
                <a:gd name="T4" fmla="*/ 46 w 85"/>
                <a:gd name="T5" fmla="*/ 2 h 94"/>
                <a:gd name="T6" fmla="*/ 20 w 85"/>
                <a:gd name="T7" fmla="*/ 27 h 94"/>
                <a:gd name="T8" fmla="*/ 8 w 85"/>
                <a:gd name="T9" fmla="*/ 59 h 94"/>
                <a:gd name="T10" fmla="*/ 15 w 85"/>
                <a:gd name="T11" fmla="*/ 78 h 94"/>
                <a:gd name="T12" fmla="*/ 15 w 85"/>
                <a:gd name="T13" fmla="*/ 79 h 94"/>
                <a:gd name="T14" fmla="*/ 29 w 85"/>
                <a:gd name="T15" fmla="*/ 93 h 94"/>
                <a:gd name="T16" fmla="*/ 60 w 85"/>
                <a:gd name="T17" fmla="*/ 66 h 94"/>
                <a:gd name="T18" fmla="*/ 80 w 85"/>
                <a:gd name="T19" fmla="*/ 26 h 94"/>
                <a:gd name="T20" fmla="*/ 61 w 85"/>
                <a:gd name="T21" fmla="*/ 1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94">
                  <a:moveTo>
                    <a:pt x="61" y="15"/>
                  </a:moveTo>
                  <a:cubicBezTo>
                    <a:pt x="61" y="14"/>
                    <a:pt x="61" y="12"/>
                    <a:pt x="60" y="10"/>
                  </a:cubicBezTo>
                  <a:cubicBezTo>
                    <a:pt x="58" y="5"/>
                    <a:pt x="52" y="0"/>
                    <a:pt x="46" y="2"/>
                  </a:cubicBezTo>
                  <a:cubicBezTo>
                    <a:pt x="33" y="7"/>
                    <a:pt x="26" y="15"/>
                    <a:pt x="20" y="27"/>
                  </a:cubicBezTo>
                  <a:cubicBezTo>
                    <a:pt x="16" y="38"/>
                    <a:pt x="17" y="51"/>
                    <a:pt x="8" y="59"/>
                  </a:cubicBezTo>
                  <a:cubicBezTo>
                    <a:pt x="0" y="66"/>
                    <a:pt x="6" y="77"/>
                    <a:pt x="15" y="78"/>
                  </a:cubicBezTo>
                  <a:cubicBezTo>
                    <a:pt x="15" y="78"/>
                    <a:pt x="15" y="78"/>
                    <a:pt x="15" y="79"/>
                  </a:cubicBezTo>
                  <a:cubicBezTo>
                    <a:pt x="13" y="88"/>
                    <a:pt x="20" y="94"/>
                    <a:pt x="29" y="93"/>
                  </a:cubicBezTo>
                  <a:cubicBezTo>
                    <a:pt x="43" y="91"/>
                    <a:pt x="52" y="77"/>
                    <a:pt x="60" y="66"/>
                  </a:cubicBezTo>
                  <a:cubicBezTo>
                    <a:pt x="68" y="54"/>
                    <a:pt x="75" y="40"/>
                    <a:pt x="80" y="26"/>
                  </a:cubicBezTo>
                  <a:cubicBezTo>
                    <a:pt x="85" y="14"/>
                    <a:pt x="69" y="8"/>
                    <a:pt x="61" y="1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Freeform 10">
              <a:extLst>
                <a:ext uri="{FF2B5EF4-FFF2-40B4-BE49-F238E27FC236}">
                  <a16:creationId xmlns:a16="http://schemas.microsoft.com/office/drawing/2014/main" id="{B97B7FD7-737F-404E-D072-DFAD477DF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713" y="2228851"/>
              <a:ext cx="349250" cy="179388"/>
            </a:xfrm>
            <a:custGeom>
              <a:avLst/>
              <a:gdLst>
                <a:gd name="T0" fmla="*/ 90 w 93"/>
                <a:gd name="T1" fmla="*/ 33 h 48"/>
                <a:gd name="T2" fmla="*/ 84 w 93"/>
                <a:gd name="T3" fmla="*/ 11 h 48"/>
                <a:gd name="T4" fmla="*/ 70 w 93"/>
                <a:gd name="T5" fmla="*/ 2 h 48"/>
                <a:gd name="T6" fmla="*/ 31 w 93"/>
                <a:gd name="T7" fmla="*/ 19 h 48"/>
                <a:gd name="T8" fmla="*/ 30 w 93"/>
                <a:gd name="T9" fmla="*/ 19 h 48"/>
                <a:gd name="T10" fmla="*/ 29 w 93"/>
                <a:gd name="T11" fmla="*/ 18 h 48"/>
                <a:gd name="T12" fmla="*/ 8 w 93"/>
                <a:gd name="T13" fmla="*/ 23 h 48"/>
                <a:gd name="T14" fmla="*/ 14 w 93"/>
                <a:gd name="T15" fmla="*/ 44 h 48"/>
                <a:gd name="T16" fmla="*/ 28 w 93"/>
                <a:gd name="T17" fmla="*/ 43 h 48"/>
                <a:gd name="T18" fmla="*/ 76 w 93"/>
                <a:gd name="T19" fmla="*/ 47 h 48"/>
                <a:gd name="T20" fmla="*/ 90 w 93"/>
                <a:gd name="T21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90" y="33"/>
                  </a:moveTo>
                  <a:cubicBezTo>
                    <a:pt x="87" y="25"/>
                    <a:pt x="86" y="18"/>
                    <a:pt x="84" y="11"/>
                  </a:cubicBezTo>
                  <a:cubicBezTo>
                    <a:pt x="83" y="5"/>
                    <a:pt x="76" y="0"/>
                    <a:pt x="70" y="2"/>
                  </a:cubicBezTo>
                  <a:cubicBezTo>
                    <a:pt x="57" y="8"/>
                    <a:pt x="44" y="15"/>
                    <a:pt x="31" y="19"/>
                  </a:cubicBezTo>
                  <a:cubicBezTo>
                    <a:pt x="31" y="19"/>
                    <a:pt x="31" y="19"/>
                    <a:pt x="30" y="19"/>
                  </a:cubicBezTo>
                  <a:cubicBezTo>
                    <a:pt x="30" y="18"/>
                    <a:pt x="29" y="18"/>
                    <a:pt x="29" y="18"/>
                  </a:cubicBezTo>
                  <a:cubicBezTo>
                    <a:pt x="24" y="9"/>
                    <a:pt x="8" y="13"/>
                    <a:pt x="8" y="23"/>
                  </a:cubicBezTo>
                  <a:cubicBezTo>
                    <a:pt x="0" y="29"/>
                    <a:pt x="2" y="44"/>
                    <a:pt x="14" y="44"/>
                  </a:cubicBezTo>
                  <a:cubicBezTo>
                    <a:pt x="19" y="44"/>
                    <a:pt x="24" y="44"/>
                    <a:pt x="28" y="43"/>
                  </a:cubicBezTo>
                  <a:cubicBezTo>
                    <a:pt x="44" y="47"/>
                    <a:pt x="65" y="45"/>
                    <a:pt x="76" y="47"/>
                  </a:cubicBezTo>
                  <a:cubicBezTo>
                    <a:pt x="83" y="48"/>
                    <a:pt x="93" y="42"/>
                    <a:pt x="90" y="3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Freeform 11">
              <a:extLst>
                <a:ext uri="{FF2B5EF4-FFF2-40B4-BE49-F238E27FC236}">
                  <a16:creationId xmlns:a16="http://schemas.microsoft.com/office/drawing/2014/main" id="{1BC90E8F-5499-9381-56BF-A025A2438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238" y="3190876"/>
              <a:ext cx="368300" cy="247650"/>
            </a:xfrm>
            <a:custGeom>
              <a:avLst/>
              <a:gdLst>
                <a:gd name="T0" fmla="*/ 97 w 98"/>
                <a:gd name="T1" fmla="*/ 50 h 66"/>
                <a:gd name="T2" fmla="*/ 80 w 98"/>
                <a:gd name="T3" fmla="*/ 27 h 66"/>
                <a:gd name="T4" fmla="*/ 68 w 98"/>
                <a:gd name="T5" fmla="*/ 28 h 66"/>
                <a:gd name="T6" fmla="*/ 45 w 98"/>
                <a:gd name="T7" fmla="*/ 3 h 66"/>
                <a:gd name="T8" fmla="*/ 32 w 98"/>
                <a:gd name="T9" fmla="*/ 4 h 66"/>
                <a:gd name="T10" fmla="*/ 15 w 98"/>
                <a:gd name="T11" fmla="*/ 6 h 66"/>
                <a:gd name="T12" fmla="*/ 15 w 98"/>
                <a:gd name="T13" fmla="*/ 29 h 66"/>
                <a:gd name="T14" fmla="*/ 28 w 98"/>
                <a:gd name="T15" fmla="*/ 28 h 66"/>
                <a:gd name="T16" fmla="*/ 30 w 98"/>
                <a:gd name="T17" fmla="*/ 28 h 66"/>
                <a:gd name="T18" fmla="*/ 29 w 98"/>
                <a:gd name="T19" fmla="*/ 36 h 66"/>
                <a:gd name="T20" fmla="*/ 42 w 98"/>
                <a:gd name="T21" fmla="*/ 57 h 66"/>
                <a:gd name="T22" fmla="*/ 64 w 98"/>
                <a:gd name="T23" fmla="*/ 55 h 66"/>
                <a:gd name="T24" fmla="*/ 65 w 98"/>
                <a:gd name="T25" fmla="*/ 55 h 66"/>
                <a:gd name="T26" fmla="*/ 83 w 98"/>
                <a:gd name="T27" fmla="*/ 64 h 66"/>
                <a:gd name="T28" fmla="*/ 97 w 98"/>
                <a:gd name="T2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8" h="66">
                  <a:moveTo>
                    <a:pt x="97" y="50"/>
                  </a:moveTo>
                  <a:cubicBezTo>
                    <a:pt x="95" y="39"/>
                    <a:pt x="91" y="29"/>
                    <a:pt x="80" y="27"/>
                  </a:cubicBezTo>
                  <a:cubicBezTo>
                    <a:pt x="76" y="26"/>
                    <a:pt x="72" y="26"/>
                    <a:pt x="68" y="28"/>
                  </a:cubicBezTo>
                  <a:cubicBezTo>
                    <a:pt x="61" y="19"/>
                    <a:pt x="54" y="9"/>
                    <a:pt x="45" y="3"/>
                  </a:cubicBezTo>
                  <a:cubicBezTo>
                    <a:pt x="40" y="0"/>
                    <a:pt x="35" y="1"/>
                    <a:pt x="32" y="4"/>
                  </a:cubicBezTo>
                  <a:cubicBezTo>
                    <a:pt x="26" y="4"/>
                    <a:pt x="20" y="5"/>
                    <a:pt x="15" y="6"/>
                  </a:cubicBezTo>
                  <a:cubicBezTo>
                    <a:pt x="0" y="6"/>
                    <a:pt x="0" y="29"/>
                    <a:pt x="15" y="29"/>
                  </a:cubicBezTo>
                  <a:cubicBezTo>
                    <a:pt x="19" y="28"/>
                    <a:pt x="24" y="28"/>
                    <a:pt x="28" y="28"/>
                  </a:cubicBezTo>
                  <a:cubicBezTo>
                    <a:pt x="29" y="28"/>
                    <a:pt x="30" y="28"/>
                    <a:pt x="30" y="28"/>
                  </a:cubicBezTo>
                  <a:cubicBezTo>
                    <a:pt x="30" y="31"/>
                    <a:pt x="29" y="33"/>
                    <a:pt x="29" y="36"/>
                  </a:cubicBezTo>
                  <a:cubicBezTo>
                    <a:pt x="28" y="45"/>
                    <a:pt x="34" y="54"/>
                    <a:pt x="42" y="57"/>
                  </a:cubicBezTo>
                  <a:cubicBezTo>
                    <a:pt x="50" y="60"/>
                    <a:pt x="57" y="58"/>
                    <a:pt x="64" y="55"/>
                  </a:cubicBezTo>
                  <a:cubicBezTo>
                    <a:pt x="64" y="55"/>
                    <a:pt x="64" y="55"/>
                    <a:pt x="65" y="55"/>
                  </a:cubicBezTo>
                  <a:cubicBezTo>
                    <a:pt x="70" y="59"/>
                    <a:pt x="75" y="62"/>
                    <a:pt x="83" y="64"/>
                  </a:cubicBezTo>
                  <a:cubicBezTo>
                    <a:pt x="92" y="66"/>
                    <a:pt x="98" y="58"/>
                    <a:pt x="97" y="5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Freeform 12">
              <a:extLst>
                <a:ext uri="{FF2B5EF4-FFF2-40B4-BE49-F238E27FC236}">
                  <a16:creationId xmlns:a16="http://schemas.microsoft.com/office/drawing/2014/main" id="{A1A62858-8874-CA04-101B-73F44DEF62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0576" y="3221038"/>
              <a:ext cx="349250" cy="209550"/>
            </a:xfrm>
            <a:custGeom>
              <a:avLst/>
              <a:gdLst>
                <a:gd name="T0" fmla="*/ 87 w 93"/>
                <a:gd name="T1" fmla="*/ 6 h 56"/>
                <a:gd name="T2" fmla="*/ 67 w 93"/>
                <a:gd name="T3" fmla="*/ 2 h 56"/>
                <a:gd name="T4" fmla="*/ 51 w 93"/>
                <a:gd name="T5" fmla="*/ 8 h 56"/>
                <a:gd name="T6" fmla="*/ 46 w 93"/>
                <a:gd name="T7" fmla="*/ 5 h 56"/>
                <a:gd name="T8" fmla="*/ 34 w 93"/>
                <a:gd name="T9" fmla="*/ 5 h 56"/>
                <a:gd name="T10" fmla="*/ 24 w 93"/>
                <a:gd name="T11" fmla="*/ 4 h 56"/>
                <a:gd name="T12" fmla="*/ 2 w 93"/>
                <a:gd name="T13" fmla="*/ 41 h 56"/>
                <a:gd name="T14" fmla="*/ 25 w 93"/>
                <a:gd name="T15" fmla="*/ 41 h 56"/>
                <a:gd name="T16" fmla="*/ 25 w 93"/>
                <a:gd name="T17" fmla="*/ 39 h 56"/>
                <a:gd name="T18" fmla="*/ 42 w 93"/>
                <a:gd name="T19" fmla="*/ 47 h 56"/>
                <a:gd name="T20" fmla="*/ 50 w 93"/>
                <a:gd name="T21" fmla="*/ 33 h 56"/>
                <a:gd name="T22" fmla="*/ 52 w 93"/>
                <a:gd name="T23" fmla="*/ 33 h 56"/>
                <a:gd name="T24" fmla="*/ 85 w 93"/>
                <a:gd name="T25" fmla="*/ 27 h 56"/>
                <a:gd name="T26" fmla="*/ 87 w 93"/>
                <a:gd name="T27" fmla="*/ 6 h 56"/>
                <a:gd name="T28" fmla="*/ 25 w 93"/>
                <a:gd name="T29" fmla="*/ 36 h 56"/>
                <a:gd name="T30" fmla="*/ 25 w 93"/>
                <a:gd name="T31" fmla="*/ 30 h 56"/>
                <a:gd name="T32" fmla="*/ 25 w 93"/>
                <a:gd name="T33" fmla="*/ 28 h 56"/>
                <a:gd name="T34" fmla="*/ 25 w 93"/>
                <a:gd name="T35" fmla="*/ 27 h 56"/>
                <a:gd name="T36" fmla="*/ 27 w 93"/>
                <a:gd name="T37" fmla="*/ 27 h 56"/>
                <a:gd name="T38" fmla="*/ 30 w 93"/>
                <a:gd name="T39" fmla="*/ 27 h 56"/>
                <a:gd name="T40" fmla="*/ 30 w 93"/>
                <a:gd name="T41" fmla="*/ 27 h 56"/>
                <a:gd name="T42" fmla="*/ 25 w 93"/>
                <a:gd name="T43" fmla="*/ 3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3" h="56">
                  <a:moveTo>
                    <a:pt x="87" y="6"/>
                  </a:moveTo>
                  <a:cubicBezTo>
                    <a:pt x="81" y="0"/>
                    <a:pt x="74" y="1"/>
                    <a:pt x="67" y="2"/>
                  </a:cubicBezTo>
                  <a:cubicBezTo>
                    <a:pt x="62" y="3"/>
                    <a:pt x="56" y="5"/>
                    <a:pt x="51" y="8"/>
                  </a:cubicBezTo>
                  <a:cubicBezTo>
                    <a:pt x="49" y="7"/>
                    <a:pt x="47" y="6"/>
                    <a:pt x="46" y="5"/>
                  </a:cubicBezTo>
                  <a:cubicBezTo>
                    <a:pt x="41" y="2"/>
                    <a:pt x="37" y="3"/>
                    <a:pt x="34" y="5"/>
                  </a:cubicBezTo>
                  <a:cubicBezTo>
                    <a:pt x="31" y="4"/>
                    <a:pt x="28" y="4"/>
                    <a:pt x="24" y="4"/>
                  </a:cubicBezTo>
                  <a:cubicBezTo>
                    <a:pt x="4" y="6"/>
                    <a:pt x="0" y="24"/>
                    <a:pt x="2" y="41"/>
                  </a:cubicBezTo>
                  <a:cubicBezTo>
                    <a:pt x="4" y="55"/>
                    <a:pt x="27" y="56"/>
                    <a:pt x="25" y="41"/>
                  </a:cubicBezTo>
                  <a:cubicBezTo>
                    <a:pt x="25" y="40"/>
                    <a:pt x="25" y="40"/>
                    <a:pt x="25" y="39"/>
                  </a:cubicBezTo>
                  <a:cubicBezTo>
                    <a:pt x="27" y="47"/>
                    <a:pt x="34" y="52"/>
                    <a:pt x="42" y="47"/>
                  </a:cubicBezTo>
                  <a:cubicBezTo>
                    <a:pt x="47" y="43"/>
                    <a:pt x="49" y="39"/>
                    <a:pt x="50" y="33"/>
                  </a:cubicBezTo>
                  <a:cubicBezTo>
                    <a:pt x="50" y="33"/>
                    <a:pt x="51" y="33"/>
                    <a:pt x="52" y="33"/>
                  </a:cubicBezTo>
                  <a:cubicBezTo>
                    <a:pt x="63" y="36"/>
                    <a:pt x="76" y="36"/>
                    <a:pt x="85" y="27"/>
                  </a:cubicBezTo>
                  <a:cubicBezTo>
                    <a:pt x="90" y="21"/>
                    <a:pt x="93" y="12"/>
                    <a:pt x="87" y="6"/>
                  </a:cubicBezTo>
                  <a:close/>
                  <a:moveTo>
                    <a:pt x="25" y="36"/>
                  </a:moveTo>
                  <a:cubicBezTo>
                    <a:pt x="25" y="34"/>
                    <a:pt x="25" y="32"/>
                    <a:pt x="25" y="30"/>
                  </a:cubicBezTo>
                  <a:cubicBezTo>
                    <a:pt x="25" y="29"/>
                    <a:pt x="25" y="28"/>
                    <a:pt x="25" y="2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6" y="27"/>
                    <a:pt x="26" y="27"/>
                    <a:pt x="27" y="27"/>
                  </a:cubicBezTo>
                  <a:cubicBezTo>
                    <a:pt x="27" y="29"/>
                    <a:pt x="27" y="29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6" y="30"/>
                    <a:pt x="25" y="33"/>
                    <a:pt x="25" y="3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Freeform 13">
              <a:extLst>
                <a:ext uri="{FF2B5EF4-FFF2-40B4-BE49-F238E27FC236}">
                  <a16:creationId xmlns:a16="http://schemas.microsoft.com/office/drawing/2014/main" id="{5971F300-634F-F88E-F29D-1A3811BA5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826" y="2228851"/>
              <a:ext cx="381000" cy="195263"/>
            </a:xfrm>
            <a:custGeom>
              <a:avLst/>
              <a:gdLst>
                <a:gd name="T0" fmla="*/ 77 w 101"/>
                <a:gd name="T1" fmla="*/ 14 h 52"/>
                <a:gd name="T2" fmla="*/ 31 w 101"/>
                <a:gd name="T3" fmla="*/ 0 h 52"/>
                <a:gd name="T4" fmla="*/ 20 w 101"/>
                <a:gd name="T5" fmla="*/ 14 h 52"/>
                <a:gd name="T6" fmla="*/ 15 w 101"/>
                <a:gd name="T7" fmla="*/ 14 h 52"/>
                <a:gd name="T8" fmla="*/ 15 w 101"/>
                <a:gd name="T9" fmla="*/ 37 h 52"/>
                <a:gd name="T10" fmla="*/ 67 w 101"/>
                <a:gd name="T11" fmla="*/ 48 h 52"/>
                <a:gd name="T12" fmla="*/ 98 w 101"/>
                <a:gd name="T13" fmla="*/ 38 h 52"/>
                <a:gd name="T14" fmla="*/ 77 w 101"/>
                <a:gd name="T15" fmla="*/ 1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52">
                  <a:moveTo>
                    <a:pt x="77" y="14"/>
                  </a:moveTo>
                  <a:cubicBezTo>
                    <a:pt x="62" y="7"/>
                    <a:pt x="48" y="0"/>
                    <a:pt x="31" y="0"/>
                  </a:cubicBezTo>
                  <a:cubicBezTo>
                    <a:pt x="23" y="0"/>
                    <a:pt x="19" y="7"/>
                    <a:pt x="20" y="14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0" y="13"/>
                    <a:pt x="0" y="36"/>
                    <a:pt x="15" y="37"/>
                  </a:cubicBezTo>
                  <a:cubicBezTo>
                    <a:pt x="34" y="37"/>
                    <a:pt x="50" y="40"/>
                    <a:pt x="67" y="48"/>
                  </a:cubicBezTo>
                  <a:cubicBezTo>
                    <a:pt x="77" y="52"/>
                    <a:pt x="94" y="51"/>
                    <a:pt x="98" y="38"/>
                  </a:cubicBezTo>
                  <a:cubicBezTo>
                    <a:pt x="101" y="26"/>
                    <a:pt x="86" y="18"/>
                    <a:pt x="77" y="1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Freeform 14">
              <a:extLst>
                <a:ext uri="{FF2B5EF4-FFF2-40B4-BE49-F238E27FC236}">
                  <a16:creationId xmlns:a16="http://schemas.microsoft.com/office/drawing/2014/main" id="{1C27349B-B41D-4BF5-03B6-E5016C313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51" y="3903663"/>
              <a:ext cx="971550" cy="142875"/>
            </a:xfrm>
            <a:custGeom>
              <a:avLst/>
              <a:gdLst>
                <a:gd name="T0" fmla="*/ 243 w 258"/>
                <a:gd name="T1" fmla="*/ 1 h 38"/>
                <a:gd name="T2" fmla="*/ 129 w 258"/>
                <a:gd name="T3" fmla="*/ 1 h 38"/>
                <a:gd name="T4" fmla="*/ 15 w 258"/>
                <a:gd name="T5" fmla="*/ 9 h 38"/>
                <a:gd name="T6" fmla="*/ 15 w 258"/>
                <a:gd name="T7" fmla="*/ 32 h 38"/>
                <a:gd name="T8" fmla="*/ 93 w 258"/>
                <a:gd name="T9" fmla="*/ 26 h 38"/>
                <a:gd name="T10" fmla="*/ 107 w 258"/>
                <a:gd name="T11" fmla="*/ 35 h 38"/>
                <a:gd name="T12" fmla="*/ 169 w 258"/>
                <a:gd name="T13" fmla="*/ 32 h 38"/>
                <a:gd name="T14" fmla="*/ 204 w 258"/>
                <a:gd name="T15" fmla="*/ 32 h 38"/>
                <a:gd name="T16" fmla="*/ 243 w 258"/>
                <a:gd name="T17" fmla="*/ 24 h 38"/>
                <a:gd name="T18" fmla="*/ 243 w 258"/>
                <a:gd name="T19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8" h="38">
                  <a:moveTo>
                    <a:pt x="243" y="1"/>
                  </a:moveTo>
                  <a:cubicBezTo>
                    <a:pt x="205" y="1"/>
                    <a:pt x="167" y="0"/>
                    <a:pt x="129" y="1"/>
                  </a:cubicBezTo>
                  <a:cubicBezTo>
                    <a:pt x="90" y="2"/>
                    <a:pt x="53" y="6"/>
                    <a:pt x="15" y="9"/>
                  </a:cubicBezTo>
                  <a:cubicBezTo>
                    <a:pt x="0" y="10"/>
                    <a:pt x="0" y="34"/>
                    <a:pt x="15" y="32"/>
                  </a:cubicBezTo>
                  <a:cubicBezTo>
                    <a:pt x="41" y="30"/>
                    <a:pt x="67" y="28"/>
                    <a:pt x="93" y="26"/>
                  </a:cubicBezTo>
                  <a:cubicBezTo>
                    <a:pt x="94" y="32"/>
                    <a:pt x="99" y="38"/>
                    <a:pt x="107" y="35"/>
                  </a:cubicBezTo>
                  <a:cubicBezTo>
                    <a:pt x="126" y="27"/>
                    <a:pt x="149" y="32"/>
                    <a:pt x="169" y="32"/>
                  </a:cubicBezTo>
                  <a:cubicBezTo>
                    <a:pt x="181" y="32"/>
                    <a:pt x="192" y="33"/>
                    <a:pt x="204" y="32"/>
                  </a:cubicBezTo>
                  <a:cubicBezTo>
                    <a:pt x="217" y="30"/>
                    <a:pt x="230" y="25"/>
                    <a:pt x="243" y="24"/>
                  </a:cubicBezTo>
                  <a:cubicBezTo>
                    <a:pt x="258" y="22"/>
                    <a:pt x="258" y="1"/>
                    <a:pt x="243" y="1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Freeform 15">
              <a:extLst>
                <a:ext uri="{FF2B5EF4-FFF2-40B4-BE49-F238E27FC236}">
                  <a16:creationId xmlns:a16="http://schemas.microsoft.com/office/drawing/2014/main" id="{474C4384-ACFA-AB0B-F793-7524E5100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3" y="4081463"/>
              <a:ext cx="974725" cy="153988"/>
            </a:xfrm>
            <a:custGeom>
              <a:avLst/>
              <a:gdLst>
                <a:gd name="T0" fmla="*/ 248 w 259"/>
                <a:gd name="T1" fmla="*/ 5 h 41"/>
                <a:gd name="T2" fmla="*/ 186 w 259"/>
                <a:gd name="T3" fmla="*/ 2 h 41"/>
                <a:gd name="T4" fmla="*/ 117 w 259"/>
                <a:gd name="T5" fmla="*/ 3 h 41"/>
                <a:gd name="T6" fmla="*/ 60 w 259"/>
                <a:gd name="T7" fmla="*/ 1 h 41"/>
                <a:gd name="T8" fmla="*/ 12 w 259"/>
                <a:gd name="T9" fmla="*/ 11 h 41"/>
                <a:gd name="T10" fmla="*/ 24 w 259"/>
                <a:gd name="T11" fmla="*/ 31 h 41"/>
                <a:gd name="T12" fmla="*/ 64 w 259"/>
                <a:gd name="T13" fmla="*/ 25 h 41"/>
                <a:gd name="T14" fmla="*/ 100 w 259"/>
                <a:gd name="T15" fmla="*/ 26 h 41"/>
                <a:gd name="T16" fmla="*/ 110 w 259"/>
                <a:gd name="T17" fmla="*/ 40 h 41"/>
                <a:gd name="T18" fmla="*/ 191 w 259"/>
                <a:gd name="T19" fmla="*/ 40 h 41"/>
                <a:gd name="T20" fmla="*/ 250 w 259"/>
                <a:gd name="T21" fmla="*/ 26 h 41"/>
                <a:gd name="T22" fmla="*/ 248 w 259"/>
                <a:gd name="T23" fmla="*/ 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9" h="41">
                  <a:moveTo>
                    <a:pt x="248" y="5"/>
                  </a:moveTo>
                  <a:cubicBezTo>
                    <a:pt x="227" y="1"/>
                    <a:pt x="206" y="2"/>
                    <a:pt x="186" y="2"/>
                  </a:cubicBezTo>
                  <a:cubicBezTo>
                    <a:pt x="163" y="3"/>
                    <a:pt x="140" y="3"/>
                    <a:pt x="117" y="3"/>
                  </a:cubicBezTo>
                  <a:cubicBezTo>
                    <a:pt x="98" y="3"/>
                    <a:pt x="79" y="2"/>
                    <a:pt x="60" y="1"/>
                  </a:cubicBezTo>
                  <a:cubicBezTo>
                    <a:pt x="44" y="0"/>
                    <a:pt x="26" y="1"/>
                    <a:pt x="12" y="11"/>
                  </a:cubicBezTo>
                  <a:cubicBezTo>
                    <a:pt x="0" y="19"/>
                    <a:pt x="12" y="39"/>
                    <a:pt x="24" y="31"/>
                  </a:cubicBezTo>
                  <a:cubicBezTo>
                    <a:pt x="35" y="22"/>
                    <a:pt x="50" y="24"/>
                    <a:pt x="64" y="25"/>
                  </a:cubicBezTo>
                  <a:cubicBezTo>
                    <a:pt x="76" y="25"/>
                    <a:pt x="88" y="26"/>
                    <a:pt x="100" y="26"/>
                  </a:cubicBezTo>
                  <a:cubicBezTo>
                    <a:pt x="98" y="32"/>
                    <a:pt x="102" y="40"/>
                    <a:pt x="110" y="40"/>
                  </a:cubicBezTo>
                  <a:cubicBezTo>
                    <a:pt x="137" y="40"/>
                    <a:pt x="164" y="41"/>
                    <a:pt x="191" y="40"/>
                  </a:cubicBezTo>
                  <a:cubicBezTo>
                    <a:pt x="210" y="40"/>
                    <a:pt x="235" y="38"/>
                    <a:pt x="250" y="26"/>
                  </a:cubicBezTo>
                  <a:cubicBezTo>
                    <a:pt x="257" y="21"/>
                    <a:pt x="259" y="7"/>
                    <a:pt x="248" y="5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Freeform 16">
              <a:extLst>
                <a:ext uri="{FF2B5EF4-FFF2-40B4-BE49-F238E27FC236}">
                  <a16:creationId xmlns:a16="http://schemas.microsoft.com/office/drawing/2014/main" id="{A09244C6-F6F4-D55D-3CEE-E616F3ABF3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751" y="4230688"/>
              <a:ext cx="925513" cy="403225"/>
            </a:xfrm>
            <a:custGeom>
              <a:avLst/>
              <a:gdLst>
                <a:gd name="T0" fmla="*/ 239 w 246"/>
                <a:gd name="T1" fmla="*/ 18 h 107"/>
                <a:gd name="T2" fmla="*/ 159 w 246"/>
                <a:gd name="T3" fmla="*/ 9 h 107"/>
                <a:gd name="T4" fmla="*/ 15 w 246"/>
                <a:gd name="T5" fmla="*/ 23 h 107"/>
                <a:gd name="T6" fmla="*/ 21 w 246"/>
                <a:gd name="T7" fmla="*/ 45 h 107"/>
                <a:gd name="T8" fmla="*/ 45 w 246"/>
                <a:gd name="T9" fmla="*/ 40 h 107"/>
                <a:gd name="T10" fmla="*/ 46 w 246"/>
                <a:gd name="T11" fmla="*/ 54 h 107"/>
                <a:gd name="T12" fmla="*/ 64 w 246"/>
                <a:gd name="T13" fmla="*/ 63 h 107"/>
                <a:gd name="T14" fmla="*/ 61 w 246"/>
                <a:gd name="T15" fmla="*/ 73 h 107"/>
                <a:gd name="T16" fmla="*/ 63 w 246"/>
                <a:gd name="T17" fmla="*/ 78 h 107"/>
                <a:gd name="T18" fmla="*/ 63 w 246"/>
                <a:gd name="T19" fmla="*/ 95 h 107"/>
                <a:gd name="T20" fmla="*/ 80 w 246"/>
                <a:gd name="T21" fmla="*/ 102 h 107"/>
                <a:gd name="T22" fmla="*/ 84 w 246"/>
                <a:gd name="T23" fmla="*/ 100 h 107"/>
                <a:gd name="T24" fmla="*/ 112 w 246"/>
                <a:gd name="T25" fmla="*/ 106 h 107"/>
                <a:gd name="T26" fmla="*/ 150 w 246"/>
                <a:gd name="T27" fmla="*/ 106 h 107"/>
                <a:gd name="T28" fmla="*/ 189 w 246"/>
                <a:gd name="T29" fmla="*/ 78 h 107"/>
                <a:gd name="T30" fmla="*/ 193 w 246"/>
                <a:gd name="T31" fmla="*/ 70 h 107"/>
                <a:gd name="T32" fmla="*/ 200 w 246"/>
                <a:gd name="T33" fmla="*/ 56 h 107"/>
                <a:gd name="T34" fmla="*/ 197 w 246"/>
                <a:gd name="T35" fmla="*/ 45 h 107"/>
                <a:gd name="T36" fmla="*/ 234 w 246"/>
                <a:gd name="T37" fmla="*/ 37 h 107"/>
                <a:gd name="T38" fmla="*/ 239 w 246"/>
                <a:gd name="T39" fmla="*/ 18 h 107"/>
                <a:gd name="T40" fmla="*/ 97 w 246"/>
                <a:gd name="T41" fmla="*/ 62 h 107"/>
                <a:gd name="T42" fmla="*/ 104 w 246"/>
                <a:gd name="T43" fmla="*/ 62 h 107"/>
                <a:gd name="T44" fmla="*/ 166 w 246"/>
                <a:gd name="T45" fmla="*/ 62 h 107"/>
                <a:gd name="T46" fmla="*/ 97 w 246"/>
                <a:gd name="T47" fmla="*/ 6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107">
                  <a:moveTo>
                    <a:pt x="239" y="18"/>
                  </a:moveTo>
                  <a:cubicBezTo>
                    <a:pt x="221" y="0"/>
                    <a:pt x="182" y="9"/>
                    <a:pt x="159" y="9"/>
                  </a:cubicBezTo>
                  <a:cubicBezTo>
                    <a:pt x="110" y="9"/>
                    <a:pt x="62" y="10"/>
                    <a:pt x="15" y="23"/>
                  </a:cubicBezTo>
                  <a:cubicBezTo>
                    <a:pt x="0" y="27"/>
                    <a:pt x="6" y="49"/>
                    <a:pt x="21" y="45"/>
                  </a:cubicBezTo>
                  <a:cubicBezTo>
                    <a:pt x="29" y="43"/>
                    <a:pt x="37" y="41"/>
                    <a:pt x="45" y="40"/>
                  </a:cubicBezTo>
                  <a:cubicBezTo>
                    <a:pt x="42" y="44"/>
                    <a:pt x="43" y="51"/>
                    <a:pt x="46" y="54"/>
                  </a:cubicBezTo>
                  <a:cubicBezTo>
                    <a:pt x="51" y="59"/>
                    <a:pt x="57" y="62"/>
                    <a:pt x="64" y="63"/>
                  </a:cubicBezTo>
                  <a:cubicBezTo>
                    <a:pt x="62" y="65"/>
                    <a:pt x="60" y="69"/>
                    <a:pt x="61" y="73"/>
                  </a:cubicBezTo>
                  <a:cubicBezTo>
                    <a:pt x="62" y="75"/>
                    <a:pt x="62" y="76"/>
                    <a:pt x="63" y="78"/>
                  </a:cubicBezTo>
                  <a:cubicBezTo>
                    <a:pt x="61" y="83"/>
                    <a:pt x="61" y="88"/>
                    <a:pt x="63" y="95"/>
                  </a:cubicBezTo>
                  <a:cubicBezTo>
                    <a:pt x="66" y="102"/>
                    <a:pt x="73" y="105"/>
                    <a:pt x="80" y="102"/>
                  </a:cubicBezTo>
                  <a:cubicBezTo>
                    <a:pt x="82" y="101"/>
                    <a:pt x="83" y="101"/>
                    <a:pt x="84" y="100"/>
                  </a:cubicBezTo>
                  <a:cubicBezTo>
                    <a:pt x="92" y="104"/>
                    <a:pt x="102" y="105"/>
                    <a:pt x="112" y="106"/>
                  </a:cubicBezTo>
                  <a:cubicBezTo>
                    <a:pt x="124" y="107"/>
                    <a:pt x="138" y="107"/>
                    <a:pt x="150" y="106"/>
                  </a:cubicBezTo>
                  <a:cubicBezTo>
                    <a:pt x="169" y="104"/>
                    <a:pt x="178" y="91"/>
                    <a:pt x="189" y="78"/>
                  </a:cubicBezTo>
                  <a:cubicBezTo>
                    <a:pt x="192" y="76"/>
                    <a:pt x="193" y="73"/>
                    <a:pt x="193" y="70"/>
                  </a:cubicBezTo>
                  <a:cubicBezTo>
                    <a:pt x="196" y="66"/>
                    <a:pt x="199" y="62"/>
                    <a:pt x="200" y="56"/>
                  </a:cubicBezTo>
                  <a:cubicBezTo>
                    <a:pt x="201" y="52"/>
                    <a:pt x="200" y="47"/>
                    <a:pt x="197" y="45"/>
                  </a:cubicBezTo>
                  <a:cubicBezTo>
                    <a:pt x="210" y="43"/>
                    <a:pt x="223" y="41"/>
                    <a:pt x="234" y="37"/>
                  </a:cubicBezTo>
                  <a:cubicBezTo>
                    <a:pt x="242" y="34"/>
                    <a:pt x="246" y="24"/>
                    <a:pt x="239" y="18"/>
                  </a:cubicBezTo>
                  <a:close/>
                  <a:moveTo>
                    <a:pt x="97" y="62"/>
                  </a:moveTo>
                  <a:cubicBezTo>
                    <a:pt x="100" y="62"/>
                    <a:pt x="102" y="62"/>
                    <a:pt x="104" y="62"/>
                  </a:cubicBezTo>
                  <a:cubicBezTo>
                    <a:pt x="124" y="62"/>
                    <a:pt x="145" y="60"/>
                    <a:pt x="166" y="62"/>
                  </a:cubicBezTo>
                  <a:cubicBezTo>
                    <a:pt x="143" y="65"/>
                    <a:pt x="120" y="63"/>
                    <a:pt x="97" y="62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Freeform 17">
              <a:extLst>
                <a:ext uri="{FF2B5EF4-FFF2-40B4-BE49-F238E27FC236}">
                  <a16:creationId xmlns:a16="http://schemas.microsoft.com/office/drawing/2014/main" id="{29FC433C-AC42-4C18-20BA-8DC6727C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11113" cy="7938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1 w 3"/>
                <a:gd name="T5" fmla="*/ 1 h 2"/>
                <a:gd name="T6" fmla="*/ 3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1"/>
                    <a:pt x="3" y="1"/>
                    <a:pt x="3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Freeform 18">
              <a:extLst>
                <a:ext uri="{FF2B5EF4-FFF2-40B4-BE49-F238E27FC236}">
                  <a16:creationId xmlns:a16="http://schemas.microsoft.com/office/drawing/2014/main" id="{FE96D4DA-02B8-5AB4-BE44-736D95188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9826" y="3460751"/>
              <a:ext cx="11113" cy="3175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Freeform 19">
              <a:extLst>
                <a:ext uri="{FF2B5EF4-FFF2-40B4-BE49-F238E27FC236}">
                  <a16:creationId xmlns:a16="http://schemas.microsoft.com/office/drawing/2014/main" id="{5110F655-C743-4052-7976-3025CF975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51" y="3460751"/>
              <a:ext cx="3175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Freeform 20">
              <a:extLst>
                <a:ext uri="{FF2B5EF4-FFF2-40B4-BE49-F238E27FC236}">
                  <a16:creationId xmlns:a16="http://schemas.microsoft.com/office/drawing/2014/main" id="{C4FD7C0D-00DE-B63E-6510-98F904F26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Freeform 21">
              <a:extLst>
                <a:ext uri="{FF2B5EF4-FFF2-40B4-BE49-F238E27FC236}">
                  <a16:creationId xmlns:a16="http://schemas.microsoft.com/office/drawing/2014/main" id="{F6134664-283D-C63D-0871-3C45A2AC6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2013" y="3141663"/>
              <a:ext cx="420688" cy="322263"/>
            </a:xfrm>
            <a:custGeom>
              <a:avLst/>
              <a:gdLst>
                <a:gd name="T0" fmla="*/ 107 w 112"/>
                <a:gd name="T1" fmla="*/ 42 h 86"/>
                <a:gd name="T2" fmla="*/ 110 w 112"/>
                <a:gd name="T3" fmla="*/ 58 h 86"/>
                <a:gd name="T4" fmla="*/ 106 w 112"/>
                <a:gd name="T5" fmla="*/ 70 h 86"/>
                <a:gd name="T6" fmla="*/ 105 w 112"/>
                <a:gd name="T7" fmla="*/ 72 h 86"/>
                <a:gd name="T8" fmla="*/ 72 w 112"/>
                <a:gd name="T9" fmla="*/ 81 h 86"/>
                <a:gd name="T10" fmla="*/ 65 w 112"/>
                <a:gd name="T11" fmla="*/ 78 h 86"/>
                <a:gd name="T12" fmla="*/ 73 w 112"/>
                <a:gd name="T13" fmla="*/ 82 h 86"/>
                <a:gd name="T14" fmla="*/ 103 w 112"/>
                <a:gd name="T15" fmla="*/ 73 h 86"/>
                <a:gd name="T16" fmla="*/ 109 w 112"/>
                <a:gd name="T17" fmla="*/ 60 h 86"/>
                <a:gd name="T18" fmla="*/ 106 w 112"/>
                <a:gd name="T19" fmla="*/ 42 h 86"/>
                <a:gd name="T20" fmla="*/ 94 w 112"/>
                <a:gd name="T21" fmla="*/ 35 h 86"/>
                <a:gd name="T22" fmla="*/ 100 w 112"/>
                <a:gd name="T23" fmla="*/ 44 h 86"/>
                <a:gd name="T24" fmla="*/ 101 w 112"/>
                <a:gd name="T25" fmla="*/ 52 h 86"/>
                <a:gd name="T26" fmla="*/ 99 w 112"/>
                <a:gd name="T27" fmla="*/ 66 h 86"/>
                <a:gd name="T28" fmla="*/ 92 w 112"/>
                <a:gd name="T29" fmla="*/ 73 h 86"/>
                <a:gd name="T30" fmla="*/ 75 w 112"/>
                <a:gd name="T31" fmla="*/ 74 h 86"/>
                <a:gd name="T32" fmla="*/ 60 w 112"/>
                <a:gd name="T33" fmla="*/ 66 h 86"/>
                <a:gd name="T34" fmla="*/ 72 w 112"/>
                <a:gd name="T35" fmla="*/ 73 h 86"/>
                <a:gd name="T36" fmla="*/ 75 w 112"/>
                <a:gd name="T37" fmla="*/ 74 h 86"/>
                <a:gd name="T38" fmla="*/ 92 w 112"/>
                <a:gd name="T39" fmla="*/ 73 h 86"/>
                <a:gd name="T40" fmla="*/ 98 w 112"/>
                <a:gd name="T41" fmla="*/ 67 h 86"/>
                <a:gd name="T42" fmla="*/ 101 w 112"/>
                <a:gd name="T43" fmla="*/ 54 h 86"/>
                <a:gd name="T44" fmla="*/ 98 w 112"/>
                <a:gd name="T45" fmla="*/ 50 h 86"/>
                <a:gd name="T46" fmla="*/ 97 w 112"/>
                <a:gd name="T47" fmla="*/ 63 h 86"/>
                <a:gd name="T48" fmla="*/ 96 w 112"/>
                <a:gd name="T49" fmla="*/ 66 h 86"/>
                <a:gd name="T50" fmla="*/ 78 w 112"/>
                <a:gd name="T51" fmla="*/ 72 h 86"/>
                <a:gd name="T52" fmla="*/ 73 w 112"/>
                <a:gd name="T53" fmla="*/ 70 h 86"/>
                <a:gd name="T54" fmla="*/ 28 w 112"/>
                <a:gd name="T55" fmla="*/ 46 h 86"/>
                <a:gd name="T56" fmla="*/ 20 w 112"/>
                <a:gd name="T57" fmla="*/ 42 h 86"/>
                <a:gd name="T58" fmla="*/ 14 w 112"/>
                <a:gd name="T59" fmla="*/ 33 h 86"/>
                <a:gd name="T60" fmla="*/ 21 w 112"/>
                <a:gd name="T61" fmla="*/ 17 h 86"/>
                <a:gd name="T62" fmla="*/ 36 w 112"/>
                <a:gd name="T63" fmla="*/ 17 h 86"/>
                <a:gd name="T64" fmla="*/ 50 w 112"/>
                <a:gd name="T65" fmla="*/ 23 h 86"/>
                <a:gd name="T66" fmla="*/ 79 w 112"/>
                <a:gd name="T67" fmla="*/ 28 h 86"/>
                <a:gd name="T68" fmla="*/ 59 w 112"/>
                <a:gd name="T69" fmla="*/ 12 h 86"/>
                <a:gd name="T70" fmla="*/ 43 w 112"/>
                <a:gd name="T71" fmla="*/ 4 h 86"/>
                <a:gd name="T72" fmla="*/ 6 w 112"/>
                <a:gd name="T73" fmla="*/ 12 h 86"/>
                <a:gd name="T74" fmla="*/ 5 w 112"/>
                <a:gd name="T75" fmla="*/ 47 h 86"/>
                <a:gd name="T76" fmla="*/ 23 w 112"/>
                <a:gd name="T77" fmla="*/ 60 h 86"/>
                <a:gd name="T78" fmla="*/ 66 w 112"/>
                <a:gd name="T79" fmla="*/ 81 h 86"/>
                <a:gd name="T80" fmla="*/ 70 w 112"/>
                <a:gd name="T81" fmla="*/ 83 h 86"/>
                <a:gd name="T82" fmla="*/ 31 w 112"/>
                <a:gd name="T83" fmla="*/ 63 h 86"/>
                <a:gd name="T84" fmla="*/ 14 w 112"/>
                <a:gd name="T85" fmla="*/ 55 h 86"/>
                <a:gd name="T86" fmla="*/ 8 w 112"/>
                <a:gd name="T87" fmla="*/ 50 h 86"/>
                <a:gd name="T88" fmla="*/ 2 w 112"/>
                <a:gd name="T89" fmla="*/ 21 h 86"/>
                <a:gd name="T90" fmla="*/ 12 w 112"/>
                <a:gd name="T91" fmla="*/ 52 h 86"/>
                <a:gd name="T92" fmla="*/ 21 w 112"/>
                <a:gd name="T93" fmla="*/ 57 h 86"/>
                <a:gd name="T94" fmla="*/ 65 w 112"/>
                <a:gd name="T95" fmla="*/ 80 h 86"/>
                <a:gd name="T96" fmla="*/ 72 w 112"/>
                <a:gd name="T97" fmla="*/ 83 h 86"/>
                <a:gd name="T98" fmla="*/ 91 w 112"/>
                <a:gd name="T99" fmla="*/ 85 h 86"/>
                <a:gd name="T100" fmla="*/ 107 w 112"/>
                <a:gd name="T101" fmla="*/ 72 h 86"/>
                <a:gd name="T102" fmla="*/ 112 w 112"/>
                <a:gd name="T103" fmla="*/ 5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" h="86">
                  <a:moveTo>
                    <a:pt x="111" y="53"/>
                  </a:moveTo>
                  <a:cubicBezTo>
                    <a:pt x="111" y="51"/>
                    <a:pt x="111" y="50"/>
                    <a:pt x="110" y="49"/>
                  </a:cubicBezTo>
                  <a:cubicBezTo>
                    <a:pt x="110" y="46"/>
                    <a:pt x="108" y="44"/>
                    <a:pt x="107" y="42"/>
                  </a:cubicBezTo>
                  <a:cubicBezTo>
                    <a:pt x="108" y="44"/>
                    <a:pt x="109" y="47"/>
                    <a:pt x="109" y="50"/>
                  </a:cubicBezTo>
                  <a:cubicBezTo>
                    <a:pt x="110" y="51"/>
                    <a:pt x="110" y="53"/>
                    <a:pt x="110" y="54"/>
                  </a:cubicBezTo>
                  <a:cubicBezTo>
                    <a:pt x="110" y="55"/>
                    <a:pt x="110" y="57"/>
                    <a:pt x="110" y="58"/>
                  </a:cubicBezTo>
                  <a:cubicBezTo>
                    <a:pt x="109" y="61"/>
                    <a:pt x="109" y="64"/>
                    <a:pt x="108" y="67"/>
                  </a:cubicBezTo>
                  <a:cubicBezTo>
                    <a:pt x="107" y="67"/>
                    <a:pt x="107" y="68"/>
                    <a:pt x="107" y="69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4" y="73"/>
                    <a:pt x="104" y="73"/>
                    <a:pt x="103" y="74"/>
                  </a:cubicBezTo>
                  <a:cubicBezTo>
                    <a:pt x="99" y="79"/>
                    <a:pt x="94" y="82"/>
                    <a:pt x="88" y="83"/>
                  </a:cubicBezTo>
                  <a:cubicBezTo>
                    <a:pt x="83" y="84"/>
                    <a:pt x="77" y="84"/>
                    <a:pt x="72" y="81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0" y="70"/>
                    <a:pt x="58" y="74"/>
                    <a:pt x="65" y="78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9" y="80"/>
                    <a:pt x="70" y="80"/>
                    <a:pt x="71" y="81"/>
                  </a:cubicBezTo>
                  <a:cubicBezTo>
                    <a:pt x="71" y="81"/>
                    <a:pt x="72" y="81"/>
                    <a:pt x="73" y="82"/>
                  </a:cubicBezTo>
                  <a:cubicBezTo>
                    <a:pt x="76" y="83"/>
                    <a:pt x="79" y="83"/>
                    <a:pt x="82" y="83"/>
                  </a:cubicBezTo>
                  <a:cubicBezTo>
                    <a:pt x="89" y="83"/>
                    <a:pt x="95" y="81"/>
                    <a:pt x="100" y="77"/>
                  </a:cubicBezTo>
                  <a:cubicBezTo>
                    <a:pt x="101" y="76"/>
                    <a:pt x="102" y="74"/>
                    <a:pt x="103" y="73"/>
                  </a:cubicBezTo>
                  <a:cubicBezTo>
                    <a:pt x="104" y="72"/>
                    <a:pt x="104" y="72"/>
                    <a:pt x="105" y="71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7" y="66"/>
                    <a:pt x="108" y="63"/>
                    <a:pt x="109" y="60"/>
                  </a:cubicBezTo>
                  <a:cubicBezTo>
                    <a:pt x="109" y="59"/>
                    <a:pt x="109" y="57"/>
                    <a:pt x="109" y="55"/>
                  </a:cubicBezTo>
                  <a:cubicBezTo>
                    <a:pt x="109" y="54"/>
                    <a:pt x="109" y="53"/>
                    <a:pt x="109" y="51"/>
                  </a:cubicBezTo>
                  <a:cubicBezTo>
                    <a:pt x="108" y="48"/>
                    <a:pt x="107" y="45"/>
                    <a:pt x="106" y="42"/>
                  </a:cubicBezTo>
                  <a:cubicBezTo>
                    <a:pt x="105" y="41"/>
                    <a:pt x="104" y="40"/>
                    <a:pt x="104" y="38"/>
                  </a:cubicBezTo>
                  <a:cubicBezTo>
                    <a:pt x="102" y="37"/>
                    <a:pt x="101" y="36"/>
                    <a:pt x="99" y="36"/>
                  </a:cubicBezTo>
                  <a:cubicBezTo>
                    <a:pt x="97" y="34"/>
                    <a:pt x="94" y="35"/>
                    <a:pt x="94" y="35"/>
                  </a:cubicBezTo>
                  <a:cubicBezTo>
                    <a:pt x="94" y="36"/>
                    <a:pt x="94" y="36"/>
                    <a:pt x="95" y="37"/>
                  </a:cubicBezTo>
                  <a:cubicBezTo>
                    <a:pt x="95" y="38"/>
                    <a:pt x="96" y="39"/>
                    <a:pt x="98" y="41"/>
                  </a:cubicBezTo>
                  <a:cubicBezTo>
                    <a:pt x="98" y="42"/>
                    <a:pt x="99" y="43"/>
                    <a:pt x="100" y="44"/>
                  </a:cubicBezTo>
                  <a:cubicBezTo>
                    <a:pt x="101" y="46"/>
                    <a:pt x="101" y="47"/>
                    <a:pt x="101" y="47"/>
                  </a:cubicBezTo>
                  <a:cubicBezTo>
                    <a:pt x="101" y="48"/>
                    <a:pt x="100" y="47"/>
                    <a:pt x="99" y="47"/>
                  </a:cubicBezTo>
                  <a:cubicBezTo>
                    <a:pt x="100" y="49"/>
                    <a:pt x="101" y="50"/>
                    <a:pt x="101" y="52"/>
                  </a:cubicBezTo>
                  <a:cubicBezTo>
                    <a:pt x="101" y="53"/>
                    <a:pt x="101" y="54"/>
                    <a:pt x="101" y="54"/>
                  </a:cubicBezTo>
                  <a:cubicBezTo>
                    <a:pt x="101" y="55"/>
                    <a:pt x="101" y="56"/>
                    <a:pt x="101" y="57"/>
                  </a:cubicBezTo>
                  <a:cubicBezTo>
                    <a:pt x="101" y="60"/>
                    <a:pt x="100" y="63"/>
                    <a:pt x="99" y="66"/>
                  </a:cubicBezTo>
                  <a:cubicBezTo>
                    <a:pt x="98" y="67"/>
                    <a:pt x="98" y="67"/>
                    <a:pt x="97" y="68"/>
                  </a:cubicBezTo>
                  <a:cubicBezTo>
                    <a:pt x="97" y="69"/>
                    <a:pt x="96" y="69"/>
                    <a:pt x="96" y="70"/>
                  </a:cubicBezTo>
                  <a:cubicBezTo>
                    <a:pt x="95" y="71"/>
                    <a:pt x="94" y="72"/>
                    <a:pt x="92" y="73"/>
                  </a:cubicBezTo>
                  <a:cubicBezTo>
                    <a:pt x="90" y="74"/>
                    <a:pt x="86" y="75"/>
                    <a:pt x="83" y="75"/>
                  </a:cubicBezTo>
                  <a:cubicBezTo>
                    <a:pt x="81" y="75"/>
                    <a:pt x="79" y="75"/>
                    <a:pt x="78" y="75"/>
                  </a:cubicBezTo>
                  <a:cubicBezTo>
                    <a:pt x="77" y="75"/>
                    <a:pt x="76" y="74"/>
                    <a:pt x="75" y="74"/>
                  </a:cubicBezTo>
                  <a:cubicBezTo>
                    <a:pt x="74" y="74"/>
                    <a:pt x="74" y="73"/>
                    <a:pt x="74" y="73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52" y="62"/>
                    <a:pt x="44" y="58"/>
                    <a:pt x="36" y="53"/>
                  </a:cubicBezTo>
                  <a:cubicBezTo>
                    <a:pt x="44" y="58"/>
                    <a:pt x="52" y="62"/>
                    <a:pt x="60" y="6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5" y="74"/>
                    <a:pt x="75" y="74"/>
                  </a:cubicBezTo>
                  <a:cubicBezTo>
                    <a:pt x="76" y="74"/>
                    <a:pt x="77" y="74"/>
                    <a:pt x="78" y="75"/>
                  </a:cubicBezTo>
                  <a:cubicBezTo>
                    <a:pt x="79" y="75"/>
                    <a:pt x="81" y="75"/>
                    <a:pt x="83" y="75"/>
                  </a:cubicBezTo>
                  <a:cubicBezTo>
                    <a:pt x="86" y="75"/>
                    <a:pt x="90" y="74"/>
                    <a:pt x="92" y="73"/>
                  </a:cubicBezTo>
                  <a:cubicBezTo>
                    <a:pt x="94" y="72"/>
                    <a:pt x="95" y="71"/>
                    <a:pt x="96" y="70"/>
                  </a:cubicBezTo>
                  <a:cubicBezTo>
                    <a:pt x="96" y="69"/>
                    <a:pt x="97" y="68"/>
                    <a:pt x="97" y="68"/>
                  </a:cubicBezTo>
                  <a:cubicBezTo>
                    <a:pt x="97" y="68"/>
                    <a:pt x="98" y="67"/>
                    <a:pt x="98" y="67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100" y="63"/>
                    <a:pt x="101" y="60"/>
                    <a:pt x="101" y="57"/>
                  </a:cubicBezTo>
                  <a:cubicBezTo>
                    <a:pt x="101" y="56"/>
                    <a:pt x="101" y="55"/>
                    <a:pt x="101" y="54"/>
                  </a:cubicBezTo>
                  <a:cubicBezTo>
                    <a:pt x="101" y="53"/>
                    <a:pt x="100" y="52"/>
                    <a:pt x="100" y="52"/>
                  </a:cubicBezTo>
                  <a:cubicBezTo>
                    <a:pt x="100" y="50"/>
                    <a:pt x="99" y="49"/>
                    <a:pt x="99" y="47"/>
                  </a:cubicBezTo>
                  <a:cubicBezTo>
                    <a:pt x="98" y="47"/>
                    <a:pt x="98" y="48"/>
                    <a:pt x="98" y="50"/>
                  </a:cubicBezTo>
                  <a:cubicBezTo>
                    <a:pt x="98" y="51"/>
                    <a:pt x="98" y="52"/>
                    <a:pt x="98" y="54"/>
                  </a:cubicBezTo>
                  <a:cubicBezTo>
                    <a:pt x="98" y="56"/>
                    <a:pt x="99" y="58"/>
                    <a:pt x="98" y="60"/>
                  </a:cubicBezTo>
                  <a:cubicBezTo>
                    <a:pt x="98" y="61"/>
                    <a:pt x="98" y="62"/>
                    <a:pt x="97" y="63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4"/>
                    <a:pt x="97" y="65"/>
                    <a:pt x="97" y="65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5" y="68"/>
                    <a:pt x="93" y="70"/>
                    <a:pt x="92" y="70"/>
                  </a:cubicBezTo>
                  <a:cubicBezTo>
                    <a:pt x="88" y="73"/>
                    <a:pt x="83" y="74"/>
                    <a:pt x="78" y="72"/>
                  </a:cubicBezTo>
                  <a:cubicBezTo>
                    <a:pt x="77" y="72"/>
                    <a:pt x="76" y="72"/>
                    <a:pt x="75" y="71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4" y="70"/>
                    <a:pt x="73" y="70"/>
                    <a:pt x="73" y="70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0" y="58"/>
                    <a:pt x="39" y="52"/>
                    <a:pt x="28" y="46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6" y="39"/>
                    <a:pt x="15" y="36"/>
                    <a:pt x="14" y="33"/>
                  </a:cubicBezTo>
                  <a:cubicBezTo>
                    <a:pt x="14" y="30"/>
                    <a:pt x="14" y="26"/>
                    <a:pt x="15" y="23"/>
                  </a:cubicBezTo>
                  <a:cubicBezTo>
                    <a:pt x="16" y="22"/>
                    <a:pt x="17" y="21"/>
                    <a:pt x="18" y="20"/>
                  </a:cubicBezTo>
                  <a:cubicBezTo>
                    <a:pt x="18" y="18"/>
                    <a:pt x="20" y="18"/>
                    <a:pt x="21" y="17"/>
                  </a:cubicBezTo>
                  <a:cubicBezTo>
                    <a:pt x="24" y="15"/>
                    <a:pt x="29" y="14"/>
                    <a:pt x="34" y="16"/>
                  </a:cubicBezTo>
                  <a:cubicBezTo>
                    <a:pt x="34" y="16"/>
                    <a:pt x="35" y="16"/>
                    <a:pt x="35" y="16"/>
                  </a:cubicBezTo>
                  <a:cubicBezTo>
                    <a:pt x="36" y="16"/>
                    <a:pt x="36" y="16"/>
                    <a:pt x="36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61" y="29"/>
                    <a:pt x="72" y="34"/>
                    <a:pt x="81" y="38"/>
                  </a:cubicBezTo>
                  <a:cubicBezTo>
                    <a:pt x="98" y="45"/>
                    <a:pt x="94" y="38"/>
                    <a:pt x="78" y="29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95" y="37"/>
                    <a:pt x="88" y="30"/>
                    <a:pt x="91" y="29"/>
                  </a:cubicBezTo>
                  <a:cubicBezTo>
                    <a:pt x="82" y="25"/>
                    <a:pt x="75" y="21"/>
                    <a:pt x="67" y="16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4"/>
                    <a:pt x="41" y="3"/>
                    <a:pt x="40" y="3"/>
                  </a:cubicBezTo>
                  <a:cubicBezTo>
                    <a:pt x="32" y="0"/>
                    <a:pt x="24" y="0"/>
                    <a:pt x="16" y="3"/>
                  </a:cubicBezTo>
                  <a:cubicBezTo>
                    <a:pt x="12" y="5"/>
                    <a:pt x="8" y="8"/>
                    <a:pt x="6" y="12"/>
                  </a:cubicBezTo>
                  <a:cubicBezTo>
                    <a:pt x="3" y="15"/>
                    <a:pt x="1" y="19"/>
                    <a:pt x="1" y="23"/>
                  </a:cubicBezTo>
                  <a:cubicBezTo>
                    <a:pt x="0" y="27"/>
                    <a:pt x="0" y="31"/>
                    <a:pt x="0" y="35"/>
                  </a:cubicBezTo>
                  <a:cubicBezTo>
                    <a:pt x="1" y="39"/>
                    <a:pt x="2" y="43"/>
                    <a:pt x="5" y="47"/>
                  </a:cubicBezTo>
                  <a:cubicBezTo>
                    <a:pt x="6" y="49"/>
                    <a:pt x="7" y="50"/>
                    <a:pt x="9" y="52"/>
                  </a:cubicBezTo>
                  <a:cubicBezTo>
                    <a:pt x="11" y="53"/>
                    <a:pt x="13" y="55"/>
                    <a:pt x="15" y="55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8" y="82"/>
                    <a:pt x="68" y="82"/>
                    <a:pt x="68" y="83"/>
                  </a:cubicBezTo>
                  <a:cubicBezTo>
                    <a:pt x="69" y="83"/>
                    <a:pt x="69" y="83"/>
                    <a:pt x="70" y="83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4"/>
                    <a:pt x="12" y="53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4" y="47"/>
                    <a:pt x="2" y="42"/>
                    <a:pt x="1" y="36"/>
                  </a:cubicBezTo>
                  <a:cubicBezTo>
                    <a:pt x="0" y="31"/>
                    <a:pt x="0" y="26"/>
                    <a:pt x="2" y="21"/>
                  </a:cubicBezTo>
                  <a:cubicBezTo>
                    <a:pt x="2" y="21"/>
                    <a:pt x="2" y="22"/>
                    <a:pt x="2" y="21"/>
                  </a:cubicBezTo>
                  <a:cubicBezTo>
                    <a:pt x="1" y="26"/>
                    <a:pt x="1" y="31"/>
                    <a:pt x="2" y="36"/>
                  </a:cubicBezTo>
                  <a:cubicBezTo>
                    <a:pt x="3" y="41"/>
                    <a:pt x="5" y="46"/>
                    <a:pt x="9" y="50"/>
                  </a:cubicBezTo>
                  <a:cubicBezTo>
                    <a:pt x="10" y="51"/>
                    <a:pt x="11" y="52"/>
                    <a:pt x="12" y="52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5" y="54"/>
                    <a:pt x="15" y="54"/>
                    <a:pt x="16" y="54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9" y="67"/>
                    <a:pt x="47" y="71"/>
                    <a:pt x="54" y="74"/>
                  </a:cubicBezTo>
                  <a:cubicBezTo>
                    <a:pt x="58" y="76"/>
                    <a:pt x="61" y="78"/>
                    <a:pt x="65" y="80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9" y="82"/>
                    <a:pt x="70" y="82"/>
                  </a:cubicBezTo>
                  <a:cubicBezTo>
                    <a:pt x="70" y="82"/>
                    <a:pt x="71" y="83"/>
                    <a:pt x="72" y="83"/>
                  </a:cubicBezTo>
                  <a:cubicBezTo>
                    <a:pt x="74" y="84"/>
                    <a:pt x="77" y="84"/>
                    <a:pt x="79" y="84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83" y="86"/>
                    <a:pt x="87" y="86"/>
                    <a:pt x="91" y="85"/>
                  </a:cubicBezTo>
                  <a:cubicBezTo>
                    <a:pt x="95" y="84"/>
                    <a:pt x="98" y="82"/>
                    <a:pt x="101" y="79"/>
                  </a:cubicBezTo>
                  <a:cubicBezTo>
                    <a:pt x="103" y="78"/>
                    <a:pt x="104" y="76"/>
                    <a:pt x="106" y="74"/>
                  </a:cubicBezTo>
                  <a:cubicBezTo>
                    <a:pt x="106" y="74"/>
                    <a:pt x="107" y="73"/>
                    <a:pt x="107" y="72"/>
                  </a:cubicBezTo>
                  <a:cubicBezTo>
                    <a:pt x="108" y="71"/>
                    <a:pt x="108" y="71"/>
                    <a:pt x="108" y="71"/>
                  </a:cubicBezTo>
                  <a:cubicBezTo>
                    <a:pt x="108" y="70"/>
                    <a:pt x="108" y="70"/>
                    <a:pt x="109" y="69"/>
                  </a:cubicBezTo>
                  <a:cubicBezTo>
                    <a:pt x="111" y="66"/>
                    <a:pt x="111" y="62"/>
                    <a:pt x="112" y="58"/>
                  </a:cubicBezTo>
                  <a:cubicBezTo>
                    <a:pt x="112" y="57"/>
                    <a:pt x="112" y="56"/>
                    <a:pt x="112" y="55"/>
                  </a:cubicBezTo>
                  <a:cubicBezTo>
                    <a:pt x="112" y="54"/>
                    <a:pt x="111" y="54"/>
                    <a:pt x="111" y="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Freeform 22">
              <a:extLst>
                <a:ext uri="{FF2B5EF4-FFF2-40B4-BE49-F238E27FC236}">
                  <a16:creationId xmlns:a16="http://schemas.microsoft.com/office/drawing/2014/main" id="{1B3B7210-0440-CB53-DCF6-DD7C8916E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1" y="3144838"/>
              <a:ext cx="417513" cy="315913"/>
            </a:xfrm>
            <a:custGeom>
              <a:avLst/>
              <a:gdLst>
                <a:gd name="T0" fmla="*/ 97 w 111"/>
                <a:gd name="T1" fmla="*/ 52 h 84"/>
                <a:gd name="T2" fmla="*/ 92 w 111"/>
                <a:gd name="T3" fmla="*/ 54 h 84"/>
                <a:gd name="T4" fmla="*/ 47 w 111"/>
                <a:gd name="T5" fmla="*/ 76 h 84"/>
                <a:gd name="T6" fmla="*/ 40 w 111"/>
                <a:gd name="T7" fmla="*/ 79 h 84"/>
                <a:gd name="T8" fmla="*/ 22 w 111"/>
                <a:gd name="T9" fmla="*/ 80 h 84"/>
                <a:gd name="T10" fmla="*/ 41 w 111"/>
                <a:gd name="T11" fmla="*/ 78 h 84"/>
                <a:gd name="T12" fmla="*/ 59 w 111"/>
                <a:gd name="T13" fmla="*/ 69 h 84"/>
                <a:gd name="T14" fmla="*/ 103 w 111"/>
                <a:gd name="T15" fmla="*/ 45 h 84"/>
                <a:gd name="T16" fmla="*/ 107 w 111"/>
                <a:gd name="T17" fmla="*/ 19 h 84"/>
                <a:gd name="T18" fmla="*/ 102 w 111"/>
                <a:gd name="T19" fmla="*/ 23 h 84"/>
                <a:gd name="T20" fmla="*/ 101 w 111"/>
                <a:gd name="T21" fmla="*/ 30 h 84"/>
                <a:gd name="T22" fmla="*/ 72 w 111"/>
                <a:gd name="T23" fmla="*/ 54 h 84"/>
                <a:gd name="T24" fmla="*/ 38 w 111"/>
                <a:gd name="T25" fmla="*/ 71 h 84"/>
                <a:gd name="T26" fmla="*/ 25 w 111"/>
                <a:gd name="T27" fmla="*/ 72 h 84"/>
                <a:gd name="T28" fmla="*/ 37 w 111"/>
                <a:gd name="T29" fmla="*/ 71 h 84"/>
                <a:gd name="T30" fmla="*/ 47 w 111"/>
                <a:gd name="T31" fmla="*/ 66 h 84"/>
                <a:gd name="T32" fmla="*/ 98 w 111"/>
                <a:gd name="T33" fmla="*/ 38 h 84"/>
                <a:gd name="T34" fmla="*/ 94 w 111"/>
                <a:gd name="T35" fmla="*/ 40 h 84"/>
                <a:gd name="T36" fmla="*/ 89 w 111"/>
                <a:gd name="T37" fmla="*/ 44 h 84"/>
                <a:gd name="T38" fmla="*/ 47 w 111"/>
                <a:gd name="T39" fmla="*/ 64 h 84"/>
                <a:gd name="T40" fmla="*/ 36 w 111"/>
                <a:gd name="T41" fmla="*/ 69 h 84"/>
                <a:gd name="T42" fmla="*/ 31 w 111"/>
                <a:gd name="T43" fmla="*/ 70 h 84"/>
                <a:gd name="T44" fmla="*/ 16 w 111"/>
                <a:gd name="T45" fmla="*/ 63 h 84"/>
                <a:gd name="T46" fmla="*/ 15 w 111"/>
                <a:gd name="T47" fmla="*/ 62 h 84"/>
                <a:gd name="T48" fmla="*/ 14 w 111"/>
                <a:gd name="T49" fmla="*/ 54 h 84"/>
                <a:gd name="T50" fmla="*/ 19 w 111"/>
                <a:gd name="T51" fmla="*/ 43 h 84"/>
                <a:gd name="T52" fmla="*/ 25 w 111"/>
                <a:gd name="T53" fmla="*/ 40 h 84"/>
                <a:gd name="T54" fmla="*/ 73 w 111"/>
                <a:gd name="T55" fmla="*/ 16 h 84"/>
                <a:gd name="T56" fmla="*/ 76 w 111"/>
                <a:gd name="T57" fmla="*/ 14 h 84"/>
                <a:gd name="T58" fmla="*/ 96 w 111"/>
                <a:gd name="T59" fmla="*/ 19 h 84"/>
                <a:gd name="T60" fmla="*/ 98 w 111"/>
                <a:gd name="T61" fmla="*/ 19 h 84"/>
                <a:gd name="T62" fmla="*/ 88 w 111"/>
                <a:gd name="T63" fmla="*/ 5 h 84"/>
                <a:gd name="T64" fmla="*/ 102 w 111"/>
                <a:gd name="T65" fmla="*/ 8 h 84"/>
                <a:gd name="T66" fmla="*/ 67 w 111"/>
                <a:gd name="T67" fmla="*/ 3 h 84"/>
                <a:gd name="T68" fmla="*/ 26 w 111"/>
                <a:gd name="T69" fmla="*/ 24 h 84"/>
                <a:gd name="T70" fmla="*/ 14 w 111"/>
                <a:gd name="T71" fmla="*/ 30 h 84"/>
                <a:gd name="T72" fmla="*/ 1 w 111"/>
                <a:gd name="T73" fmla="*/ 46 h 84"/>
                <a:gd name="T74" fmla="*/ 0 w 111"/>
                <a:gd name="T75" fmla="*/ 58 h 84"/>
                <a:gd name="T76" fmla="*/ 3 w 111"/>
                <a:gd name="T77" fmla="*/ 68 h 84"/>
                <a:gd name="T78" fmla="*/ 3 w 111"/>
                <a:gd name="T79" fmla="*/ 70 h 84"/>
                <a:gd name="T80" fmla="*/ 4 w 111"/>
                <a:gd name="T81" fmla="*/ 71 h 84"/>
                <a:gd name="T82" fmla="*/ 12 w 111"/>
                <a:gd name="T83" fmla="*/ 79 h 84"/>
                <a:gd name="T84" fmla="*/ 42 w 111"/>
                <a:gd name="T85" fmla="*/ 81 h 84"/>
                <a:gd name="T86" fmla="*/ 44 w 111"/>
                <a:gd name="T87" fmla="*/ 80 h 84"/>
                <a:gd name="T88" fmla="*/ 72 w 111"/>
                <a:gd name="T89" fmla="*/ 66 h 84"/>
                <a:gd name="T90" fmla="*/ 43 w 111"/>
                <a:gd name="T91" fmla="*/ 80 h 84"/>
                <a:gd name="T92" fmla="*/ 38 w 111"/>
                <a:gd name="T93" fmla="*/ 82 h 84"/>
                <a:gd name="T94" fmla="*/ 4 w 111"/>
                <a:gd name="T95" fmla="*/ 69 h 84"/>
                <a:gd name="T96" fmla="*/ 3 w 111"/>
                <a:gd name="T97" fmla="*/ 69 h 84"/>
                <a:gd name="T98" fmla="*/ 1 w 111"/>
                <a:gd name="T99" fmla="*/ 62 h 84"/>
                <a:gd name="T100" fmla="*/ 9 w 111"/>
                <a:gd name="T101" fmla="*/ 33 h 84"/>
                <a:gd name="T102" fmla="*/ 1 w 111"/>
                <a:gd name="T103" fmla="*/ 55 h 84"/>
                <a:gd name="T104" fmla="*/ 4 w 111"/>
                <a:gd name="T105" fmla="*/ 68 h 84"/>
                <a:gd name="T106" fmla="*/ 5 w 111"/>
                <a:gd name="T107" fmla="*/ 69 h 84"/>
                <a:gd name="T108" fmla="*/ 10 w 111"/>
                <a:gd name="T109" fmla="*/ 76 h 84"/>
                <a:gd name="T110" fmla="*/ 42 w 111"/>
                <a:gd name="T111" fmla="*/ 80 h 84"/>
                <a:gd name="T112" fmla="*/ 73 w 111"/>
                <a:gd name="T113" fmla="*/ 64 h 84"/>
                <a:gd name="T114" fmla="*/ 94 w 111"/>
                <a:gd name="T115" fmla="*/ 56 h 84"/>
                <a:gd name="T116" fmla="*/ 110 w 111"/>
                <a:gd name="T117" fmla="*/ 3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" h="84">
                  <a:moveTo>
                    <a:pt x="105" y="44"/>
                  </a:moveTo>
                  <a:cubicBezTo>
                    <a:pt x="104" y="47"/>
                    <a:pt x="101" y="49"/>
                    <a:pt x="99" y="50"/>
                  </a:cubicBezTo>
                  <a:cubicBezTo>
                    <a:pt x="98" y="51"/>
                    <a:pt x="98" y="51"/>
                    <a:pt x="97" y="52"/>
                  </a:cubicBezTo>
                  <a:cubicBezTo>
                    <a:pt x="97" y="52"/>
                    <a:pt x="96" y="52"/>
                    <a:pt x="96" y="52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83" y="58"/>
                    <a:pt x="75" y="62"/>
                    <a:pt x="66" y="66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1" y="78"/>
                    <a:pt x="41" y="79"/>
                    <a:pt x="40" y="79"/>
                  </a:cubicBezTo>
                  <a:cubicBezTo>
                    <a:pt x="35" y="81"/>
                    <a:pt x="29" y="82"/>
                    <a:pt x="24" y="81"/>
                  </a:cubicBezTo>
                  <a:cubicBezTo>
                    <a:pt x="19" y="80"/>
                    <a:pt x="15" y="78"/>
                    <a:pt x="12" y="76"/>
                  </a:cubicBezTo>
                  <a:cubicBezTo>
                    <a:pt x="15" y="78"/>
                    <a:pt x="18" y="79"/>
                    <a:pt x="22" y="80"/>
                  </a:cubicBezTo>
                  <a:cubicBezTo>
                    <a:pt x="26" y="81"/>
                    <a:pt x="31" y="81"/>
                    <a:pt x="36" y="80"/>
                  </a:cubicBezTo>
                  <a:cubicBezTo>
                    <a:pt x="37" y="80"/>
                    <a:pt x="38" y="79"/>
                    <a:pt x="40" y="79"/>
                  </a:cubicBezTo>
                  <a:cubicBezTo>
                    <a:pt x="40" y="79"/>
                    <a:pt x="41" y="78"/>
                    <a:pt x="41" y="78"/>
                  </a:cubicBezTo>
                  <a:cubicBezTo>
                    <a:pt x="42" y="78"/>
                    <a:pt x="42" y="77"/>
                    <a:pt x="43" y="7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3"/>
                    <a:pt x="56" y="71"/>
                    <a:pt x="59" y="69"/>
                  </a:cubicBezTo>
                  <a:cubicBezTo>
                    <a:pt x="70" y="64"/>
                    <a:pt x="79" y="60"/>
                    <a:pt x="89" y="55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9" y="50"/>
                    <a:pt x="101" y="48"/>
                    <a:pt x="103" y="45"/>
                  </a:cubicBezTo>
                  <a:cubicBezTo>
                    <a:pt x="107" y="40"/>
                    <a:pt x="109" y="34"/>
                    <a:pt x="109" y="28"/>
                  </a:cubicBezTo>
                  <a:cubicBezTo>
                    <a:pt x="109" y="26"/>
                    <a:pt x="109" y="25"/>
                    <a:pt x="109" y="24"/>
                  </a:cubicBezTo>
                  <a:cubicBezTo>
                    <a:pt x="108" y="22"/>
                    <a:pt x="107" y="21"/>
                    <a:pt x="107" y="19"/>
                  </a:cubicBezTo>
                  <a:cubicBezTo>
                    <a:pt x="105" y="17"/>
                    <a:pt x="103" y="16"/>
                    <a:pt x="103" y="16"/>
                  </a:cubicBezTo>
                  <a:cubicBezTo>
                    <a:pt x="102" y="16"/>
                    <a:pt x="102" y="17"/>
                    <a:pt x="102" y="18"/>
                  </a:cubicBezTo>
                  <a:cubicBezTo>
                    <a:pt x="102" y="19"/>
                    <a:pt x="102" y="21"/>
                    <a:pt x="102" y="23"/>
                  </a:cubicBezTo>
                  <a:cubicBezTo>
                    <a:pt x="103" y="24"/>
                    <a:pt x="103" y="26"/>
                    <a:pt x="103" y="27"/>
                  </a:cubicBezTo>
                  <a:cubicBezTo>
                    <a:pt x="103" y="29"/>
                    <a:pt x="103" y="30"/>
                    <a:pt x="103" y="30"/>
                  </a:cubicBezTo>
                  <a:cubicBezTo>
                    <a:pt x="102" y="31"/>
                    <a:pt x="102" y="30"/>
                    <a:pt x="101" y="30"/>
                  </a:cubicBezTo>
                  <a:cubicBezTo>
                    <a:pt x="101" y="33"/>
                    <a:pt x="100" y="36"/>
                    <a:pt x="98" y="39"/>
                  </a:cubicBezTo>
                  <a:cubicBezTo>
                    <a:pt x="97" y="41"/>
                    <a:pt x="95" y="44"/>
                    <a:pt x="92" y="4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64" y="58"/>
                    <a:pt x="55" y="62"/>
                    <a:pt x="47" y="6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1"/>
                    <a:pt x="36" y="72"/>
                    <a:pt x="35" y="72"/>
                  </a:cubicBezTo>
                  <a:cubicBezTo>
                    <a:pt x="32" y="73"/>
                    <a:pt x="28" y="73"/>
                    <a:pt x="25" y="72"/>
                  </a:cubicBezTo>
                  <a:cubicBezTo>
                    <a:pt x="28" y="73"/>
                    <a:pt x="32" y="73"/>
                    <a:pt x="35" y="72"/>
                  </a:cubicBezTo>
                  <a:cubicBezTo>
                    <a:pt x="36" y="71"/>
                    <a:pt x="36" y="71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8" y="71"/>
                    <a:pt x="38" y="71"/>
                    <a:pt x="38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3"/>
                    <a:pt x="97" y="41"/>
                    <a:pt x="98" y="38"/>
                  </a:cubicBezTo>
                  <a:cubicBezTo>
                    <a:pt x="100" y="36"/>
                    <a:pt x="100" y="32"/>
                    <a:pt x="100" y="29"/>
                  </a:cubicBezTo>
                  <a:cubicBezTo>
                    <a:pt x="100" y="29"/>
                    <a:pt x="99" y="29"/>
                    <a:pt x="98" y="31"/>
                  </a:cubicBezTo>
                  <a:cubicBezTo>
                    <a:pt x="98" y="33"/>
                    <a:pt x="97" y="37"/>
                    <a:pt x="94" y="40"/>
                  </a:cubicBezTo>
                  <a:cubicBezTo>
                    <a:pt x="94" y="41"/>
                    <a:pt x="93" y="41"/>
                    <a:pt x="92" y="42"/>
                  </a:cubicBezTo>
                  <a:cubicBezTo>
                    <a:pt x="92" y="42"/>
                    <a:pt x="91" y="43"/>
                    <a:pt x="91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6" y="45"/>
                    <a:pt x="84" y="46"/>
                    <a:pt x="82" y="47"/>
                  </a:cubicBezTo>
                  <a:cubicBezTo>
                    <a:pt x="76" y="50"/>
                    <a:pt x="70" y="52"/>
                    <a:pt x="64" y="55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5" y="69"/>
                    <a:pt x="35" y="69"/>
                    <a:pt x="34" y="70"/>
                  </a:cubicBezTo>
                  <a:cubicBezTo>
                    <a:pt x="33" y="70"/>
                    <a:pt x="32" y="70"/>
                    <a:pt x="31" y="70"/>
                  </a:cubicBezTo>
                  <a:cubicBezTo>
                    <a:pt x="26" y="71"/>
                    <a:pt x="21" y="69"/>
                    <a:pt x="19" y="67"/>
                  </a:cubicBezTo>
                  <a:cubicBezTo>
                    <a:pt x="18" y="66"/>
                    <a:pt x="17" y="65"/>
                    <a:pt x="16" y="64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2"/>
                    <a:pt x="16" y="62"/>
                    <a:pt x="15" y="62"/>
                  </a:cubicBezTo>
                  <a:cubicBezTo>
                    <a:pt x="15" y="62"/>
                    <a:pt x="15" y="61"/>
                    <a:pt x="15" y="61"/>
                  </a:cubicBezTo>
                  <a:cubicBezTo>
                    <a:pt x="15" y="60"/>
                    <a:pt x="15" y="60"/>
                    <a:pt x="14" y="59"/>
                  </a:cubicBezTo>
                  <a:cubicBezTo>
                    <a:pt x="14" y="58"/>
                    <a:pt x="14" y="56"/>
                    <a:pt x="14" y="54"/>
                  </a:cubicBezTo>
                  <a:cubicBezTo>
                    <a:pt x="14" y="53"/>
                    <a:pt x="14" y="53"/>
                    <a:pt x="14" y="52"/>
                  </a:cubicBezTo>
                  <a:cubicBezTo>
                    <a:pt x="14" y="51"/>
                    <a:pt x="14" y="50"/>
                    <a:pt x="15" y="50"/>
                  </a:cubicBezTo>
                  <a:cubicBezTo>
                    <a:pt x="16" y="47"/>
                    <a:pt x="17" y="44"/>
                    <a:pt x="19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42" y="31"/>
                    <a:pt x="54" y="25"/>
                    <a:pt x="65" y="20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6" y="15"/>
                    <a:pt x="76" y="14"/>
                  </a:cubicBezTo>
                  <a:cubicBezTo>
                    <a:pt x="77" y="14"/>
                    <a:pt x="78" y="14"/>
                    <a:pt x="79" y="14"/>
                  </a:cubicBezTo>
                  <a:cubicBezTo>
                    <a:pt x="84" y="13"/>
                    <a:pt x="88" y="14"/>
                    <a:pt x="91" y="15"/>
                  </a:cubicBezTo>
                  <a:cubicBezTo>
                    <a:pt x="93" y="17"/>
                    <a:pt x="95" y="18"/>
                    <a:pt x="96" y="19"/>
                  </a:cubicBezTo>
                  <a:cubicBezTo>
                    <a:pt x="96" y="19"/>
                    <a:pt x="96" y="19"/>
                    <a:pt x="97" y="19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8" y="18"/>
                    <a:pt x="98" y="16"/>
                    <a:pt x="97" y="13"/>
                  </a:cubicBezTo>
                  <a:cubicBezTo>
                    <a:pt x="95" y="11"/>
                    <a:pt x="92" y="8"/>
                    <a:pt x="88" y="7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93" y="7"/>
                    <a:pt x="96" y="9"/>
                    <a:pt x="97" y="10"/>
                  </a:cubicBezTo>
                  <a:cubicBezTo>
                    <a:pt x="99" y="11"/>
                    <a:pt x="100" y="11"/>
                    <a:pt x="100" y="11"/>
                  </a:cubicBezTo>
                  <a:cubicBezTo>
                    <a:pt x="101" y="10"/>
                    <a:pt x="100" y="8"/>
                    <a:pt x="102" y="8"/>
                  </a:cubicBezTo>
                  <a:cubicBezTo>
                    <a:pt x="98" y="4"/>
                    <a:pt x="92" y="2"/>
                    <a:pt x="87" y="1"/>
                  </a:cubicBezTo>
                  <a:cubicBezTo>
                    <a:pt x="81" y="0"/>
                    <a:pt x="75" y="0"/>
                    <a:pt x="70" y="2"/>
                  </a:cubicBezTo>
                  <a:cubicBezTo>
                    <a:pt x="69" y="2"/>
                    <a:pt x="68" y="2"/>
                    <a:pt x="67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0"/>
                    <a:pt x="13" y="30"/>
                    <a:pt x="12" y="30"/>
                  </a:cubicBezTo>
                  <a:cubicBezTo>
                    <a:pt x="10" y="32"/>
                    <a:pt x="9" y="33"/>
                    <a:pt x="7" y="35"/>
                  </a:cubicBezTo>
                  <a:cubicBezTo>
                    <a:pt x="4" y="38"/>
                    <a:pt x="2" y="42"/>
                    <a:pt x="1" y="46"/>
                  </a:cubicBezTo>
                  <a:cubicBezTo>
                    <a:pt x="0" y="48"/>
                    <a:pt x="0" y="50"/>
                    <a:pt x="0" y="52"/>
                  </a:cubicBezTo>
                  <a:cubicBezTo>
                    <a:pt x="0" y="53"/>
                    <a:pt x="0" y="54"/>
                    <a:pt x="0" y="55"/>
                  </a:cubicBezTo>
                  <a:cubicBezTo>
                    <a:pt x="0" y="56"/>
                    <a:pt x="0" y="57"/>
                    <a:pt x="0" y="58"/>
                  </a:cubicBezTo>
                  <a:cubicBezTo>
                    <a:pt x="0" y="60"/>
                    <a:pt x="0" y="62"/>
                    <a:pt x="1" y="64"/>
                  </a:cubicBezTo>
                  <a:cubicBezTo>
                    <a:pt x="1" y="65"/>
                    <a:pt x="2" y="66"/>
                    <a:pt x="2" y="67"/>
                  </a:cubicBezTo>
                  <a:cubicBezTo>
                    <a:pt x="2" y="67"/>
                    <a:pt x="2" y="68"/>
                    <a:pt x="3" y="68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5" y="72"/>
                    <a:pt x="5" y="72"/>
                  </a:cubicBezTo>
                  <a:cubicBezTo>
                    <a:pt x="5" y="73"/>
                    <a:pt x="6" y="74"/>
                    <a:pt x="7" y="75"/>
                  </a:cubicBezTo>
                  <a:cubicBezTo>
                    <a:pt x="8" y="77"/>
                    <a:pt x="10" y="78"/>
                    <a:pt x="12" y="79"/>
                  </a:cubicBezTo>
                  <a:cubicBezTo>
                    <a:pt x="15" y="82"/>
                    <a:pt x="19" y="83"/>
                    <a:pt x="23" y="84"/>
                  </a:cubicBezTo>
                  <a:cubicBezTo>
                    <a:pt x="27" y="84"/>
                    <a:pt x="32" y="84"/>
                    <a:pt x="36" y="83"/>
                  </a:cubicBezTo>
                  <a:cubicBezTo>
                    <a:pt x="38" y="83"/>
                    <a:pt x="40" y="82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0"/>
                    <a:pt x="44" y="80"/>
                    <a:pt x="44" y="80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2"/>
                    <a:pt x="39" y="82"/>
                    <a:pt x="38" y="82"/>
                  </a:cubicBezTo>
                  <a:cubicBezTo>
                    <a:pt x="33" y="84"/>
                    <a:pt x="27" y="84"/>
                    <a:pt x="22" y="83"/>
                  </a:cubicBezTo>
                  <a:cubicBezTo>
                    <a:pt x="17" y="82"/>
                    <a:pt x="12" y="80"/>
                    <a:pt x="9" y="76"/>
                  </a:cubicBezTo>
                  <a:cubicBezTo>
                    <a:pt x="7" y="74"/>
                    <a:pt x="5" y="72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70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8"/>
                    <a:pt x="3" y="68"/>
                  </a:cubicBezTo>
                  <a:cubicBezTo>
                    <a:pt x="3" y="67"/>
                    <a:pt x="2" y="67"/>
                    <a:pt x="2" y="66"/>
                  </a:cubicBezTo>
                  <a:cubicBezTo>
                    <a:pt x="2" y="65"/>
                    <a:pt x="1" y="64"/>
                    <a:pt x="1" y="62"/>
                  </a:cubicBezTo>
                  <a:cubicBezTo>
                    <a:pt x="0" y="60"/>
                    <a:pt x="0" y="57"/>
                    <a:pt x="0" y="55"/>
                  </a:cubicBezTo>
                  <a:cubicBezTo>
                    <a:pt x="0" y="52"/>
                    <a:pt x="0" y="50"/>
                    <a:pt x="1" y="47"/>
                  </a:cubicBezTo>
                  <a:cubicBezTo>
                    <a:pt x="2" y="42"/>
                    <a:pt x="5" y="37"/>
                    <a:pt x="9" y="33"/>
                  </a:cubicBezTo>
                  <a:cubicBezTo>
                    <a:pt x="9" y="34"/>
                    <a:pt x="9" y="34"/>
                    <a:pt x="10" y="34"/>
                  </a:cubicBezTo>
                  <a:cubicBezTo>
                    <a:pt x="6" y="37"/>
                    <a:pt x="3" y="42"/>
                    <a:pt x="2" y="47"/>
                  </a:cubicBezTo>
                  <a:cubicBezTo>
                    <a:pt x="1" y="50"/>
                    <a:pt x="1" y="52"/>
                    <a:pt x="1" y="55"/>
                  </a:cubicBezTo>
                  <a:cubicBezTo>
                    <a:pt x="1" y="57"/>
                    <a:pt x="1" y="60"/>
                    <a:pt x="2" y="62"/>
                  </a:cubicBezTo>
                  <a:cubicBezTo>
                    <a:pt x="2" y="64"/>
                    <a:pt x="3" y="65"/>
                    <a:pt x="3" y="66"/>
                  </a:cubicBezTo>
                  <a:cubicBezTo>
                    <a:pt x="3" y="67"/>
                    <a:pt x="4" y="67"/>
                    <a:pt x="4" y="68"/>
                  </a:cubicBezTo>
                  <a:cubicBezTo>
                    <a:pt x="4" y="68"/>
                    <a:pt x="4" y="68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6" y="72"/>
                    <a:pt x="8" y="74"/>
                    <a:pt x="10" y="76"/>
                  </a:cubicBezTo>
                  <a:cubicBezTo>
                    <a:pt x="13" y="79"/>
                    <a:pt x="18" y="81"/>
                    <a:pt x="23" y="82"/>
                  </a:cubicBezTo>
                  <a:cubicBezTo>
                    <a:pt x="28" y="83"/>
                    <a:pt x="33" y="83"/>
                    <a:pt x="38" y="81"/>
                  </a:cubicBezTo>
                  <a:cubicBezTo>
                    <a:pt x="40" y="81"/>
                    <a:pt x="41" y="81"/>
                    <a:pt x="42" y="80"/>
                  </a:cubicBezTo>
                  <a:cubicBezTo>
                    <a:pt x="43" y="79"/>
                    <a:pt x="44" y="79"/>
                    <a:pt x="45" y="79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58" y="72"/>
                    <a:pt x="65" y="68"/>
                    <a:pt x="73" y="64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5" y="55"/>
                    <a:pt x="96" y="55"/>
                    <a:pt x="98" y="53"/>
                  </a:cubicBezTo>
                  <a:cubicBezTo>
                    <a:pt x="102" y="51"/>
                    <a:pt x="105" y="48"/>
                    <a:pt x="107" y="44"/>
                  </a:cubicBezTo>
                  <a:cubicBezTo>
                    <a:pt x="109" y="41"/>
                    <a:pt x="110" y="38"/>
                    <a:pt x="110" y="35"/>
                  </a:cubicBezTo>
                  <a:cubicBezTo>
                    <a:pt x="111" y="33"/>
                    <a:pt x="110" y="30"/>
                    <a:pt x="110" y="28"/>
                  </a:cubicBezTo>
                  <a:cubicBezTo>
                    <a:pt x="110" y="33"/>
                    <a:pt x="109" y="39"/>
                    <a:pt x="105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Freeform 23">
              <a:extLst>
                <a:ext uri="{FF2B5EF4-FFF2-40B4-BE49-F238E27FC236}">
                  <a16:creationId xmlns:a16="http://schemas.microsoft.com/office/drawing/2014/main" id="{6D6C62EA-2A33-3372-AC99-F1458E9E3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3026" y="2405063"/>
              <a:ext cx="4763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Freeform 24">
              <a:extLst>
                <a:ext uri="{FF2B5EF4-FFF2-40B4-BE49-F238E27FC236}">
                  <a16:creationId xmlns:a16="http://schemas.microsoft.com/office/drawing/2014/main" id="{AF3CB564-7844-B797-CDB1-6BEE20ADD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2397126"/>
              <a:ext cx="11113" cy="7938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0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2"/>
                    <a:pt x="2" y="1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Freeform 25">
              <a:extLst>
                <a:ext uri="{FF2B5EF4-FFF2-40B4-BE49-F238E27FC236}">
                  <a16:creationId xmlns:a16="http://schemas.microsoft.com/office/drawing/2014/main" id="{43651780-528F-DA78-88AB-EC7C417D9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788" y="2201863"/>
              <a:ext cx="444500" cy="258763"/>
            </a:xfrm>
            <a:custGeom>
              <a:avLst/>
              <a:gdLst>
                <a:gd name="T0" fmla="*/ 95 w 118"/>
                <a:gd name="T1" fmla="*/ 0 h 69"/>
                <a:gd name="T2" fmla="*/ 111 w 118"/>
                <a:gd name="T3" fmla="*/ 43 h 69"/>
                <a:gd name="T4" fmla="*/ 95 w 118"/>
                <a:gd name="T5" fmla="*/ 53 h 69"/>
                <a:gd name="T6" fmla="*/ 83 w 118"/>
                <a:gd name="T7" fmla="*/ 56 h 69"/>
                <a:gd name="T8" fmla="*/ 90 w 118"/>
                <a:gd name="T9" fmla="*/ 54 h 69"/>
                <a:gd name="T10" fmla="*/ 96 w 118"/>
                <a:gd name="T11" fmla="*/ 53 h 69"/>
                <a:gd name="T12" fmla="*/ 113 w 118"/>
                <a:gd name="T13" fmla="*/ 39 h 69"/>
                <a:gd name="T14" fmla="*/ 95 w 118"/>
                <a:gd name="T15" fmla="*/ 1 h 69"/>
                <a:gd name="T16" fmla="*/ 82 w 118"/>
                <a:gd name="T17" fmla="*/ 4 h 69"/>
                <a:gd name="T18" fmla="*/ 93 w 118"/>
                <a:gd name="T19" fmla="*/ 7 h 69"/>
                <a:gd name="T20" fmla="*/ 106 w 118"/>
                <a:gd name="T21" fmla="*/ 23 h 69"/>
                <a:gd name="T22" fmla="*/ 98 w 118"/>
                <a:gd name="T23" fmla="*/ 44 h 69"/>
                <a:gd name="T24" fmla="*/ 79 w 118"/>
                <a:gd name="T25" fmla="*/ 48 h 69"/>
                <a:gd name="T26" fmla="*/ 92 w 118"/>
                <a:gd name="T27" fmla="*/ 45 h 69"/>
                <a:gd name="T28" fmla="*/ 102 w 118"/>
                <a:gd name="T29" fmla="*/ 41 h 69"/>
                <a:gd name="T30" fmla="*/ 94 w 118"/>
                <a:gd name="T31" fmla="*/ 10 h 69"/>
                <a:gd name="T32" fmla="*/ 102 w 118"/>
                <a:gd name="T33" fmla="*/ 19 h 69"/>
                <a:gd name="T34" fmla="*/ 97 w 118"/>
                <a:gd name="T35" fmla="*/ 42 h 69"/>
                <a:gd name="T36" fmla="*/ 79 w 118"/>
                <a:gd name="T37" fmla="*/ 46 h 69"/>
                <a:gd name="T38" fmla="*/ 30 w 118"/>
                <a:gd name="T39" fmla="*/ 55 h 69"/>
                <a:gd name="T40" fmla="*/ 28 w 118"/>
                <a:gd name="T41" fmla="*/ 55 h 69"/>
                <a:gd name="T42" fmla="*/ 25 w 118"/>
                <a:gd name="T43" fmla="*/ 54 h 69"/>
                <a:gd name="T44" fmla="*/ 16 w 118"/>
                <a:gd name="T45" fmla="*/ 36 h 69"/>
                <a:gd name="T46" fmla="*/ 25 w 118"/>
                <a:gd name="T47" fmla="*/ 25 h 69"/>
                <a:gd name="T48" fmla="*/ 31 w 118"/>
                <a:gd name="T49" fmla="*/ 24 h 69"/>
                <a:gd name="T50" fmla="*/ 66 w 118"/>
                <a:gd name="T51" fmla="*/ 9 h 69"/>
                <a:gd name="T52" fmla="*/ 49 w 118"/>
                <a:gd name="T53" fmla="*/ 6 h 69"/>
                <a:gd name="T54" fmla="*/ 25 w 118"/>
                <a:gd name="T55" fmla="*/ 11 h 69"/>
                <a:gd name="T56" fmla="*/ 9 w 118"/>
                <a:gd name="T57" fmla="*/ 19 h 69"/>
                <a:gd name="T58" fmla="*/ 2 w 118"/>
                <a:gd name="T59" fmla="*/ 31 h 69"/>
                <a:gd name="T60" fmla="*/ 25 w 118"/>
                <a:gd name="T61" fmla="*/ 69 h 69"/>
                <a:gd name="T62" fmla="*/ 27 w 118"/>
                <a:gd name="T63" fmla="*/ 69 h 69"/>
                <a:gd name="T64" fmla="*/ 37 w 118"/>
                <a:gd name="T65" fmla="*/ 69 h 69"/>
                <a:gd name="T66" fmla="*/ 84 w 118"/>
                <a:gd name="T67" fmla="*/ 58 h 69"/>
                <a:gd name="T68" fmla="*/ 99 w 118"/>
                <a:gd name="T69" fmla="*/ 55 h 69"/>
                <a:gd name="T70" fmla="*/ 94 w 118"/>
                <a:gd name="T71" fmla="*/ 56 h 69"/>
                <a:gd name="T72" fmla="*/ 55 w 118"/>
                <a:gd name="T73" fmla="*/ 64 h 69"/>
                <a:gd name="T74" fmla="*/ 29 w 118"/>
                <a:gd name="T75" fmla="*/ 69 h 69"/>
                <a:gd name="T76" fmla="*/ 27 w 118"/>
                <a:gd name="T77" fmla="*/ 69 h 69"/>
                <a:gd name="T78" fmla="*/ 14 w 118"/>
                <a:gd name="T79" fmla="*/ 65 h 69"/>
                <a:gd name="T80" fmla="*/ 15 w 118"/>
                <a:gd name="T81" fmla="*/ 64 h 69"/>
                <a:gd name="T82" fmla="*/ 27 w 118"/>
                <a:gd name="T83" fmla="*/ 67 h 69"/>
                <a:gd name="T84" fmla="*/ 29 w 118"/>
                <a:gd name="T85" fmla="*/ 68 h 69"/>
                <a:gd name="T86" fmla="*/ 55 w 118"/>
                <a:gd name="T87" fmla="*/ 63 h 69"/>
                <a:gd name="T88" fmla="*/ 95 w 118"/>
                <a:gd name="T89" fmla="*/ 55 h 69"/>
                <a:gd name="T90" fmla="*/ 105 w 118"/>
                <a:gd name="T91" fmla="*/ 50 h 69"/>
                <a:gd name="T92" fmla="*/ 118 w 118"/>
                <a:gd name="T93" fmla="*/ 3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8" h="69">
                  <a:moveTo>
                    <a:pt x="110" y="9"/>
                  </a:moveTo>
                  <a:cubicBezTo>
                    <a:pt x="108" y="6"/>
                    <a:pt x="106" y="4"/>
                    <a:pt x="103" y="3"/>
                  </a:cubicBezTo>
                  <a:cubicBezTo>
                    <a:pt x="101" y="1"/>
                    <a:pt x="98" y="0"/>
                    <a:pt x="95" y="0"/>
                  </a:cubicBezTo>
                  <a:cubicBezTo>
                    <a:pt x="101" y="2"/>
                    <a:pt x="106" y="6"/>
                    <a:pt x="109" y="10"/>
                  </a:cubicBezTo>
                  <a:cubicBezTo>
                    <a:pt x="113" y="15"/>
                    <a:pt x="115" y="20"/>
                    <a:pt x="115" y="26"/>
                  </a:cubicBezTo>
                  <a:cubicBezTo>
                    <a:pt x="116" y="32"/>
                    <a:pt x="115" y="38"/>
                    <a:pt x="111" y="43"/>
                  </a:cubicBezTo>
                  <a:cubicBezTo>
                    <a:pt x="110" y="45"/>
                    <a:pt x="108" y="47"/>
                    <a:pt x="105" y="49"/>
                  </a:cubicBezTo>
                  <a:cubicBezTo>
                    <a:pt x="103" y="51"/>
                    <a:pt x="100" y="52"/>
                    <a:pt x="97" y="53"/>
                  </a:cubicBezTo>
                  <a:cubicBezTo>
                    <a:pt x="97" y="53"/>
                    <a:pt x="96" y="53"/>
                    <a:pt x="95" y="53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56" y="61"/>
                    <a:pt x="74" y="57"/>
                    <a:pt x="90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5" y="53"/>
                    <a:pt x="96" y="53"/>
                    <a:pt x="96" y="53"/>
                  </a:cubicBezTo>
                  <a:cubicBezTo>
                    <a:pt x="97" y="53"/>
                    <a:pt x="98" y="52"/>
                    <a:pt x="98" y="52"/>
                  </a:cubicBezTo>
                  <a:cubicBezTo>
                    <a:pt x="102" y="51"/>
                    <a:pt x="105" y="50"/>
                    <a:pt x="107" y="47"/>
                  </a:cubicBezTo>
                  <a:cubicBezTo>
                    <a:pt x="110" y="45"/>
                    <a:pt x="112" y="42"/>
                    <a:pt x="113" y="39"/>
                  </a:cubicBezTo>
                  <a:cubicBezTo>
                    <a:pt x="114" y="36"/>
                    <a:pt x="115" y="33"/>
                    <a:pt x="115" y="30"/>
                  </a:cubicBezTo>
                  <a:cubicBezTo>
                    <a:pt x="115" y="24"/>
                    <a:pt x="113" y="17"/>
                    <a:pt x="110" y="12"/>
                  </a:cubicBezTo>
                  <a:cubicBezTo>
                    <a:pt x="106" y="7"/>
                    <a:pt x="101" y="3"/>
                    <a:pt x="95" y="1"/>
                  </a:cubicBezTo>
                  <a:cubicBezTo>
                    <a:pt x="94" y="1"/>
                    <a:pt x="92" y="0"/>
                    <a:pt x="91" y="0"/>
                  </a:cubicBezTo>
                  <a:cubicBezTo>
                    <a:pt x="89" y="0"/>
                    <a:pt x="88" y="0"/>
                    <a:pt x="86" y="1"/>
                  </a:cubicBezTo>
                  <a:cubicBezTo>
                    <a:pt x="84" y="2"/>
                    <a:pt x="82" y="3"/>
                    <a:pt x="82" y="4"/>
                  </a:cubicBezTo>
                  <a:cubicBezTo>
                    <a:pt x="82" y="5"/>
                    <a:pt x="83" y="5"/>
                    <a:pt x="84" y="5"/>
                  </a:cubicBezTo>
                  <a:cubicBezTo>
                    <a:pt x="85" y="5"/>
                    <a:pt x="87" y="6"/>
                    <a:pt x="89" y="6"/>
                  </a:cubicBezTo>
                  <a:cubicBezTo>
                    <a:pt x="90" y="6"/>
                    <a:pt x="91" y="6"/>
                    <a:pt x="93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6" y="8"/>
                    <a:pt x="95" y="9"/>
                    <a:pt x="94" y="9"/>
                  </a:cubicBezTo>
                  <a:cubicBezTo>
                    <a:pt x="100" y="12"/>
                    <a:pt x="105" y="17"/>
                    <a:pt x="106" y="23"/>
                  </a:cubicBezTo>
                  <a:cubicBezTo>
                    <a:pt x="107" y="27"/>
                    <a:pt x="107" y="30"/>
                    <a:pt x="107" y="33"/>
                  </a:cubicBezTo>
                  <a:cubicBezTo>
                    <a:pt x="106" y="36"/>
                    <a:pt x="105" y="39"/>
                    <a:pt x="102" y="41"/>
                  </a:cubicBezTo>
                  <a:cubicBezTo>
                    <a:pt x="101" y="42"/>
                    <a:pt x="100" y="43"/>
                    <a:pt x="98" y="44"/>
                  </a:cubicBezTo>
                  <a:cubicBezTo>
                    <a:pt x="97" y="44"/>
                    <a:pt x="96" y="45"/>
                    <a:pt x="95" y="45"/>
                  </a:cubicBezTo>
                  <a:cubicBezTo>
                    <a:pt x="94" y="45"/>
                    <a:pt x="93" y="45"/>
                    <a:pt x="92" y="46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0" y="50"/>
                    <a:pt x="61" y="52"/>
                    <a:pt x="52" y="53"/>
                  </a:cubicBezTo>
                  <a:cubicBezTo>
                    <a:pt x="61" y="52"/>
                    <a:pt x="70" y="50"/>
                    <a:pt x="79" y="48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3" y="45"/>
                    <a:pt x="94" y="45"/>
                    <a:pt x="95" y="45"/>
                  </a:cubicBezTo>
                  <a:cubicBezTo>
                    <a:pt x="96" y="45"/>
                    <a:pt x="97" y="44"/>
                    <a:pt x="98" y="44"/>
                  </a:cubicBezTo>
                  <a:cubicBezTo>
                    <a:pt x="100" y="43"/>
                    <a:pt x="101" y="42"/>
                    <a:pt x="102" y="41"/>
                  </a:cubicBezTo>
                  <a:cubicBezTo>
                    <a:pt x="105" y="39"/>
                    <a:pt x="106" y="36"/>
                    <a:pt x="106" y="33"/>
                  </a:cubicBezTo>
                  <a:cubicBezTo>
                    <a:pt x="107" y="30"/>
                    <a:pt x="107" y="27"/>
                    <a:pt x="106" y="23"/>
                  </a:cubicBezTo>
                  <a:cubicBezTo>
                    <a:pt x="104" y="17"/>
                    <a:pt x="100" y="12"/>
                    <a:pt x="94" y="10"/>
                  </a:cubicBezTo>
                  <a:cubicBezTo>
                    <a:pt x="93" y="10"/>
                    <a:pt x="93" y="11"/>
                    <a:pt x="95" y="12"/>
                  </a:cubicBezTo>
                  <a:cubicBezTo>
                    <a:pt x="96" y="13"/>
                    <a:pt x="97" y="14"/>
                    <a:pt x="98" y="15"/>
                  </a:cubicBezTo>
                  <a:cubicBezTo>
                    <a:pt x="99" y="16"/>
                    <a:pt x="101" y="17"/>
                    <a:pt x="102" y="19"/>
                  </a:cubicBezTo>
                  <a:cubicBezTo>
                    <a:pt x="103" y="21"/>
                    <a:pt x="104" y="24"/>
                    <a:pt x="105" y="26"/>
                  </a:cubicBezTo>
                  <a:cubicBezTo>
                    <a:pt x="105" y="28"/>
                    <a:pt x="105" y="30"/>
                    <a:pt x="105" y="32"/>
                  </a:cubicBezTo>
                  <a:cubicBezTo>
                    <a:pt x="104" y="36"/>
                    <a:pt x="101" y="40"/>
                    <a:pt x="97" y="42"/>
                  </a:cubicBezTo>
                  <a:cubicBezTo>
                    <a:pt x="96" y="42"/>
                    <a:pt x="94" y="43"/>
                    <a:pt x="93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66" y="48"/>
                    <a:pt x="53" y="51"/>
                    <a:pt x="41" y="53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3" y="55"/>
                    <a:pt x="31" y="55"/>
                    <a:pt x="30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6" y="54"/>
                    <a:pt x="25" y="54"/>
                    <a:pt x="25" y="54"/>
                  </a:cubicBezTo>
                  <a:cubicBezTo>
                    <a:pt x="23" y="54"/>
                    <a:pt x="22" y="53"/>
                    <a:pt x="21" y="52"/>
                  </a:cubicBezTo>
                  <a:cubicBezTo>
                    <a:pt x="19" y="51"/>
                    <a:pt x="17" y="48"/>
                    <a:pt x="16" y="45"/>
                  </a:cubicBezTo>
                  <a:cubicBezTo>
                    <a:pt x="15" y="42"/>
                    <a:pt x="15" y="39"/>
                    <a:pt x="16" y="36"/>
                  </a:cubicBezTo>
                  <a:cubicBezTo>
                    <a:pt x="16" y="33"/>
                    <a:pt x="17" y="32"/>
                    <a:pt x="18" y="30"/>
                  </a:cubicBezTo>
                  <a:cubicBezTo>
                    <a:pt x="20" y="28"/>
                    <a:pt x="21" y="27"/>
                    <a:pt x="23" y="26"/>
                  </a:cubicBezTo>
                  <a:cubicBezTo>
                    <a:pt x="24" y="26"/>
                    <a:pt x="24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52" y="20"/>
                    <a:pt x="64" y="17"/>
                    <a:pt x="74" y="15"/>
                  </a:cubicBezTo>
                  <a:cubicBezTo>
                    <a:pt x="91" y="10"/>
                    <a:pt x="84" y="7"/>
                    <a:pt x="66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83" y="5"/>
                    <a:pt x="74" y="3"/>
                    <a:pt x="76" y="1"/>
                  </a:cubicBezTo>
                  <a:cubicBezTo>
                    <a:pt x="67" y="3"/>
                    <a:pt x="58" y="5"/>
                    <a:pt x="49" y="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6" y="14"/>
                    <a:pt x="12" y="16"/>
                    <a:pt x="9" y="19"/>
                  </a:cubicBezTo>
                  <a:cubicBezTo>
                    <a:pt x="8" y="20"/>
                    <a:pt x="7" y="21"/>
                    <a:pt x="7" y="22"/>
                  </a:cubicBezTo>
                  <a:cubicBezTo>
                    <a:pt x="6" y="23"/>
                    <a:pt x="6" y="23"/>
                    <a:pt x="5" y="25"/>
                  </a:cubicBezTo>
                  <a:cubicBezTo>
                    <a:pt x="4" y="26"/>
                    <a:pt x="3" y="29"/>
                    <a:pt x="2" y="31"/>
                  </a:cubicBezTo>
                  <a:cubicBezTo>
                    <a:pt x="0" y="38"/>
                    <a:pt x="1" y="47"/>
                    <a:pt x="4" y="54"/>
                  </a:cubicBezTo>
                  <a:cubicBezTo>
                    <a:pt x="6" y="58"/>
                    <a:pt x="9" y="62"/>
                    <a:pt x="13" y="64"/>
                  </a:cubicBezTo>
                  <a:cubicBezTo>
                    <a:pt x="16" y="67"/>
                    <a:pt x="21" y="68"/>
                    <a:pt x="25" y="69"/>
                  </a:cubicBezTo>
                  <a:cubicBezTo>
                    <a:pt x="25" y="69"/>
                    <a:pt x="26" y="69"/>
                    <a:pt x="26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9"/>
                    <a:pt x="29" y="69"/>
                    <a:pt x="30" y="69"/>
                  </a:cubicBezTo>
                  <a:cubicBezTo>
                    <a:pt x="32" y="69"/>
                    <a:pt x="35" y="69"/>
                    <a:pt x="37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7" y="56"/>
                    <a:pt x="98" y="55"/>
                    <a:pt x="99" y="55"/>
                  </a:cubicBezTo>
                  <a:cubicBezTo>
                    <a:pt x="99" y="55"/>
                    <a:pt x="100" y="55"/>
                    <a:pt x="100" y="54"/>
                  </a:cubicBezTo>
                  <a:cubicBezTo>
                    <a:pt x="99" y="55"/>
                    <a:pt x="98" y="55"/>
                    <a:pt x="97" y="55"/>
                  </a:cubicBezTo>
                  <a:cubicBezTo>
                    <a:pt x="95" y="56"/>
                    <a:pt x="95" y="56"/>
                    <a:pt x="94" y="56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4" y="69"/>
                    <a:pt x="32" y="69"/>
                    <a:pt x="29" y="69"/>
                  </a:cubicBezTo>
                  <a:cubicBezTo>
                    <a:pt x="28" y="69"/>
                    <a:pt x="28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9"/>
                    <a:pt x="26" y="68"/>
                    <a:pt x="26" y="68"/>
                  </a:cubicBezTo>
                  <a:cubicBezTo>
                    <a:pt x="24" y="68"/>
                    <a:pt x="23" y="68"/>
                    <a:pt x="22" y="68"/>
                  </a:cubicBezTo>
                  <a:cubicBezTo>
                    <a:pt x="19" y="67"/>
                    <a:pt x="17" y="66"/>
                    <a:pt x="14" y="65"/>
                  </a:cubicBezTo>
                  <a:cubicBezTo>
                    <a:pt x="9" y="62"/>
                    <a:pt x="6" y="57"/>
                    <a:pt x="4" y="52"/>
                  </a:cubicBezTo>
                  <a:cubicBezTo>
                    <a:pt x="4" y="52"/>
                    <a:pt x="5" y="53"/>
                    <a:pt x="4" y="52"/>
                  </a:cubicBezTo>
                  <a:cubicBezTo>
                    <a:pt x="6" y="57"/>
                    <a:pt x="10" y="61"/>
                    <a:pt x="15" y="64"/>
                  </a:cubicBezTo>
                  <a:cubicBezTo>
                    <a:pt x="17" y="65"/>
                    <a:pt x="19" y="66"/>
                    <a:pt x="22" y="67"/>
                  </a:cubicBezTo>
                  <a:cubicBezTo>
                    <a:pt x="23" y="67"/>
                    <a:pt x="25" y="67"/>
                    <a:pt x="26" y="67"/>
                  </a:cubicBezTo>
                  <a:cubicBezTo>
                    <a:pt x="26" y="67"/>
                    <a:pt x="27" y="67"/>
                    <a:pt x="27" y="67"/>
                  </a:cubicBezTo>
                  <a:cubicBezTo>
                    <a:pt x="27" y="68"/>
                    <a:pt x="27" y="67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9" y="68"/>
                    <a:pt x="29" y="68"/>
                  </a:cubicBezTo>
                  <a:cubicBezTo>
                    <a:pt x="32" y="68"/>
                    <a:pt x="34" y="68"/>
                    <a:pt x="37" y="67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3" y="62"/>
                    <a:pt x="71" y="60"/>
                    <a:pt x="79" y="58"/>
                  </a:cubicBezTo>
                  <a:cubicBezTo>
                    <a:pt x="83" y="58"/>
                    <a:pt x="87" y="57"/>
                    <a:pt x="91" y="56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7" y="54"/>
                    <a:pt x="97" y="54"/>
                    <a:pt x="98" y="54"/>
                  </a:cubicBezTo>
                  <a:cubicBezTo>
                    <a:pt x="101" y="53"/>
                    <a:pt x="103" y="52"/>
                    <a:pt x="105" y="50"/>
                  </a:cubicBezTo>
                  <a:cubicBezTo>
                    <a:pt x="106" y="51"/>
                    <a:pt x="106" y="51"/>
                    <a:pt x="106" y="51"/>
                  </a:cubicBezTo>
                  <a:cubicBezTo>
                    <a:pt x="109" y="49"/>
                    <a:pt x="112" y="46"/>
                    <a:pt x="114" y="42"/>
                  </a:cubicBezTo>
                  <a:cubicBezTo>
                    <a:pt x="116" y="39"/>
                    <a:pt x="117" y="35"/>
                    <a:pt x="118" y="31"/>
                  </a:cubicBezTo>
                  <a:cubicBezTo>
                    <a:pt x="118" y="23"/>
                    <a:pt x="115" y="15"/>
                    <a:pt x="110" y="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Freeform 26">
              <a:extLst>
                <a:ext uri="{FF2B5EF4-FFF2-40B4-BE49-F238E27FC236}">
                  <a16:creationId xmlns:a16="http://schemas.microsoft.com/office/drawing/2014/main" id="{B4ACF4D3-07AD-0211-20B1-B5DFAF16B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2193926"/>
              <a:ext cx="431800" cy="266700"/>
            </a:xfrm>
            <a:custGeom>
              <a:avLst/>
              <a:gdLst>
                <a:gd name="T0" fmla="*/ 26 w 115"/>
                <a:gd name="T1" fmla="*/ 58 h 71"/>
                <a:gd name="T2" fmla="*/ 20 w 115"/>
                <a:gd name="T3" fmla="*/ 56 h 71"/>
                <a:gd name="T4" fmla="*/ 1 w 115"/>
                <a:gd name="T5" fmla="*/ 25 h 71"/>
                <a:gd name="T6" fmla="*/ 13 w 115"/>
                <a:gd name="T7" fmla="*/ 5 h 71"/>
                <a:gd name="T8" fmla="*/ 13 w 115"/>
                <a:gd name="T9" fmla="*/ 6 h 71"/>
                <a:gd name="T10" fmla="*/ 2 w 115"/>
                <a:gd name="T11" fmla="*/ 26 h 71"/>
                <a:gd name="T12" fmla="*/ 21 w 115"/>
                <a:gd name="T13" fmla="*/ 56 h 71"/>
                <a:gd name="T14" fmla="*/ 24 w 115"/>
                <a:gd name="T15" fmla="*/ 57 h 71"/>
                <a:gd name="T16" fmla="*/ 58 w 115"/>
                <a:gd name="T17" fmla="*/ 64 h 71"/>
                <a:gd name="T18" fmla="*/ 80 w 115"/>
                <a:gd name="T19" fmla="*/ 70 h 71"/>
                <a:gd name="T20" fmla="*/ 97 w 115"/>
                <a:gd name="T21" fmla="*/ 70 h 71"/>
                <a:gd name="T22" fmla="*/ 96 w 115"/>
                <a:gd name="T23" fmla="*/ 68 h 71"/>
                <a:gd name="T24" fmla="*/ 81 w 115"/>
                <a:gd name="T25" fmla="*/ 68 h 71"/>
                <a:gd name="T26" fmla="*/ 23 w 115"/>
                <a:gd name="T27" fmla="*/ 55 h 71"/>
                <a:gd name="T28" fmla="*/ 19 w 115"/>
                <a:gd name="T29" fmla="*/ 54 h 71"/>
                <a:gd name="T30" fmla="*/ 4 w 115"/>
                <a:gd name="T31" fmla="*/ 31 h 71"/>
                <a:gd name="T32" fmla="*/ 21 w 115"/>
                <a:gd name="T33" fmla="*/ 54 h 71"/>
                <a:gd name="T34" fmla="*/ 32 w 115"/>
                <a:gd name="T35" fmla="*/ 57 h 71"/>
                <a:gd name="T36" fmla="*/ 80 w 115"/>
                <a:gd name="T37" fmla="*/ 68 h 71"/>
                <a:gd name="T38" fmla="*/ 109 w 115"/>
                <a:gd name="T39" fmla="*/ 57 h 71"/>
                <a:gd name="T40" fmla="*/ 111 w 115"/>
                <a:gd name="T41" fmla="*/ 44 h 71"/>
                <a:gd name="T42" fmla="*/ 105 w 115"/>
                <a:gd name="T43" fmla="*/ 53 h 71"/>
                <a:gd name="T44" fmla="*/ 94 w 115"/>
                <a:gd name="T45" fmla="*/ 60 h 71"/>
                <a:gd name="T46" fmla="*/ 80 w 115"/>
                <a:gd name="T47" fmla="*/ 59 h 71"/>
                <a:gd name="T48" fmla="*/ 37 w 115"/>
                <a:gd name="T49" fmla="*/ 50 h 71"/>
                <a:gd name="T50" fmla="*/ 25 w 115"/>
                <a:gd name="T51" fmla="*/ 47 h 71"/>
                <a:gd name="T52" fmla="*/ 24 w 115"/>
                <a:gd name="T53" fmla="*/ 46 h 71"/>
                <a:gd name="T54" fmla="*/ 74 w 115"/>
                <a:gd name="T55" fmla="*/ 58 h 71"/>
                <a:gd name="T56" fmla="*/ 85 w 115"/>
                <a:gd name="T57" fmla="*/ 60 h 71"/>
                <a:gd name="T58" fmla="*/ 99 w 115"/>
                <a:gd name="T59" fmla="*/ 54 h 71"/>
                <a:gd name="T60" fmla="*/ 76 w 115"/>
                <a:gd name="T61" fmla="*/ 56 h 71"/>
                <a:gd name="T62" fmla="*/ 26 w 115"/>
                <a:gd name="T63" fmla="*/ 45 h 71"/>
                <a:gd name="T64" fmla="*/ 24 w 115"/>
                <a:gd name="T65" fmla="*/ 44 h 71"/>
                <a:gd name="T66" fmla="*/ 15 w 115"/>
                <a:gd name="T67" fmla="*/ 27 h 71"/>
                <a:gd name="T68" fmla="*/ 21 w 115"/>
                <a:gd name="T69" fmla="*/ 16 h 71"/>
                <a:gd name="T70" fmla="*/ 33 w 115"/>
                <a:gd name="T71" fmla="*/ 14 h 71"/>
                <a:gd name="T72" fmla="*/ 42 w 115"/>
                <a:gd name="T73" fmla="*/ 16 h 71"/>
                <a:gd name="T74" fmla="*/ 93 w 115"/>
                <a:gd name="T75" fmla="*/ 27 h 71"/>
                <a:gd name="T76" fmla="*/ 104 w 115"/>
                <a:gd name="T77" fmla="*/ 42 h 71"/>
                <a:gd name="T78" fmla="*/ 106 w 115"/>
                <a:gd name="T79" fmla="*/ 44 h 71"/>
                <a:gd name="T80" fmla="*/ 107 w 115"/>
                <a:gd name="T81" fmla="*/ 27 h 71"/>
                <a:gd name="T82" fmla="*/ 112 w 115"/>
                <a:gd name="T83" fmla="*/ 39 h 71"/>
                <a:gd name="T84" fmla="*/ 109 w 115"/>
                <a:gd name="T85" fmla="*/ 22 h 71"/>
                <a:gd name="T86" fmla="*/ 96 w 115"/>
                <a:gd name="T87" fmla="*/ 14 h 71"/>
                <a:gd name="T88" fmla="*/ 47 w 115"/>
                <a:gd name="T89" fmla="*/ 3 h 71"/>
                <a:gd name="T90" fmla="*/ 34 w 115"/>
                <a:gd name="T91" fmla="*/ 0 h 71"/>
                <a:gd name="T92" fmla="*/ 14 w 115"/>
                <a:gd name="T93" fmla="*/ 4 h 71"/>
                <a:gd name="T94" fmla="*/ 1 w 115"/>
                <a:gd name="T95" fmla="*/ 25 h 71"/>
                <a:gd name="T96" fmla="*/ 17 w 115"/>
                <a:gd name="T97" fmla="*/ 56 h 71"/>
                <a:gd name="T98" fmla="*/ 23 w 115"/>
                <a:gd name="T99" fmla="*/ 58 h 71"/>
                <a:gd name="T100" fmla="*/ 56 w 115"/>
                <a:gd name="T101" fmla="*/ 6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5" h="71">
                  <a:moveTo>
                    <a:pt x="56" y="65"/>
                  </a:moveTo>
                  <a:cubicBezTo>
                    <a:pt x="32" y="59"/>
                    <a:pt x="32" y="59"/>
                    <a:pt x="32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1" y="57"/>
                    <a:pt x="20" y="57"/>
                    <a:pt x="20" y="56"/>
                  </a:cubicBezTo>
                  <a:cubicBezTo>
                    <a:pt x="14" y="55"/>
                    <a:pt x="10" y="51"/>
                    <a:pt x="7" y="47"/>
                  </a:cubicBezTo>
                  <a:cubicBezTo>
                    <a:pt x="4" y="43"/>
                    <a:pt x="2" y="38"/>
                    <a:pt x="1" y="33"/>
                  </a:cubicBezTo>
                  <a:cubicBezTo>
                    <a:pt x="1" y="30"/>
                    <a:pt x="1" y="28"/>
                    <a:pt x="1" y="25"/>
                  </a:cubicBezTo>
                  <a:cubicBezTo>
                    <a:pt x="1" y="24"/>
                    <a:pt x="1" y="23"/>
                    <a:pt x="2" y="22"/>
                  </a:cubicBezTo>
                  <a:cubicBezTo>
                    <a:pt x="2" y="20"/>
                    <a:pt x="2" y="19"/>
                    <a:pt x="3" y="18"/>
                  </a:cubicBezTo>
                  <a:cubicBezTo>
                    <a:pt x="5" y="13"/>
                    <a:pt x="9" y="8"/>
                    <a:pt x="13" y="5"/>
                  </a:cubicBezTo>
                  <a:cubicBezTo>
                    <a:pt x="17" y="2"/>
                    <a:pt x="22" y="1"/>
                    <a:pt x="28" y="0"/>
                  </a:cubicBezTo>
                  <a:cubicBezTo>
                    <a:pt x="27" y="0"/>
                    <a:pt x="26" y="1"/>
                    <a:pt x="28" y="1"/>
                  </a:cubicBezTo>
                  <a:cubicBezTo>
                    <a:pt x="23" y="1"/>
                    <a:pt x="18" y="3"/>
                    <a:pt x="13" y="6"/>
                  </a:cubicBezTo>
                  <a:cubicBezTo>
                    <a:pt x="9" y="9"/>
                    <a:pt x="6" y="13"/>
                    <a:pt x="4" y="18"/>
                  </a:cubicBezTo>
                  <a:cubicBezTo>
                    <a:pt x="3" y="19"/>
                    <a:pt x="3" y="21"/>
                    <a:pt x="3" y="22"/>
                  </a:cubicBezTo>
                  <a:cubicBezTo>
                    <a:pt x="2" y="23"/>
                    <a:pt x="2" y="24"/>
                    <a:pt x="2" y="26"/>
                  </a:cubicBezTo>
                  <a:cubicBezTo>
                    <a:pt x="2" y="28"/>
                    <a:pt x="2" y="31"/>
                    <a:pt x="2" y="33"/>
                  </a:cubicBezTo>
                  <a:cubicBezTo>
                    <a:pt x="3" y="38"/>
                    <a:pt x="5" y="43"/>
                    <a:pt x="8" y="47"/>
                  </a:cubicBezTo>
                  <a:cubicBezTo>
                    <a:pt x="11" y="51"/>
                    <a:pt x="15" y="55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41" y="61"/>
                    <a:pt x="49" y="62"/>
                    <a:pt x="58" y="64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1" y="71"/>
                    <a:pt x="82" y="71"/>
                  </a:cubicBezTo>
                  <a:cubicBezTo>
                    <a:pt x="83" y="71"/>
                    <a:pt x="84" y="71"/>
                    <a:pt x="85" y="71"/>
                  </a:cubicBezTo>
                  <a:cubicBezTo>
                    <a:pt x="89" y="71"/>
                    <a:pt x="93" y="71"/>
                    <a:pt x="97" y="70"/>
                  </a:cubicBezTo>
                  <a:cubicBezTo>
                    <a:pt x="101" y="68"/>
                    <a:pt x="103" y="66"/>
                    <a:pt x="105" y="64"/>
                  </a:cubicBezTo>
                  <a:cubicBezTo>
                    <a:pt x="107" y="62"/>
                    <a:pt x="109" y="60"/>
                    <a:pt x="110" y="58"/>
                  </a:cubicBezTo>
                  <a:cubicBezTo>
                    <a:pt x="106" y="63"/>
                    <a:pt x="102" y="66"/>
                    <a:pt x="96" y="68"/>
                  </a:cubicBezTo>
                  <a:cubicBezTo>
                    <a:pt x="93" y="69"/>
                    <a:pt x="90" y="69"/>
                    <a:pt x="87" y="69"/>
                  </a:cubicBezTo>
                  <a:cubicBezTo>
                    <a:pt x="86" y="69"/>
                    <a:pt x="84" y="69"/>
                    <a:pt x="83" y="69"/>
                  </a:cubicBezTo>
                  <a:cubicBezTo>
                    <a:pt x="82" y="69"/>
                    <a:pt x="82" y="68"/>
                    <a:pt x="81" y="68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0" y="66"/>
                    <a:pt x="61" y="63"/>
                    <a:pt x="51" y="61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8" y="53"/>
                    <a:pt x="17" y="53"/>
                    <a:pt x="16" y="52"/>
                  </a:cubicBezTo>
                  <a:cubicBezTo>
                    <a:pt x="13" y="50"/>
                    <a:pt x="11" y="48"/>
                    <a:pt x="9" y="46"/>
                  </a:cubicBezTo>
                  <a:cubicBezTo>
                    <a:pt x="6" y="42"/>
                    <a:pt x="4" y="36"/>
                    <a:pt x="4" y="31"/>
                  </a:cubicBezTo>
                  <a:cubicBezTo>
                    <a:pt x="4" y="35"/>
                    <a:pt x="5" y="40"/>
                    <a:pt x="8" y="44"/>
                  </a:cubicBezTo>
                  <a:cubicBezTo>
                    <a:pt x="11" y="48"/>
                    <a:pt x="15" y="52"/>
                    <a:pt x="20" y="54"/>
                  </a:cubicBezTo>
                  <a:cubicBezTo>
                    <a:pt x="20" y="54"/>
                    <a:pt x="21" y="54"/>
                    <a:pt x="21" y="54"/>
                  </a:cubicBezTo>
                  <a:cubicBezTo>
                    <a:pt x="22" y="54"/>
                    <a:pt x="23" y="54"/>
                    <a:pt x="23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7" y="58"/>
                    <a:pt x="41" y="58"/>
                    <a:pt x="44" y="59"/>
                  </a:cubicBezTo>
                  <a:cubicBezTo>
                    <a:pt x="55" y="62"/>
                    <a:pt x="66" y="64"/>
                    <a:pt x="76" y="67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1" y="68"/>
                    <a:pt x="83" y="68"/>
                    <a:pt x="84" y="68"/>
                  </a:cubicBezTo>
                  <a:cubicBezTo>
                    <a:pt x="87" y="69"/>
                    <a:pt x="91" y="69"/>
                    <a:pt x="94" y="68"/>
                  </a:cubicBezTo>
                  <a:cubicBezTo>
                    <a:pt x="100" y="66"/>
                    <a:pt x="105" y="62"/>
                    <a:pt x="109" y="57"/>
                  </a:cubicBezTo>
                  <a:cubicBezTo>
                    <a:pt x="110" y="56"/>
                    <a:pt x="111" y="55"/>
                    <a:pt x="111" y="54"/>
                  </a:cubicBezTo>
                  <a:cubicBezTo>
                    <a:pt x="112" y="52"/>
                    <a:pt x="112" y="51"/>
                    <a:pt x="112" y="49"/>
                  </a:cubicBezTo>
                  <a:cubicBezTo>
                    <a:pt x="112" y="47"/>
                    <a:pt x="112" y="45"/>
                    <a:pt x="111" y="44"/>
                  </a:cubicBezTo>
                  <a:cubicBezTo>
                    <a:pt x="110" y="44"/>
                    <a:pt x="110" y="45"/>
                    <a:pt x="109" y="46"/>
                  </a:cubicBezTo>
                  <a:cubicBezTo>
                    <a:pt x="109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5" y="53"/>
                  </a:cubicBezTo>
                  <a:cubicBezTo>
                    <a:pt x="104" y="55"/>
                    <a:pt x="103" y="55"/>
                    <a:pt x="103" y="55"/>
                  </a:cubicBezTo>
                  <a:cubicBezTo>
                    <a:pt x="102" y="56"/>
                    <a:pt x="102" y="55"/>
                    <a:pt x="102" y="54"/>
                  </a:cubicBezTo>
                  <a:cubicBezTo>
                    <a:pt x="100" y="57"/>
                    <a:pt x="97" y="58"/>
                    <a:pt x="94" y="60"/>
                  </a:cubicBezTo>
                  <a:cubicBezTo>
                    <a:pt x="91" y="61"/>
                    <a:pt x="88" y="61"/>
                    <a:pt x="85" y="60"/>
                  </a:cubicBezTo>
                  <a:cubicBezTo>
                    <a:pt x="84" y="60"/>
                    <a:pt x="83" y="60"/>
                    <a:pt x="82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54"/>
                    <a:pt x="46" y="52"/>
                    <a:pt x="37" y="50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0" y="45"/>
                    <a:pt x="18" y="43"/>
                    <a:pt x="16" y="40"/>
                  </a:cubicBezTo>
                  <a:cubicBezTo>
                    <a:pt x="18" y="43"/>
                    <a:pt x="21" y="45"/>
                    <a:pt x="24" y="46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3" y="60"/>
                    <a:pt x="84" y="60"/>
                    <a:pt x="85" y="60"/>
                  </a:cubicBezTo>
                  <a:cubicBezTo>
                    <a:pt x="88" y="61"/>
                    <a:pt x="91" y="60"/>
                    <a:pt x="94" y="59"/>
                  </a:cubicBezTo>
                  <a:cubicBezTo>
                    <a:pt x="97" y="58"/>
                    <a:pt x="99" y="56"/>
                    <a:pt x="101" y="53"/>
                  </a:cubicBezTo>
                  <a:cubicBezTo>
                    <a:pt x="101" y="53"/>
                    <a:pt x="101" y="52"/>
                    <a:pt x="99" y="54"/>
                  </a:cubicBezTo>
                  <a:cubicBezTo>
                    <a:pt x="97" y="55"/>
                    <a:pt x="94" y="57"/>
                    <a:pt x="90" y="58"/>
                  </a:cubicBezTo>
                  <a:cubicBezTo>
                    <a:pt x="88" y="58"/>
                    <a:pt x="85" y="58"/>
                    <a:pt x="83" y="58"/>
                  </a:cubicBezTo>
                  <a:cubicBezTo>
                    <a:pt x="81" y="57"/>
                    <a:pt x="78" y="57"/>
                    <a:pt x="76" y="56"/>
                  </a:cubicBezTo>
                  <a:cubicBezTo>
                    <a:pt x="64" y="53"/>
                    <a:pt x="51" y="50"/>
                    <a:pt x="38" y="47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4"/>
                    <a:pt x="22" y="43"/>
                    <a:pt x="21" y="43"/>
                  </a:cubicBezTo>
                  <a:cubicBezTo>
                    <a:pt x="18" y="41"/>
                    <a:pt x="16" y="37"/>
                    <a:pt x="15" y="32"/>
                  </a:cubicBezTo>
                  <a:cubicBezTo>
                    <a:pt x="15" y="30"/>
                    <a:pt x="15" y="29"/>
                    <a:pt x="15" y="27"/>
                  </a:cubicBezTo>
                  <a:cubicBezTo>
                    <a:pt x="15" y="26"/>
                    <a:pt x="15" y="25"/>
                    <a:pt x="15" y="25"/>
                  </a:cubicBezTo>
                  <a:cubicBezTo>
                    <a:pt x="15" y="24"/>
                    <a:pt x="16" y="23"/>
                    <a:pt x="16" y="23"/>
                  </a:cubicBezTo>
                  <a:cubicBezTo>
                    <a:pt x="17" y="20"/>
                    <a:pt x="19" y="18"/>
                    <a:pt x="21" y="16"/>
                  </a:cubicBezTo>
                  <a:cubicBezTo>
                    <a:pt x="24" y="15"/>
                    <a:pt x="27" y="14"/>
                    <a:pt x="30" y="14"/>
                  </a:cubicBezTo>
                  <a:cubicBezTo>
                    <a:pt x="31" y="14"/>
                    <a:pt x="32" y="14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55" y="19"/>
                    <a:pt x="67" y="22"/>
                    <a:pt x="79" y="24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4" y="28"/>
                    <a:pt x="95" y="28"/>
                    <a:pt x="96" y="28"/>
                  </a:cubicBezTo>
                  <a:cubicBezTo>
                    <a:pt x="99" y="30"/>
                    <a:pt x="101" y="32"/>
                    <a:pt x="102" y="36"/>
                  </a:cubicBezTo>
                  <a:cubicBezTo>
                    <a:pt x="103" y="39"/>
                    <a:pt x="104" y="41"/>
                    <a:pt x="104" y="42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3"/>
                    <a:pt x="105" y="44"/>
                    <a:pt x="105" y="44"/>
                  </a:cubicBezTo>
                  <a:cubicBezTo>
                    <a:pt x="105" y="44"/>
                    <a:pt x="105" y="44"/>
                    <a:pt x="106" y="44"/>
                  </a:cubicBezTo>
                  <a:cubicBezTo>
                    <a:pt x="107" y="43"/>
                    <a:pt x="108" y="41"/>
                    <a:pt x="108" y="38"/>
                  </a:cubicBezTo>
                  <a:cubicBezTo>
                    <a:pt x="109" y="36"/>
                    <a:pt x="109" y="32"/>
                    <a:pt x="106" y="28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9" y="29"/>
                    <a:pt x="110" y="31"/>
                    <a:pt x="110" y="32"/>
                  </a:cubicBezTo>
                  <a:cubicBezTo>
                    <a:pt x="111" y="34"/>
                    <a:pt x="111" y="35"/>
                    <a:pt x="111" y="36"/>
                  </a:cubicBezTo>
                  <a:cubicBezTo>
                    <a:pt x="112" y="38"/>
                    <a:pt x="112" y="39"/>
                    <a:pt x="112" y="39"/>
                  </a:cubicBezTo>
                  <a:cubicBezTo>
                    <a:pt x="113" y="39"/>
                    <a:pt x="114" y="37"/>
                    <a:pt x="115" y="38"/>
                  </a:cubicBezTo>
                  <a:cubicBezTo>
                    <a:pt x="115" y="35"/>
                    <a:pt x="115" y="33"/>
                    <a:pt x="114" y="30"/>
                  </a:cubicBezTo>
                  <a:cubicBezTo>
                    <a:pt x="113" y="27"/>
                    <a:pt x="111" y="24"/>
                    <a:pt x="109" y="22"/>
                  </a:cubicBezTo>
                  <a:cubicBezTo>
                    <a:pt x="107" y="20"/>
                    <a:pt x="105" y="18"/>
                    <a:pt x="102" y="16"/>
                  </a:cubicBezTo>
                  <a:cubicBezTo>
                    <a:pt x="101" y="16"/>
                    <a:pt x="99" y="15"/>
                    <a:pt x="98" y="14"/>
                  </a:cubicBezTo>
                  <a:cubicBezTo>
                    <a:pt x="97" y="14"/>
                    <a:pt x="97" y="14"/>
                    <a:pt x="96" y="14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9" y="0"/>
                    <a:pt x="27" y="0"/>
                    <a:pt x="25" y="0"/>
                  </a:cubicBezTo>
                  <a:cubicBezTo>
                    <a:pt x="21" y="1"/>
                    <a:pt x="17" y="2"/>
                    <a:pt x="14" y="4"/>
                  </a:cubicBezTo>
                  <a:cubicBezTo>
                    <a:pt x="10" y="6"/>
                    <a:pt x="7" y="9"/>
                    <a:pt x="5" y="13"/>
                  </a:cubicBezTo>
                  <a:cubicBezTo>
                    <a:pt x="4" y="15"/>
                    <a:pt x="3" y="17"/>
                    <a:pt x="2" y="19"/>
                  </a:cubicBezTo>
                  <a:cubicBezTo>
                    <a:pt x="1" y="21"/>
                    <a:pt x="1" y="23"/>
                    <a:pt x="1" y="25"/>
                  </a:cubicBezTo>
                  <a:cubicBezTo>
                    <a:pt x="0" y="29"/>
                    <a:pt x="1" y="33"/>
                    <a:pt x="2" y="37"/>
                  </a:cubicBezTo>
                  <a:cubicBezTo>
                    <a:pt x="3" y="41"/>
                    <a:pt x="4" y="45"/>
                    <a:pt x="7" y="48"/>
                  </a:cubicBezTo>
                  <a:cubicBezTo>
                    <a:pt x="10" y="51"/>
                    <a:pt x="13" y="54"/>
                    <a:pt x="17" y="56"/>
                  </a:cubicBezTo>
                  <a:cubicBezTo>
                    <a:pt x="18" y="56"/>
                    <a:pt x="19" y="57"/>
                    <a:pt x="20" y="57"/>
                  </a:cubicBezTo>
                  <a:cubicBezTo>
                    <a:pt x="21" y="57"/>
                    <a:pt x="21" y="57"/>
                    <a:pt x="22" y="57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37" y="61"/>
                    <a:pt x="37" y="61"/>
                    <a:pt x="37" y="61"/>
                  </a:cubicBezTo>
                  <a:lnTo>
                    <a:pt x="56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Freeform 27">
              <a:extLst>
                <a:ext uri="{FF2B5EF4-FFF2-40B4-BE49-F238E27FC236}">
                  <a16:creationId xmlns:a16="http://schemas.microsoft.com/office/drawing/2014/main" id="{BFACDD8C-2877-FA74-B4F2-1570AB89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3713" y="1300163"/>
              <a:ext cx="363538" cy="390525"/>
            </a:xfrm>
            <a:custGeom>
              <a:avLst/>
              <a:gdLst>
                <a:gd name="T0" fmla="*/ 86 w 97"/>
                <a:gd name="T1" fmla="*/ 48 h 104"/>
                <a:gd name="T2" fmla="*/ 56 w 97"/>
                <a:gd name="T3" fmla="*/ 83 h 104"/>
                <a:gd name="T4" fmla="*/ 48 w 97"/>
                <a:gd name="T5" fmla="*/ 93 h 104"/>
                <a:gd name="T6" fmla="*/ 31 w 97"/>
                <a:gd name="T7" fmla="*/ 101 h 104"/>
                <a:gd name="T8" fmla="*/ 43 w 97"/>
                <a:gd name="T9" fmla="*/ 97 h 104"/>
                <a:gd name="T10" fmla="*/ 49 w 97"/>
                <a:gd name="T11" fmla="*/ 92 h 104"/>
                <a:gd name="T12" fmla="*/ 82 w 97"/>
                <a:gd name="T13" fmla="*/ 52 h 104"/>
                <a:gd name="T14" fmla="*/ 86 w 97"/>
                <a:gd name="T15" fmla="*/ 47 h 104"/>
                <a:gd name="T16" fmla="*/ 93 w 97"/>
                <a:gd name="T17" fmla="*/ 20 h 104"/>
                <a:gd name="T18" fmla="*/ 83 w 97"/>
                <a:gd name="T19" fmla="*/ 11 h 104"/>
                <a:gd name="T20" fmla="*/ 87 w 97"/>
                <a:gd name="T21" fmla="*/ 21 h 104"/>
                <a:gd name="T22" fmla="*/ 80 w 97"/>
                <a:gd name="T23" fmla="*/ 42 h 104"/>
                <a:gd name="T24" fmla="*/ 44 w 97"/>
                <a:gd name="T25" fmla="*/ 85 h 104"/>
                <a:gd name="T26" fmla="*/ 40 w 97"/>
                <a:gd name="T27" fmla="*/ 89 h 104"/>
                <a:gd name="T28" fmla="*/ 41 w 97"/>
                <a:gd name="T29" fmla="*/ 88 h 104"/>
                <a:gd name="T30" fmla="*/ 44 w 97"/>
                <a:gd name="T31" fmla="*/ 85 h 104"/>
                <a:gd name="T32" fmla="*/ 80 w 97"/>
                <a:gd name="T33" fmla="*/ 42 h 104"/>
                <a:gd name="T34" fmla="*/ 83 w 97"/>
                <a:gd name="T35" fmla="*/ 30 h 104"/>
                <a:gd name="T36" fmla="*/ 78 w 97"/>
                <a:gd name="T37" fmla="*/ 41 h 104"/>
                <a:gd name="T38" fmla="*/ 47 w 97"/>
                <a:gd name="T39" fmla="*/ 77 h 104"/>
                <a:gd name="T40" fmla="*/ 38 w 97"/>
                <a:gd name="T41" fmla="*/ 87 h 104"/>
                <a:gd name="T42" fmla="*/ 20 w 97"/>
                <a:gd name="T43" fmla="*/ 87 h 104"/>
                <a:gd name="T44" fmla="*/ 19 w 97"/>
                <a:gd name="T45" fmla="*/ 86 h 104"/>
                <a:gd name="T46" fmla="*/ 18 w 97"/>
                <a:gd name="T47" fmla="*/ 85 h 104"/>
                <a:gd name="T48" fmla="*/ 15 w 97"/>
                <a:gd name="T49" fmla="*/ 74 h 104"/>
                <a:gd name="T50" fmla="*/ 20 w 97"/>
                <a:gd name="T51" fmla="*/ 62 h 104"/>
                <a:gd name="T52" fmla="*/ 50 w 97"/>
                <a:gd name="T53" fmla="*/ 24 h 104"/>
                <a:gd name="T54" fmla="*/ 56 w 97"/>
                <a:gd name="T55" fmla="*/ 17 h 104"/>
                <a:gd name="T56" fmla="*/ 60 w 97"/>
                <a:gd name="T57" fmla="*/ 14 h 104"/>
                <a:gd name="T58" fmla="*/ 79 w 97"/>
                <a:gd name="T59" fmla="*/ 16 h 104"/>
                <a:gd name="T60" fmla="*/ 66 w 97"/>
                <a:gd name="T61" fmla="*/ 6 h 104"/>
                <a:gd name="T62" fmla="*/ 79 w 97"/>
                <a:gd name="T63" fmla="*/ 7 h 104"/>
                <a:gd name="T64" fmla="*/ 55 w 97"/>
                <a:gd name="T65" fmla="*/ 1 h 104"/>
                <a:gd name="T66" fmla="*/ 43 w 97"/>
                <a:gd name="T67" fmla="*/ 10 h 104"/>
                <a:gd name="T68" fmla="*/ 10 w 97"/>
                <a:gd name="T69" fmla="*/ 52 h 104"/>
                <a:gd name="T70" fmla="*/ 7 w 97"/>
                <a:gd name="T71" fmla="*/ 56 h 104"/>
                <a:gd name="T72" fmla="*/ 2 w 97"/>
                <a:gd name="T73" fmla="*/ 85 h 104"/>
                <a:gd name="T74" fmla="*/ 11 w 97"/>
                <a:gd name="T75" fmla="*/ 98 h 104"/>
                <a:gd name="T76" fmla="*/ 31 w 97"/>
                <a:gd name="T77" fmla="*/ 103 h 104"/>
                <a:gd name="T78" fmla="*/ 50 w 97"/>
                <a:gd name="T79" fmla="*/ 95 h 104"/>
                <a:gd name="T80" fmla="*/ 58 w 97"/>
                <a:gd name="T81" fmla="*/ 84 h 104"/>
                <a:gd name="T82" fmla="*/ 51 w 97"/>
                <a:gd name="T83" fmla="*/ 93 h 104"/>
                <a:gd name="T84" fmla="*/ 49 w 97"/>
                <a:gd name="T85" fmla="*/ 96 h 104"/>
                <a:gd name="T86" fmla="*/ 16 w 97"/>
                <a:gd name="T87" fmla="*/ 100 h 104"/>
                <a:gd name="T88" fmla="*/ 10 w 97"/>
                <a:gd name="T89" fmla="*/ 97 h 104"/>
                <a:gd name="T90" fmla="*/ 4 w 97"/>
                <a:gd name="T91" fmla="*/ 89 h 104"/>
                <a:gd name="T92" fmla="*/ 6 w 97"/>
                <a:gd name="T93" fmla="*/ 59 h 104"/>
                <a:gd name="T94" fmla="*/ 7 w 97"/>
                <a:gd name="T95" fmla="*/ 92 h 104"/>
                <a:gd name="T96" fmla="*/ 10 w 97"/>
                <a:gd name="T97" fmla="*/ 95 h 104"/>
                <a:gd name="T98" fmla="*/ 13 w 97"/>
                <a:gd name="T99" fmla="*/ 97 h 104"/>
                <a:gd name="T100" fmla="*/ 46 w 97"/>
                <a:gd name="T101" fmla="*/ 97 h 104"/>
                <a:gd name="T102" fmla="*/ 55 w 97"/>
                <a:gd name="T103" fmla="*/ 87 h 104"/>
                <a:gd name="T104" fmla="*/ 83 w 97"/>
                <a:gd name="T105" fmla="*/ 55 h 104"/>
                <a:gd name="T106" fmla="*/ 88 w 97"/>
                <a:gd name="T107" fmla="*/ 48 h 104"/>
                <a:gd name="T108" fmla="*/ 94 w 97"/>
                <a:gd name="T109" fmla="*/ 2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7" h="104">
                  <a:moveTo>
                    <a:pt x="92" y="37"/>
                  </a:moveTo>
                  <a:cubicBezTo>
                    <a:pt x="91" y="40"/>
                    <a:pt x="90" y="42"/>
                    <a:pt x="89" y="44"/>
                  </a:cubicBezTo>
                  <a:cubicBezTo>
                    <a:pt x="88" y="45"/>
                    <a:pt x="87" y="47"/>
                    <a:pt x="86" y="48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78" y="57"/>
                    <a:pt x="72" y="65"/>
                    <a:pt x="65" y="72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3"/>
                    <a:pt x="48" y="93"/>
                    <a:pt x="48" y="93"/>
                  </a:cubicBezTo>
                  <a:cubicBezTo>
                    <a:pt x="48" y="93"/>
                    <a:pt x="47" y="94"/>
                    <a:pt x="47" y="94"/>
                  </a:cubicBezTo>
                  <a:cubicBezTo>
                    <a:pt x="45" y="96"/>
                    <a:pt x="42" y="98"/>
                    <a:pt x="39" y="99"/>
                  </a:cubicBezTo>
                  <a:cubicBezTo>
                    <a:pt x="37" y="100"/>
                    <a:pt x="34" y="101"/>
                    <a:pt x="31" y="101"/>
                  </a:cubicBezTo>
                  <a:cubicBezTo>
                    <a:pt x="26" y="101"/>
                    <a:pt x="20" y="99"/>
                    <a:pt x="16" y="97"/>
                  </a:cubicBezTo>
                  <a:cubicBezTo>
                    <a:pt x="20" y="99"/>
                    <a:pt x="24" y="100"/>
                    <a:pt x="29" y="100"/>
                  </a:cubicBezTo>
                  <a:cubicBezTo>
                    <a:pt x="34" y="101"/>
                    <a:pt x="39" y="100"/>
                    <a:pt x="43" y="97"/>
                  </a:cubicBezTo>
                  <a:cubicBezTo>
                    <a:pt x="44" y="96"/>
                    <a:pt x="45" y="95"/>
                    <a:pt x="46" y="94"/>
                  </a:cubicBezTo>
                  <a:cubicBezTo>
                    <a:pt x="47" y="94"/>
                    <a:pt x="47" y="93"/>
                    <a:pt x="48" y="93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5" y="84"/>
                    <a:pt x="58" y="80"/>
                    <a:pt x="61" y="77"/>
                  </a:cubicBezTo>
                  <a:cubicBezTo>
                    <a:pt x="68" y="69"/>
                    <a:pt x="75" y="61"/>
                    <a:pt x="82" y="52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8" y="44"/>
                    <a:pt x="90" y="41"/>
                    <a:pt x="91" y="38"/>
                  </a:cubicBezTo>
                  <a:cubicBezTo>
                    <a:pt x="93" y="33"/>
                    <a:pt x="94" y="27"/>
                    <a:pt x="93" y="20"/>
                  </a:cubicBezTo>
                  <a:cubicBezTo>
                    <a:pt x="93" y="19"/>
                    <a:pt x="92" y="18"/>
                    <a:pt x="92" y="16"/>
                  </a:cubicBezTo>
                  <a:cubicBezTo>
                    <a:pt x="91" y="15"/>
                    <a:pt x="89" y="13"/>
                    <a:pt x="88" y="12"/>
                  </a:cubicBezTo>
                  <a:cubicBezTo>
                    <a:pt x="86" y="11"/>
                    <a:pt x="84" y="10"/>
                    <a:pt x="83" y="11"/>
                  </a:cubicBezTo>
                  <a:cubicBezTo>
                    <a:pt x="83" y="11"/>
                    <a:pt x="83" y="12"/>
                    <a:pt x="83" y="13"/>
                  </a:cubicBezTo>
                  <a:cubicBezTo>
                    <a:pt x="84" y="14"/>
                    <a:pt x="84" y="15"/>
                    <a:pt x="85" y="18"/>
                  </a:cubicBezTo>
                  <a:cubicBezTo>
                    <a:pt x="86" y="18"/>
                    <a:pt x="87" y="20"/>
                    <a:pt x="87" y="21"/>
                  </a:cubicBezTo>
                  <a:cubicBezTo>
                    <a:pt x="87" y="23"/>
                    <a:pt x="87" y="24"/>
                    <a:pt x="87" y="24"/>
                  </a:cubicBezTo>
                  <a:cubicBezTo>
                    <a:pt x="87" y="25"/>
                    <a:pt x="86" y="24"/>
                    <a:pt x="86" y="24"/>
                  </a:cubicBezTo>
                  <a:cubicBezTo>
                    <a:pt x="86" y="30"/>
                    <a:pt x="84" y="37"/>
                    <a:pt x="80" y="42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0" y="66"/>
                    <a:pt x="54" y="73"/>
                    <a:pt x="48" y="80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89"/>
                    <a:pt x="40" y="89"/>
                    <a:pt x="40" y="89"/>
                  </a:cubicBezTo>
                  <a:cubicBezTo>
                    <a:pt x="37" y="91"/>
                    <a:pt x="34" y="92"/>
                    <a:pt x="30" y="92"/>
                  </a:cubicBezTo>
                  <a:cubicBezTo>
                    <a:pt x="34" y="92"/>
                    <a:pt x="37" y="91"/>
                    <a:pt x="40" y="89"/>
                  </a:cubicBezTo>
                  <a:cubicBezTo>
                    <a:pt x="40" y="89"/>
                    <a:pt x="41" y="88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84" y="37"/>
                    <a:pt x="86" y="30"/>
                    <a:pt x="85" y="23"/>
                  </a:cubicBezTo>
                  <a:cubicBezTo>
                    <a:pt x="84" y="23"/>
                    <a:pt x="84" y="24"/>
                    <a:pt x="83" y="26"/>
                  </a:cubicBezTo>
                  <a:cubicBezTo>
                    <a:pt x="83" y="27"/>
                    <a:pt x="83" y="28"/>
                    <a:pt x="83" y="30"/>
                  </a:cubicBezTo>
                  <a:cubicBezTo>
                    <a:pt x="82" y="32"/>
                    <a:pt x="82" y="34"/>
                    <a:pt x="81" y="36"/>
                  </a:cubicBezTo>
                  <a:cubicBezTo>
                    <a:pt x="80" y="37"/>
                    <a:pt x="80" y="38"/>
                    <a:pt x="79" y="39"/>
                  </a:cubicBezTo>
                  <a:cubicBezTo>
                    <a:pt x="79" y="40"/>
                    <a:pt x="79" y="40"/>
                    <a:pt x="78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5" y="44"/>
                    <a:pt x="73" y="46"/>
                    <a:pt x="72" y="48"/>
                  </a:cubicBezTo>
                  <a:cubicBezTo>
                    <a:pt x="64" y="57"/>
                    <a:pt x="55" y="67"/>
                    <a:pt x="47" y="77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86"/>
                    <a:pt x="40" y="86"/>
                    <a:pt x="39" y="87"/>
                  </a:cubicBezTo>
                  <a:cubicBezTo>
                    <a:pt x="39" y="87"/>
                    <a:pt x="39" y="87"/>
                    <a:pt x="38" y="87"/>
                  </a:cubicBezTo>
                  <a:cubicBezTo>
                    <a:pt x="38" y="88"/>
                    <a:pt x="37" y="88"/>
                    <a:pt x="36" y="89"/>
                  </a:cubicBezTo>
                  <a:cubicBezTo>
                    <a:pt x="32" y="90"/>
                    <a:pt x="27" y="90"/>
                    <a:pt x="22" y="88"/>
                  </a:cubicBezTo>
                  <a:cubicBezTo>
                    <a:pt x="22" y="88"/>
                    <a:pt x="21" y="87"/>
                    <a:pt x="20" y="87"/>
                  </a:cubicBezTo>
                  <a:cubicBezTo>
                    <a:pt x="20" y="87"/>
                    <a:pt x="20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8" y="85"/>
                    <a:pt x="18" y="84"/>
                    <a:pt x="18" y="84"/>
                  </a:cubicBezTo>
                  <a:cubicBezTo>
                    <a:pt x="17" y="84"/>
                    <a:pt x="17" y="83"/>
                    <a:pt x="16" y="82"/>
                  </a:cubicBezTo>
                  <a:cubicBezTo>
                    <a:pt x="15" y="80"/>
                    <a:pt x="14" y="77"/>
                    <a:pt x="15" y="74"/>
                  </a:cubicBezTo>
                  <a:cubicBezTo>
                    <a:pt x="15" y="70"/>
                    <a:pt x="16" y="67"/>
                    <a:pt x="18" y="65"/>
                  </a:cubicBezTo>
                  <a:cubicBezTo>
                    <a:pt x="18" y="64"/>
                    <a:pt x="19" y="64"/>
                    <a:pt x="19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34" y="44"/>
                    <a:pt x="42" y="34"/>
                    <a:pt x="50" y="24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6"/>
                    <a:pt x="56" y="16"/>
                    <a:pt x="57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8" y="15"/>
                    <a:pt x="59" y="14"/>
                    <a:pt x="60" y="14"/>
                  </a:cubicBezTo>
                  <a:cubicBezTo>
                    <a:pt x="63" y="13"/>
                    <a:pt x="67" y="13"/>
                    <a:pt x="71" y="14"/>
                  </a:cubicBezTo>
                  <a:cubicBezTo>
                    <a:pt x="74" y="15"/>
                    <a:pt x="76" y="16"/>
                    <a:pt x="78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5"/>
                  </a:cubicBezTo>
                  <a:cubicBezTo>
                    <a:pt x="80" y="14"/>
                    <a:pt x="79" y="12"/>
                    <a:pt x="77" y="10"/>
                  </a:cubicBezTo>
                  <a:cubicBezTo>
                    <a:pt x="74" y="8"/>
                    <a:pt x="71" y="6"/>
                    <a:pt x="66" y="6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5"/>
                    <a:pt x="74" y="6"/>
                    <a:pt x="76" y="7"/>
                  </a:cubicBezTo>
                  <a:cubicBezTo>
                    <a:pt x="78" y="7"/>
                    <a:pt x="78" y="7"/>
                    <a:pt x="79" y="7"/>
                  </a:cubicBezTo>
                  <a:cubicBezTo>
                    <a:pt x="79" y="6"/>
                    <a:pt x="78" y="4"/>
                    <a:pt x="80" y="4"/>
                  </a:cubicBezTo>
                  <a:cubicBezTo>
                    <a:pt x="75" y="2"/>
                    <a:pt x="70" y="0"/>
                    <a:pt x="64" y="0"/>
                  </a:cubicBezTo>
                  <a:cubicBezTo>
                    <a:pt x="61" y="0"/>
                    <a:pt x="58" y="0"/>
                    <a:pt x="55" y="1"/>
                  </a:cubicBezTo>
                  <a:cubicBezTo>
                    <a:pt x="52" y="2"/>
                    <a:pt x="49" y="4"/>
                    <a:pt x="47" y="6"/>
                  </a:cubicBezTo>
                  <a:cubicBezTo>
                    <a:pt x="46" y="6"/>
                    <a:pt x="46" y="7"/>
                    <a:pt x="45" y="8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6" y="57"/>
                    <a:pt x="5" y="59"/>
                    <a:pt x="4" y="61"/>
                  </a:cubicBezTo>
                  <a:cubicBezTo>
                    <a:pt x="2" y="64"/>
                    <a:pt x="1" y="68"/>
                    <a:pt x="0" y="73"/>
                  </a:cubicBezTo>
                  <a:cubicBezTo>
                    <a:pt x="0" y="77"/>
                    <a:pt x="0" y="81"/>
                    <a:pt x="2" y="85"/>
                  </a:cubicBezTo>
                  <a:cubicBezTo>
                    <a:pt x="3" y="89"/>
                    <a:pt x="6" y="92"/>
                    <a:pt x="8" y="95"/>
                  </a:cubicBezTo>
                  <a:cubicBezTo>
                    <a:pt x="9" y="96"/>
                    <a:pt x="9" y="96"/>
                    <a:pt x="10" y="97"/>
                  </a:cubicBezTo>
                  <a:cubicBezTo>
                    <a:pt x="11" y="97"/>
                    <a:pt x="11" y="98"/>
                    <a:pt x="11" y="98"/>
                  </a:cubicBezTo>
                  <a:cubicBezTo>
                    <a:pt x="12" y="98"/>
                    <a:pt x="13" y="99"/>
                    <a:pt x="14" y="99"/>
                  </a:cubicBezTo>
                  <a:cubicBezTo>
                    <a:pt x="16" y="100"/>
                    <a:pt x="18" y="101"/>
                    <a:pt x="20" y="102"/>
                  </a:cubicBezTo>
                  <a:cubicBezTo>
                    <a:pt x="23" y="103"/>
                    <a:pt x="27" y="104"/>
                    <a:pt x="31" y="103"/>
                  </a:cubicBezTo>
                  <a:cubicBezTo>
                    <a:pt x="35" y="103"/>
                    <a:pt x="40" y="102"/>
                    <a:pt x="44" y="100"/>
                  </a:cubicBezTo>
                  <a:cubicBezTo>
                    <a:pt x="46" y="99"/>
                    <a:pt x="47" y="98"/>
                    <a:pt x="49" y="96"/>
                  </a:cubicBezTo>
                  <a:cubicBezTo>
                    <a:pt x="49" y="95"/>
                    <a:pt x="50" y="95"/>
                    <a:pt x="50" y="95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52" y="92"/>
                    <a:pt x="52" y="92"/>
                    <a:pt x="52" y="92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9" y="95"/>
                    <a:pt x="49" y="96"/>
                  </a:cubicBezTo>
                  <a:cubicBezTo>
                    <a:pt x="48" y="97"/>
                    <a:pt x="47" y="98"/>
                    <a:pt x="45" y="99"/>
                  </a:cubicBezTo>
                  <a:cubicBezTo>
                    <a:pt x="41" y="102"/>
                    <a:pt x="35" y="103"/>
                    <a:pt x="30" y="103"/>
                  </a:cubicBezTo>
                  <a:cubicBezTo>
                    <a:pt x="25" y="103"/>
                    <a:pt x="20" y="102"/>
                    <a:pt x="16" y="100"/>
                  </a:cubicBezTo>
                  <a:cubicBezTo>
                    <a:pt x="15" y="99"/>
                    <a:pt x="14" y="99"/>
                    <a:pt x="12" y="98"/>
                  </a:cubicBezTo>
                  <a:cubicBezTo>
                    <a:pt x="12" y="98"/>
                    <a:pt x="11" y="97"/>
                    <a:pt x="11" y="97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9" y="96"/>
                    <a:pt x="9" y="95"/>
                  </a:cubicBezTo>
                  <a:cubicBezTo>
                    <a:pt x="7" y="93"/>
                    <a:pt x="6" y="91"/>
                    <a:pt x="4" y="89"/>
                  </a:cubicBezTo>
                  <a:cubicBezTo>
                    <a:pt x="2" y="84"/>
                    <a:pt x="1" y="79"/>
                    <a:pt x="1" y="74"/>
                  </a:cubicBezTo>
                  <a:cubicBezTo>
                    <a:pt x="1" y="69"/>
                    <a:pt x="3" y="64"/>
                    <a:pt x="5" y="59"/>
                  </a:cubicBezTo>
                  <a:cubicBezTo>
                    <a:pt x="5" y="59"/>
                    <a:pt x="5" y="60"/>
                    <a:pt x="6" y="59"/>
                  </a:cubicBezTo>
                  <a:cubicBezTo>
                    <a:pt x="3" y="64"/>
                    <a:pt x="2" y="69"/>
                    <a:pt x="2" y="74"/>
                  </a:cubicBezTo>
                  <a:cubicBezTo>
                    <a:pt x="2" y="79"/>
                    <a:pt x="3" y="84"/>
                    <a:pt x="5" y="89"/>
                  </a:cubicBezTo>
                  <a:cubicBezTo>
                    <a:pt x="6" y="90"/>
                    <a:pt x="7" y="91"/>
                    <a:pt x="7" y="92"/>
                  </a:cubicBezTo>
                  <a:cubicBezTo>
                    <a:pt x="8" y="92"/>
                    <a:pt x="8" y="93"/>
                    <a:pt x="9" y="93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9" y="94"/>
                    <a:pt x="10" y="94"/>
                    <a:pt x="10" y="95"/>
                  </a:cubicBezTo>
                  <a:cubicBezTo>
                    <a:pt x="10" y="95"/>
                    <a:pt x="11" y="95"/>
                    <a:pt x="11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97"/>
                    <a:pt x="13" y="97"/>
                    <a:pt x="13" y="97"/>
                  </a:cubicBezTo>
                  <a:cubicBezTo>
                    <a:pt x="14" y="98"/>
                    <a:pt x="16" y="99"/>
                    <a:pt x="17" y="99"/>
                  </a:cubicBezTo>
                  <a:cubicBezTo>
                    <a:pt x="21" y="101"/>
                    <a:pt x="26" y="102"/>
                    <a:pt x="31" y="102"/>
                  </a:cubicBezTo>
                  <a:cubicBezTo>
                    <a:pt x="36" y="102"/>
                    <a:pt x="41" y="101"/>
                    <a:pt x="46" y="97"/>
                  </a:cubicBezTo>
                  <a:cubicBezTo>
                    <a:pt x="47" y="96"/>
                    <a:pt x="48" y="96"/>
                    <a:pt x="49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1"/>
                    <a:pt x="66" y="74"/>
                    <a:pt x="71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9" y="48"/>
                    <a:pt x="89" y="48"/>
                    <a:pt x="89" y="47"/>
                  </a:cubicBezTo>
                  <a:cubicBezTo>
                    <a:pt x="92" y="44"/>
                    <a:pt x="93" y="41"/>
                    <a:pt x="95" y="37"/>
                  </a:cubicBezTo>
                  <a:cubicBezTo>
                    <a:pt x="97" y="31"/>
                    <a:pt x="96" y="25"/>
                    <a:pt x="94" y="20"/>
                  </a:cubicBezTo>
                  <a:cubicBezTo>
                    <a:pt x="95" y="26"/>
                    <a:pt x="94" y="32"/>
                    <a:pt x="92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Freeform 28">
              <a:extLst>
                <a:ext uri="{FF2B5EF4-FFF2-40B4-BE49-F238E27FC236}">
                  <a16:creationId xmlns:a16="http://schemas.microsoft.com/office/drawing/2014/main" id="{EAA339FC-28CD-30F0-87B8-504403805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251" y="1671638"/>
              <a:ext cx="4763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Freeform 29">
              <a:extLst>
                <a:ext uri="{FF2B5EF4-FFF2-40B4-BE49-F238E27FC236}">
                  <a16:creationId xmlns:a16="http://schemas.microsoft.com/office/drawing/2014/main" id="{A06C0E5C-0679-F90E-0696-A08B7B638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963" y="1660526"/>
              <a:ext cx="3175" cy="3175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Freeform 30">
              <a:extLst>
                <a:ext uri="{FF2B5EF4-FFF2-40B4-BE49-F238E27FC236}">
                  <a16:creationId xmlns:a16="http://schemas.microsoft.com/office/drawing/2014/main" id="{3E45EAF1-EA8F-67EC-E327-300C43371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0013" y="1674813"/>
              <a:ext cx="11113" cy="4763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Freeform 31">
              <a:extLst>
                <a:ext uri="{FF2B5EF4-FFF2-40B4-BE49-F238E27FC236}">
                  <a16:creationId xmlns:a16="http://schemas.microsoft.com/office/drawing/2014/main" id="{81A37043-4661-C08B-869D-2D30C79E6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63701"/>
              <a:ext cx="7938" cy="4763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Freeform 32">
              <a:extLst>
                <a:ext uri="{FF2B5EF4-FFF2-40B4-BE49-F238E27FC236}">
                  <a16:creationId xmlns:a16="http://schemas.microsoft.com/office/drawing/2014/main" id="{CC6F1086-9AA3-80A9-AB69-FC18F83A7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076" y="1668463"/>
              <a:ext cx="3175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Freeform 33">
              <a:extLst>
                <a:ext uri="{FF2B5EF4-FFF2-40B4-BE49-F238E27FC236}">
                  <a16:creationId xmlns:a16="http://schemas.microsoft.com/office/drawing/2014/main" id="{53624822-E60A-5BF1-1427-A3F316793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926" y="1292226"/>
              <a:ext cx="360363" cy="398463"/>
            </a:xfrm>
            <a:custGeom>
              <a:avLst/>
              <a:gdLst>
                <a:gd name="T0" fmla="*/ 38 w 96"/>
                <a:gd name="T1" fmla="*/ 88 h 106"/>
                <a:gd name="T2" fmla="*/ 46 w 96"/>
                <a:gd name="T3" fmla="*/ 98 h 106"/>
                <a:gd name="T4" fmla="*/ 42 w 96"/>
                <a:gd name="T5" fmla="*/ 93 h 106"/>
                <a:gd name="T6" fmla="*/ 12 w 96"/>
                <a:gd name="T7" fmla="*/ 55 h 106"/>
                <a:gd name="T8" fmla="*/ 0 w 96"/>
                <a:gd name="T9" fmla="*/ 29 h 106"/>
                <a:gd name="T10" fmla="*/ 6 w 96"/>
                <a:gd name="T11" fmla="*/ 14 h 106"/>
                <a:gd name="T12" fmla="*/ 5 w 96"/>
                <a:gd name="T13" fmla="*/ 43 h 106"/>
                <a:gd name="T14" fmla="*/ 20 w 96"/>
                <a:gd name="T15" fmla="*/ 64 h 106"/>
                <a:gd name="T16" fmla="*/ 45 w 96"/>
                <a:gd name="T17" fmla="*/ 96 h 106"/>
                <a:gd name="T18" fmla="*/ 48 w 96"/>
                <a:gd name="T19" fmla="*/ 99 h 106"/>
                <a:gd name="T20" fmla="*/ 67 w 96"/>
                <a:gd name="T21" fmla="*/ 106 h 106"/>
                <a:gd name="T22" fmla="*/ 86 w 96"/>
                <a:gd name="T23" fmla="*/ 98 h 106"/>
                <a:gd name="T24" fmla="*/ 95 w 96"/>
                <a:gd name="T25" fmla="*/ 86 h 106"/>
                <a:gd name="T26" fmla="*/ 92 w 96"/>
                <a:gd name="T27" fmla="*/ 86 h 106"/>
                <a:gd name="T28" fmla="*/ 81 w 96"/>
                <a:gd name="T29" fmla="*/ 99 h 106"/>
                <a:gd name="T30" fmla="*/ 49 w 96"/>
                <a:gd name="T31" fmla="*/ 97 h 106"/>
                <a:gd name="T32" fmla="*/ 40 w 96"/>
                <a:gd name="T33" fmla="*/ 86 h 106"/>
                <a:gd name="T34" fmla="*/ 44 w 96"/>
                <a:gd name="T35" fmla="*/ 91 h 106"/>
                <a:gd name="T36" fmla="*/ 50 w 96"/>
                <a:gd name="T37" fmla="*/ 98 h 106"/>
                <a:gd name="T38" fmla="*/ 78 w 96"/>
                <a:gd name="T39" fmla="*/ 101 h 106"/>
                <a:gd name="T40" fmla="*/ 92 w 96"/>
                <a:gd name="T41" fmla="*/ 69 h 106"/>
                <a:gd name="T42" fmla="*/ 83 w 96"/>
                <a:gd name="T43" fmla="*/ 59 h 106"/>
                <a:gd name="T44" fmla="*/ 86 w 96"/>
                <a:gd name="T45" fmla="*/ 70 h 106"/>
                <a:gd name="T46" fmla="*/ 85 w 96"/>
                <a:gd name="T47" fmla="*/ 82 h 106"/>
                <a:gd name="T48" fmla="*/ 57 w 96"/>
                <a:gd name="T49" fmla="*/ 93 h 106"/>
                <a:gd name="T50" fmla="*/ 53 w 96"/>
                <a:gd name="T51" fmla="*/ 90 h 106"/>
                <a:gd name="T52" fmla="*/ 28 w 96"/>
                <a:gd name="T53" fmla="*/ 57 h 106"/>
                <a:gd name="T54" fmla="*/ 54 w 96"/>
                <a:gd name="T55" fmla="*/ 91 h 106"/>
                <a:gd name="T56" fmla="*/ 62 w 96"/>
                <a:gd name="T57" fmla="*/ 95 h 106"/>
                <a:gd name="T58" fmla="*/ 84 w 96"/>
                <a:gd name="T59" fmla="*/ 72 h 106"/>
                <a:gd name="T60" fmla="*/ 79 w 96"/>
                <a:gd name="T61" fmla="*/ 87 h 106"/>
                <a:gd name="T62" fmla="*/ 72 w 96"/>
                <a:gd name="T63" fmla="*/ 92 h 106"/>
                <a:gd name="T64" fmla="*/ 56 w 96"/>
                <a:gd name="T65" fmla="*/ 89 h 106"/>
                <a:gd name="T66" fmla="*/ 23 w 96"/>
                <a:gd name="T67" fmla="*/ 47 h 106"/>
                <a:gd name="T68" fmla="*/ 18 w 96"/>
                <a:gd name="T69" fmla="*/ 40 h 106"/>
                <a:gd name="T70" fmla="*/ 17 w 96"/>
                <a:gd name="T71" fmla="*/ 21 h 106"/>
                <a:gd name="T72" fmla="*/ 21 w 96"/>
                <a:gd name="T73" fmla="*/ 18 h 106"/>
                <a:gd name="T74" fmla="*/ 37 w 96"/>
                <a:gd name="T75" fmla="*/ 17 h 106"/>
                <a:gd name="T76" fmla="*/ 39 w 96"/>
                <a:gd name="T77" fmla="*/ 19 h 106"/>
                <a:gd name="T78" fmla="*/ 70 w 96"/>
                <a:gd name="T79" fmla="*/ 57 h 106"/>
                <a:gd name="T80" fmla="*/ 83 w 96"/>
                <a:gd name="T81" fmla="*/ 53 h 106"/>
                <a:gd name="T82" fmla="*/ 55 w 96"/>
                <a:gd name="T83" fmla="*/ 16 h 106"/>
                <a:gd name="T84" fmla="*/ 48 w 96"/>
                <a:gd name="T85" fmla="*/ 7 h 106"/>
                <a:gd name="T86" fmla="*/ 12 w 96"/>
                <a:gd name="T87" fmla="*/ 6 h 106"/>
                <a:gd name="T88" fmla="*/ 7 w 96"/>
                <a:gd name="T89" fmla="*/ 10 h 106"/>
                <a:gd name="T90" fmla="*/ 2 w 96"/>
                <a:gd name="T91" fmla="*/ 4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106">
                  <a:moveTo>
                    <a:pt x="14" y="58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5" y="97"/>
                    <a:pt x="45" y="97"/>
                    <a:pt x="45" y="97"/>
                  </a:cubicBezTo>
                  <a:cubicBezTo>
                    <a:pt x="46" y="97"/>
                    <a:pt x="46" y="98"/>
                    <a:pt x="46" y="98"/>
                  </a:cubicBezTo>
                  <a:cubicBezTo>
                    <a:pt x="46" y="98"/>
                    <a:pt x="45" y="97"/>
                    <a:pt x="45" y="97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2" y="93"/>
                    <a:pt x="42" y="93"/>
                    <a:pt x="42" y="9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6" y="48"/>
                    <a:pt x="5" y="46"/>
                    <a:pt x="4" y="44"/>
                  </a:cubicBezTo>
                  <a:cubicBezTo>
                    <a:pt x="2" y="39"/>
                    <a:pt x="0" y="34"/>
                    <a:pt x="0" y="29"/>
                  </a:cubicBezTo>
                  <a:cubicBezTo>
                    <a:pt x="0" y="27"/>
                    <a:pt x="0" y="24"/>
                    <a:pt x="1" y="21"/>
                  </a:cubicBezTo>
                  <a:cubicBezTo>
                    <a:pt x="2" y="18"/>
                    <a:pt x="3" y="16"/>
                    <a:pt x="5" y="13"/>
                  </a:cubicBezTo>
                  <a:cubicBezTo>
                    <a:pt x="5" y="14"/>
                    <a:pt x="4" y="15"/>
                    <a:pt x="6" y="14"/>
                  </a:cubicBezTo>
                  <a:cubicBezTo>
                    <a:pt x="4" y="16"/>
                    <a:pt x="3" y="18"/>
                    <a:pt x="2" y="21"/>
                  </a:cubicBezTo>
                  <a:cubicBezTo>
                    <a:pt x="1" y="24"/>
                    <a:pt x="1" y="27"/>
                    <a:pt x="1" y="29"/>
                  </a:cubicBezTo>
                  <a:cubicBezTo>
                    <a:pt x="1" y="34"/>
                    <a:pt x="3" y="39"/>
                    <a:pt x="5" y="43"/>
                  </a:cubicBezTo>
                  <a:cubicBezTo>
                    <a:pt x="6" y="46"/>
                    <a:pt x="7" y="48"/>
                    <a:pt x="9" y="5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5" y="71"/>
                    <a:pt x="30" y="77"/>
                    <a:pt x="36" y="84"/>
                  </a:cubicBezTo>
                  <a:cubicBezTo>
                    <a:pt x="38" y="87"/>
                    <a:pt x="41" y="90"/>
                    <a:pt x="43" y="93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6" y="97"/>
                    <a:pt x="47" y="97"/>
                    <a:pt x="47" y="97"/>
                  </a:cubicBezTo>
                  <a:cubicBezTo>
                    <a:pt x="47" y="98"/>
                    <a:pt x="48" y="98"/>
                    <a:pt x="48" y="99"/>
                  </a:cubicBezTo>
                  <a:cubicBezTo>
                    <a:pt x="51" y="101"/>
                    <a:pt x="53" y="102"/>
                    <a:pt x="56" y="103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9" y="106"/>
                    <a:pt x="63" y="106"/>
                    <a:pt x="67" y="106"/>
                  </a:cubicBezTo>
                  <a:cubicBezTo>
                    <a:pt x="71" y="106"/>
                    <a:pt x="75" y="105"/>
                    <a:pt x="78" y="103"/>
                  </a:cubicBezTo>
                  <a:cubicBezTo>
                    <a:pt x="80" y="102"/>
                    <a:pt x="82" y="101"/>
                    <a:pt x="84" y="100"/>
                  </a:cubicBezTo>
                  <a:cubicBezTo>
                    <a:pt x="84" y="100"/>
                    <a:pt x="85" y="99"/>
                    <a:pt x="86" y="98"/>
                  </a:cubicBezTo>
                  <a:cubicBezTo>
                    <a:pt x="86" y="98"/>
                    <a:pt x="87" y="98"/>
                    <a:pt x="87" y="97"/>
                  </a:cubicBezTo>
                  <a:cubicBezTo>
                    <a:pt x="88" y="97"/>
                    <a:pt x="88" y="97"/>
                    <a:pt x="88" y="96"/>
                  </a:cubicBezTo>
                  <a:cubicBezTo>
                    <a:pt x="91" y="93"/>
                    <a:pt x="93" y="90"/>
                    <a:pt x="95" y="86"/>
                  </a:cubicBezTo>
                  <a:cubicBezTo>
                    <a:pt x="96" y="82"/>
                    <a:pt x="96" y="79"/>
                    <a:pt x="95" y="76"/>
                  </a:cubicBezTo>
                  <a:cubicBezTo>
                    <a:pt x="95" y="73"/>
                    <a:pt x="94" y="71"/>
                    <a:pt x="93" y="69"/>
                  </a:cubicBezTo>
                  <a:cubicBezTo>
                    <a:pt x="95" y="74"/>
                    <a:pt x="95" y="80"/>
                    <a:pt x="92" y="86"/>
                  </a:cubicBezTo>
                  <a:cubicBezTo>
                    <a:pt x="91" y="89"/>
                    <a:pt x="90" y="91"/>
                    <a:pt x="88" y="93"/>
                  </a:cubicBezTo>
                  <a:cubicBezTo>
                    <a:pt x="87" y="94"/>
                    <a:pt x="86" y="95"/>
                    <a:pt x="85" y="96"/>
                  </a:cubicBezTo>
                  <a:cubicBezTo>
                    <a:pt x="84" y="97"/>
                    <a:pt x="83" y="98"/>
                    <a:pt x="81" y="99"/>
                  </a:cubicBezTo>
                  <a:cubicBezTo>
                    <a:pt x="76" y="102"/>
                    <a:pt x="71" y="103"/>
                    <a:pt x="65" y="103"/>
                  </a:cubicBezTo>
                  <a:cubicBezTo>
                    <a:pt x="62" y="103"/>
                    <a:pt x="60" y="103"/>
                    <a:pt x="57" y="102"/>
                  </a:cubicBezTo>
                  <a:cubicBezTo>
                    <a:pt x="54" y="101"/>
                    <a:pt x="51" y="100"/>
                    <a:pt x="49" y="97"/>
                  </a:cubicBezTo>
                  <a:cubicBezTo>
                    <a:pt x="48" y="96"/>
                    <a:pt x="47" y="95"/>
                    <a:pt x="46" y="94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0" y="86"/>
                    <a:pt x="40" y="86"/>
                    <a:pt x="40" y="86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23" y="64"/>
                    <a:pt x="35" y="78"/>
                    <a:pt x="44" y="91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47" y="95"/>
                    <a:pt x="48" y="96"/>
                    <a:pt x="48" y="96"/>
                  </a:cubicBezTo>
                  <a:cubicBezTo>
                    <a:pt x="49" y="97"/>
                    <a:pt x="49" y="98"/>
                    <a:pt x="50" y="98"/>
                  </a:cubicBezTo>
                  <a:cubicBezTo>
                    <a:pt x="53" y="100"/>
                    <a:pt x="56" y="102"/>
                    <a:pt x="59" y="103"/>
                  </a:cubicBezTo>
                  <a:cubicBezTo>
                    <a:pt x="63" y="103"/>
                    <a:pt x="66" y="103"/>
                    <a:pt x="69" y="103"/>
                  </a:cubicBezTo>
                  <a:cubicBezTo>
                    <a:pt x="72" y="103"/>
                    <a:pt x="75" y="102"/>
                    <a:pt x="78" y="101"/>
                  </a:cubicBezTo>
                  <a:cubicBezTo>
                    <a:pt x="81" y="99"/>
                    <a:pt x="83" y="97"/>
                    <a:pt x="86" y="95"/>
                  </a:cubicBezTo>
                  <a:cubicBezTo>
                    <a:pt x="88" y="93"/>
                    <a:pt x="90" y="90"/>
                    <a:pt x="91" y="87"/>
                  </a:cubicBezTo>
                  <a:cubicBezTo>
                    <a:pt x="94" y="81"/>
                    <a:pt x="94" y="75"/>
                    <a:pt x="92" y="69"/>
                  </a:cubicBezTo>
                  <a:cubicBezTo>
                    <a:pt x="92" y="68"/>
                    <a:pt x="91" y="66"/>
                    <a:pt x="91" y="65"/>
                  </a:cubicBezTo>
                  <a:cubicBezTo>
                    <a:pt x="90" y="64"/>
                    <a:pt x="89" y="62"/>
                    <a:pt x="88" y="61"/>
                  </a:cubicBezTo>
                  <a:cubicBezTo>
                    <a:pt x="86" y="60"/>
                    <a:pt x="84" y="59"/>
                    <a:pt x="83" y="59"/>
                  </a:cubicBezTo>
                  <a:cubicBezTo>
                    <a:pt x="83" y="60"/>
                    <a:pt x="83" y="60"/>
                    <a:pt x="83" y="61"/>
                  </a:cubicBezTo>
                  <a:cubicBezTo>
                    <a:pt x="83" y="62"/>
                    <a:pt x="84" y="64"/>
                    <a:pt x="84" y="66"/>
                  </a:cubicBezTo>
                  <a:cubicBezTo>
                    <a:pt x="85" y="67"/>
                    <a:pt x="86" y="69"/>
                    <a:pt x="86" y="70"/>
                  </a:cubicBezTo>
                  <a:cubicBezTo>
                    <a:pt x="87" y="71"/>
                    <a:pt x="87" y="72"/>
                    <a:pt x="87" y="72"/>
                  </a:cubicBezTo>
                  <a:cubicBezTo>
                    <a:pt x="86" y="73"/>
                    <a:pt x="86" y="73"/>
                    <a:pt x="85" y="73"/>
                  </a:cubicBezTo>
                  <a:cubicBezTo>
                    <a:pt x="86" y="76"/>
                    <a:pt x="86" y="79"/>
                    <a:pt x="85" y="82"/>
                  </a:cubicBezTo>
                  <a:cubicBezTo>
                    <a:pt x="84" y="85"/>
                    <a:pt x="82" y="88"/>
                    <a:pt x="80" y="90"/>
                  </a:cubicBezTo>
                  <a:cubicBezTo>
                    <a:pt x="75" y="94"/>
                    <a:pt x="68" y="96"/>
                    <a:pt x="62" y="95"/>
                  </a:cubicBezTo>
                  <a:cubicBezTo>
                    <a:pt x="60" y="95"/>
                    <a:pt x="58" y="94"/>
                    <a:pt x="57" y="93"/>
                  </a:cubicBezTo>
                  <a:cubicBezTo>
                    <a:pt x="56" y="93"/>
                    <a:pt x="55" y="92"/>
                    <a:pt x="55" y="92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54" y="90"/>
                    <a:pt x="53" y="90"/>
                    <a:pt x="53" y="90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39" y="71"/>
                    <a:pt x="33" y="64"/>
                    <a:pt x="28" y="57"/>
                  </a:cubicBezTo>
                  <a:cubicBezTo>
                    <a:pt x="34" y="64"/>
                    <a:pt x="39" y="72"/>
                    <a:pt x="45" y="7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90"/>
                    <a:pt x="54" y="90"/>
                    <a:pt x="54" y="91"/>
                  </a:cubicBezTo>
                  <a:cubicBezTo>
                    <a:pt x="54" y="91"/>
                    <a:pt x="54" y="91"/>
                    <a:pt x="55" y="92"/>
                  </a:cubicBezTo>
                  <a:cubicBezTo>
                    <a:pt x="55" y="92"/>
                    <a:pt x="56" y="93"/>
                    <a:pt x="57" y="93"/>
                  </a:cubicBezTo>
                  <a:cubicBezTo>
                    <a:pt x="58" y="94"/>
                    <a:pt x="60" y="95"/>
                    <a:pt x="62" y="95"/>
                  </a:cubicBezTo>
                  <a:cubicBezTo>
                    <a:pt x="68" y="96"/>
                    <a:pt x="75" y="94"/>
                    <a:pt x="79" y="90"/>
                  </a:cubicBezTo>
                  <a:cubicBezTo>
                    <a:pt x="82" y="87"/>
                    <a:pt x="83" y="85"/>
                    <a:pt x="84" y="82"/>
                  </a:cubicBezTo>
                  <a:cubicBezTo>
                    <a:pt x="85" y="79"/>
                    <a:pt x="85" y="76"/>
                    <a:pt x="84" y="72"/>
                  </a:cubicBezTo>
                  <a:cubicBezTo>
                    <a:pt x="83" y="72"/>
                    <a:pt x="83" y="72"/>
                    <a:pt x="83" y="75"/>
                  </a:cubicBezTo>
                  <a:cubicBezTo>
                    <a:pt x="83" y="77"/>
                    <a:pt x="83" y="81"/>
                    <a:pt x="81" y="84"/>
                  </a:cubicBezTo>
                  <a:cubicBezTo>
                    <a:pt x="80" y="85"/>
                    <a:pt x="80" y="86"/>
                    <a:pt x="79" y="87"/>
                  </a:cubicBezTo>
                  <a:cubicBezTo>
                    <a:pt x="79" y="88"/>
                    <a:pt x="78" y="88"/>
                    <a:pt x="78" y="88"/>
                  </a:cubicBezTo>
                  <a:cubicBezTo>
                    <a:pt x="78" y="89"/>
                    <a:pt x="77" y="89"/>
                    <a:pt x="77" y="89"/>
                  </a:cubicBezTo>
                  <a:cubicBezTo>
                    <a:pt x="75" y="91"/>
                    <a:pt x="73" y="92"/>
                    <a:pt x="72" y="92"/>
                  </a:cubicBezTo>
                  <a:cubicBezTo>
                    <a:pt x="69" y="93"/>
                    <a:pt x="67" y="93"/>
                    <a:pt x="64" y="93"/>
                  </a:cubicBezTo>
                  <a:cubicBezTo>
                    <a:pt x="62" y="93"/>
                    <a:pt x="60" y="92"/>
                    <a:pt x="58" y="91"/>
                  </a:cubicBezTo>
                  <a:cubicBezTo>
                    <a:pt x="57" y="90"/>
                    <a:pt x="56" y="90"/>
                    <a:pt x="56" y="89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39" y="67"/>
                    <a:pt x="31" y="57"/>
                    <a:pt x="23" y="47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17" y="38"/>
                    <a:pt x="16" y="37"/>
                  </a:cubicBezTo>
                  <a:cubicBezTo>
                    <a:pt x="15" y="34"/>
                    <a:pt x="14" y="31"/>
                    <a:pt x="14" y="28"/>
                  </a:cubicBezTo>
                  <a:cubicBezTo>
                    <a:pt x="14" y="25"/>
                    <a:pt x="15" y="23"/>
                    <a:pt x="17" y="21"/>
                  </a:cubicBezTo>
                  <a:cubicBezTo>
                    <a:pt x="17" y="21"/>
                    <a:pt x="17" y="20"/>
                    <a:pt x="18" y="20"/>
                  </a:cubicBezTo>
                  <a:cubicBezTo>
                    <a:pt x="18" y="20"/>
                    <a:pt x="18" y="20"/>
                    <a:pt x="19" y="19"/>
                  </a:cubicBezTo>
                  <a:cubicBezTo>
                    <a:pt x="19" y="19"/>
                    <a:pt x="20" y="18"/>
                    <a:pt x="21" y="18"/>
                  </a:cubicBezTo>
                  <a:cubicBezTo>
                    <a:pt x="22" y="17"/>
                    <a:pt x="24" y="16"/>
                    <a:pt x="26" y="16"/>
                  </a:cubicBezTo>
                  <a:cubicBezTo>
                    <a:pt x="28" y="15"/>
                    <a:pt x="30" y="15"/>
                    <a:pt x="32" y="15"/>
                  </a:cubicBezTo>
                  <a:cubicBezTo>
                    <a:pt x="34" y="15"/>
                    <a:pt x="36" y="16"/>
                    <a:pt x="37" y="17"/>
                  </a:cubicBezTo>
                  <a:cubicBezTo>
                    <a:pt x="38" y="17"/>
                    <a:pt x="38" y="17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6" y="40"/>
                    <a:pt x="63" y="49"/>
                    <a:pt x="70" y="57"/>
                  </a:cubicBezTo>
                  <a:cubicBezTo>
                    <a:pt x="82" y="70"/>
                    <a:pt x="82" y="62"/>
                    <a:pt x="72" y="47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83" y="61"/>
                    <a:pt x="80" y="52"/>
                    <a:pt x="83" y="53"/>
                  </a:cubicBezTo>
                  <a:cubicBezTo>
                    <a:pt x="77" y="45"/>
                    <a:pt x="72" y="38"/>
                    <a:pt x="67" y="30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8"/>
                    <a:pt x="48" y="7"/>
                  </a:cubicBezTo>
                  <a:cubicBezTo>
                    <a:pt x="45" y="4"/>
                    <a:pt x="40" y="2"/>
                    <a:pt x="36" y="1"/>
                  </a:cubicBezTo>
                  <a:cubicBezTo>
                    <a:pt x="31" y="0"/>
                    <a:pt x="27" y="1"/>
                    <a:pt x="23" y="2"/>
                  </a:cubicBezTo>
                  <a:cubicBezTo>
                    <a:pt x="19" y="3"/>
                    <a:pt x="16" y="4"/>
                    <a:pt x="12" y="6"/>
                  </a:cubicBezTo>
                  <a:cubicBezTo>
                    <a:pt x="11" y="7"/>
                    <a:pt x="11" y="7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9"/>
                    <a:pt x="8" y="10"/>
                    <a:pt x="7" y="10"/>
                  </a:cubicBezTo>
                  <a:cubicBezTo>
                    <a:pt x="6" y="12"/>
                    <a:pt x="4" y="13"/>
                    <a:pt x="3" y="15"/>
                  </a:cubicBezTo>
                  <a:cubicBezTo>
                    <a:pt x="1" y="19"/>
                    <a:pt x="0" y="24"/>
                    <a:pt x="0" y="28"/>
                  </a:cubicBezTo>
                  <a:cubicBezTo>
                    <a:pt x="0" y="32"/>
                    <a:pt x="0" y="36"/>
                    <a:pt x="2" y="40"/>
                  </a:cubicBezTo>
                  <a:cubicBezTo>
                    <a:pt x="3" y="43"/>
                    <a:pt x="5" y="47"/>
                    <a:pt x="7" y="50"/>
                  </a:cubicBezTo>
                  <a:lnTo>
                    <a:pt x="14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Freeform 34">
              <a:extLst>
                <a:ext uri="{FF2B5EF4-FFF2-40B4-BE49-F238E27FC236}">
                  <a16:creationId xmlns:a16="http://schemas.microsoft.com/office/drawing/2014/main" id="{A8B1099A-29B9-7608-BE67-0B6E317EF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6" y="954088"/>
              <a:ext cx="222250" cy="431800"/>
            </a:xfrm>
            <a:custGeom>
              <a:avLst/>
              <a:gdLst>
                <a:gd name="T0" fmla="*/ 0 w 59"/>
                <a:gd name="T1" fmla="*/ 87 h 115"/>
                <a:gd name="T2" fmla="*/ 17 w 59"/>
                <a:gd name="T3" fmla="*/ 113 h 115"/>
                <a:gd name="T4" fmla="*/ 47 w 59"/>
                <a:gd name="T5" fmla="*/ 110 h 115"/>
                <a:gd name="T6" fmla="*/ 48 w 59"/>
                <a:gd name="T7" fmla="*/ 108 h 115"/>
                <a:gd name="T8" fmla="*/ 51 w 59"/>
                <a:gd name="T9" fmla="*/ 106 h 115"/>
                <a:gd name="T10" fmla="*/ 58 w 59"/>
                <a:gd name="T11" fmla="*/ 87 h 115"/>
                <a:gd name="T12" fmla="*/ 58 w 59"/>
                <a:gd name="T13" fmla="*/ 73 h 115"/>
                <a:gd name="T14" fmla="*/ 58 w 59"/>
                <a:gd name="T15" fmla="*/ 85 h 115"/>
                <a:gd name="T16" fmla="*/ 57 w 59"/>
                <a:gd name="T17" fmla="*/ 92 h 115"/>
                <a:gd name="T18" fmla="*/ 48 w 59"/>
                <a:gd name="T19" fmla="*/ 108 h 115"/>
                <a:gd name="T20" fmla="*/ 47 w 59"/>
                <a:gd name="T21" fmla="*/ 108 h 115"/>
                <a:gd name="T22" fmla="*/ 29 w 59"/>
                <a:gd name="T23" fmla="*/ 115 h 115"/>
                <a:gd name="T24" fmla="*/ 1 w 59"/>
                <a:gd name="T25" fmla="*/ 92 h 115"/>
                <a:gd name="T26" fmla="*/ 37 w 59"/>
                <a:gd name="T27" fmla="*/ 113 h 115"/>
                <a:gd name="T28" fmla="*/ 48 w 59"/>
                <a:gd name="T29" fmla="*/ 106 h 115"/>
                <a:gd name="T30" fmla="*/ 57 w 59"/>
                <a:gd name="T31" fmla="*/ 87 h 115"/>
                <a:gd name="T32" fmla="*/ 57 w 59"/>
                <a:gd name="T33" fmla="*/ 53 h 115"/>
                <a:gd name="T34" fmla="*/ 59 w 59"/>
                <a:gd name="T35" fmla="*/ 30 h 115"/>
                <a:gd name="T36" fmla="*/ 43 w 59"/>
                <a:gd name="T37" fmla="*/ 2 h 115"/>
                <a:gd name="T38" fmla="*/ 57 w 59"/>
                <a:gd name="T39" fmla="*/ 25 h 115"/>
                <a:gd name="T40" fmla="*/ 57 w 59"/>
                <a:gd name="T41" fmla="*/ 31 h 115"/>
                <a:gd name="T42" fmla="*/ 56 w 59"/>
                <a:gd name="T43" fmla="*/ 81 h 115"/>
                <a:gd name="T44" fmla="*/ 56 w 59"/>
                <a:gd name="T45" fmla="*/ 88 h 115"/>
                <a:gd name="T46" fmla="*/ 47 w 59"/>
                <a:gd name="T47" fmla="*/ 105 h 115"/>
                <a:gd name="T48" fmla="*/ 46 w 59"/>
                <a:gd name="T49" fmla="*/ 107 h 115"/>
                <a:gd name="T50" fmla="*/ 41 w 59"/>
                <a:gd name="T51" fmla="*/ 110 h 115"/>
                <a:gd name="T52" fmla="*/ 46 w 59"/>
                <a:gd name="T53" fmla="*/ 106 h 115"/>
                <a:gd name="T54" fmla="*/ 55 w 59"/>
                <a:gd name="T55" fmla="*/ 93 h 115"/>
                <a:gd name="T56" fmla="*/ 55 w 59"/>
                <a:gd name="T57" fmla="*/ 79 h 115"/>
                <a:gd name="T58" fmla="*/ 56 w 59"/>
                <a:gd name="T59" fmla="*/ 26 h 115"/>
                <a:gd name="T60" fmla="*/ 39 w 59"/>
                <a:gd name="T61" fmla="*/ 1 h 115"/>
                <a:gd name="T62" fmla="*/ 31 w 59"/>
                <a:gd name="T63" fmla="*/ 4 h 115"/>
                <a:gd name="T64" fmla="*/ 41 w 59"/>
                <a:gd name="T65" fmla="*/ 9 h 115"/>
                <a:gd name="T66" fmla="*/ 48 w 59"/>
                <a:gd name="T67" fmla="*/ 49 h 115"/>
                <a:gd name="T68" fmla="*/ 47 w 59"/>
                <a:gd name="T69" fmla="*/ 86 h 115"/>
                <a:gd name="T70" fmla="*/ 47 w 59"/>
                <a:gd name="T71" fmla="*/ 89 h 115"/>
                <a:gd name="T72" fmla="*/ 47 w 59"/>
                <a:gd name="T73" fmla="*/ 76 h 115"/>
                <a:gd name="T74" fmla="*/ 39 w 59"/>
                <a:gd name="T75" fmla="*/ 11 h 115"/>
                <a:gd name="T76" fmla="*/ 46 w 59"/>
                <a:gd name="T77" fmla="*/ 25 h 115"/>
                <a:gd name="T78" fmla="*/ 46 w 59"/>
                <a:gd name="T79" fmla="*/ 37 h 115"/>
                <a:gd name="T80" fmla="*/ 45 w 59"/>
                <a:gd name="T81" fmla="*/ 86 h 115"/>
                <a:gd name="T82" fmla="*/ 44 w 59"/>
                <a:gd name="T83" fmla="*/ 92 h 115"/>
                <a:gd name="T84" fmla="*/ 39 w 59"/>
                <a:gd name="T85" fmla="*/ 98 h 115"/>
                <a:gd name="T86" fmla="*/ 34 w 59"/>
                <a:gd name="T87" fmla="*/ 101 h 115"/>
                <a:gd name="T88" fmla="*/ 18 w 59"/>
                <a:gd name="T89" fmla="*/ 96 h 115"/>
                <a:gd name="T90" fmla="*/ 14 w 59"/>
                <a:gd name="T91" fmla="*/ 85 h 115"/>
                <a:gd name="T92" fmla="*/ 14 w 59"/>
                <a:gd name="T93" fmla="*/ 36 h 115"/>
                <a:gd name="T94" fmla="*/ 14 w 59"/>
                <a:gd name="T95" fmla="*/ 26 h 115"/>
                <a:gd name="T96" fmla="*/ 22 w 59"/>
                <a:gd name="T97" fmla="*/ 13 h 115"/>
                <a:gd name="T98" fmla="*/ 30 w 59"/>
                <a:gd name="T99" fmla="*/ 9 h 115"/>
                <a:gd name="T100" fmla="*/ 13 w 59"/>
                <a:gd name="T101" fmla="*/ 10 h 115"/>
                <a:gd name="T102" fmla="*/ 23 w 59"/>
                <a:gd name="T103" fmla="*/ 2 h 115"/>
                <a:gd name="T104" fmla="*/ 0 w 59"/>
                <a:gd name="T105" fmla="*/ 24 h 115"/>
                <a:gd name="T106" fmla="*/ 0 w 59"/>
                <a:gd name="T107" fmla="*/ 3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115">
                  <a:moveTo>
                    <a:pt x="0" y="83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8"/>
                    <a:pt x="0" y="88"/>
                  </a:cubicBezTo>
                  <a:cubicBezTo>
                    <a:pt x="0" y="90"/>
                    <a:pt x="0" y="92"/>
                    <a:pt x="1" y="94"/>
                  </a:cubicBezTo>
                  <a:cubicBezTo>
                    <a:pt x="3" y="103"/>
                    <a:pt x="9" y="109"/>
                    <a:pt x="17" y="113"/>
                  </a:cubicBezTo>
                  <a:cubicBezTo>
                    <a:pt x="21" y="115"/>
                    <a:pt x="25" y="115"/>
                    <a:pt x="29" y="115"/>
                  </a:cubicBezTo>
                  <a:cubicBezTo>
                    <a:pt x="33" y="115"/>
                    <a:pt x="37" y="115"/>
                    <a:pt x="41" y="113"/>
                  </a:cubicBezTo>
                  <a:cubicBezTo>
                    <a:pt x="43" y="112"/>
                    <a:pt x="45" y="111"/>
                    <a:pt x="47" y="110"/>
                  </a:cubicBezTo>
                  <a:cubicBezTo>
                    <a:pt x="47" y="109"/>
                    <a:pt x="48" y="109"/>
                    <a:pt x="48" y="109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9" y="108"/>
                    <a:pt x="49" y="108"/>
                    <a:pt x="49" y="108"/>
                  </a:cubicBezTo>
                  <a:cubicBezTo>
                    <a:pt x="50" y="107"/>
                    <a:pt x="50" y="106"/>
                    <a:pt x="51" y="106"/>
                  </a:cubicBezTo>
                  <a:cubicBezTo>
                    <a:pt x="54" y="103"/>
                    <a:pt x="56" y="99"/>
                    <a:pt x="57" y="94"/>
                  </a:cubicBezTo>
                  <a:cubicBezTo>
                    <a:pt x="58" y="92"/>
                    <a:pt x="58" y="90"/>
                    <a:pt x="58" y="88"/>
                  </a:cubicBezTo>
                  <a:cubicBezTo>
                    <a:pt x="58" y="88"/>
                    <a:pt x="58" y="87"/>
                    <a:pt x="58" y="87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3"/>
                    <a:pt x="58" y="83"/>
                    <a:pt x="58" y="8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7"/>
                    <a:pt x="58" y="88"/>
                    <a:pt x="58" y="88"/>
                  </a:cubicBezTo>
                  <a:cubicBezTo>
                    <a:pt x="58" y="90"/>
                    <a:pt x="58" y="91"/>
                    <a:pt x="57" y="92"/>
                  </a:cubicBezTo>
                  <a:cubicBezTo>
                    <a:pt x="57" y="97"/>
                    <a:pt x="54" y="102"/>
                    <a:pt x="50" y="106"/>
                  </a:cubicBezTo>
                  <a:cubicBezTo>
                    <a:pt x="50" y="107"/>
                    <a:pt x="49" y="107"/>
                    <a:pt x="49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7" y="108"/>
                    <a:pt x="47" y="108"/>
                    <a:pt x="47" y="108"/>
                  </a:cubicBezTo>
                  <a:cubicBezTo>
                    <a:pt x="46" y="109"/>
                    <a:pt x="45" y="110"/>
                    <a:pt x="44" y="111"/>
                  </a:cubicBezTo>
                  <a:cubicBezTo>
                    <a:pt x="42" y="112"/>
                    <a:pt x="39" y="113"/>
                    <a:pt x="37" y="114"/>
                  </a:cubicBezTo>
                  <a:cubicBezTo>
                    <a:pt x="34" y="115"/>
                    <a:pt x="32" y="115"/>
                    <a:pt x="29" y="115"/>
                  </a:cubicBezTo>
                  <a:cubicBezTo>
                    <a:pt x="27" y="115"/>
                    <a:pt x="24" y="115"/>
                    <a:pt x="21" y="114"/>
                  </a:cubicBezTo>
                  <a:cubicBezTo>
                    <a:pt x="11" y="111"/>
                    <a:pt x="3" y="103"/>
                    <a:pt x="1" y="92"/>
                  </a:cubicBezTo>
                  <a:cubicBezTo>
                    <a:pt x="1" y="92"/>
                    <a:pt x="1" y="93"/>
                    <a:pt x="1" y="92"/>
                  </a:cubicBezTo>
                  <a:cubicBezTo>
                    <a:pt x="4" y="102"/>
                    <a:pt x="12" y="110"/>
                    <a:pt x="22" y="113"/>
                  </a:cubicBezTo>
                  <a:cubicBezTo>
                    <a:pt x="24" y="114"/>
                    <a:pt x="27" y="114"/>
                    <a:pt x="30" y="114"/>
                  </a:cubicBezTo>
                  <a:cubicBezTo>
                    <a:pt x="32" y="114"/>
                    <a:pt x="35" y="114"/>
                    <a:pt x="37" y="113"/>
                  </a:cubicBezTo>
                  <a:cubicBezTo>
                    <a:pt x="40" y="112"/>
                    <a:pt x="42" y="111"/>
                    <a:pt x="44" y="110"/>
                  </a:cubicBezTo>
                  <a:cubicBezTo>
                    <a:pt x="45" y="109"/>
                    <a:pt x="46" y="108"/>
                    <a:pt x="47" y="107"/>
                  </a:cubicBezTo>
                  <a:cubicBezTo>
                    <a:pt x="47" y="107"/>
                    <a:pt x="48" y="107"/>
                    <a:pt x="48" y="106"/>
                  </a:cubicBezTo>
                  <a:cubicBezTo>
                    <a:pt x="49" y="106"/>
                    <a:pt x="49" y="106"/>
                    <a:pt x="50" y="105"/>
                  </a:cubicBezTo>
                  <a:cubicBezTo>
                    <a:pt x="54" y="101"/>
                    <a:pt x="56" y="96"/>
                    <a:pt x="57" y="91"/>
                  </a:cubicBezTo>
                  <a:cubicBezTo>
                    <a:pt x="57" y="90"/>
                    <a:pt x="57" y="89"/>
                    <a:pt x="57" y="87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57" y="78"/>
                    <a:pt x="57" y="78"/>
                    <a:pt x="57" y="78"/>
                  </a:cubicBezTo>
                  <a:cubicBezTo>
                    <a:pt x="58" y="70"/>
                    <a:pt x="58" y="61"/>
                    <a:pt x="57" y="53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28"/>
                    <a:pt x="59" y="27"/>
                    <a:pt x="59" y="25"/>
                  </a:cubicBezTo>
                  <a:cubicBezTo>
                    <a:pt x="59" y="21"/>
                    <a:pt x="58" y="17"/>
                    <a:pt x="56" y="13"/>
                  </a:cubicBezTo>
                  <a:cubicBezTo>
                    <a:pt x="53" y="7"/>
                    <a:pt x="48" y="4"/>
                    <a:pt x="43" y="2"/>
                  </a:cubicBezTo>
                  <a:cubicBezTo>
                    <a:pt x="48" y="5"/>
                    <a:pt x="52" y="10"/>
                    <a:pt x="54" y="15"/>
                  </a:cubicBezTo>
                  <a:cubicBezTo>
                    <a:pt x="55" y="17"/>
                    <a:pt x="56" y="20"/>
                    <a:pt x="57" y="23"/>
                  </a:cubicBezTo>
                  <a:cubicBezTo>
                    <a:pt x="57" y="24"/>
                    <a:pt x="57" y="25"/>
                    <a:pt x="57" y="25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6" y="40"/>
                    <a:pt x="56" y="50"/>
                    <a:pt x="56" y="59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6" y="81"/>
                    <a:pt x="56" y="81"/>
                    <a:pt x="56" y="81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6" y="86"/>
                    <a:pt x="56" y="86"/>
                    <a:pt x="56" y="86"/>
                  </a:cubicBezTo>
                  <a:cubicBezTo>
                    <a:pt x="56" y="87"/>
                    <a:pt x="56" y="88"/>
                    <a:pt x="56" y="88"/>
                  </a:cubicBezTo>
                  <a:cubicBezTo>
                    <a:pt x="55" y="91"/>
                    <a:pt x="55" y="94"/>
                    <a:pt x="54" y="97"/>
                  </a:cubicBezTo>
                  <a:cubicBezTo>
                    <a:pt x="53" y="99"/>
                    <a:pt x="51" y="102"/>
                    <a:pt x="49" y="104"/>
                  </a:cubicBezTo>
                  <a:cubicBezTo>
                    <a:pt x="48" y="104"/>
                    <a:pt x="48" y="105"/>
                    <a:pt x="47" y="105"/>
                  </a:cubicBezTo>
                  <a:cubicBezTo>
                    <a:pt x="47" y="106"/>
                    <a:pt x="47" y="106"/>
                    <a:pt x="47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5" y="107"/>
                    <a:pt x="44" y="108"/>
                    <a:pt x="43" y="109"/>
                  </a:cubicBezTo>
                  <a:cubicBezTo>
                    <a:pt x="40" y="110"/>
                    <a:pt x="37" y="111"/>
                    <a:pt x="35" y="112"/>
                  </a:cubicBezTo>
                  <a:cubicBezTo>
                    <a:pt x="37" y="111"/>
                    <a:pt x="39" y="111"/>
                    <a:pt x="41" y="110"/>
                  </a:cubicBezTo>
                  <a:cubicBezTo>
                    <a:pt x="42" y="109"/>
                    <a:pt x="44" y="108"/>
                    <a:pt x="45" y="108"/>
                  </a:cubicBezTo>
                  <a:cubicBezTo>
                    <a:pt x="45" y="107"/>
                    <a:pt x="46" y="107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7" y="105"/>
                    <a:pt x="47" y="105"/>
                    <a:pt x="47" y="105"/>
                  </a:cubicBezTo>
                  <a:cubicBezTo>
                    <a:pt x="51" y="102"/>
                    <a:pt x="54" y="97"/>
                    <a:pt x="55" y="93"/>
                  </a:cubicBezTo>
                  <a:cubicBezTo>
                    <a:pt x="55" y="91"/>
                    <a:pt x="55" y="90"/>
                    <a:pt x="55" y="89"/>
                  </a:cubicBezTo>
                  <a:cubicBezTo>
                    <a:pt x="55" y="88"/>
                    <a:pt x="55" y="86"/>
                    <a:pt x="55" y="85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75"/>
                    <a:pt x="55" y="71"/>
                    <a:pt x="56" y="67"/>
                  </a:cubicBezTo>
                  <a:cubicBezTo>
                    <a:pt x="56" y="55"/>
                    <a:pt x="56" y="45"/>
                    <a:pt x="56" y="34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3"/>
                    <a:pt x="56" y="20"/>
                    <a:pt x="54" y="17"/>
                  </a:cubicBezTo>
                  <a:cubicBezTo>
                    <a:pt x="52" y="11"/>
                    <a:pt x="48" y="6"/>
                    <a:pt x="43" y="3"/>
                  </a:cubicBezTo>
                  <a:cubicBezTo>
                    <a:pt x="41" y="2"/>
                    <a:pt x="40" y="1"/>
                    <a:pt x="39" y="1"/>
                  </a:cubicBezTo>
                  <a:cubicBezTo>
                    <a:pt x="37" y="0"/>
                    <a:pt x="35" y="0"/>
                    <a:pt x="34" y="0"/>
                  </a:cubicBezTo>
                  <a:cubicBezTo>
                    <a:pt x="31" y="1"/>
                    <a:pt x="29" y="2"/>
                    <a:pt x="29" y="3"/>
                  </a:cubicBezTo>
                  <a:cubicBezTo>
                    <a:pt x="29" y="3"/>
                    <a:pt x="30" y="4"/>
                    <a:pt x="31" y="4"/>
                  </a:cubicBezTo>
                  <a:cubicBezTo>
                    <a:pt x="32" y="5"/>
                    <a:pt x="33" y="5"/>
                    <a:pt x="35" y="6"/>
                  </a:cubicBezTo>
                  <a:cubicBezTo>
                    <a:pt x="36" y="6"/>
                    <a:pt x="38" y="7"/>
                    <a:pt x="39" y="8"/>
                  </a:cubicBezTo>
                  <a:cubicBezTo>
                    <a:pt x="40" y="8"/>
                    <a:pt x="41" y="9"/>
                    <a:pt x="41" y="9"/>
                  </a:cubicBezTo>
                  <a:cubicBezTo>
                    <a:pt x="41" y="10"/>
                    <a:pt x="41" y="10"/>
                    <a:pt x="40" y="10"/>
                  </a:cubicBezTo>
                  <a:cubicBezTo>
                    <a:pt x="45" y="14"/>
                    <a:pt x="49" y="21"/>
                    <a:pt x="48" y="27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8"/>
                    <a:pt x="48" y="67"/>
                    <a:pt x="48" y="7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7" y="87"/>
                    <a:pt x="47" y="88"/>
                    <a:pt x="47" y="89"/>
                  </a:cubicBezTo>
                  <a:cubicBezTo>
                    <a:pt x="46" y="93"/>
                    <a:pt x="45" y="96"/>
                    <a:pt x="42" y="98"/>
                  </a:cubicBezTo>
                  <a:cubicBezTo>
                    <a:pt x="45" y="96"/>
                    <a:pt x="46" y="93"/>
                    <a:pt x="47" y="89"/>
                  </a:cubicBezTo>
                  <a:cubicBezTo>
                    <a:pt x="47" y="88"/>
                    <a:pt x="47" y="87"/>
                    <a:pt x="47" y="8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0"/>
                    <a:pt x="45" y="14"/>
                    <a:pt x="39" y="11"/>
                  </a:cubicBezTo>
                  <a:cubicBezTo>
                    <a:pt x="38" y="11"/>
                    <a:pt x="38" y="12"/>
                    <a:pt x="40" y="14"/>
                  </a:cubicBezTo>
                  <a:cubicBezTo>
                    <a:pt x="41" y="15"/>
                    <a:pt x="44" y="18"/>
                    <a:pt x="45" y="22"/>
                  </a:cubicBezTo>
                  <a:cubicBezTo>
                    <a:pt x="46" y="23"/>
                    <a:pt x="46" y="24"/>
                    <a:pt x="46" y="25"/>
                  </a:cubicBezTo>
                  <a:cubicBezTo>
                    <a:pt x="46" y="26"/>
                    <a:pt x="46" y="26"/>
                    <a:pt x="46" y="2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32"/>
                    <a:pt x="46" y="35"/>
                    <a:pt x="46" y="37"/>
                  </a:cubicBezTo>
                  <a:cubicBezTo>
                    <a:pt x="45" y="49"/>
                    <a:pt x="45" y="62"/>
                    <a:pt x="45" y="7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5" y="86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45" y="88"/>
                    <a:pt x="45" y="89"/>
                    <a:pt x="45" y="89"/>
                  </a:cubicBezTo>
                  <a:cubicBezTo>
                    <a:pt x="44" y="90"/>
                    <a:pt x="44" y="91"/>
                    <a:pt x="44" y="92"/>
                  </a:cubicBezTo>
                  <a:cubicBezTo>
                    <a:pt x="43" y="94"/>
                    <a:pt x="42" y="96"/>
                    <a:pt x="40" y="97"/>
                  </a:cubicBezTo>
                  <a:cubicBezTo>
                    <a:pt x="40" y="97"/>
                    <a:pt x="40" y="97"/>
                    <a:pt x="40" y="97"/>
                  </a:cubicBezTo>
                  <a:cubicBezTo>
                    <a:pt x="40" y="98"/>
                    <a:pt x="39" y="98"/>
                    <a:pt x="39" y="98"/>
                  </a:cubicBezTo>
                  <a:cubicBezTo>
                    <a:pt x="39" y="98"/>
                    <a:pt x="39" y="98"/>
                    <a:pt x="38" y="99"/>
                  </a:cubicBezTo>
                  <a:cubicBezTo>
                    <a:pt x="38" y="99"/>
                    <a:pt x="38" y="99"/>
                    <a:pt x="37" y="99"/>
                  </a:cubicBezTo>
                  <a:cubicBezTo>
                    <a:pt x="36" y="100"/>
                    <a:pt x="35" y="100"/>
                    <a:pt x="34" y="101"/>
                  </a:cubicBezTo>
                  <a:cubicBezTo>
                    <a:pt x="33" y="101"/>
                    <a:pt x="31" y="101"/>
                    <a:pt x="30" y="101"/>
                  </a:cubicBezTo>
                  <a:cubicBezTo>
                    <a:pt x="28" y="101"/>
                    <a:pt x="27" y="101"/>
                    <a:pt x="25" y="101"/>
                  </a:cubicBezTo>
                  <a:cubicBezTo>
                    <a:pt x="22" y="100"/>
                    <a:pt x="20" y="98"/>
                    <a:pt x="18" y="96"/>
                  </a:cubicBezTo>
                  <a:cubicBezTo>
                    <a:pt x="16" y="93"/>
                    <a:pt x="14" y="90"/>
                    <a:pt x="14" y="87"/>
                  </a:cubicBezTo>
                  <a:cubicBezTo>
                    <a:pt x="14" y="87"/>
                    <a:pt x="14" y="87"/>
                    <a:pt x="14" y="86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62"/>
                    <a:pt x="14" y="49"/>
                    <a:pt x="14" y="3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5"/>
                    <a:pt x="14" y="25"/>
                    <a:pt x="14" y="24"/>
                  </a:cubicBezTo>
                  <a:cubicBezTo>
                    <a:pt x="14" y="23"/>
                    <a:pt x="14" y="22"/>
                    <a:pt x="15" y="21"/>
                  </a:cubicBezTo>
                  <a:cubicBezTo>
                    <a:pt x="16" y="18"/>
                    <a:pt x="19" y="15"/>
                    <a:pt x="22" y="13"/>
                  </a:cubicBezTo>
                  <a:cubicBezTo>
                    <a:pt x="25" y="11"/>
                    <a:pt x="27" y="10"/>
                    <a:pt x="28" y="10"/>
                  </a:cubicBezTo>
                  <a:cubicBezTo>
                    <a:pt x="29" y="10"/>
                    <a:pt x="29" y="9"/>
                    <a:pt x="29" y="9"/>
                  </a:cubicBezTo>
                  <a:cubicBezTo>
                    <a:pt x="29" y="9"/>
                    <a:pt x="30" y="9"/>
                    <a:pt x="30" y="9"/>
                  </a:cubicBezTo>
                  <a:cubicBezTo>
                    <a:pt x="30" y="8"/>
                    <a:pt x="30" y="8"/>
                    <a:pt x="29" y="8"/>
                  </a:cubicBezTo>
                  <a:cubicBezTo>
                    <a:pt x="28" y="7"/>
                    <a:pt x="27" y="6"/>
                    <a:pt x="24" y="6"/>
                  </a:cubicBezTo>
                  <a:cubicBezTo>
                    <a:pt x="21" y="6"/>
                    <a:pt x="17" y="7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6"/>
                    <a:pt x="19" y="5"/>
                    <a:pt x="21" y="4"/>
                  </a:cubicBezTo>
                  <a:cubicBezTo>
                    <a:pt x="22" y="3"/>
                    <a:pt x="23" y="3"/>
                    <a:pt x="23" y="2"/>
                  </a:cubicBezTo>
                  <a:cubicBezTo>
                    <a:pt x="23" y="1"/>
                    <a:pt x="21" y="1"/>
                    <a:pt x="22" y="0"/>
                  </a:cubicBezTo>
                  <a:cubicBezTo>
                    <a:pt x="17" y="1"/>
                    <a:pt x="12" y="4"/>
                    <a:pt x="8" y="8"/>
                  </a:cubicBezTo>
                  <a:cubicBezTo>
                    <a:pt x="4" y="12"/>
                    <a:pt x="1" y="18"/>
                    <a:pt x="0" y="24"/>
                  </a:cubicBezTo>
                  <a:cubicBezTo>
                    <a:pt x="0" y="25"/>
                    <a:pt x="0" y="26"/>
                    <a:pt x="0" y="2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Freeform 35">
              <a:extLst>
                <a:ext uri="{FF2B5EF4-FFF2-40B4-BE49-F238E27FC236}">
                  <a16:creationId xmlns:a16="http://schemas.microsoft.com/office/drawing/2014/main" id="{26FA0BF9-88E7-7813-198D-C43DE2DBA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2851" y="2822576"/>
              <a:ext cx="49213" cy="33338"/>
            </a:xfrm>
            <a:custGeom>
              <a:avLst/>
              <a:gdLst>
                <a:gd name="T0" fmla="*/ 13 w 13"/>
                <a:gd name="T1" fmla="*/ 0 h 9"/>
                <a:gd name="T2" fmla="*/ 9 w 13"/>
                <a:gd name="T3" fmla="*/ 3 h 9"/>
                <a:gd name="T4" fmla="*/ 0 w 13"/>
                <a:gd name="T5" fmla="*/ 9 h 9"/>
                <a:gd name="T6" fmla="*/ 0 w 13"/>
                <a:gd name="T7" fmla="*/ 9 h 9"/>
                <a:gd name="T8" fmla="*/ 9 w 13"/>
                <a:gd name="T9" fmla="*/ 3 h 9"/>
                <a:gd name="T10" fmla="*/ 13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12" y="1"/>
                    <a:pt x="10" y="2"/>
                    <a:pt x="9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2"/>
                    <a:pt x="12" y="1"/>
                    <a:pt x="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Freeform 36">
              <a:extLst>
                <a:ext uri="{FF2B5EF4-FFF2-40B4-BE49-F238E27FC236}">
                  <a16:creationId xmlns:a16="http://schemas.microsoft.com/office/drawing/2014/main" id="{0FAFE3D9-B841-E4E2-9E0C-3B3E17C8B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6" y="2833688"/>
              <a:ext cx="3175" cy="22225"/>
            </a:xfrm>
            <a:custGeom>
              <a:avLst/>
              <a:gdLst>
                <a:gd name="T0" fmla="*/ 2 w 2"/>
                <a:gd name="T1" fmla="*/ 14 h 14"/>
                <a:gd name="T2" fmla="*/ 2 w 2"/>
                <a:gd name="T3" fmla="*/ 14 h 14"/>
                <a:gd name="T4" fmla="*/ 0 w 2"/>
                <a:gd name="T5" fmla="*/ 0 h 14"/>
                <a:gd name="T6" fmla="*/ 2 w 2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4">
                  <a:moveTo>
                    <a:pt x="2" y="14"/>
                  </a:moveTo>
                  <a:lnTo>
                    <a:pt x="2" y="14"/>
                  </a:lnTo>
                  <a:lnTo>
                    <a:pt x="0" y="0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Freeform 37">
              <a:extLst>
                <a:ext uri="{FF2B5EF4-FFF2-40B4-BE49-F238E27FC236}">
                  <a16:creationId xmlns:a16="http://schemas.microsoft.com/office/drawing/2014/main" id="{BA9BD14C-41D1-00F7-0C0B-C6D1E86E9D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6501" y="2674938"/>
              <a:ext cx="120650" cy="177800"/>
            </a:xfrm>
            <a:custGeom>
              <a:avLst/>
              <a:gdLst>
                <a:gd name="T0" fmla="*/ 1 w 32"/>
                <a:gd name="T1" fmla="*/ 18 h 47"/>
                <a:gd name="T2" fmla="*/ 3 w 32"/>
                <a:gd name="T3" fmla="*/ 14 h 47"/>
                <a:gd name="T4" fmla="*/ 3 w 32"/>
                <a:gd name="T5" fmla="*/ 13 h 47"/>
                <a:gd name="T6" fmla="*/ 5 w 32"/>
                <a:gd name="T7" fmla="*/ 12 h 47"/>
                <a:gd name="T8" fmla="*/ 2 w 32"/>
                <a:gd name="T9" fmla="*/ 19 h 47"/>
                <a:gd name="T10" fmla="*/ 1 w 32"/>
                <a:gd name="T11" fmla="*/ 38 h 47"/>
                <a:gd name="T12" fmla="*/ 11 w 32"/>
                <a:gd name="T13" fmla="*/ 41 h 47"/>
                <a:gd name="T14" fmla="*/ 15 w 32"/>
                <a:gd name="T15" fmla="*/ 39 h 47"/>
                <a:gd name="T16" fmla="*/ 25 w 32"/>
                <a:gd name="T17" fmla="*/ 27 h 47"/>
                <a:gd name="T18" fmla="*/ 4 w 32"/>
                <a:gd name="T19" fmla="*/ 44 h 47"/>
                <a:gd name="T20" fmla="*/ 10 w 32"/>
                <a:gd name="T21" fmla="*/ 40 h 47"/>
                <a:gd name="T22" fmla="*/ 18 w 32"/>
                <a:gd name="T23" fmla="*/ 34 h 47"/>
                <a:gd name="T24" fmla="*/ 25 w 32"/>
                <a:gd name="T25" fmla="*/ 26 h 47"/>
                <a:gd name="T26" fmla="*/ 20 w 32"/>
                <a:gd name="T27" fmla="*/ 22 h 47"/>
                <a:gd name="T28" fmla="*/ 17 w 32"/>
                <a:gd name="T29" fmla="*/ 23 h 47"/>
                <a:gd name="T30" fmla="*/ 14 w 32"/>
                <a:gd name="T31" fmla="*/ 26 h 47"/>
                <a:gd name="T32" fmla="*/ 15 w 32"/>
                <a:gd name="T33" fmla="*/ 22 h 47"/>
                <a:gd name="T34" fmla="*/ 16 w 32"/>
                <a:gd name="T35" fmla="*/ 20 h 47"/>
                <a:gd name="T36" fmla="*/ 16 w 32"/>
                <a:gd name="T37" fmla="*/ 19 h 47"/>
                <a:gd name="T38" fmla="*/ 17 w 32"/>
                <a:gd name="T39" fmla="*/ 19 h 47"/>
                <a:gd name="T40" fmla="*/ 21 w 32"/>
                <a:gd name="T41" fmla="*/ 20 h 47"/>
                <a:gd name="T42" fmla="*/ 24 w 32"/>
                <a:gd name="T43" fmla="*/ 17 h 47"/>
                <a:gd name="T44" fmla="*/ 27 w 32"/>
                <a:gd name="T45" fmla="*/ 22 h 47"/>
                <a:gd name="T46" fmla="*/ 28 w 32"/>
                <a:gd name="T47" fmla="*/ 8 h 47"/>
                <a:gd name="T48" fmla="*/ 27 w 32"/>
                <a:gd name="T49" fmla="*/ 5 h 47"/>
                <a:gd name="T50" fmla="*/ 26 w 32"/>
                <a:gd name="T51" fmla="*/ 5 h 47"/>
                <a:gd name="T52" fmla="*/ 20 w 32"/>
                <a:gd name="T53" fmla="*/ 1 h 47"/>
                <a:gd name="T54" fmla="*/ 20 w 32"/>
                <a:gd name="T55" fmla="*/ 1 h 47"/>
                <a:gd name="T56" fmla="*/ 15 w 32"/>
                <a:gd name="T57" fmla="*/ 2 h 47"/>
                <a:gd name="T58" fmla="*/ 5 w 32"/>
                <a:gd name="T59" fmla="*/ 10 h 47"/>
                <a:gd name="T60" fmla="*/ 3 w 32"/>
                <a:gd name="T61" fmla="*/ 14 h 47"/>
                <a:gd name="T62" fmla="*/ 2 w 32"/>
                <a:gd name="T63" fmla="*/ 16 h 47"/>
                <a:gd name="T64" fmla="*/ 0 w 32"/>
                <a:gd name="T65" fmla="*/ 38 h 47"/>
                <a:gd name="T66" fmla="*/ 1 w 32"/>
                <a:gd name="T67" fmla="*/ 38 h 47"/>
                <a:gd name="T68" fmla="*/ 11 w 32"/>
                <a:gd name="T69" fmla="*/ 29 h 47"/>
                <a:gd name="T70" fmla="*/ 11 w 32"/>
                <a:gd name="T71" fmla="*/ 29 h 47"/>
                <a:gd name="T72" fmla="*/ 11 w 32"/>
                <a:gd name="T73" fmla="*/ 29 h 47"/>
                <a:gd name="T74" fmla="*/ 3 w 32"/>
                <a:gd name="T75" fmla="*/ 24 h 47"/>
                <a:gd name="T76" fmla="*/ 4 w 32"/>
                <a:gd name="T77" fmla="*/ 42 h 47"/>
                <a:gd name="T78" fmla="*/ 6 w 32"/>
                <a:gd name="T79" fmla="*/ 32 h 47"/>
                <a:gd name="T80" fmla="*/ 5 w 32"/>
                <a:gd name="T81" fmla="*/ 33 h 47"/>
                <a:gd name="T82" fmla="*/ 6 w 32"/>
                <a:gd name="T83" fmla="*/ 32 h 47"/>
                <a:gd name="T84" fmla="*/ 11 w 32"/>
                <a:gd name="T85" fmla="*/ 34 h 47"/>
                <a:gd name="T86" fmla="*/ 11 w 32"/>
                <a:gd name="T87" fmla="*/ 36 h 47"/>
                <a:gd name="T88" fmla="*/ 21 w 32"/>
                <a:gd name="T89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" h="47">
                  <a:moveTo>
                    <a:pt x="0" y="25"/>
                  </a:moveTo>
                  <a:cubicBezTo>
                    <a:pt x="0" y="23"/>
                    <a:pt x="1" y="21"/>
                    <a:pt x="1" y="18"/>
                  </a:cubicBezTo>
                  <a:cubicBezTo>
                    <a:pt x="2" y="17"/>
                    <a:pt x="2" y="16"/>
                    <a:pt x="3" y="1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2"/>
                    <a:pt x="4" y="12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4" y="13"/>
                    <a:pt x="4" y="14"/>
                    <a:pt x="3" y="15"/>
                  </a:cubicBezTo>
                  <a:cubicBezTo>
                    <a:pt x="3" y="16"/>
                    <a:pt x="3" y="18"/>
                    <a:pt x="2" y="19"/>
                  </a:cubicBezTo>
                  <a:cubicBezTo>
                    <a:pt x="2" y="21"/>
                    <a:pt x="1" y="23"/>
                    <a:pt x="1" y="25"/>
                  </a:cubicBezTo>
                  <a:cubicBezTo>
                    <a:pt x="1" y="29"/>
                    <a:pt x="1" y="34"/>
                    <a:pt x="1" y="38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3" y="39"/>
                    <a:pt x="15" y="3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8" y="37"/>
                    <a:pt x="21" y="34"/>
                    <a:pt x="24" y="32"/>
                  </a:cubicBezTo>
                  <a:cubicBezTo>
                    <a:pt x="25" y="30"/>
                    <a:pt x="25" y="29"/>
                    <a:pt x="25" y="27"/>
                  </a:cubicBezTo>
                  <a:cubicBezTo>
                    <a:pt x="20" y="32"/>
                    <a:pt x="15" y="36"/>
                    <a:pt x="10" y="40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3" y="38"/>
                    <a:pt x="16" y="36"/>
                    <a:pt x="18" y="34"/>
                  </a:cubicBezTo>
                  <a:cubicBezTo>
                    <a:pt x="20" y="31"/>
                    <a:pt x="22" y="29"/>
                    <a:pt x="24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5"/>
                    <a:pt x="25" y="25"/>
                    <a:pt x="25" y="24"/>
                  </a:cubicBezTo>
                  <a:cubicBezTo>
                    <a:pt x="24" y="22"/>
                    <a:pt x="22" y="21"/>
                    <a:pt x="20" y="22"/>
                  </a:cubicBezTo>
                  <a:cubicBezTo>
                    <a:pt x="19" y="23"/>
                    <a:pt x="19" y="24"/>
                    <a:pt x="19" y="24"/>
                  </a:cubicBezTo>
                  <a:cubicBezTo>
                    <a:pt x="18" y="24"/>
                    <a:pt x="18" y="23"/>
                    <a:pt x="17" y="23"/>
                  </a:cubicBezTo>
                  <a:cubicBezTo>
                    <a:pt x="16" y="24"/>
                    <a:pt x="15" y="26"/>
                    <a:pt x="14" y="27"/>
                  </a:cubicBezTo>
                  <a:cubicBezTo>
                    <a:pt x="14" y="27"/>
                    <a:pt x="14" y="26"/>
                    <a:pt x="14" y="26"/>
                  </a:cubicBezTo>
                  <a:cubicBezTo>
                    <a:pt x="15" y="25"/>
                    <a:pt x="16" y="24"/>
                    <a:pt x="17" y="22"/>
                  </a:cubicBezTo>
                  <a:cubicBezTo>
                    <a:pt x="16" y="22"/>
                    <a:pt x="16" y="22"/>
                    <a:pt x="15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20"/>
                    <a:pt x="20" y="20"/>
                    <a:pt x="21" y="20"/>
                  </a:cubicBezTo>
                  <a:cubicBezTo>
                    <a:pt x="21" y="19"/>
                    <a:pt x="22" y="18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20"/>
                    <a:pt x="24" y="20"/>
                    <a:pt x="25" y="21"/>
                  </a:cubicBezTo>
                  <a:cubicBezTo>
                    <a:pt x="25" y="21"/>
                    <a:pt x="27" y="21"/>
                    <a:pt x="27" y="22"/>
                  </a:cubicBezTo>
                  <a:cubicBezTo>
                    <a:pt x="28" y="18"/>
                    <a:pt x="28" y="15"/>
                    <a:pt x="29" y="11"/>
                  </a:cubicBezTo>
                  <a:cubicBezTo>
                    <a:pt x="29" y="11"/>
                    <a:pt x="28" y="9"/>
                    <a:pt x="28" y="8"/>
                  </a:cubicBezTo>
                  <a:cubicBezTo>
                    <a:pt x="28" y="8"/>
                    <a:pt x="28" y="7"/>
                    <a:pt x="27" y="6"/>
                  </a:cubicBezTo>
                  <a:cubicBezTo>
                    <a:pt x="27" y="6"/>
                    <a:pt x="27" y="6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32" y="8"/>
                    <a:pt x="19" y="0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1" y="4"/>
                    <a:pt x="10" y="5"/>
                  </a:cubicBezTo>
                  <a:cubicBezTo>
                    <a:pt x="8" y="7"/>
                    <a:pt x="7" y="8"/>
                    <a:pt x="5" y="10"/>
                  </a:cubicBezTo>
                  <a:cubicBezTo>
                    <a:pt x="4" y="11"/>
                    <a:pt x="4" y="12"/>
                    <a:pt x="3" y="13"/>
                  </a:cubicBezTo>
                  <a:cubicBezTo>
                    <a:pt x="3" y="13"/>
                    <a:pt x="3" y="13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0" y="20"/>
                    <a:pt x="0" y="23"/>
                    <a:pt x="0" y="27"/>
                  </a:cubicBezTo>
                  <a:cubicBezTo>
                    <a:pt x="0" y="31"/>
                    <a:pt x="0" y="34"/>
                    <a:pt x="0" y="38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0" y="34"/>
                    <a:pt x="0" y="29"/>
                    <a:pt x="0" y="25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3" y="37"/>
                  </a:moveTo>
                  <a:cubicBezTo>
                    <a:pt x="2" y="33"/>
                    <a:pt x="2" y="28"/>
                    <a:pt x="3" y="24"/>
                  </a:cubicBezTo>
                  <a:cubicBezTo>
                    <a:pt x="2" y="28"/>
                    <a:pt x="3" y="33"/>
                    <a:pt x="3" y="37"/>
                  </a:cubicBezTo>
                  <a:cubicBezTo>
                    <a:pt x="4" y="42"/>
                    <a:pt x="4" y="42"/>
                    <a:pt x="4" y="42"/>
                  </a:cubicBezTo>
                  <a:lnTo>
                    <a:pt x="3" y="37"/>
                  </a:lnTo>
                  <a:close/>
                  <a:moveTo>
                    <a:pt x="6" y="32"/>
                  </a:moveTo>
                  <a:cubicBezTo>
                    <a:pt x="6" y="32"/>
                    <a:pt x="6" y="32"/>
                    <a:pt x="6" y="32"/>
                  </a:cubicBezTo>
                  <a:cubicBezTo>
                    <a:pt x="6" y="33"/>
                    <a:pt x="5" y="33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6" y="33"/>
                    <a:pt x="6" y="32"/>
                  </a:cubicBezTo>
                  <a:close/>
                  <a:moveTo>
                    <a:pt x="11" y="36"/>
                  </a:move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5"/>
                    <a:pt x="11" y="35"/>
                    <a:pt x="11" y="36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Freeform 38">
              <a:extLst>
                <a:ext uri="{FF2B5EF4-FFF2-40B4-BE49-F238E27FC236}">
                  <a16:creationId xmlns:a16="http://schemas.microsoft.com/office/drawing/2014/main" id="{F86F23FA-3A02-8FB2-BE52-3A5F60308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426" y="2652713"/>
              <a:ext cx="112713" cy="173038"/>
            </a:xfrm>
            <a:custGeom>
              <a:avLst/>
              <a:gdLst>
                <a:gd name="T0" fmla="*/ 15 w 30"/>
                <a:gd name="T1" fmla="*/ 42 h 46"/>
                <a:gd name="T2" fmla="*/ 16 w 30"/>
                <a:gd name="T3" fmla="*/ 41 h 46"/>
                <a:gd name="T4" fmla="*/ 17 w 30"/>
                <a:gd name="T5" fmla="*/ 36 h 46"/>
                <a:gd name="T6" fmla="*/ 14 w 30"/>
                <a:gd name="T7" fmla="*/ 36 h 46"/>
                <a:gd name="T8" fmla="*/ 10 w 30"/>
                <a:gd name="T9" fmla="*/ 40 h 46"/>
                <a:gd name="T10" fmla="*/ 7 w 30"/>
                <a:gd name="T11" fmla="*/ 43 h 46"/>
                <a:gd name="T12" fmla="*/ 6 w 30"/>
                <a:gd name="T13" fmla="*/ 41 h 46"/>
                <a:gd name="T14" fmla="*/ 5 w 30"/>
                <a:gd name="T15" fmla="*/ 36 h 46"/>
                <a:gd name="T16" fmla="*/ 4 w 30"/>
                <a:gd name="T17" fmla="*/ 37 h 46"/>
                <a:gd name="T18" fmla="*/ 3 w 30"/>
                <a:gd name="T19" fmla="*/ 31 h 46"/>
                <a:gd name="T20" fmla="*/ 4 w 30"/>
                <a:gd name="T21" fmla="*/ 36 h 46"/>
                <a:gd name="T22" fmla="*/ 4 w 30"/>
                <a:gd name="T23" fmla="*/ 36 h 46"/>
                <a:gd name="T24" fmla="*/ 5 w 30"/>
                <a:gd name="T25" fmla="*/ 36 h 46"/>
                <a:gd name="T26" fmla="*/ 5 w 30"/>
                <a:gd name="T27" fmla="*/ 37 h 46"/>
                <a:gd name="T28" fmla="*/ 7 w 30"/>
                <a:gd name="T29" fmla="*/ 43 h 46"/>
                <a:gd name="T30" fmla="*/ 12 w 30"/>
                <a:gd name="T31" fmla="*/ 38 h 46"/>
                <a:gd name="T32" fmla="*/ 14 w 30"/>
                <a:gd name="T33" fmla="*/ 36 h 46"/>
                <a:gd name="T34" fmla="*/ 15 w 30"/>
                <a:gd name="T35" fmla="*/ 38 h 46"/>
                <a:gd name="T36" fmla="*/ 15 w 30"/>
                <a:gd name="T37" fmla="*/ 38 h 46"/>
                <a:gd name="T38" fmla="*/ 25 w 30"/>
                <a:gd name="T39" fmla="*/ 26 h 46"/>
                <a:gd name="T40" fmla="*/ 24 w 30"/>
                <a:gd name="T41" fmla="*/ 20 h 46"/>
                <a:gd name="T42" fmla="*/ 19 w 30"/>
                <a:gd name="T43" fmla="*/ 20 h 46"/>
                <a:gd name="T44" fmla="*/ 12 w 30"/>
                <a:gd name="T45" fmla="*/ 27 h 46"/>
                <a:gd name="T46" fmla="*/ 12 w 30"/>
                <a:gd name="T47" fmla="*/ 27 h 46"/>
                <a:gd name="T48" fmla="*/ 12 w 30"/>
                <a:gd name="T49" fmla="*/ 27 h 46"/>
                <a:gd name="T50" fmla="*/ 13 w 30"/>
                <a:gd name="T51" fmla="*/ 26 h 46"/>
                <a:gd name="T52" fmla="*/ 17 w 30"/>
                <a:gd name="T53" fmla="*/ 18 h 46"/>
                <a:gd name="T54" fmla="*/ 15 w 30"/>
                <a:gd name="T55" fmla="*/ 20 h 46"/>
                <a:gd name="T56" fmla="*/ 14 w 30"/>
                <a:gd name="T57" fmla="*/ 19 h 46"/>
                <a:gd name="T58" fmla="*/ 15 w 30"/>
                <a:gd name="T59" fmla="*/ 16 h 46"/>
                <a:gd name="T60" fmla="*/ 16 w 30"/>
                <a:gd name="T61" fmla="*/ 15 h 46"/>
                <a:gd name="T62" fmla="*/ 18 w 30"/>
                <a:gd name="T63" fmla="*/ 16 h 46"/>
                <a:gd name="T64" fmla="*/ 20 w 30"/>
                <a:gd name="T65" fmla="*/ 17 h 46"/>
                <a:gd name="T66" fmla="*/ 25 w 30"/>
                <a:gd name="T67" fmla="*/ 13 h 46"/>
                <a:gd name="T68" fmla="*/ 29 w 30"/>
                <a:gd name="T69" fmla="*/ 18 h 46"/>
                <a:gd name="T70" fmla="*/ 28 w 30"/>
                <a:gd name="T71" fmla="*/ 2 h 46"/>
                <a:gd name="T72" fmla="*/ 18 w 30"/>
                <a:gd name="T73" fmla="*/ 0 h 46"/>
                <a:gd name="T74" fmla="*/ 0 w 30"/>
                <a:gd name="T75" fmla="*/ 28 h 46"/>
                <a:gd name="T76" fmla="*/ 2 w 30"/>
                <a:gd name="T77" fmla="*/ 40 h 46"/>
                <a:gd name="T78" fmla="*/ 2 w 30"/>
                <a:gd name="T79" fmla="*/ 40 h 46"/>
                <a:gd name="T80" fmla="*/ 3 w 30"/>
                <a:gd name="T81" fmla="*/ 39 h 46"/>
                <a:gd name="T82" fmla="*/ 6 w 30"/>
                <a:gd name="T83" fmla="*/ 44 h 46"/>
                <a:gd name="T84" fmla="*/ 11 w 30"/>
                <a:gd name="T85" fmla="*/ 41 h 46"/>
                <a:gd name="T86" fmla="*/ 6 w 30"/>
                <a:gd name="T87" fmla="*/ 45 h 46"/>
                <a:gd name="T88" fmla="*/ 4 w 30"/>
                <a:gd name="T89" fmla="*/ 40 h 46"/>
                <a:gd name="T90" fmla="*/ 4 w 30"/>
                <a:gd name="T91" fmla="*/ 38 h 46"/>
                <a:gd name="T92" fmla="*/ 2 w 30"/>
                <a:gd name="T93" fmla="*/ 40 h 46"/>
                <a:gd name="T94" fmla="*/ 2 w 30"/>
                <a:gd name="T95" fmla="*/ 38 h 46"/>
                <a:gd name="T96" fmla="*/ 3 w 30"/>
                <a:gd name="T97" fmla="*/ 17 h 46"/>
                <a:gd name="T98" fmla="*/ 4 w 30"/>
                <a:gd name="T99" fmla="*/ 38 h 46"/>
                <a:gd name="T100" fmla="*/ 4 w 30"/>
                <a:gd name="T101" fmla="*/ 38 h 46"/>
                <a:gd name="T102" fmla="*/ 6 w 30"/>
                <a:gd name="T103" fmla="*/ 44 h 46"/>
                <a:gd name="T104" fmla="*/ 7 w 30"/>
                <a:gd name="T105" fmla="*/ 44 h 46"/>
                <a:gd name="T106" fmla="*/ 11 w 30"/>
                <a:gd name="T107" fmla="*/ 41 h 46"/>
                <a:gd name="T108" fmla="*/ 14 w 30"/>
                <a:gd name="T109" fmla="*/ 38 h 46"/>
                <a:gd name="T110" fmla="*/ 15 w 30"/>
                <a:gd name="T111" fmla="*/ 4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" h="46">
                  <a:moveTo>
                    <a:pt x="15" y="42"/>
                  </a:move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8" y="39"/>
                    <a:pt x="20" y="36"/>
                    <a:pt x="22" y="34"/>
                  </a:cubicBezTo>
                  <a:cubicBezTo>
                    <a:pt x="24" y="32"/>
                    <a:pt x="25" y="29"/>
                    <a:pt x="25" y="27"/>
                  </a:cubicBezTo>
                  <a:cubicBezTo>
                    <a:pt x="22" y="30"/>
                    <a:pt x="20" y="33"/>
                    <a:pt x="17" y="36"/>
                  </a:cubicBezTo>
                  <a:cubicBezTo>
                    <a:pt x="16" y="37"/>
                    <a:pt x="16" y="38"/>
                    <a:pt x="15" y="38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9" y="41"/>
                    <a:pt x="8" y="42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0"/>
                    <a:pt x="6" y="40"/>
                    <a:pt x="5" y="39"/>
                  </a:cubicBezTo>
                  <a:cubicBezTo>
                    <a:pt x="5" y="38"/>
                    <a:pt x="5" y="37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6"/>
                    <a:pt x="3" y="36"/>
                    <a:pt x="3" y="36"/>
                  </a:cubicBezTo>
                  <a:cubicBezTo>
                    <a:pt x="3" y="34"/>
                    <a:pt x="3" y="32"/>
                    <a:pt x="3" y="31"/>
                  </a:cubicBezTo>
                  <a:cubicBezTo>
                    <a:pt x="3" y="32"/>
                    <a:pt x="3" y="33"/>
                    <a:pt x="3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7"/>
                    <a:pt x="4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6" y="39"/>
                    <a:pt x="6" y="40"/>
                    <a:pt x="7" y="41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2"/>
                    <a:pt x="8" y="42"/>
                  </a:cubicBezTo>
                  <a:cubicBezTo>
                    <a:pt x="8" y="42"/>
                    <a:pt x="8" y="42"/>
                    <a:pt x="9" y="41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9" y="33"/>
                    <a:pt x="22" y="30"/>
                    <a:pt x="25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4"/>
                    <a:pt x="26" y="23"/>
                    <a:pt x="26" y="22"/>
                  </a:cubicBezTo>
                  <a:cubicBezTo>
                    <a:pt x="26" y="21"/>
                    <a:pt x="25" y="20"/>
                    <a:pt x="24" y="20"/>
                  </a:cubicBezTo>
                  <a:cubicBezTo>
                    <a:pt x="23" y="19"/>
                    <a:pt x="22" y="19"/>
                    <a:pt x="21" y="20"/>
                  </a:cubicBezTo>
                  <a:cubicBezTo>
                    <a:pt x="21" y="20"/>
                    <a:pt x="20" y="22"/>
                    <a:pt x="20" y="22"/>
                  </a:cubicBezTo>
                  <a:cubicBezTo>
                    <a:pt x="20" y="21"/>
                    <a:pt x="19" y="20"/>
                    <a:pt x="19" y="20"/>
                  </a:cubicBezTo>
                  <a:cubicBezTo>
                    <a:pt x="17" y="22"/>
                    <a:pt x="16" y="24"/>
                    <a:pt x="14" y="25"/>
                  </a:cubicBezTo>
                  <a:cubicBezTo>
                    <a:pt x="14" y="25"/>
                    <a:pt x="13" y="26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5"/>
                    <a:pt x="12" y="23"/>
                    <a:pt x="12" y="21"/>
                  </a:cubicBezTo>
                  <a:cubicBezTo>
                    <a:pt x="12" y="23"/>
                    <a:pt x="12" y="24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4" y="25"/>
                    <a:pt x="14" y="25"/>
                  </a:cubicBezTo>
                  <a:cubicBezTo>
                    <a:pt x="16" y="23"/>
                    <a:pt x="17" y="21"/>
                    <a:pt x="19" y="19"/>
                  </a:cubicBezTo>
                  <a:cubicBezTo>
                    <a:pt x="18" y="19"/>
                    <a:pt x="18" y="18"/>
                    <a:pt x="17" y="18"/>
                  </a:cubicBezTo>
                  <a:cubicBezTo>
                    <a:pt x="17" y="18"/>
                    <a:pt x="17" y="18"/>
                    <a:pt x="16" y="19"/>
                  </a:cubicBezTo>
                  <a:cubicBezTo>
                    <a:pt x="16" y="19"/>
                    <a:pt x="16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5"/>
                    <a:pt x="15" y="15"/>
                  </a:cubicBezTo>
                  <a:cubicBezTo>
                    <a:pt x="15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7" y="16"/>
                  </a:cubicBezTo>
                  <a:cubicBezTo>
                    <a:pt x="17" y="16"/>
                    <a:pt x="17" y="16"/>
                    <a:pt x="18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7"/>
                  </a:cubicBezTo>
                  <a:cubicBezTo>
                    <a:pt x="20" y="18"/>
                    <a:pt x="21" y="17"/>
                    <a:pt x="22" y="17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6" y="18"/>
                    <a:pt x="26" y="18"/>
                  </a:cubicBezTo>
                  <a:cubicBezTo>
                    <a:pt x="27" y="18"/>
                    <a:pt x="28" y="18"/>
                    <a:pt x="29" y="18"/>
                  </a:cubicBezTo>
                  <a:cubicBezTo>
                    <a:pt x="29" y="16"/>
                    <a:pt x="30" y="14"/>
                    <a:pt x="30" y="11"/>
                  </a:cubicBezTo>
                  <a:cubicBezTo>
                    <a:pt x="30" y="9"/>
                    <a:pt x="30" y="6"/>
                    <a:pt x="29" y="4"/>
                  </a:cubicBezTo>
                  <a:cubicBezTo>
                    <a:pt x="29" y="4"/>
                    <a:pt x="29" y="3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0"/>
                    <a:pt x="24" y="0"/>
                    <a:pt x="23" y="0"/>
                  </a:cubicBezTo>
                  <a:cubicBezTo>
                    <a:pt x="21" y="0"/>
                    <a:pt x="20" y="0"/>
                    <a:pt x="18" y="0"/>
                  </a:cubicBezTo>
                  <a:cubicBezTo>
                    <a:pt x="15" y="1"/>
                    <a:pt x="11" y="3"/>
                    <a:pt x="8" y="7"/>
                  </a:cubicBezTo>
                  <a:cubicBezTo>
                    <a:pt x="4" y="10"/>
                    <a:pt x="2" y="15"/>
                    <a:pt x="1" y="18"/>
                  </a:cubicBezTo>
                  <a:cubicBezTo>
                    <a:pt x="0" y="22"/>
                    <a:pt x="0" y="25"/>
                    <a:pt x="0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1"/>
                    <a:pt x="5" y="42"/>
                    <a:pt x="5" y="43"/>
                  </a:cubicBezTo>
                  <a:cubicBezTo>
                    <a:pt x="5" y="43"/>
                    <a:pt x="5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6"/>
                    <a:pt x="7" y="45"/>
                  </a:cubicBezTo>
                  <a:cubicBezTo>
                    <a:pt x="8" y="44"/>
                    <a:pt x="9" y="42"/>
                    <a:pt x="11" y="41"/>
                  </a:cubicBezTo>
                  <a:cubicBezTo>
                    <a:pt x="10" y="42"/>
                    <a:pt x="9" y="43"/>
                    <a:pt x="8" y="44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1"/>
                    <a:pt x="4" y="40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5"/>
                    <a:pt x="0" y="33"/>
                    <a:pt x="0" y="29"/>
                  </a:cubicBezTo>
                  <a:cubicBezTo>
                    <a:pt x="0" y="26"/>
                    <a:pt x="0" y="22"/>
                    <a:pt x="2" y="17"/>
                  </a:cubicBezTo>
                  <a:cubicBezTo>
                    <a:pt x="2" y="17"/>
                    <a:pt x="2" y="18"/>
                    <a:pt x="3" y="17"/>
                  </a:cubicBezTo>
                  <a:cubicBezTo>
                    <a:pt x="2" y="22"/>
                    <a:pt x="1" y="25"/>
                    <a:pt x="1" y="28"/>
                  </a:cubicBezTo>
                  <a:cubicBezTo>
                    <a:pt x="1" y="32"/>
                    <a:pt x="2" y="35"/>
                    <a:pt x="2" y="37"/>
                  </a:cubicBezTo>
                  <a:cubicBezTo>
                    <a:pt x="2" y="38"/>
                    <a:pt x="2" y="40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5" y="41"/>
                    <a:pt x="5" y="42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10" y="42"/>
                    <a:pt x="11" y="41"/>
                    <a:pt x="12" y="40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2"/>
                    <a:pt x="15" y="42"/>
                    <a:pt x="15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Freeform 39">
              <a:extLst>
                <a:ext uri="{FF2B5EF4-FFF2-40B4-BE49-F238E27FC236}">
                  <a16:creationId xmlns:a16="http://schemas.microsoft.com/office/drawing/2014/main" id="{6F64E691-6D71-96D7-B7C9-2A7D55DCDF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4026" y="2908301"/>
              <a:ext cx="160338" cy="146050"/>
            </a:xfrm>
            <a:custGeom>
              <a:avLst/>
              <a:gdLst>
                <a:gd name="T0" fmla="*/ 42 w 43"/>
                <a:gd name="T1" fmla="*/ 30 h 39"/>
                <a:gd name="T2" fmla="*/ 38 w 43"/>
                <a:gd name="T3" fmla="*/ 23 h 39"/>
                <a:gd name="T4" fmla="*/ 43 w 43"/>
                <a:gd name="T5" fmla="*/ 33 h 39"/>
                <a:gd name="T6" fmla="*/ 42 w 43"/>
                <a:gd name="T7" fmla="*/ 36 h 39"/>
                <a:gd name="T8" fmla="*/ 40 w 43"/>
                <a:gd name="T9" fmla="*/ 37 h 39"/>
                <a:gd name="T10" fmla="*/ 23 w 43"/>
                <a:gd name="T11" fmla="*/ 35 h 39"/>
                <a:gd name="T12" fmla="*/ 39 w 43"/>
                <a:gd name="T13" fmla="*/ 36 h 39"/>
                <a:gd name="T14" fmla="*/ 40 w 43"/>
                <a:gd name="T15" fmla="*/ 36 h 39"/>
                <a:gd name="T16" fmla="*/ 41 w 43"/>
                <a:gd name="T17" fmla="*/ 35 h 39"/>
                <a:gd name="T18" fmla="*/ 42 w 43"/>
                <a:gd name="T19" fmla="*/ 34 h 39"/>
                <a:gd name="T20" fmla="*/ 41 w 43"/>
                <a:gd name="T21" fmla="*/ 32 h 39"/>
                <a:gd name="T22" fmla="*/ 39 w 43"/>
                <a:gd name="T23" fmla="*/ 27 h 39"/>
                <a:gd name="T24" fmla="*/ 34 w 43"/>
                <a:gd name="T25" fmla="*/ 14 h 39"/>
                <a:gd name="T26" fmla="*/ 27 w 43"/>
                <a:gd name="T27" fmla="*/ 7 h 39"/>
                <a:gd name="T28" fmla="*/ 36 w 43"/>
                <a:gd name="T29" fmla="*/ 23 h 39"/>
                <a:gd name="T30" fmla="*/ 38 w 43"/>
                <a:gd name="T31" fmla="*/ 29 h 39"/>
                <a:gd name="T32" fmla="*/ 39 w 43"/>
                <a:gd name="T33" fmla="*/ 32 h 39"/>
                <a:gd name="T34" fmla="*/ 39 w 43"/>
                <a:gd name="T35" fmla="*/ 33 h 39"/>
                <a:gd name="T36" fmla="*/ 38 w 43"/>
                <a:gd name="T37" fmla="*/ 35 h 39"/>
                <a:gd name="T38" fmla="*/ 39 w 43"/>
                <a:gd name="T39" fmla="*/ 33 h 39"/>
                <a:gd name="T40" fmla="*/ 39 w 43"/>
                <a:gd name="T41" fmla="*/ 32 h 39"/>
                <a:gd name="T42" fmla="*/ 38 w 43"/>
                <a:gd name="T43" fmla="*/ 28 h 39"/>
                <a:gd name="T44" fmla="*/ 31 w 43"/>
                <a:gd name="T45" fmla="*/ 14 h 39"/>
                <a:gd name="T46" fmla="*/ 17 w 43"/>
                <a:gd name="T47" fmla="*/ 2 h 39"/>
                <a:gd name="T48" fmla="*/ 18 w 43"/>
                <a:gd name="T49" fmla="*/ 8 h 39"/>
                <a:gd name="T50" fmla="*/ 23 w 43"/>
                <a:gd name="T51" fmla="*/ 19 h 39"/>
                <a:gd name="T52" fmla="*/ 22 w 43"/>
                <a:gd name="T53" fmla="*/ 21 h 39"/>
                <a:gd name="T54" fmla="*/ 22 w 43"/>
                <a:gd name="T55" fmla="*/ 21 h 39"/>
                <a:gd name="T56" fmla="*/ 22 w 43"/>
                <a:gd name="T57" fmla="*/ 20 h 39"/>
                <a:gd name="T58" fmla="*/ 17 w 43"/>
                <a:gd name="T59" fmla="*/ 10 h 39"/>
                <a:gd name="T60" fmla="*/ 17 w 43"/>
                <a:gd name="T61" fmla="*/ 14 h 39"/>
                <a:gd name="T62" fmla="*/ 16 w 43"/>
                <a:gd name="T63" fmla="*/ 16 h 39"/>
                <a:gd name="T64" fmla="*/ 14 w 43"/>
                <a:gd name="T65" fmla="*/ 14 h 39"/>
                <a:gd name="T66" fmla="*/ 13 w 43"/>
                <a:gd name="T67" fmla="*/ 13 h 39"/>
                <a:gd name="T68" fmla="*/ 13 w 43"/>
                <a:gd name="T69" fmla="*/ 13 h 39"/>
                <a:gd name="T70" fmla="*/ 13 w 43"/>
                <a:gd name="T71" fmla="*/ 13 h 39"/>
                <a:gd name="T72" fmla="*/ 13 w 43"/>
                <a:gd name="T73" fmla="*/ 13 h 39"/>
                <a:gd name="T74" fmla="*/ 15 w 43"/>
                <a:gd name="T75" fmla="*/ 9 h 39"/>
                <a:gd name="T76" fmla="*/ 9 w 43"/>
                <a:gd name="T77" fmla="*/ 6 h 39"/>
                <a:gd name="T78" fmla="*/ 12 w 43"/>
                <a:gd name="T79" fmla="*/ 0 h 39"/>
                <a:gd name="T80" fmla="*/ 1 w 43"/>
                <a:gd name="T81" fmla="*/ 9 h 39"/>
                <a:gd name="T82" fmla="*/ 7 w 43"/>
                <a:gd name="T83" fmla="*/ 27 h 39"/>
                <a:gd name="T84" fmla="*/ 35 w 43"/>
                <a:gd name="T85" fmla="*/ 39 h 39"/>
                <a:gd name="T86" fmla="*/ 40 w 43"/>
                <a:gd name="T87" fmla="*/ 37 h 39"/>
                <a:gd name="T88" fmla="*/ 43 w 43"/>
                <a:gd name="T89" fmla="*/ 36 h 39"/>
                <a:gd name="T90" fmla="*/ 43 w 43"/>
                <a:gd name="T91" fmla="*/ 34 h 39"/>
                <a:gd name="T92" fmla="*/ 12 w 43"/>
                <a:gd name="T93" fmla="*/ 1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3" h="39">
                  <a:moveTo>
                    <a:pt x="43" y="33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4"/>
                    <a:pt x="40" y="26"/>
                    <a:pt x="41" y="28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4"/>
                    <a:pt x="43" y="34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9"/>
                    <a:pt x="35" y="38"/>
                    <a:pt x="32" y="38"/>
                  </a:cubicBezTo>
                  <a:cubicBezTo>
                    <a:pt x="30" y="38"/>
                    <a:pt x="26" y="37"/>
                    <a:pt x="23" y="36"/>
                  </a:cubicBezTo>
                  <a:cubicBezTo>
                    <a:pt x="23" y="36"/>
                    <a:pt x="23" y="36"/>
                    <a:pt x="23" y="35"/>
                  </a:cubicBezTo>
                  <a:cubicBezTo>
                    <a:pt x="26" y="36"/>
                    <a:pt x="29" y="37"/>
                    <a:pt x="32" y="37"/>
                  </a:cubicBezTo>
                  <a:cubicBezTo>
                    <a:pt x="33" y="37"/>
                    <a:pt x="35" y="37"/>
                    <a:pt x="36" y="37"/>
                  </a:cubicBezTo>
                  <a:cubicBezTo>
                    <a:pt x="37" y="37"/>
                    <a:pt x="39" y="37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1" y="31"/>
                    <a:pt x="41" y="30"/>
                    <a:pt x="41" y="3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5"/>
                    <a:pt x="37" y="23"/>
                    <a:pt x="36" y="21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7" y="19"/>
                    <a:pt x="36" y="17"/>
                    <a:pt x="34" y="14"/>
                  </a:cubicBezTo>
                  <a:cubicBezTo>
                    <a:pt x="33" y="11"/>
                    <a:pt x="31" y="8"/>
                    <a:pt x="29" y="6"/>
                  </a:cubicBezTo>
                  <a:cubicBezTo>
                    <a:pt x="27" y="3"/>
                    <a:pt x="24" y="2"/>
                    <a:pt x="22" y="2"/>
                  </a:cubicBezTo>
                  <a:cubicBezTo>
                    <a:pt x="24" y="3"/>
                    <a:pt x="26" y="5"/>
                    <a:pt x="27" y="7"/>
                  </a:cubicBezTo>
                  <a:cubicBezTo>
                    <a:pt x="28" y="9"/>
                    <a:pt x="30" y="11"/>
                    <a:pt x="31" y="12"/>
                  </a:cubicBezTo>
                  <a:cubicBezTo>
                    <a:pt x="32" y="14"/>
                    <a:pt x="33" y="16"/>
                    <a:pt x="33" y="18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9"/>
                    <a:pt x="38" y="29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5"/>
                    <a:pt x="39" y="35"/>
                    <a:pt x="38" y="35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5" y="36"/>
                    <a:pt x="36" y="36"/>
                    <a:pt x="37" y="35"/>
                  </a:cubicBezTo>
                  <a:cubicBezTo>
                    <a:pt x="38" y="35"/>
                    <a:pt x="38" y="34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8" y="31"/>
                    <a:pt x="38" y="30"/>
                  </a:cubicBezTo>
                  <a:cubicBezTo>
                    <a:pt x="38" y="30"/>
                    <a:pt x="38" y="29"/>
                    <a:pt x="38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4"/>
                    <a:pt x="35" y="22"/>
                    <a:pt x="34" y="20"/>
                  </a:cubicBezTo>
                  <a:cubicBezTo>
                    <a:pt x="33" y="18"/>
                    <a:pt x="32" y="16"/>
                    <a:pt x="31" y="14"/>
                  </a:cubicBezTo>
                  <a:cubicBezTo>
                    <a:pt x="28" y="10"/>
                    <a:pt x="26" y="6"/>
                    <a:pt x="21" y="3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6" y="2"/>
                    <a:pt x="15" y="3"/>
                    <a:pt x="15" y="4"/>
                  </a:cubicBezTo>
                  <a:cubicBezTo>
                    <a:pt x="15" y="5"/>
                    <a:pt x="15" y="6"/>
                    <a:pt x="16" y="7"/>
                  </a:cubicBezTo>
                  <a:cubicBezTo>
                    <a:pt x="17" y="7"/>
                    <a:pt x="18" y="8"/>
                    <a:pt x="18" y="8"/>
                  </a:cubicBezTo>
                  <a:cubicBezTo>
                    <a:pt x="18" y="9"/>
                    <a:pt x="17" y="9"/>
                    <a:pt x="17" y="9"/>
                  </a:cubicBezTo>
                  <a:cubicBezTo>
                    <a:pt x="19" y="11"/>
                    <a:pt x="21" y="14"/>
                    <a:pt x="21" y="16"/>
                  </a:cubicBezTo>
                  <a:cubicBezTo>
                    <a:pt x="22" y="17"/>
                    <a:pt x="23" y="18"/>
                    <a:pt x="23" y="19"/>
                  </a:cubicBezTo>
                  <a:cubicBezTo>
                    <a:pt x="23" y="20"/>
                    <a:pt x="23" y="20"/>
                    <a:pt x="23" y="21"/>
                  </a:cubicBezTo>
                  <a:cubicBezTo>
                    <a:pt x="23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0"/>
                    <a:pt x="22" y="20"/>
                  </a:cubicBezTo>
                  <a:cubicBezTo>
                    <a:pt x="22" y="20"/>
                    <a:pt x="22" y="20"/>
                    <a:pt x="22" y="19"/>
                  </a:cubicBezTo>
                  <a:cubicBezTo>
                    <a:pt x="22" y="18"/>
                    <a:pt x="22" y="17"/>
                    <a:pt x="21" y="16"/>
                  </a:cubicBezTo>
                  <a:cubicBezTo>
                    <a:pt x="20" y="14"/>
                    <a:pt x="19" y="11"/>
                    <a:pt x="17" y="10"/>
                  </a:cubicBezTo>
                  <a:cubicBezTo>
                    <a:pt x="16" y="10"/>
                    <a:pt x="16" y="11"/>
                    <a:pt x="16" y="12"/>
                  </a:cubicBezTo>
                  <a:cubicBezTo>
                    <a:pt x="16" y="12"/>
                    <a:pt x="16" y="12"/>
                    <a:pt x="16" y="13"/>
                  </a:cubicBezTo>
                  <a:cubicBezTo>
                    <a:pt x="17" y="13"/>
                    <a:pt x="17" y="13"/>
                    <a:pt x="17" y="14"/>
                  </a:cubicBezTo>
                  <a:cubicBezTo>
                    <a:pt x="17" y="15"/>
                    <a:pt x="17" y="15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5"/>
                  </a:cubicBezTo>
                  <a:cubicBezTo>
                    <a:pt x="16" y="15"/>
                    <a:pt x="15" y="15"/>
                    <a:pt x="15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5"/>
                    <a:pt x="13" y="14"/>
                    <a:pt x="13" y="14"/>
                  </a:cubicBezTo>
                  <a:cubicBezTo>
                    <a:pt x="13" y="14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2"/>
                    <a:pt x="14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5" y="9"/>
                  </a:cubicBezTo>
                  <a:cubicBezTo>
                    <a:pt x="15" y="8"/>
                    <a:pt x="14" y="8"/>
                    <a:pt x="13" y="7"/>
                  </a:cubicBezTo>
                  <a:cubicBezTo>
                    <a:pt x="12" y="7"/>
                    <a:pt x="11" y="6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5"/>
                    <a:pt x="11" y="5"/>
                    <a:pt x="12" y="4"/>
                  </a:cubicBezTo>
                  <a:cubicBezTo>
                    <a:pt x="12" y="4"/>
                    <a:pt x="13" y="4"/>
                    <a:pt x="13" y="3"/>
                  </a:cubicBezTo>
                  <a:cubicBezTo>
                    <a:pt x="13" y="2"/>
                    <a:pt x="12" y="1"/>
                    <a:pt x="12" y="0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1"/>
                    <a:pt x="7" y="2"/>
                    <a:pt x="5" y="3"/>
                  </a:cubicBezTo>
                  <a:cubicBezTo>
                    <a:pt x="3" y="4"/>
                    <a:pt x="2" y="6"/>
                    <a:pt x="1" y="9"/>
                  </a:cubicBezTo>
                  <a:cubicBezTo>
                    <a:pt x="1" y="10"/>
                    <a:pt x="0" y="11"/>
                    <a:pt x="0" y="12"/>
                  </a:cubicBezTo>
                  <a:cubicBezTo>
                    <a:pt x="0" y="13"/>
                    <a:pt x="1" y="14"/>
                    <a:pt x="1" y="15"/>
                  </a:cubicBezTo>
                  <a:cubicBezTo>
                    <a:pt x="2" y="20"/>
                    <a:pt x="4" y="24"/>
                    <a:pt x="7" y="27"/>
                  </a:cubicBezTo>
                  <a:cubicBezTo>
                    <a:pt x="10" y="30"/>
                    <a:pt x="13" y="32"/>
                    <a:pt x="16" y="33"/>
                  </a:cubicBezTo>
                  <a:cubicBezTo>
                    <a:pt x="21" y="37"/>
                    <a:pt x="27" y="38"/>
                    <a:pt x="32" y="39"/>
                  </a:cubicBezTo>
                  <a:cubicBezTo>
                    <a:pt x="33" y="39"/>
                    <a:pt x="34" y="39"/>
                    <a:pt x="35" y="39"/>
                  </a:cubicBezTo>
                  <a:cubicBezTo>
                    <a:pt x="36" y="39"/>
                    <a:pt x="37" y="39"/>
                    <a:pt x="38" y="39"/>
                  </a:cubicBezTo>
                  <a:cubicBezTo>
                    <a:pt x="39" y="39"/>
                    <a:pt x="40" y="38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33"/>
                  </a:lnTo>
                  <a:close/>
                  <a:moveTo>
                    <a:pt x="12" y="11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Freeform 40">
              <a:extLst>
                <a:ext uri="{FF2B5EF4-FFF2-40B4-BE49-F238E27FC236}">
                  <a16:creationId xmlns:a16="http://schemas.microsoft.com/office/drawing/2014/main" id="{1154411D-DC16-70EA-AB93-74BAC6229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3175"/>
            </a:xfrm>
            <a:custGeom>
              <a:avLst/>
              <a:gdLst>
                <a:gd name="T0" fmla="*/ 1 h 1"/>
                <a:gd name="T1" fmla="*/ 1 h 1"/>
                <a:gd name="T2" fmla="*/ 0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Freeform 41">
              <a:extLst>
                <a:ext uri="{FF2B5EF4-FFF2-40B4-BE49-F238E27FC236}">
                  <a16:creationId xmlns:a16="http://schemas.microsoft.com/office/drawing/2014/main" id="{4C9032FE-DA8D-DF57-F82D-5979DD2B6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Freeform 42">
              <a:extLst>
                <a:ext uri="{FF2B5EF4-FFF2-40B4-BE49-F238E27FC236}">
                  <a16:creationId xmlns:a16="http://schemas.microsoft.com/office/drawing/2014/main" id="{CDBB3C9E-A488-5B49-C938-B4855E39C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6701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Freeform 43">
              <a:extLst>
                <a:ext uri="{FF2B5EF4-FFF2-40B4-BE49-F238E27FC236}">
                  <a16:creationId xmlns:a16="http://schemas.microsoft.com/office/drawing/2014/main" id="{A2A07BA8-BE03-D7AB-E386-1A9AB20FE5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03988" y="2938463"/>
              <a:ext cx="150813" cy="153988"/>
            </a:xfrm>
            <a:custGeom>
              <a:avLst/>
              <a:gdLst>
                <a:gd name="T0" fmla="*/ 32 w 40"/>
                <a:gd name="T1" fmla="*/ 31 h 41"/>
                <a:gd name="T2" fmla="*/ 32 w 40"/>
                <a:gd name="T3" fmla="*/ 31 h 41"/>
                <a:gd name="T4" fmla="*/ 12 w 40"/>
                <a:gd name="T5" fmla="*/ 39 h 41"/>
                <a:gd name="T6" fmla="*/ 6 w 40"/>
                <a:gd name="T7" fmla="*/ 30 h 41"/>
                <a:gd name="T8" fmla="*/ 9 w 40"/>
                <a:gd name="T9" fmla="*/ 26 h 41"/>
                <a:gd name="T10" fmla="*/ 3 w 40"/>
                <a:gd name="T11" fmla="*/ 39 h 41"/>
                <a:gd name="T12" fmla="*/ 26 w 40"/>
                <a:gd name="T13" fmla="*/ 35 h 41"/>
                <a:gd name="T14" fmla="*/ 36 w 40"/>
                <a:gd name="T15" fmla="*/ 23 h 41"/>
                <a:gd name="T16" fmla="*/ 39 w 40"/>
                <a:gd name="T17" fmla="*/ 10 h 41"/>
                <a:gd name="T18" fmla="*/ 38 w 40"/>
                <a:gd name="T19" fmla="*/ 10 h 41"/>
                <a:gd name="T20" fmla="*/ 37 w 40"/>
                <a:gd name="T21" fmla="*/ 15 h 41"/>
                <a:gd name="T22" fmla="*/ 27 w 40"/>
                <a:gd name="T23" fmla="*/ 32 h 41"/>
                <a:gd name="T24" fmla="*/ 19 w 40"/>
                <a:gd name="T25" fmla="*/ 35 h 41"/>
                <a:gd name="T26" fmla="*/ 37 w 40"/>
                <a:gd name="T27" fmla="*/ 16 h 41"/>
                <a:gd name="T28" fmla="*/ 36 w 40"/>
                <a:gd name="T29" fmla="*/ 5 h 41"/>
                <a:gd name="T30" fmla="*/ 34 w 40"/>
                <a:gd name="T31" fmla="*/ 3 h 41"/>
                <a:gd name="T32" fmla="*/ 30 w 40"/>
                <a:gd name="T33" fmla="*/ 3 h 41"/>
                <a:gd name="T34" fmla="*/ 30 w 40"/>
                <a:gd name="T35" fmla="*/ 6 h 41"/>
                <a:gd name="T36" fmla="*/ 30 w 40"/>
                <a:gd name="T37" fmla="*/ 8 h 41"/>
                <a:gd name="T38" fmla="*/ 30 w 40"/>
                <a:gd name="T39" fmla="*/ 6 h 41"/>
                <a:gd name="T40" fmla="*/ 25 w 40"/>
                <a:gd name="T41" fmla="*/ 7 h 41"/>
                <a:gd name="T42" fmla="*/ 26 w 40"/>
                <a:gd name="T43" fmla="*/ 3 h 41"/>
                <a:gd name="T44" fmla="*/ 20 w 40"/>
                <a:gd name="T45" fmla="*/ 4 h 41"/>
                <a:gd name="T46" fmla="*/ 15 w 40"/>
                <a:gd name="T47" fmla="*/ 10 h 41"/>
                <a:gd name="T48" fmla="*/ 15 w 40"/>
                <a:gd name="T49" fmla="*/ 11 h 41"/>
                <a:gd name="T50" fmla="*/ 14 w 40"/>
                <a:gd name="T51" fmla="*/ 13 h 41"/>
                <a:gd name="T52" fmla="*/ 10 w 40"/>
                <a:gd name="T53" fmla="*/ 20 h 41"/>
                <a:gd name="T54" fmla="*/ 0 w 40"/>
                <a:gd name="T55" fmla="*/ 41 h 41"/>
                <a:gd name="T56" fmla="*/ 26 w 40"/>
                <a:gd name="T57" fmla="*/ 36 h 41"/>
                <a:gd name="T58" fmla="*/ 18 w 40"/>
                <a:gd name="T59" fmla="*/ 36 h 41"/>
                <a:gd name="T60" fmla="*/ 25 w 40"/>
                <a:gd name="T61" fmla="*/ 24 h 41"/>
                <a:gd name="T62" fmla="*/ 24 w 40"/>
                <a:gd name="T63" fmla="*/ 24 h 41"/>
                <a:gd name="T64" fmla="*/ 28 w 40"/>
                <a:gd name="T65" fmla="*/ 19 h 41"/>
                <a:gd name="T66" fmla="*/ 29 w 40"/>
                <a:gd name="T67" fmla="*/ 15 h 41"/>
                <a:gd name="T68" fmla="*/ 25 w 40"/>
                <a:gd name="T69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" h="41">
                  <a:moveTo>
                    <a:pt x="26" y="36"/>
                  </a:moveTo>
                  <a:cubicBezTo>
                    <a:pt x="28" y="35"/>
                    <a:pt x="30" y="33"/>
                    <a:pt x="32" y="31"/>
                  </a:cubicBezTo>
                  <a:cubicBezTo>
                    <a:pt x="34" y="29"/>
                    <a:pt x="36" y="27"/>
                    <a:pt x="37" y="24"/>
                  </a:cubicBezTo>
                  <a:cubicBezTo>
                    <a:pt x="36" y="27"/>
                    <a:pt x="34" y="29"/>
                    <a:pt x="32" y="31"/>
                  </a:cubicBezTo>
                  <a:cubicBezTo>
                    <a:pt x="30" y="33"/>
                    <a:pt x="28" y="34"/>
                    <a:pt x="26" y="35"/>
                  </a:cubicBezTo>
                  <a:cubicBezTo>
                    <a:pt x="21" y="38"/>
                    <a:pt x="17" y="39"/>
                    <a:pt x="12" y="39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9" y="26"/>
                    <a:pt x="9" y="26"/>
                  </a:cubicBezTo>
                  <a:cubicBezTo>
                    <a:pt x="8" y="27"/>
                    <a:pt x="8" y="29"/>
                    <a:pt x="7" y="31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7" y="37"/>
                    <a:pt x="21" y="37"/>
                    <a:pt x="26" y="35"/>
                  </a:cubicBezTo>
                  <a:cubicBezTo>
                    <a:pt x="28" y="34"/>
                    <a:pt x="30" y="32"/>
                    <a:pt x="32" y="30"/>
                  </a:cubicBezTo>
                  <a:cubicBezTo>
                    <a:pt x="34" y="28"/>
                    <a:pt x="36" y="26"/>
                    <a:pt x="36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40" y="19"/>
                    <a:pt x="40" y="14"/>
                    <a:pt x="39" y="10"/>
                  </a:cubicBezTo>
                  <a:cubicBezTo>
                    <a:pt x="39" y="8"/>
                    <a:pt x="38" y="6"/>
                    <a:pt x="37" y="5"/>
                  </a:cubicBezTo>
                  <a:cubicBezTo>
                    <a:pt x="37" y="7"/>
                    <a:pt x="37" y="9"/>
                    <a:pt x="38" y="10"/>
                  </a:cubicBezTo>
                  <a:cubicBezTo>
                    <a:pt x="38" y="11"/>
                    <a:pt x="37" y="12"/>
                    <a:pt x="37" y="13"/>
                  </a:cubicBezTo>
                  <a:cubicBezTo>
                    <a:pt x="37" y="13"/>
                    <a:pt x="37" y="14"/>
                    <a:pt x="37" y="15"/>
                  </a:cubicBezTo>
                  <a:cubicBezTo>
                    <a:pt x="37" y="18"/>
                    <a:pt x="36" y="22"/>
                    <a:pt x="34" y="25"/>
                  </a:cubicBezTo>
                  <a:cubicBezTo>
                    <a:pt x="32" y="28"/>
                    <a:pt x="30" y="31"/>
                    <a:pt x="27" y="32"/>
                  </a:cubicBezTo>
                  <a:cubicBezTo>
                    <a:pt x="24" y="34"/>
                    <a:pt x="22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4" y="34"/>
                    <a:pt x="29" y="31"/>
                    <a:pt x="32" y="27"/>
                  </a:cubicBezTo>
                  <a:cubicBezTo>
                    <a:pt x="35" y="24"/>
                    <a:pt x="36" y="20"/>
                    <a:pt x="37" y="16"/>
                  </a:cubicBezTo>
                  <a:cubicBezTo>
                    <a:pt x="37" y="14"/>
                    <a:pt x="37" y="12"/>
                    <a:pt x="37" y="11"/>
                  </a:cubicBezTo>
                  <a:cubicBezTo>
                    <a:pt x="37" y="9"/>
                    <a:pt x="37" y="7"/>
                    <a:pt x="36" y="5"/>
                  </a:cubicBezTo>
                  <a:cubicBezTo>
                    <a:pt x="36" y="5"/>
                    <a:pt x="36" y="4"/>
                    <a:pt x="36" y="4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3" y="2"/>
                    <a:pt x="32" y="2"/>
                    <a:pt x="32" y="2"/>
                  </a:cubicBezTo>
                  <a:cubicBezTo>
                    <a:pt x="31" y="2"/>
                    <a:pt x="30" y="2"/>
                    <a:pt x="30" y="3"/>
                  </a:cubicBezTo>
                  <a:cubicBezTo>
                    <a:pt x="30" y="3"/>
                    <a:pt x="30" y="4"/>
                    <a:pt x="30" y="4"/>
                  </a:cubicBezTo>
                  <a:cubicBezTo>
                    <a:pt x="30" y="5"/>
                    <a:pt x="30" y="5"/>
                    <a:pt x="30" y="6"/>
                  </a:cubicBezTo>
                  <a:cubicBezTo>
                    <a:pt x="30" y="7"/>
                    <a:pt x="31" y="8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7"/>
                    <a:pt x="30" y="7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6" y="6"/>
                    <a:pt x="25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4"/>
                    <a:pt x="27" y="3"/>
                    <a:pt x="26" y="3"/>
                  </a:cubicBezTo>
                  <a:cubicBezTo>
                    <a:pt x="26" y="2"/>
                    <a:pt x="24" y="1"/>
                    <a:pt x="24" y="0"/>
                  </a:cubicBezTo>
                  <a:cubicBezTo>
                    <a:pt x="23" y="2"/>
                    <a:pt x="22" y="3"/>
                    <a:pt x="20" y="4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7" y="8"/>
                    <a:pt x="16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7" y="39"/>
                    <a:pt x="22" y="38"/>
                    <a:pt x="26" y="36"/>
                  </a:cubicBezTo>
                  <a:close/>
                  <a:moveTo>
                    <a:pt x="18" y="36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lose/>
                  <a:moveTo>
                    <a:pt x="25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6" y="22"/>
                    <a:pt x="27" y="21"/>
                    <a:pt x="28" y="19"/>
                  </a:cubicBezTo>
                  <a:cubicBezTo>
                    <a:pt x="28" y="18"/>
                    <a:pt x="29" y="17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8"/>
                    <a:pt x="28" y="19"/>
                  </a:cubicBezTo>
                  <a:cubicBezTo>
                    <a:pt x="27" y="21"/>
                    <a:pt x="26" y="23"/>
                    <a:pt x="25" y="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Freeform 44">
              <a:extLst>
                <a:ext uri="{FF2B5EF4-FFF2-40B4-BE49-F238E27FC236}">
                  <a16:creationId xmlns:a16="http://schemas.microsoft.com/office/drawing/2014/main" id="{9317C87D-F312-2763-D511-49B777FB9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Freeform 45">
              <a:extLst>
                <a:ext uri="{FF2B5EF4-FFF2-40B4-BE49-F238E27FC236}">
                  <a16:creationId xmlns:a16="http://schemas.microsoft.com/office/drawing/2014/main" id="{98430F4E-058E-C0CD-38D7-64F43A138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Freeform 46">
              <a:extLst>
                <a:ext uri="{FF2B5EF4-FFF2-40B4-BE49-F238E27FC236}">
                  <a16:creationId xmlns:a16="http://schemas.microsoft.com/office/drawing/2014/main" id="{1FE88548-7A42-5BE3-7BAD-5D0D55C3FB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9038" y="1544638"/>
              <a:ext cx="2201863" cy="3138488"/>
            </a:xfrm>
            <a:custGeom>
              <a:avLst/>
              <a:gdLst>
                <a:gd name="T0" fmla="*/ 329 w 585"/>
                <a:gd name="T1" fmla="*/ 617 h 835"/>
                <a:gd name="T2" fmla="*/ 393 w 585"/>
                <a:gd name="T3" fmla="*/ 406 h 835"/>
                <a:gd name="T4" fmla="*/ 334 w 585"/>
                <a:gd name="T5" fmla="*/ 317 h 835"/>
                <a:gd name="T6" fmla="*/ 383 w 585"/>
                <a:gd name="T7" fmla="*/ 401 h 835"/>
                <a:gd name="T8" fmla="*/ 359 w 585"/>
                <a:gd name="T9" fmla="*/ 523 h 835"/>
                <a:gd name="T10" fmla="*/ 535 w 585"/>
                <a:gd name="T11" fmla="*/ 440 h 835"/>
                <a:gd name="T12" fmla="*/ 406 w 585"/>
                <a:gd name="T13" fmla="*/ 544 h 835"/>
                <a:gd name="T14" fmla="*/ 404 w 585"/>
                <a:gd name="T15" fmla="*/ 430 h 835"/>
                <a:gd name="T16" fmla="*/ 385 w 585"/>
                <a:gd name="T17" fmla="*/ 393 h 835"/>
                <a:gd name="T18" fmla="*/ 408 w 585"/>
                <a:gd name="T19" fmla="*/ 429 h 835"/>
                <a:gd name="T20" fmla="*/ 406 w 585"/>
                <a:gd name="T21" fmla="*/ 570 h 835"/>
                <a:gd name="T22" fmla="*/ 413 w 585"/>
                <a:gd name="T23" fmla="*/ 536 h 835"/>
                <a:gd name="T24" fmla="*/ 407 w 585"/>
                <a:gd name="T25" fmla="*/ 431 h 835"/>
                <a:gd name="T26" fmla="*/ 363 w 585"/>
                <a:gd name="T27" fmla="*/ 361 h 835"/>
                <a:gd name="T28" fmla="*/ 289 w 585"/>
                <a:gd name="T29" fmla="*/ 345 h 835"/>
                <a:gd name="T30" fmla="*/ 217 w 585"/>
                <a:gd name="T31" fmla="*/ 366 h 835"/>
                <a:gd name="T32" fmla="*/ 206 w 585"/>
                <a:gd name="T33" fmla="*/ 480 h 835"/>
                <a:gd name="T34" fmla="*/ 40 w 585"/>
                <a:gd name="T35" fmla="*/ 170 h 835"/>
                <a:gd name="T36" fmla="*/ 157 w 585"/>
                <a:gd name="T37" fmla="*/ 545 h 835"/>
                <a:gd name="T38" fmla="*/ 185 w 585"/>
                <a:gd name="T39" fmla="*/ 719 h 835"/>
                <a:gd name="T40" fmla="*/ 249 w 585"/>
                <a:gd name="T41" fmla="*/ 831 h 835"/>
                <a:gd name="T42" fmla="*/ 245 w 585"/>
                <a:gd name="T43" fmla="*/ 829 h 835"/>
                <a:gd name="T44" fmla="*/ 224 w 585"/>
                <a:gd name="T45" fmla="*/ 805 h 835"/>
                <a:gd name="T46" fmla="*/ 360 w 585"/>
                <a:gd name="T47" fmla="*/ 812 h 835"/>
                <a:gd name="T48" fmla="*/ 382 w 585"/>
                <a:gd name="T49" fmla="*/ 767 h 835"/>
                <a:gd name="T50" fmla="*/ 375 w 585"/>
                <a:gd name="T51" fmla="*/ 779 h 835"/>
                <a:gd name="T52" fmla="*/ 354 w 585"/>
                <a:gd name="T53" fmla="*/ 801 h 835"/>
                <a:gd name="T54" fmla="*/ 358 w 585"/>
                <a:gd name="T55" fmla="*/ 789 h 835"/>
                <a:gd name="T56" fmla="*/ 180 w 585"/>
                <a:gd name="T57" fmla="*/ 750 h 835"/>
                <a:gd name="T58" fmla="*/ 296 w 585"/>
                <a:gd name="T59" fmla="*/ 716 h 835"/>
                <a:gd name="T60" fmla="*/ 397 w 585"/>
                <a:gd name="T61" fmla="*/ 709 h 835"/>
                <a:gd name="T62" fmla="*/ 362 w 585"/>
                <a:gd name="T63" fmla="*/ 675 h 835"/>
                <a:gd name="T64" fmla="*/ 414 w 585"/>
                <a:gd name="T65" fmla="*/ 634 h 835"/>
                <a:gd name="T66" fmla="*/ 397 w 585"/>
                <a:gd name="T67" fmla="*/ 658 h 835"/>
                <a:gd name="T68" fmla="*/ 405 w 585"/>
                <a:gd name="T69" fmla="*/ 620 h 835"/>
                <a:gd name="T70" fmla="*/ 416 w 585"/>
                <a:gd name="T71" fmla="*/ 599 h 835"/>
                <a:gd name="T72" fmla="*/ 256 w 585"/>
                <a:gd name="T73" fmla="*/ 820 h 835"/>
                <a:gd name="T74" fmla="*/ 228 w 585"/>
                <a:gd name="T75" fmla="*/ 811 h 835"/>
                <a:gd name="T76" fmla="*/ 185 w 585"/>
                <a:gd name="T77" fmla="*/ 718 h 835"/>
                <a:gd name="T78" fmla="*/ 225 w 585"/>
                <a:gd name="T79" fmla="*/ 376 h 835"/>
                <a:gd name="T80" fmla="*/ 270 w 585"/>
                <a:gd name="T81" fmla="*/ 353 h 835"/>
                <a:gd name="T82" fmla="*/ 358 w 585"/>
                <a:gd name="T83" fmla="*/ 348 h 835"/>
                <a:gd name="T84" fmla="*/ 446 w 585"/>
                <a:gd name="T85" fmla="*/ 390 h 835"/>
                <a:gd name="T86" fmla="*/ 407 w 585"/>
                <a:gd name="T87" fmla="*/ 418 h 835"/>
                <a:gd name="T88" fmla="*/ 355 w 585"/>
                <a:gd name="T89" fmla="*/ 374 h 835"/>
                <a:gd name="T90" fmla="*/ 332 w 585"/>
                <a:gd name="T91" fmla="*/ 354 h 835"/>
                <a:gd name="T92" fmla="*/ 242 w 585"/>
                <a:gd name="T93" fmla="*/ 333 h 835"/>
                <a:gd name="T94" fmla="*/ 139 w 585"/>
                <a:gd name="T95" fmla="*/ 387 h 835"/>
                <a:gd name="T96" fmla="*/ 182 w 585"/>
                <a:gd name="T97" fmla="*/ 623 h 835"/>
                <a:gd name="T98" fmla="*/ 372 w 585"/>
                <a:gd name="T99" fmla="*/ 434 h 835"/>
                <a:gd name="T100" fmla="*/ 255 w 585"/>
                <a:gd name="T101" fmla="*/ 373 h 835"/>
                <a:gd name="T102" fmla="*/ 374 w 585"/>
                <a:gd name="T103" fmla="*/ 423 h 835"/>
                <a:gd name="T104" fmla="*/ 235 w 585"/>
                <a:gd name="T105" fmla="*/ 391 h 835"/>
                <a:gd name="T106" fmla="*/ 368 w 585"/>
                <a:gd name="T107" fmla="*/ 468 h 835"/>
                <a:gd name="T108" fmla="*/ 263 w 585"/>
                <a:gd name="T109" fmla="*/ 358 h 835"/>
                <a:gd name="T110" fmla="*/ 343 w 585"/>
                <a:gd name="T111" fmla="*/ 372 h 835"/>
                <a:gd name="T112" fmla="*/ 339 w 585"/>
                <a:gd name="T113" fmla="*/ 361 h 835"/>
                <a:gd name="T114" fmla="*/ 240 w 585"/>
                <a:gd name="T115" fmla="*/ 513 h 835"/>
                <a:gd name="T116" fmla="*/ 185 w 585"/>
                <a:gd name="T117" fmla="*/ 382 h 835"/>
                <a:gd name="T118" fmla="*/ 287 w 585"/>
                <a:gd name="T119" fmla="*/ 300 h 835"/>
                <a:gd name="T120" fmla="*/ 336 w 585"/>
                <a:gd name="T121" fmla="*/ 336 h 835"/>
                <a:gd name="T122" fmla="*/ 382 w 585"/>
                <a:gd name="T123" fmla="*/ 404 h 835"/>
                <a:gd name="T124" fmla="*/ 333 w 585"/>
                <a:gd name="T125" fmla="*/ 593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5" h="835">
                  <a:moveTo>
                    <a:pt x="542" y="139"/>
                  </a:moveTo>
                  <a:cubicBezTo>
                    <a:pt x="526" y="111"/>
                    <a:pt x="507" y="89"/>
                    <a:pt x="486" y="71"/>
                  </a:cubicBezTo>
                  <a:cubicBezTo>
                    <a:pt x="466" y="53"/>
                    <a:pt x="445" y="39"/>
                    <a:pt x="425" y="29"/>
                  </a:cubicBezTo>
                  <a:cubicBezTo>
                    <a:pt x="460" y="48"/>
                    <a:pt x="492" y="74"/>
                    <a:pt x="517" y="106"/>
                  </a:cubicBezTo>
                  <a:cubicBezTo>
                    <a:pt x="542" y="138"/>
                    <a:pt x="561" y="175"/>
                    <a:pt x="571" y="215"/>
                  </a:cubicBezTo>
                  <a:cubicBezTo>
                    <a:pt x="581" y="255"/>
                    <a:pt x="583" y="297"/>
                    <a:pt x="575" y="338"/>
                  </a:cubicBezTo>
                  <a:cubicBezTo>
                    <a:pt x="568" y="378"/>
                    <a:pt x="552" y="418"/>
                    <a:pt x="528" y="452"/>
                  </a:cubicBezTo>
                  <a:cubicBezTo>
                    <a:pt x="504" y="486"/>
                    <a:pt x="472" y="515"/>
                    <a:pt x="436" y="536"/>
                  </a:cubicBezTo>
                  <a:cubicBezTo>
                    <a:pt x="432" y="539"/>
                    <a:pt x="427" y="541"/>
                    <a:pt x="422" y="544"/>
                  </a:cubicBezTo>
                  <a:cubicBezTo>
                    <a:pt x="419" y="545"/>
                    <a:pt x="419" y="545"/>
                    <a:pt x="419" y="545"/>
                  </a:cubicBezTo>
                  <a:cubicBezTo>
                    <a:pt x="416" y="547"/>
                    <a:pt x="416" y="547"/>
                    <a:pt x="416" y="547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9"/>
                    <a:pt x="414" y="549"/>
                    <a:pt x="414" y="549"/>
                  </a:cubicBezTo>
                  <a:cubicBezTo>
                    <a:pt x="414" y="580"/>
                    <a:pt x="414" y="580"/>
                    <a:pt x="414" y="580"/>
                  </a:cubicBezTo>
                  <a:cubicBezTo>
                    <a:pt x="414" y="595"/>
                    <a:pt x="414" y="595"/>
                    <a:pt x="414" y="595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600"/>
                    <a:pt x="414" y="601"/>
                    <a:pt x="414" y="601"/>
                  </a:cubicBezTo>
                  <a:cubicBezTo>
                    <a:pt x="414" y="602"/>
                    <a:pt x="414" y="603"/>
                    <a:pt x="414" y="604"/>
                  </a:cubicBezTo>
                  <a:cubicBezTo>
                    <a:pt x="413" y="607"/>
                    <a:pt x="412" y="610"/>
                    <a:pt x="410" y="613"/>
                  </a:cubicBezTo>
                  <a:cubicBezTo>
                    <a:pt x="406" y="618"/>
                    <a:pt x="400" y="621"/>
                    <a:pt x="393" y="621"/>
                  </a:cubicBezTo>
                  <a:cubicBezTo>
                    <a:pt x="377" y="621"/>
                    <a:pt x="377" y="621"/>
                    <a:pt x="377" y="621"/>
                  </a:cubicBezTo>
                  <a:cubicBezTo>
                    <a:pt x="346" y="621"/>
                    <a:pt x="346" y="621"/>
                    <a:pt x="346" y="621"/>
                  </a:cubicBezTo>
                  <a:cubicBezTo>
                    <a:pt x="336" y="621"/>
                    <a:pt x="336" y="621"/>
                    <a:pt x="336" y="621"/>
                  </a:cubicBezTo>
                  <a:cubicBezTo>
                    <a:pt x="330" y="621"/>
                    <a:pt x="330" y="621"/>
                    <a:pt x="330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32" y="606"/>
                    <a:pt x="332" y="606"/>
                    <a:pt x="332" y="606"/>
                  </a:cubicBezTo>
                  <a:cubicBezTo>
                    <a:pt x="334" y="598"/>
                    <a:pt x="334" y="598"/>
                    <a:pt x="334" y="598"/>
                  </a:cubicBezTo>
                  <a:cubicBezTo>
                    <a:pt x="340" y="578"/>
                    <a:pt x="346" y="558"/>
                    <a:pt x="353" y="539"/>
                  </a:cubicBezTo>
                  <a:cubicBezTo>
                    <a:pt x="360" y="519"/>
                    <a:pt x="367" y="499"/>
                    <a:pt x="374" y="480"/>
                  </a:cubicBezTo>
                  <a:cubicBezTo>
                    <a:pt x="378" y="470"/>
                    <a:pt x="382" y="460"/>
                    <a:pt x="386" y="451"/>
                  </a:cubicBezTo>
                  <a:cubicBezTo>
                    <a:pt x="388" y="446"/>
                    <a:pt x="390" y="441"/>
                    <a:pt x="392" y="437"/>
                  </a:cubicBezTo>
                  <a:cubicBezTo>
                    <a:pt x="395" y="429"/>
                    <a:pt x="395" y="429"/>
                    <a:pt x="395" y="429"/>
                  </a:cubicBezTo>
                  <a:cubicBezTo>
                    <a:pt x="397" y="425"/>
                    <a:pt x="397" y="425"/>
                    <a:pt x="397" y="425"/>
                  </a:cubicBezTo>
                  <a:cubicBezTo>
                    <a:pt x="398" y="423"/>
                    <a:pt x="399" y="421"/>
                    <a:pt x="400" y="420"/>
                  </a:cubicBezTo>
                  <a:cubicBezTo>
                    <a:pt x="404" y="420"/>
                    <a:pt x="404" y="420"/>
                    <a:pt x="404" y="420"/>
                  </a:cubicBezTo>
                  <a:cubicBezTo>
                    <a:pt x="405" y="420"/>
                    <a:pt x="405" y="420"/>
                    <a:pt x="406" y="420"/>
                  </a:cubicBezTo>
                  <a:cubicBezTo>
                    <a:pt x="407" y="420"/>
                    <a:pt x="407" y="420"/>
                    <a:pt x="407" y="420"/>
                  </a:cubicBezTo>
                  <a:cubicBezTo>
                    <a:pt x="408" y="420"/>
                    <a:pt x="408" y="420"/>
                    <a:pt x="408" y="420"/>
                  </a:cubicBezTo>
                  <a:cubicBezTo>
                    <a:pt x="410" y="420"/>
                    <a:pt x="411" y="420"/>
                    <a:pt x="413" y="420"/>
                  </a:cubicBezTo>
                  <a:cubicBezTo>
                    <a:pt x="417" y="420"/>
                    <a:pt x="420" y="419"/>
                    <a:pt x="423" y="418"/>
                  </a:cubicBezTo>
                  <a:cubicBezTo>
                    <a:pt x="430" y="416"/>
                    <a:pt x="435" y="413"/>
                    <a:pt x="440" y="408"/>
                  </a:cubicBezTo>
                  <a:cubicBezTo>
                    <a:pt x="442" y="406"/>
                    <a:pt x="444" y="403"/>
                    <a:pt x="445" y="400"/>
                  </a:cubicBezTo>
                  <a:cubicBezTo>
                    <a:pt x="446" y="397"/>
                    <a:pt x="447" y="394"/>
                    <a:pt x="448" y="390"/>
                  </a:cubicBezTo>
                  <a:cubicBezTo>
                    <a:pt x="449" y="384"/>
                    <a:pt x="448" y="377"/>
                    <a:pt x="445" y="371"/>
                  </a:cubicBezTo>
                  <a:cubicBezTo>
                    <a:pt x="443" y="365"/>
                    <a:pt x="438" y="360"/>
                    <a:pt x="432" y="359"/>
                  </a:cubicBezTo>
                  <a:cubicBezTo>
                    <a:pt x="431" y="359"/>
                    <a:pt x="430" y="359"/>
                    <a:pt x="428" y="359"/>
                  </a:cubicBezTo>
                  <a:cubicBezTo>
                    <a:pt x="427" y="359"/>
                    <a:pt x="425" y="360"/>
                    <a:pt x="424" y="361"/>
                  </a:cubicBezTo>
                  <a:cubicBezTo>
                    <a:pt x="421" y="362"/>
                    <a:pt x="419" y="364"/>
                    <a:pt x="416" y="366"/>
                  </a:cubicBezTo>
                  <a:cubicBezTo>
                    <a:pt x="414" y="368"/>
                    <a:pt x="411" y="371"/>
                    <a:pt x="409" y="374"/>
                  </a:cubicBezTo>
                  <a:cubicBezTo>
                    <a:pt x="409" y="375"/>
                    <a:pt x="408" y="375"/>
                    <a:pt x="408" y="376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7" y="378"/>
                    <a:pt x="407" y="378"/>
                    <a:pt x="407" y="378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399" y="393"/>
                    <a:pt x="399" y="393"/>
                    <a:pt x="399" y="393"/>
                  </a:cubicBezTo>
                  <a:cubicBezTo>
                    <a:pt x="393" y="406"/>
                    <a:pt x="393" y="406"/>
                    <a:pt x="393" y="406"/>
                  </a:cubicBezTo>
                  <a:cubicBezTo>
                    <a:pt x="393" y="406"/>
                    <a:pt x="392" y="406"/>
                    <a:pt x="392" y="406"/>
                  </a:cubicBezTo>
                  <a:cubicBezTo>
                    <a:pt x="391" y="405"/>
                    <a:pt x="391" y="405"/>
                    <a:pt x="391" y="405"/>
                  </a:cubicBezTo>
                  <a:cubicBezTo>
                    <a:pt x="388" y="404"/>
                    <a:pt x="388" y="404"/>
                    <a:pt x="388" y="404"/>
                  </a:cubicBezTo>
                  <a:cubicBezTo>
                    <a:pt x="386" y="403"/>
                    <a:pt x="385" y="403"/>
                    <a:pt x="383" y="402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1" y="400"/>
                    <a:pt x="381" y="400"/>
                    <a:pt x="381" y="400"/>
                  </a:cubicBezTo>
                  <a:cubicBezTo>
                    <a:pt x="380" y="400"/>
                    <a:pt x="380" y="400"/>
                    <a:pt x="379" y="399"/>
                  </a:cubicBezTo>
                  <a:cubicBezTo>
                    <a:pt x="378" y="398"/>
                    <a:pt x="377" y="398"/>
                    <a:pt x="376" y="397"/>
                  </a:cubicBezTo>
                  <a:cubicBezTo>
                    <a:pt x="372" y="394"/>
                    <a:pt x="368" y="390"/>
                    <a:pt x="365" y="386"/>
                  </a:cubicBezTo>
                  <a:cubicBezTo>
                    <a:pt x="362" y="381"/>
                    <a:pt x="359" y="377"/>
                    <a:pt x="357" y="373"/>
                  </a:cubicBezTo>
                  <a:cubicBezTo>
                    <a:pt x="356" y="370"/>
                    <a:pt x="355" y="368"/>
                    <a:pt x="354" y="366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1" y="359"/>
                    <a:pt x="350" y="357"/>
                    <a:pt x="350" y="356"/>
                  </a:cubicBezTo>
                  <a:cubicBezTo>
                    <a:pt x="352" y="354"/>
                    <a:pt x="354" y="353"/>
                    <a:pt x="356" y="352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9" y="350"/>
                    <a:pt x="359" y="350"/>
                    <a:pt x="359" y="350"/>
                  </a:cubicBezTo>
                  <a:cubicBezTo>
                    <a:pt x="359" y="349"/>
                    <a:pt x="360" y="349"/>
                    <a:pt x="360" y="349"/>
                  </a:cubicBezTo>
                  <a:cubicBezTo>
                    <a:pt x="363" y="347"/>
                    <a:pt x="365" y="345"/>
                    <a:pt x="367" y="342"/>
                  </a:cubicBezTo>
                  <a:cubicBezTo>
                    <a:pt x="372" y="338"/>
                    <a:pt x="376" y="333"/>
                    <a:pt x="378" y="328"/>
                  </a:cubicBezTo>
                  <a:cubicBezTo>
                    <a:pt x="380" y="322"/>
                    <a:pt x="382" y="317"/>
                    <a:pt x="380" y="311"/>
                  </a:cubicBezTo>
                  <a:cubicBezTo>
                    <a:pt x="380" y="308"/>
                    <a:pt x="379" y="306"/>
                    <a:pt x="377" y="303"/>
                  </a:cubicBezTo>
                  <a:cubicBezTo>
                    <a:pt x="377" y="302"/>
                    <a:pt x="376" y="301"/>
                    <a:pt x="375" y="300"/>
                  </a:cubicBezTo>
                  <a:cubicBezTo>
                    <a:pt x="374" y="299"/>
                    <a:pt x="373" y="297"/>
                    <a:pt x="372" y="297"/>
                  </a:cubicBezTo>
                  <a:cubicBezTo>
                    <a:pt x="368" y="293"/>
                    <a:pt x="362" y="292"/>
                    <a:pt x="357" y="293"/>
                  </a:cubicBezTo>
                  <a:cubicBezTo>
                    <a:pt x="354" y="294"/>
                    <a:pt x="352" y="295"/>
                    <a:pt x="349" y="296"/>
                  </a:cubicBezTo>
                  <a:cubicBezTo>
                    <a:pt x="347" y="298"/>
                    <a:pt x="345" y="300"/>
                    <a:pt x="343" y="302"/>
                  </a:cubicBezTo>
                  <a:cubicBezTo>
                    <a:pt x="338" y="306"/>
                    <a:pt x="336" y="311"/>
                    <a:pt x="334" y="317"/>
                  </a:cubicBezTo>
                  <a:cubicBezTo>
                    <a:pt x="332" y="323"/>
                    <a:pt x="332" y="329"/>
                    <a:pt x="333" y="335"/>
                  </a:cubicBezTo>
                  <a:cubicBezTo>
                    <a:pt x="332" y="329"/>
                    <a:pt x="332" y="323"/>
                    <a:pt x="334" y="317"/>
                  </a:cubicBezTo>
                  <a:cubicBezTo>
                    <a:pt x="335" y="312"/>
                    <a:pt x="338" y="307"/>
                    <a:pt x="342" y="302"/>
                  </a:cubicBezTo>
                  <a:cubicBezTo>
                    <a:pt x="343" y="301"/>
                    <a:pt x="344" y="300"/>
                    <a:pt x="345" y="299"/>
                  </a:cubicBezTo>
                  <a:cubicBezTo>
                    <a:pt x="346" y="299"/>
                    <a:pt x="346" y="298"/>
                    <a:pt x="347" y="298"/>
                  </a:cubicBezTo>
                  <a:cubicBezTo>
                    <a:pt x="348" y="297"/>
                    <a:pt x="348" y="297"/>
                    <a:pt x="349" y="297"/>
                  </a:cubicBezTo>
                  <a:cubicBezTo>
                    <a:pt x="351" y="295"/>
                    <a:pt x="354" y="294"/>
                    <a:pt x="356" y="293"/>
                  </a:cubicBezTo>
                  <a:cubicBezTo>
                    <a:pt x="362" y="292"/>
                    <a:pt x="368" y="293"/>
                    <a:pt x="372" y="296"/>
                  </a:cubicBezTo>
                  <a:cubicBezTo>
                    <a:pt x="372" y="297"/>
                    <a:pt x="373" y="297"/>
                    <a:pt x="373" y="297"/>
                  </a:cubicBezTo>
                  <a:cubicBezTo>
                    <a:pt x="374" y="298"/>
                    <a:pt x="374" y="299"/>
                    <a:pt x="375" y="299"/>
                  </a:cubicBezTo>
                  <a:cubicBezTo>
                    <a:pt x="375" y="300"/>
                    <a:pt x="376" y="301"/>
                    <a:pt x="377" y="303"/>
                  </a:cubicBezTo>
                  <a:cubicBezTo>
                    <a:pt x="379" y="305"/>
                    <a:pt x="380" y="308"/>
                    <a:pt x="380" y="310"/>
                  </a:cubicBezTo>
                  <a:cubicBezTo>
                    <a:pt x="382" y="316"/>
                    <a:pt x="381" y="322"/>
                    <a:pt x="378" y="327"/>
                  </a:cubicBezTo>
                  <a:cubicBezTo>
                    <a:pt x="376" y="333"/>
                    <a:pt x="372" y="338"/>
                    <a:pt x="368" y="342"/>
                  </a:cubicBezTo>
                  <a:cubicBezTo>
                    <a:pt x="366" y="345"/>
                    <a:pt x="363" y="347"/>
                    <a:pt x="361" y="349"/>
                  </a:cubicBezTo>
                  <a:cubicBezTo>
                    <a:pt x="360" y="349"/>
                    <a:pt x="359" y="350"/>
                    <a:pt x="359" y="350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4" y="353"/>
                    <a:pt x="352" y="354"/>
                    <a:pt x="350" y="356"/>
                  </a:cubicBezTo>
                  <a:cubicBezTo>
                    <a:pt x="350" y="356"/>
                    <a:pt x="350" y="356"/>
                    <a:pt x="350" y="356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8"/>
                    <a:pt x="351" y="358"/>
                    <a:pt x="351" y="358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4" y="366"/>
                    <a:pt x="354" y="366"/>
                    <a:pt x="354" y="366"/>
                  </a:cubicBezTo>
                  <a:cubicBezTo>
                    <a:pt x="355" y="368"/>
                    <a:pt x="356" y="370"/>
                    <a:pt x="357" y="372"/>
                  </a:cubicBezTo>
                  <a:cubicBezTo>
                    <a:pt x="359" y="377"/>
                    <a:pt x="362" y="381"/>
                    <a:pt x="365" y="385"/>
                  </a:cubicBezTo>
                  <a:cubicBezTo>
                    <a:pt x="368" y="389"/>
                    <a:pt x="372" y="393"/>
                    <a:pt x="376" y="397"/>
                  </a:cubicBezTo>
                  <a:cubicBezTo>
                    <a:pt x="377" y="397"/>
                    <a:pt x="378" y="398"/>
                    <a:pt x="379" y="399"/>
                  </a:cubicBezTo>
                  <a:cubicBezTo>
                    <a:pt x="380" y="399"/>
                    <a:pt x="380" y="400"/>
                    <a:pt x="381" y="400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3" y="401"/>
                    <a:pt x="383" y="401"/>
                    <a:pt x="383" y="401"/>
                  </a:cubicBezTo>
                  <a:cubicBezTo>
                    <a:pt x="385" y="402"/>
                    <a:pt x="386" y="403"/>
                    <a:pt x="388" y="404"/>
                  </a:cubicBezTo>
                  <a:cubicBezTo>
                    <a:pt x="390" y="405"/>
                    <a:pt x="390" y="405"/>
                    <a:pt x="390" y="405"/>
                  </a:cubicBezTo>
                  <a:cubicBezTo>
                    <a:pt x="392" y="405"/>
                    <a:pt x="392" y="405"/>
                    <a:pt x="392" y="405"/>
                  </a:cubicBezTo>
                  <a:cubicBezTo>
                    <a:pt x="392" y="405"/>
                    <a:pt x="393" y="406"/>
                    <a:pt x="393" y="406"/>
                  </a:cubicBezTo>
                  <a:cubicBezTo>
                    <a:pt x="399" y="392"/>
                    <a:pt x="399" y="392"/>
                    <a:pt x="399" y="392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406" y="378"/>
                    <a:pt x="406" y="378"/>
                    <a:pt x="406" y="378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8" y="376"/>
                    <a:pt x="408" y="376"/>
                    <a:pt x="408" y="376"/>
                  </a:cubicBezTo>
                  <a:cubicBezTo>
                    <a:pt x="408" y="375"/>
                    <a:pt x="409" y="374"/>
                    <a:pt x="409" y="374"/>
                  </a:cubicBezTo>
                  <a:cubicBezTo>
                    <a:pt x="411" y="371"/>
                    <a:pt x="414" y="368"/>
                    <a:pt x="416" y="366"/>
                  </a:cubicBezTo>
                  <a:cubicBezTo>
                    <a:pt x="421" y="361"/>
                    <a:pt x="427" y="358"/>
                    <a:pt x="432" y="359"/>
                  </a:cubicBezTo>
                  <a:cubicBezTo>
                    <a:pt x="435" y="360"/>
                    <a:pt x="438" y="361"/>
                    <a:pt x="440" y="363"/>
                  </a:cubicBezTo>
                  <a:cubicBezTo>
                    <a:pt x="443" y="365"/>
                    <a:pt x="444" y="368"/>
                    <a:pt x="446" y="371"/>
                  </a:cubicBezTo>
                  <a:cubicBezTo>
                    <a:pt x="448" y="377"/>
                    <a:pt x="449" y="384"/>
                    <a:pt x="448" y="390"/>
                  </a:cubicBezTo>
                  <a:cubicBezTo>
                    <a:pt x="447" y="394"/>
                    <a:pt x="447" y="397"/>
                    <a:pt x="445" y="400"/>
                  </a:cubicBezTo>
                  <a:cubicBezTo>
                    <a:pt x="444" y="403"/>
                    <a:pt x="442" y="406"/>
                    <a:pt x="440" y="408"/>
                  </a:cubicBezTo>
                  <a:cubicBezTo>
                    <a:pt x="436" y="413"/>
                    <a:pt x="430" y="417"/>
                    <a:pt x="423" y="419"/>
                  </a:cubicBezTo>
                  <a:cubicBezTo>
                    <a:pt x="420" y="420"/>
                    <a:pt x="416" y="420"/>
                    <a:pt x="413" y="420"/>
                  </a:cubicBezTo>
                  <a:cubicBezTo>
                    <a:pt x="411" y="421"/>
                    <a:pt x="410" y="421"/>
                    <a:pt x="408" y="421"/>
                  </a:cubicBezTo>
                  <a:cubicBezTo>
                    <a:pt x="407" y="421"/>
                    <a:pt x="407" y="421"/>
                    <a:pt x="407" y="421"/>
                  </a:cubicBezTo>
                  <a:cubicBezTo>
                    <a:pt x="407" y="421"/>
                    <a:pt x="407" y="421"/>
                    <a:pt x="406" y="421"/>
                  </a:cubicBezTo>
                  <a:cubicBezTo>
                    <a:pt x="405" y="421"/>
                    <a:pt x="405" y="421"/>
                    <a:pt x="404" y="420"/>
                  </a:cubicBezTo>
                  <a:cubicBezTo>
                    <a:pt x="400" y="420"/>
                    <a:pt x="400" y="420"/>
                    <a:pt x="400" y="420"/>
                  </a:cubicBezTo>
                  <a:cubicBezTo>
                    <a:pt x="399" y="422"/>
                    <a:pt x="399" y="423"/>
                    <a:pt x="398" y="425"/>
                  </a:cubicBezTo>
                  <a:cubicBezTo>
                    <a:pt x="396" y="429"/>
                    <a:pt x="396" y="429"/>
                    <a:pt x="396" y="429"/>
                  </a:cubicBezTo>
                  <a:cubicBezTo>
                    <a:pt x="393" y="435"/>
                    <a:pt x="393" y="435"/>
                    <a:pt x="393" y="435"/>
                  </a:cubicBezTo>
                  <a:cubicBezTo>
                    <a:pt x="388" y="447"/>
                    <a:pt x="388" y="447"/>
                    <a:pt x="388" y="447"/>
                  </a:cubicBezTo>
                  <a:cubicBezTo>
                    <a:pt x="384" y="456"/>
                    <a:pt x="381" y="464"/>
                    <a:pt x="378" y="472"/>
                  </a:cubicBezTo>
                  <a:cubicBezTo>
                    <a:pt x="371" y="489"/>
                    <a:pt x="365" y="506"/>
                    <a:pt x="359" y="523"/>
                  </a:cubicBezTo>
                  <a:cubicBezTo>
                    <a:pt x="353" y="539"/>
                    <a:pt x="347" y="556"/>
                    <a:pt x="342" y="573"/>
                  </a:cubicBezTo>
                  <a:cubicBezTo>
                    <a:pt x="340" y="581"/>
                    <a:pt x="337" y="590"/>
                    <a:pt x="335" y="598"/>
                  </a:cubicBezTo>
                  <a:cubicBezTo>
                    <a:pt x="330" y="612"/>
                    <a:pt x="330" y="612"/>
                    <a:pt x="330" y="612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39" y="621"/>
                    <a:pt x="339" y="621"/>
                    <a:pt x="339" y="621"/>
                  </a:cubicBezTo>
                  <a:cubicBezTo>
                    <a:pt x="392" y="621"/>
                    <a:pt x="392" y="621"/>
                    <a:pt x="392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4" y="621"/>
                    <a:pt x="395" y="621"/>
                    <a:pt x="395" y="621"/>
                  </a:cubicBezTo>
                  <a:cubicBezTo>
                    <a:pt x="397" y="621"/>
                    <a:pt x="398" y="620"/>
                    <a:pt x="399" y="620"/>
                  </a:cubicBezTo>
                  <a:cubicBezTo>
                    <a:pt x="402" y="619"/>
                    <a:pt x="404" y="618"/>
                    <a:pt x="406" y="616"/>
                  </a:cubicBezTo>
                  <a:cubicBezTo>
                    <a:pt x="410" y="613"/>
                    <a:pt x="413" y="608"/>
                    <a:pt x="414" y="603"/>
                  </a:cubicBezTo>
                  <a:cubicBezTo>
                    <a:pt x="414" y="602"/>
                    <a:pt x="414" y="601"/>
                    <a:pt x="414" y="601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596"/>
                    <a:pt x="414" y="596"/>
                    <a:pt x="414" y="596"/>
                  </a:cubicBezTo>
                  <a:cubicBezTo>
                    <a:pt x="414" y="590"/>
                    <a:pt x="414" y="590"/>
                    <a:pt x="414" y="590"/>
                  </a:cubicBezTo>
                  <a:cubicBezTo>
                    <a:pt x="414" y="577"/>
                    <a:pt x="414" y="577"/>
                    <a:pt x="414" y="577"/>
                  </a:cubicBezTo>
                  <a:cubicBezTo>
                    <a:pt x="414" y="552"/>
                    <a:pt x="414" y="552"/>
                    <a:pt x="414" y="552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7"/>
                    <a:pt x="415" y="547"/>
                    <a:pt x="415" y="547"/>
                  </a:cubicBezTo>
                  <a:cubicBezTo>
                    <a:pt x="416" y="546"/>
                    <a:pt x="416" y="546"/>
                    <a:pt x="416" y="546"/>
                  </a:cubicBezTo>
                  <a:cubicBezTo>
                    <a:pt x="420" y="545"/>
                    <a:pt x="424" y="543"/>
                    <a:pt x="428" y="541"/>
                  </a:cubicBezTo>
                  <a:cubicBezTo>
                    <a:pt x="442" y="533"/>
                    <a:pt x="456" y="523"/>
                    <a:pt x="470" y="513"/>
                  </a:cubicBezTo>
                  <a:cubicBezTo>
                    <a:pt x="496" y="493"/>
                    <a:pt x="518" y="468"/>
                    <a:pt x="535" y="440"/>
                  </a:cubicBezTo>
                  <a:cubicBezTo>
                    <a:pt x="553" y="412"/>
                    <a:pt x="565" y="382"/>
                    <a:pt x="572" y="350"/>
                  </a:cubicBezTo>
                  <a:cubicBezTo>
                    <a:pt x="580" y="319"/>
                    <a:pt x="581" y="286"/>
                    <a:pt x="578" y="255"/>
                  </a:cubicBezTo>
                  <a:cubicBezTo>
                    <a:pt x="574" y="223"/>
                    <a:pt x="566" y="192"/>
                    <a:pt x="552" y="164"/>
                  </a:cubicBezTo>
                  <a:cubicBezTo>
                    <a:pt x="539" y="135"/>
                    <a:pt x="521" y="109"/>
                    <a:pt x="499" y="86"/>
                  </a:cubicBezTo>
                  <a:cubicBezTo>
                    <a:pt x="477" y="63"/>
                    <a:pt x="451" y="44"/>
                    <a:pt x="424" y="30"/>
                  </a:cubicBezTo>
                  <a:cubicBezTo>
                    <a:pt x="412" y="23"/>
                    <a:pt x="399" y="18"/>
                    <a:pt x="386" y="13"/>
                  </a:cubicBezTo>
                  <a:cubicBezTo>
                    <a:pt x="369" y="8"/>
                    <a:pt x="353" y="4"/>
                    <a:pt x="339" y="2"/>
                  </a:cubicBezTo>
                  <a:cubicBezTo>
                    <a:pt x="325" y="0"/>
                    <a:pt x="313" y="0"/>
                    <a:pt x="305" y="0"/>
                  </a:cubicBezTo>
                  <a:cubicBezTo>
                    <a:pt x="296" y="0"/>
                    <a:pt x="291" y="0"/>
                    <a:pt x="291" y="1"/>
                  </a:cubicBezTo>
                  <a:cubicBezTo>
                    <a:pt x="291" y="1"/>
                    <a:pt x="296" y="2"/>
                    <a:pt x="308" y="3"/>
                  </a:cubicBezTo>
                  <a:cubicBezTo>
                    <a:pt x="314" y="3"/>
                    <a:pt x="322" y="4"/>
                    <a:pt x="331" y="6"/>
                  </a:cubicBezTo>
                  <a:cubicBezTo>
                    <a:pt x="341" y="7"/>
                    <a:pt x="352" y="10"/>
                    <a:pt x="365" y="13"/>
                  </a:cubicBezTo>
                  <a:cubicBezTo>
                    <a:pt x="372" y="15"/>
                    <a:pt x="380" y="18"/>
                    <a:pt x="388" y="21"/>
                  </a:cubicBezTo>
                  <a:cubicBezTo>
                    <a:pt x="397" y="24"/>
                    <a:pt x="405" y="28"/>
                    <a:pt x="413" y="31"/>
                  </a:cubicBezTo>
                  <a:cubicBezTo>
                    <a:pt x="429" y="39"/>
                    <a:pt x="440" y="46"/>
                    <a:pt x="440" y="46"/>
                  </a:cubicBezTo>
                  <a:cubicBezTo>
                    <a:pt x="445" y="49"/>
                    <a:pt x="445" y="50"/>
                    <a:pt x="444" y="50"/>
                  </a:cubicBezTo>
                  <a:cubicBezTo>
                    <a:pt x="443" y="50"/>
                    <a:pt x="440" y="48"/>
                    <a:pt x="437" y="47"/>
                  </a:cubicBezTo>
                  <a:cubicBezTo>
                    <a:pt x="475" y="70"/>
                    <a:pt x="507" y="102"/>
                    <a:pt x="530" y="139"/>
                  </a:cubicBezTo>
                  <a:cubicBezTo>
                    <a:pt x="553" y="176"/>
                    <a:pt x="567" y="219"/>
                    <a:pt x="571" y="263"/>
                  </a:cubicBezTo>
                  <a:cubicBezTo>
                    <a:pt x="572" y="285"/>
                    <a:pt x="572" y="307"/>
                    <a:pt x="568" y="329"/>
                  </a:cubicBezTo>
                  <a:cubicBezTo>
                    <a:pt x="565" y="350"/>
                    <a:pt x="559" y="371"/>
                    <a:pt x="551" y="392"/>
                  </a:cubicBezTo>
                  <a:cubicBezTo>
                    <a:pt x="535" y="432"/>
                    <a:pt x="509" y="469"/>
                    <a:pt x="475" y="498"/>
                  </a:cubicBezTo>
                  <a:cubicBezTo>
                    <a:pt x="462" y="510"/>
                    <a:pt x="448" y="520"/>
                    <a:pt x="432" y="529"/>
                  </a:cubicBezTo>
                  <a:cubicBezTo>
                    <a:pt x="428" y="531"/>
                    <a:pt x="425" y="533"/>
                    <a:pt x="421" y="535"/>
                  </a:cubicBezTo>
                  <a:cubicBezTo>
                    <a:pt x="419" y="536"/>
                    <a:pt x="417" y="537"/>
                    <a:pt x="415" y="538"/>
                  </a:cubicBezTo>
                  <a:cubicBezTo>
                    <a:pt x="413" y="539"/>
                    <a:pt x="410" y="541"/>
                    <a:pt x="407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4"/>
                    <a:pt x="406" y="544"/>
                    <a:pt x="406" y="544"/>
                  </a:cubicBezTo>
                  <a:cubicBezTo>
                    <a:pt x="406" y="547"/>
                    <a:pt x="406" y="547"/>
                    <a:pt x="406" y="547"/>
                  </a:cubicBezTo>
                  <a:cubicBezTo>
                    <a:pt x="406" y="551"/>
                    <a:pt x="406" y="551"/>
                    <a:pt x="406" y="551"/>
                  </a:cubicBezTo>
                  <a:cubicBezTo>
                    <a:pt x="406" y="558"/>
                    <a:pt x="406" y="558"/>
                    <a:pt x="406" y="558"/>
                  </a:cubicBezTo>
                  <a:cubicBezTo>
                    <a:pt x="406" y="571"/>
                    <a:pt x="406" y="571"/>
                    <a:pt x="406" y="571"/>
                  </a:cubicBezTo>
                  <a:cubicBezTo>
                    <a:pt x="406" y="598"/>
                    <a:pt x="406" y="598"/>
                    <a:pt x="406" y="598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1"/>
                    <a:pt x="406" y="601"/>
                    <a:pt x="406" y="601"/>
                  </a:cubicBezTo>
                  <a:cubicBezTo>
                    <a:pt x="406" y="602"/>
                    <a:pt x="406" y="603"/>
                    <a:pt x="406" y="604"/>
                  </a:cubicBezTo>
                  <a:cubicBezTo>
                    <a:pt x="405" y="605"/>
                    <a:pt x="404" y="607"/>
                    <a:pt x="403" y="608"/>
                  </a:cubicBezTo>
                  <a:cubicBezTo>
                    <a:pt x="401" y="611"/>
                    <a:pt x="398" y="613"/>
                    <a:pt x="394" y="613"/>
                  </a:cubicBezTo>
                  <a:cubicBezTo>
                    <a:pt x="394" y="613"/>
                    <a:pt x="393" y="613"/>
                    <a:pt x="393" y="613"/>
                  </a:cubicBezTo>
                  <a:cubicBezTo>
                    <a:pt x="391" y="613"/>
                    <a:pt x="391" y="613"/>
                    <a:pt x="391" y="613"/>
                  </a:cubicBezTo>
                  <a:cubicBezTo>
                    <a:pt x="388" y="613"/>
                    <a:pt x="388" y="613"/>
                    <a:pt x="388" y="613"/>
                  </a:cubicBezTo>
                  <a:cubicBezTo>
                    <a:pt x="381" y="613"/>
                    <a:pt x="381" y="613"/>
                    <a:pt x="381" y="613"/>
                  </a:cubicBezTo>
                  <a:cubicBezTo>
                    <a:pt x="368" y="613"/>
                    <a:pt x="368" y="613"/>
                    <a:pt x="368" y="613"/>
                  </a:cubicBezTo>
                  <a:cubicBezTo>
                    <a:pt x="342" y="613"/>
                    <a:pt x="342" y="613"/>
                    <a:pt x="342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8" y="613"/>
                    <a:pt x="339" y="613"/>
                    <a:pt x="339" y="613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0"/>
                    <a:pt x="339" y="610"/>
                    <a:pt x="339" y="610"/>
                  </a:cubicBezTo>
                  <a:cubicBezTo>
                    <a:pt x="342" y="599"/>
                    <a:pt x="342" y="599"/>
                    <a:pt x="342" y="599"/>
                  </a:cubicBezTo>
                  <a:cubicBezTo>
                    <a:pt x="345" y="591"/>
                    <a:pt x="348" y="582"/>
                    <a:pt x="350" y="574"/>
                  </a:cubicBezTo>
                  <a:cubicBezTo>
                    <a:pt x="355" y="557"/>
                    <a:pt x="361" y="540"/>
                    <a:pt x="367" y="524"/>
                  </a:cubicBezTo>
                  <a:cubicBezTo>
                    <a:pt x="373" y="507"/>
                    <a:pt x="379" y="490"/>
                    <a:pt x="385" y="474"/>
                  </a:cubicBezTo>
                  <a:cubicBezTo>
                    <a:pt x="389" y="466"/>
                    <a:pt x="392" y="458"/>
                    <a:pt x="396" y="450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403" y="432"/>
                    <a:pt x="403" y="432"/>
                    <a:pt x="403" y="432"/>
                  </a:cubicBezTo>
                  <a:cubicBezTo>
                    <a:pt x="404" y="430"/>
                    <a:pt x="404" y="430"/>
                    <a:pt x="404" y="430"/>
                  </a:cubicBezTo>
                  <a:cubicBezTo>
                    <a:pt x="405" y="429"/>
                    <a:pt x="405" y="429"/>
                    <a:pt x="405" y="428"/>
                  </a:cubicBezTo>
                  <a:cubicBezTo>
                    <a:pt x="405" y="428"/>
                    <a:pt x="406" y="428"/>
                    <a:pt x="406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8" y="429"/>
                    <a:pt x="408" y="429"/>
                    <a:pt x="408" y="429"/>
                  </a:cubicBezTo>
                  <a:cubicBezTo>
                    <a:pt x="410" y="429"/>
                    <a:pt x="412" y="429"/>
                    <a:pt x="414" y="428"/>
                  </a:cubicBezTo>
                  <a:cubicBezTo>
                    <a:pt x="418" y="428"/>
                    <a:pt x="422" y="427"/>
                    <a:pt x="426" y="426"/>
                  </a:cubicBezTo>
                  <a:cubicBezTo>
                    <a:pt x="433" y="424"/>
                    <a:pt x="441" y="420"/>
                    <a:pt x="446" y="413"/>
                  </a:cubicBezTo>
                  <a:cubicBezTo>
                    <a:pt x="449" y="410"/>
                    <a:pt x="451" y="407"/>
                    <a:pt x="453" y="403"/>
                  </a:cubicBezTo>
                  <a:cubicBezTo>
                    <a:pt x="454" y="399"/>
                    <a:pt x="455" y="395"/>
                    <a:pt x="456" y="391"/>
                  </a:cubicBezTo>
                  <a:cubicBezTo>
                    <a:pt x="457" y="383"/>
                    <a:pt x="457" y="375"/>
                    <a:pt x="453" y="367"/>
                  </a:cubicBezTo>
                  <a:cubicBezTo>
                    <a:pt x="451" y="363"/>
                    <a:pt x="449" y="360"/>
                    <a:pt x="446" y="357"/>
                  </a:cubicBezTo>
                  <a:cubicBezTo>
                    <a:pt x="442" y="354"/>
                    <a:pt x="438" y="352"/>
                    <a:pt x="434" y="351"/>
                  </a:cubicBezTo>
                  <a:cubicBezTo>
                    <a:pt x="433" y="351"/>
                    <a:pt x="431" y="351"/>
                    <a:pt x="430" y="351"/>
                  </a:cubicBezTo>
                  <a:cubicBezTo>
                    <a:pt x="429" y="351"/>
                    <a:pt x="428" y="351"/>
                    <a:pt x="427" y="351"/>
                  </a:cubicBezTo>
                  <a:cubicBezTo>
                    <a:pt x="424" y="351"/>
                    <a:pt x="422" y="352"/>
                    <a:pt x="420" y="353"/>
                  </a:cubicBezTo>
                  <a:cubicBezTo>
                    <a:pt x="416" y="355"/>
                    <a:pt x="413" y="357"/>
                    <a:pt x="410" y="360"/>
                  </a:cubicBezTo>
                  <a:cubicBezTo>
                    <a:pt x="407" y="363"/>
                    <a:pt x="405" y="366"/>
                    <a:pt x="402" y="369"/>
                  </a:cubicBezTo>
                  <a:cubicBezTo>
                    <a:pt x="402" y="369"/>
                    <a:pt x="401" y="370"/>
                    <a:pt x="401" y="371"/>
                  </a:cubicBezTo>
                  <a:cubicBezTo>
                    <a:pt x="400" y="372"/>
                    <a:pt x="400" y="372"/>
                    <a:pt x="400" y="372"/>
                  </a:cubicBezTo>
                  <a:cubicBezTo>
                    <a:pt x="400" y="373"/>
                    <a:pt x="400" y="373"/>
                    <a:pt x="400" y="373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5"/>
                    <a:pt x="389" y="395"/>
                    <a:pt x="389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7" y="394"/>
                    <a:pt x="387" y="394"/>
                    <a:pt x="387" y="394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5" y="393"/>
                    <a:pt x="385" y="393"/>
                    <a:pt x="385" y="393"/>
                  </a:cubicBezTo>
                  <a:cubicBezTo>
                    <a:pt x="385" y="392"/>
                    <a:pt x="384" y="392"/>
                    <a:pt x="383" y="391"/>
                  </a:cubicBezTo>
                  <a:cubicBezTo>
                    <a:pt x="380" y="389"/>
                    <a:pt x="377" y="386"/>
                    <a:pt x="375" y="383"/>
                  </a:cubicBezTo>
                  <a:cubicBezTo>
                    <a:pt x="369" y="377"/>
                    <a:pt x="365" y="370"/>
                    <a:pt x="362" y="363"/>
                  </a:cubicBezTo>
                  <a:cubicBezTo>
                    <a:pt x="365" y="370"/>
                    <a:pt x="369" y="377"/>
                    <a:pt x="375" y="383"/>
                  </a:cubicBezTo>
                  <a:cubicBezTo>
                    <a:pt x="377" y="386"/>
                    <a:pt x="380" y="389"/>
                    <a:pt x="383" y="391"/>
                  </a:cubicBezTo>
                  <a:cubicBezTo>
                    <a:pt x="384" y="392"/>
                    <a:pt x="385" y="392"/>
                    <a:pt x="385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7" y="393"/>
                    <a:pt x="387" y="393"/>
                    <a:pt x="387" y="393"/>
                  </a:cubicBezTo>
                  <a:cubicBezTo>
                    <a:pt x="387" y="394"/>
                    <a:pt x="387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4"/>
                    <a:pt x="389" y="395"/>
                    <a:pt x="389" y="394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9" y="373"/>
                    <a:pt x="399" y="373"/>
                    <a:pt x="400" y="372"/>
                  </a:cubicBezTo>
                  <a:cubicBezTo>
                    <a:pt x="401" y="371"/>
                    <a:pt x="401" y="371"/>
                    <a:pt x="401" y="371"/>
                  </a:cubicBezTo>
                  <a:cubicBezTo>
                    <a:pt x="401" y="370"/>
                    <a:pt x="402" y="369"/>
                    <a:pt x="402" y="369"/>
                  </a:cubicBezTo>
                  <a:cubicBezTo>
                    <a:pt x="405" y="365"/>
                    <a:pt x="407" y="362"/>
                    <a:pt x="410" y="360"/>
                  </a:cubicBezTo>
                  <a:cubicBezTo>
                    <a:pt x="413" y="357"/>
                    <a:pt x="417" y="354"/>
                    <a:pt x="421" y="353"/>
                  </a:cubicBezTo>
                  <a:cubicBezTo>
                    <a:pt x="423" y="352"/>
                    <a:pt x="425" y="351"/>
                    <a:pt x="427" y="351"/>
                  </a:cubicBezTo>
                  <a:cubicBezTo>
                    <a:pt x="429" y="350"/>
                    <a:pt x="432" y="350"/>
                    <a:pt x="434" y="351"/>
                  </a:cubicBezTo>
                  <a:cubicBezTo>
                    <a:pt x="439" y="352"/>
                    <a:pt x="443" y="354"/>
                    <a:pt x="446" y="357"/>
                  </a:cubicBezTo>
                  <a:cubicBezTo>
                    <a:pt x="449" y="360"/>
                    <a:pt x="452" y="364"/>
                    <a:pt x="453" y="368"/>
                  </a:cubicBezTo>
                  <a:cubicBezTo>
                    <a:pt x="457" y="375"/>
                    <a:pt x="457" y="384"/>
                    <a:pt x="456" y="392"/>
                  </a:cubicBezTo>
                  <a:cubicBezTo>
                    <a:pt x="455" y="396"/>
                    <a:pt x="454" y="400"/>
                    <a:pt x="453" y="403"/>
                  </a:cubicBezTo>
                  <a:cubicBezTo>
                    <a:pt x="451" y="407"/>
                    <a:pt x="449" y="411"/>
                    <a:pt x="446" y="414"/>
                  </a:cubicBezTo>
                  <a:cubicBezTo>
                    <a:pt x="441" y="420"/>
                    <a:pt x="433" y="424"/>
                    <a:pt x="425" y="426"/>
                  </a:cubicBezTo>
                  <a:cubicBezTo>
                    <a:pt x="422" y="428"/>
                    <a:pt x="418" y="428"/>
                    <a:pt x="414" y="429"/>
                  </a:cubicBezTo>
                  <a:cubicBezTo>
                    <a:pt x="412" y="429"/>
                    <a:pt x="410" y="429"/>
                    <a:pt x="408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6" y="429"/>
                    <a:pt x="406" y="429"/>
                    <a:pt x="406" y="429"/>
                  </a:cubicBezTo>
                  <a:cubicBezTo>
                    <a:pt x="406" y="429"/>
                    <a:pt x="405" y="429"/>
                    <a:pt x="405" y="429"/>
                  </a:cubicBezTo>
                  <a:cubicBezTo>
                    <a:pt x="405" y="429"/>
                    <a:pt x="405" y="429"/>
                    <a:pt x="404" y="430"/>
                  </a:cubicBezTo>
                  <a:cubicBezTo>
                    <a:pt x="404" y="432"/>
                    <a:pt x="404" y="432"/>
                    <a:pt x="404" y="432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396" y="450"/>
                    <a:pt x="396" y="450"/>
                    <a:pt x="396" y="450"/>
                  </a:cubicBezTo>
                  <a:cubicBezTo>
                    <a:pt x="392" y="458"/>
                    <a:pt x="389" y="466"/>
                    <a:pt x="385" y="475"/>
                  </a:cubicBezTo>
                  <a:cubicBezTo>
                    <a:pt x="379" y="491"/>
                    <a:pt x="373" y="508"/>
                    <a:pt x="367" y="525"/>
                  </a:cubicBezTo>
                  <a:cubicBezTo>
                    <a:pt x="361" y="541"/>
                    <a:pt x="355" y="558"/>
                    <a:pt x="350" y="575"/>
                  </a:cubicBezTo>
                  <a:cubicBezTo>
                    <a:pt x="347" y="584"/>
                    <a:pt x="345" y="592"/>
                    <a:pt x="342" y="601"/>
                  </a:cubicBezTo>
                  <a:cubicBezTo>
                    <a:pt x="339" y="611"/>
                    <a:pt x="339" y="611"/>
                    <a:pt x="339" y="611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40" y="613"/>
                    <a:pt x="340" y="613"/>
                    <a:pt x="340" y="613"/>
                  </a:cubicBezTo>
                  <a:cubicBezTo>
                    <a:pt x="343" y="613"/>
                    <a:pt x="343" y="613"/>
                    <a:pt x="343" y="613"/>
                  </a:cubicBezTo>
                  <a:cubicBezTo>
                    <a:pt x="369" y="613"/>
                    <a:pt x="369" y="613"/>
                    <a:pt x="369" y="613"/>
                  </a:cubicBezTo>
                  <a:cubicBezTo>
                    <a:pt x="382" y="613"/>
                    <a:pt x="382" y="613"/>
                    <a:pt x="382" y="613"/>
                  </a:cubicBezTo>
                  <a:cubicBezTo>
                    <a:pt x="389" y="613"/>
                    <a:pt x="389" y="613"/>
                    <a:pt x="389" y="613"/>
                  </a:cubicBezTo>
                  <a:cubicBezTo>
                    <a:pt x="392" y="613"/>
                    <a:pt x="392" y="613"/>
                    <a:pt x="392" y="613"/>
                  </a:cubicBezTo>
                  <a:cubicBezTo>
                    <a:pt x="393" y="613"/>
                    <a:pt x="393" y="613"/>
                    <a:pt x="394" y="613"/>
                  </a:cubicBezTo>
                  <a:cubicBezTo>
                    <a:pt x="394" y="613"/>
                    <a:pt x="395" y="613"/>
                    <a:pt x="395" y="613"/>
                  </a:cubicBezTo>
                  <a:cubicBezTo>
                    <a:pt x="398" y="612"/>
                    <a:pt x="402" y="610"/>
                    <a:pt x="404" y="607"/>
                  </a:cubicBezTo>
                  <a:cubicBezTo>
                    <a:pt x="405" y="606"/>
                    <a:pt x="405" y="604"/>
                    <a:pt x="406" y="603"/>
                  </a:cubicBezTo>
                  <a:cubicBezTo>
                    <a:pt x="406" y="602"/>
                    <a:pt x="406" y="601"/>
                    <a:pt x="406" y="600"/>
                  </a:cubicBezTo>
                  <a:cubicBezTo>
                    <a:pt x="406" y="597"/>
                    <a:pt x="406" y="597"/>
                    <a:pt x="406" y="597"/>
                  </a:cubicBezTo>
                  <a:cubicBezTo>
                    <a:pt x="406" y="570"/>
                    <a:pt x="406" y="570"/>
                    <a:pt x="406" y="570"/>
                  </a:cubicBezTo>
                  <a:cubicBezTo>
                    <a:pt x="406" y="557"/>
                    <a:pt x="406" y="557"/>
                    <a:pt x="406" y="557"/>
                  </a:cubicBezTo>
                  <a:cubicBezTo>
                    <a:pt x="406" y="550"/>
                    <a:pt x="406" y="550"/>
                    <a:pt x="406" y="550"/>
                  </a:cubicBezTo>
                  <a:cubicBezTo>
                    <a:pt x="406" y="545"/>
                    <a:pt x="406" y="545"/>
                    <a:pt x="406" y="545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7" y="542"/>
                    <a:pt x="407" y="542"/>
                    <a:pt x="407" y="542"/>
                  </a:cubicBezTo>
                  <a:cubicBezTo>
                    <a:pt x="408" y="542"/>
                    <a:pt x="408" y="542"/>
                    <a:pt x="408" y="542"/>
                  </a:cubicBezTo>
                  <a:cubicBezTo>
                    <a:pt x="412" y="540"/>
                    <a:pt x="412" y="540"/>
                    <a:pt x="412" y="540"/>
                  </a:cubicBezTo>
                  <a:cubicBezTo>
                    <a:pt x="415" y="538"/>
                    <a:pt x="415" y="538"/>
                    <a:pt x="415" y="538"/>
                  </a:cubicBezTo>
                  <a:cubicBezTo>
                    <a:pt x="417" y="537"/>
                    <a:pt x="419" y="536"/>
                    <a:pt x="421" y="535"/>
                  </a:cubicBezTo>
                  <a:cubicBezTo>
                    <a:pt x="425" y="533"/>
                    <a:pt x="429" y="531"/>
                    <a:pt x="433" y="529"/>
                  </a:cubicBezTo>
                  <a:cubicBezTo>
                    <a:pt x="448" y="520"/>
                    <a:pt x="462" y="509"/>
                    <a:pt x="475" y="498"/>
                  </a:cubicBezTo>
                  <a:cubicBezTo>
                    <a:pt x="509" y="469"/>
                    <a:pt x="535" y="432"/>
                    <a:pt x="551" y="391"/>
                  </a:cubicBezTo>
                  <a:cubicBezTo>
                    <a:pt x="568" y="350"/>
                    <a:pt x="574" y="305"/>
                    <a:pt x="570" y="261"/>
                  </a:cubicBezTo>
                  <a:cubicBezTo>
                    <a:pt x="566" y="217"/>
                    <a:pt x="552" y="174"/>
                    <a:pt x="528" y="136"/>
                  </a:cubicBezTo>
                  <a:cubicBezTo>
                    <a:pt x="504" y="99"/>
                    <a:pt x="471" y="67"/>
                    <a:pt x="432" y="44"/>
                  </a:cubicBezTo>
                  <a:cubicBezTo>
                    <a:pt x="430" y="43"/>
                    <a:pt x="429" y="43"/>
                    <a:pt x="432" y="45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6" y="55"/>
                    <a:pt x="452" y="59"/>
                    <a:pt x="460" y="65"/>
                  </a:cubicBezTo>
                  <a:cubicBezTo>
                    <a:pt x="470" y="73"/>
                    <a:pt x="487" y="88"/>
                    <a:pt x="505" y="108"/>
                  </a:cubicBezTo>
                  <a:cubicBezTo>
                    <a:pt x="513" y="119"/>
                    <a:pt x="522" y="131"/>
                    <a:pt x="530" y="144"/>
                  </a:cubicBezTo>
                  <a:cubicBezTo>
                    <a:pt x="538" y="157"/>
                    <a:pt x="545" y="172"/>
                    <a:pt x="551" y="188"/>
                  </a:cubicBezTo>
                  <a:cubicBezTo>
                    <a:pt x="557" y="203"/>
                    <a:pt x="562" y="220"/>
                    <a:pt x="565" y="237"/>
                  </a:cubicBezTo>
                  <a:cubicBezTo>
                    <a:pt x="568" y="254"/>
                    <a:pt x="569" y="271"/>
                    <a:pt x="569" y="288"/>
                  </a:cubicBezTo>
                  <a:cubicBezTo>
                    <a:pt x="569" y="305"/>
                    <a:pt x="568" y="321"/>
                    <a:pt x="565" y="337"/>
                  </a:cubicBezTo>
                  <a:cubicBezTo>
                    <a:pt x="562" y="352"/>
                    <a:pt x="558" y="366"/>
                    <a:pt x="554" y="379"/>
                  </a:cubicBezTo>
                  <a:cubicBezTo>
                    <a:pt x="539" y="422"/>
                    <a:pt x="513" y="461"/>
                    <a:pt x="478" y="492"/>
                  </a:cubicBezTo>
                  <a:cubicBezTo>
                    <a:pt x="461" y="508"/>
                    <a:pt x="442" y="521"/>
                    <a:pt x="421" y="532"/>
                  </a:cubicBezTo>
                  <a:cubicBezTo>
                    <a:pt x="419" y="534"/>
                    <a:pt x="416" y="535"/>
                    <a:pt x="413" y="536"/>
                  </a:cubicBezTo>
                  <a:cubicBezTo>
                    <a:pt x="408" y="539"/>
                    <a:pt x="408" y="539"/>
                    <a:pt x="408" y="539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2"/>
                    <a:pt x="404" y="542"/>
                    <a:pt x="404" y="542"/>
                  </a:cubicBezTo>
                  <a:cubicBezTo>
                    <a:pt x="404" y="543"/>
                    <a:pt x="404" y="543"/>
                    <a:pt x="404" y="543"/>
                  </a:cubicBezTo>
                  <a:cubicBezTo>
                    <a:pt x="404" y="545"/>
                    <a:pt x="404" y="545"/>
                    <a:pt x="404" y="545"/>
                  </a:cubicBezTo>
                  <a:cubicBezTo>
                    <a:pt x="404" y="565"/>
                    <a:pt x="404" y="565"/>
                    <a:pt x="404" y="565"/>
                  </a:cubicBezTo>
                  <a:cubicBezTo>
                    <a:pt x="404" y="600"/>
                    <a:pt x="404" y="600"/>
                    <a:pt x="404" y="600"/>
                  </a:cubicBezTo>
                  <a:cubicBezTo>
                    <a:pt x="403" y="602"/>
                    <a:pt x="403" y="604"/>
                    <a:pt x="402" y="606"/>
                  </a:cubicBezTo>
                  <a:cubicBezTo>
                    <a:pt x="401" y="607"/>
                    <a:pt x="399" y="609"/>
                    <a:pt x="397" y="609"/>
                  </a:cubicBezTo>
                  <a:cubicBezTo>
                    <a:pt x="397" y="610"/>
                    <a:pt x="396" y="610"/>
                    <a:pt x="395" y="610"/>
                  </a:cubicBezTo>
                  <a:cubicBezTo>
                    <a:pt x="394" y="610"/>
                    <a:pt x="393" y="610"/>
                    <a:pt x="391" y="610"/>
                  </a:cubicBezTo>
                  <a:cubicBezTo>
                    <a:pt x="382" y="610"/>
                    <a:pt x="382" y="610"/>
                    <a:pt x="382" y="610"/>
                  </a:cubicBezTo>
                  <a:cubicBezTo>
                    <a:pt x="346" y="610"/>
                    <a:pt x="346" y="610"/>
                    <a:pt x="346" y="610"/>
                  </a:cubicBezTo>
                  <a:cubicBezTo>
                    <a:pt x="343" y="610"/>
                    <a:pt x="343" y="610"/>
                    <a:pt x="343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09"/>
                    <a:pt x="342" y="609"/>
                    <a:pt x="342" y="609"/>
                  </a:cubicBezTo>
                  <a:cubicBezTo>
                    <a:pt x="346" y="596"/>
                    <a:pt x="346" y="596"/>
                    <a:pt x="346" y="596"/>
                  </a:cubicBezTo>
                  <a:cubicBezTo>
                    <a:pt x="350" y="584"/>
                    <a:pt x="353" y="573"/>
                    <a:pt x="357" y="561"/>
                  </a:cubicBezTo>
                  <a:cubicBezTo>
                    <a:pt x="364" y="539"/>
                    <a:pt x="372" y="516"/>
                    <a:pt x="381" y="493"/>
                  </a:cubicBezTo>
                  <a:cubicBezTo>
                    <a:pt x="385" y="482"/>
                    <a:pt x="389" y="471"/>
                    <a:pt x="394" y="460"/>
                  </a:cubicBezTo>
                  <a:cubicBezTo>
                    <a:pt x="396" y="454"/>
                    <a:pt x="399" y="449"/>
                    <a:pt x="401" y="443"/>
                  </a:cubicBezTo>
                  <a:cubicBezTo>
                    <a:pt x="405" y="435"/>
                    <a:pt x="405" y="435"/>
                    <a:pt x="405" y="435"/>
                  </a:cubicBezTo>
                  <a:cubicBezTo>
                    <a:pt x="406" y="432"/>
                    <a:pt x="406" y="432"/>
                    <a:pt x="406" y="432"/>
                  </a:cubicBezTo>
                  <a:cubicBezTo>
                    <a:pt x="406" y="431"/>
                    <a:pt x="406" y="431"/>
                    <a:pt x="406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8" y="431"/>
                    <a:pt x="408" y="431"/>
                    <a:pt x="408" y="431"/>
                  </a:cubicBezTo>
                  <a:cubicBezTo>
                    <a:pt x="410" y="431"/>
                    <a:pt x="412" y="431"/>
                    <a:pt x="414" y="431"/>
                  </a:cubicBezTo>
                  <a:cubicBezTo>
                    <a:pt x="418" y="430"/>
                    <a:pt x="422" y="430"/>
                    <a:pt x="426" y="429"/>
                  </a:cubicBezTo>
                  <a:cubicBezTo>
                    <a:pt x="434" y="426"/>
                    <a:pt x="442" y="422"/>
                    <a:pt x="448" y="415"/>
                  </a:cubicBezTo>
                  <a:cubicBezTo>
                    <a:pt x="451" y="412"/>
                    <a:pt x="453" y="408"/>
                    <a:pt x="455" y="404"/>
                  </a:cubicBezTo>
                  <a:cubicBezTo>
                    <a:pt x="457" y="400"/>
                    <a:pt x="458" y="396"/>
                    <a:pt x="458" y="392"/>
                  </a:cubicBezTo>
                  <a:cubicBezTo>
                    <a:pt x="460" y="383"/>
                    <a:pt x="459" y="374"/>
                    <a:pt x="455" y="366"/>
                  </a:cubicBezTo>
                  <a:cubicBezTo>
                    <a:pt x="453" y="362"/>
                    <a:pt x="450" y="358"/>
                    <a:pt x="447" y="355"/>
                  </a:cubicBezTo>
                  <a:cubicBezTo>
                    <a:pt x="444" y="352"/>
                    <a:pt x="439" y="350"/>
                    <a:pt x="434" y="349"/>
                  </a:cubicBezTo>
                  <a:cubicBezTo>
                    <a:pt x="433" y="348"/>
                    <a:pt x="432" y="348"/>
                    <a:pt x="430" y="348"/>
                  </a:cubicBezTo>
                  <a:cubicBezTo>
                    <a:pt x="429" y="348"/>
                    <a:pt x="428" y="348"/>
                    <a:pt x="426" y="349"/>
                  </a:cubicBezTo>
                  <a:cubicBezTo>
                    <a:pt x="424" y="349"/>
                    <a:pt x="421" y="350"/>
                    <a:pt x="419" y="351"/>
                  </a:cubicBezTo>
                  <a:cubicBezTo>
                    <a:pt x="415" y="353"/>
                    <a:pt x="412" y="355"/>
                    <a:pt x="409" y="358"/>
                  </a:cubicBezTo>
                  <a:cubicBezTo>
                    <a:pt x="406" y="361"/>
                    <a:pt x="403" y="364"/>
                    <a:pt x="401" y="367"/>
                  </a:cubicBezTo>
                  <a:cubicBezTo>
                    <a:pt x="400" y="368"/>
                    <a:pt x="399" y="369"/>
                    <a:pt x="399" y="370"/>
                  </a:cubicBezTo>
                  <a:cubicBezTo>
                    <a:pt x="398" y="370"/>
                    <a:pt x="398" y="370"/>
                    <a:pt x="398" y="370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5" y="378"/>
                    <a:pt x="395" y="378"/>
                    <a:pt x="395" y="378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2"/>
                    <a:pt x="387" y="391"/>
                    <a:pt x="387" y="391"/>
                  </a:cubicBezTo>
                  <a:cubicBezTo>
                    <a:pt x="387" y="391"/>
                    <a:pt x="387" y="391"/>
                    <a:pt x="387" y="391"/>
                  </a:cubicBezTo>
                  <a:cubicBezTo>
                    <a:pt x="385" y="390"/>
                    <a:pt x="385" y="390"/>
                    <a:pt x="385" y="390"/>
                  </a:cubicBezTo>
                  <a:cubicBezTo>
                    <a:pt x="384" y="390"/>
                    <a:pt x="384" y="389"/>
                    <a:pt x="383" y="388"/>
                  </a:cubicBezTo>
                  <a:cubicBezTo>
                    <a:pt x="379" y="386"/>
                    <a:pt x="376" y="382"/>
                    <a:pt x="374" y="379"/>
                  </a:cubicBezTo>
                  <a:cubicBezTo>
                    <a:pt x="371" y="375"/>
                    <a:pt x="369" y="372"/>
                    <a:pt x="367" y="367"/>
                  </a:cubicBezTo>
                  <a:cubicBezTo>
                    <a:pt x="366" y="365"/>
                    <a:pt x="365" y="363"/>
                    <a:pt x="364" y="361"/>
                  </a:cubicBezTo>
                  <a:cubicBezTo>
                    <a:pt x="363" y="361"/>
                    <a:pt x="363" y="361"/>
                    <a:pt x="363" y="361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5" y="359"/>
                    <a:pt x="365" y="359"/>
                    <a:pt x="365" y="359"/>
                  </a:cubicBezTo>
                  <a:cubicBezTo>
                    <a:pt x="368" y="357"/>
                    <a:pt x="370" y="355"/>
                    <a:pt x="372" y="353"/>
                  </a:cubicBezTo>
                  <a:cubicBezTo>
                    <a:pt x="376" y="349"/>
                    <a:pt x="380" y="345"/>
                    <a:pt x="383" y="340"/>
                  </a:cubicBezTo>
                  <a:cubicBezTo>
                    <a:pt x="387" y="336"/>
                    <a:pt x="390" y="330"/>
                    <a:pt x="391" y="324"/>
                  </a:cubicBezTo>
                  <a:cubicBezTo>
                    <a:pt x="392" y="318"/>
                    <a:pt x="392" y="311"/>
                    <a:pt x="390" y="305"/>
                  </a:cubicBezTo>
                  <a:cubicBezTo>
                    <a:pt x="389" y="302"/>
                    <a:pt x="388" y="299"/>
                    <a:pt x="386" y="296"/>
                  </a:cubicBezTo>
                  <a:cubicBezTo>
                    <a:pt x="385" y="295"/>
                    <a:pt x="384" y="294"/>
                    <a:pt x="383" y="292"/>
                  </a:cubicBezTo>
                  <a:cubicBezTo>
                    <a:pt x="383" y="292"/>
                    <a:pt x="382" y="291"/>
                    <a:pt x="382" y="291"/>
                  </a:cubicBezTo>
                  <a:cubicBezTo>
                    <a:pt x="381" y="290"/>
                    <a:pt x="381" y="290"/>
                    <a:pt x="381" y="290"/>
                  </a:cubicBezTo>
                  <a:cubicBezTo>
                    <a:pt x="380" y="289"/>
                    <a:pt x="380" y="289"/>
                    <a:pt x="380" y="289"/>
                  </a:cubicBezTo>
                  <a:cubicBezTo>
                    <a:pt x="377" y="287"/>
                    <a:pt x="374" y="285"/>
                    <a:pt x="371" y="283"/>
                  </a:cubicBezTo>
                  <a:cubicBezTo>
                    <a:pt x="368" y="282"/>
                    <a:pt x="364" y="282"/>
                    <a:pt x="361" y="282"/>
                  </a:cubicBezTo>
                  <a:cubicBezTo>
                    <a:pt x="354" y="282"/>
                    <a:pt x="348" y="284"/>
                    <a:pt x="343" y="287"/>
                  </a:cubicBezTo>
                  <a:cubicBezTo>
                    <a:pt x="340" y="289"/>
                    <a:pt x="338" y="291"/>
                    <a:pt x="336" y="293"/>
                  </a:cubicBezTo>
                  <a:cubicBezTo>
                    <a:pt x="333" y="295"/>
                    <a:pt x="331" y="298"/>
                    <a:pt x="330" y="300"/>
                  </a:cubicBezTo>
                  <a:cubicBezTo>
                    <a:pt x="327" y="304"/>
                    <a:pt x="325" y="308"/>
                    <a:pt x="324" y="312"/>
                  </a:cubicBezTo>
                  <a:cubicBezTo>
                    <a:pt x="322" y="316"/>
                    <a:pt x="322" y="321"/>
                    <a:pt x="321" y="325"/>
                  </a:cubicBezTo>
                  <a:cubicBezTo>
                    <a:pt x="321" y="329"/>
                    <a:pt x="321" y="333"/>
                    <a:pt x="322" y="337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3" y="343"/>
                    <a:pt x="323" y="343"/>
                    <a:pt x="323" y="343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2" y="344"/>
                    <a:pt x="322" y="344"/>
                    <a:pt x="322" y="344"/>
                  </a:cubicBezTo>
                  <a:cubicBezTo>
                    <a:pt x="320" y="344"/>
                    <a:pt x="318" y="345"/>
                    <a:pt x="315" y="345"/>
                  </a:cubicBezTo>
                  <a:cubicBezTo>
                    <a:pt x="311" y="346"/>
                    <a:pt x="307" y="347"/>
                    <a:pt x="302" y="347"/>
                  </a:cubicBezTo>
                  <a:cubicBezTo>
                    <a:pt x="298" y="346"/>
                    <a:pt x="293" y="346"/>
                    <a:pt x="289" y="345"/>
                  </a:cubicBezTo>
                  <a:cubicBezTo>
                    <a:pt x="287" y="345"/>
                    <a:pt x="287" y="345"/>
                    <a:pt x="287" y="345"/>
                  </a:cubicBezTo>
                  <a:cubicBezTo>
                    <a:pt x="286" y="345"/>
                    <a:pt x="286" y="345"/>
                    <a:pt x="286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4"/>
                    <a:pt x="285" y="344"/>
                    <a:pt x="285" y="344"/>
                  </a:cubicBezTo>
                  <a:cubicBezTo>
                    <a:pt x="286" y="343"/>
                    <a:pt x="286" y="343"/>
                    <a:pt x="286" y="343"/>
                  </a:cubicBezTo>
                  <a:cubicBezTo>
                    <a:pt x="290" y="339"/>
                    <a:pt x="293" y="334"/>
                    <a:pt x="295" y="330"/>
                  </a:cubicBezTo>
                  <a:cubicBezTo>
                    <a:pt x="298" y="325"/>
                    <a:pt x="300" y="320"/>
                    <a:pt x="302" y="314"/>
                  </a:cubicBezTo>
                  <a:cubicBezTo>
                    <a:pt x="302" y="311"/>
                    <a:pt x="303" y="308"/>
                    <a:pt x="302" y="305"/>
                  </a:cubicBezTo>
                  <a:cubicBezTo>
                    <a:pt x="302" y="301"/>
                    <a:pt x="302" y="298"/>
                    <a:pt x="300" y="295"/>
                  </a:cubicBezTo>
                  <a:cubicBezTo>
                    <a:pt x="298" y="289"/>
                    <a:pt x="293" y="284"/>
                    <a:pt x="289" y="280"/>
                  </a:cubicBezTo>
                  <a:cubicBezTo>
                    <a:pt x="284" y="277"/>
                    <a:pt x="278" y="274"/>
                    <a:pt x="271" y="274"/>
                  </a:cubicBezTo>
                  <a:cubicBezTo>
                    <a:pt x="268" y="273"/>
                    <a:pt x="264" y="274"/>
                    <a:pt x="261" y="275"/>
                  </a:cubicBezTo>
                  <a:cubicBezTo>
                    <a:pt x="258" y="276"/>
                    <a:pt x="255" y="277"/>
                    <a:pt x="252" y="279"/>
                  </a:cubicBezTo>
                  <a:cubicBezTo>
                    <a:pt x="247" y="282"/>
                    <a:pt x="243" y="287"/>
                    <a:pt x="240" y="291"/>
                  </a:cubicBezTo>
                  <a:cubicBezTo>
                    <a:pt x="237" y="296"/>
                    <a:pt x="234" y="301"/>
                    <a:pt x="232" y="306"/>
                  </a:cubicBezTo>
                  <a:cubicBezTo>
                    <a:pt x="230" y="311"/>
                    <a:pt x="229" y="316"/>
                    <a:pt x="228" y="322"/>
                  </a:cubicBezTo>
                  <a:cubicBezTo>
                    <a:pt x="228" y="325"/>
                    <a:pt x="228" y="328"/>
                    <a:pt x="228" y="331"/>
                  </a:cubicBezTo>
                  <a:cubicBezTo>
                    <a:pt x="228" y="331"/>
                    <a:pt x="228" y="332"/>
                    <a:pt x="228" y="333"/>
                  </a:cubicBezTo>
                  <a:cubicBezTo>
                    <a:pt x="228" y="334"/>
                    <a:pt x="228" y="334"/>
                    <a:pt x="228" y="335"/>
                  </a:cubicBezTo>
                  <a:cubicBezTo>
                    <a:pt x="229" y="337"/>
                    <a:pt x="229" y="338"/>
                    <a:pt x="229" y="339"/>
                  </a:cubicBezTo>
                  <a:cubicBezTo>
                    <a:pt x="230" y="342"/>
                    <a:pt x="231" y="345"/>
                    <a:pt x="232" y="348"/>
                  </a:cubicBezTo>
                  <a:cubicBezTo>
                    <a:pt x="233" y="348"/>
                    <a:pt x="233" y="349"/>
                    <a:pt x="233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3" y="351"/>
                    <a:pt x="233" y="351"/>
                    <a:pt x="233" y="351"/>
                  </a:cubicBezTo>
                  <a:cubicBezTo>
                    <a:pt x="231" y="353"/>
                    <a:pt x="229" y="355"/>
                    <a:pt x="228" y="357"/>
                  </a:cubicBezTo>
                  <a:cubicBezTo>
                    <a:pt x="224" y="360"/>
                    <a:pt x="221" y="363"/>
                    <a:pt x="217" y="366"/>
                  </a:cubicBezTo>
                  <a:cubicBezTo>
                    <a:pt x="213" y="369"/>
                    <a:pt x="209" y="372"/>
                    <a:pt x="205" y="375"/>
                  </a:cubicBezTo>
                  <a:cubicBezTo>
                    <a:pt x="204" y="376"/>
                    <a:pt x="203" y="376"/>
                    <a:pt x="202" y="377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196" y="370"/>
                    <a:pt x="196" y="370"/>
                    <a:pt x="196" y="370"/>
                  </a:cubicBezTo>
                  <a:cubicBezTo>
                    <a:pt x="195" y="368"/>
                    <a:pt x="194" y="366"/>
                    <a:pt x="192" y="365"/>
                  </a:cubicBezTo>
                  <a:cubicBezTo>
                    <a:pt x="188" y="358"/>
                    <a:pt x="182" y="351"/>
                    <a:pt x="174" y="346"/>
                  </a:cubicBezTo>
                  <a:cubicBezTo>
                    <a:pt x="170" y="344"/>
                    <a:pt x="166" y="342"/>
                    <a:pt x="161" y="342"/>
                  </a:cubicBezTo>
                  <a:cubicBezTo>
                    <a:pt x="157" y="341"/>
                    <a:pt x="152" y="341"/>
                    <a:pt x="147" y="342"/>
                  </a:cubicBezTo>
                  <a:cubicBezTo>
                    <a:pt x="145" y="343"/>
                    <a:pt x="142" y="344"/>
                    <a:pt x="140" y="345"/>
                  </a:cubicBezTo>
                  <a:cubicBezTo>
                    <a:pt x="138" y="346"/>
                    <a:pt x="136" y="347"/>
                    <a:pt x="134" y="348"/>
                  </a:cubicBezTo>
                  <a:cubicBezTo>
                    <a:pt x="131" y="351"/>
                    <a:pt x="127" y="355"/>
                    <a:pt x="125" y="359"/>
                  </a:cubicBezTo>
                  <a:cubicBezTo>
                    <a:pt x="123" y="364"/>
                    <a:pt x="122" y="369"/>
                    <a:pt x="122" y="374"/>
                  </a:cubicBezTo>
                  <a:cubicBezTo>
                    <a:pt x="122" y="379"/>
                    <a:pt x="123" y="383"/>
                    <a:pt x="125" y="387"/>
                  </a:cubicBezTo>
                  <a:cubicBezTo>
                    <a:pt x="126" y="391"/>
                    <a:pt x="128" y="395"/>
                    <a:pt x="131" y="399"/>
                  </a:cubicBezTo>
                  <a:cubicBezTo>
                    <a:pt x="133" y="402"/>
                    <a:pt x="136" y="405"/>
                    <a:pt x="139" y="408"/>
                  </a:cubicBezTo>
                  <a:cubicBezTo>
                    <a:pt x="146" y="414"/>
                    <a:pt x="154" y="418"/>
                    <a:pt x="162" y="421"/>
                  </a:cubicBezTo>
                  <a:cubicBezTo>
                    <a:pt x="166" y="422"/>
                    <a:pt x="171" y="422"/>
                    <a:pt x="175" y="422"/>
                  </a:cubicBezTo>
                  <a:cubicBezTo>
                    <a:pt x="177" y="422"/>
                    <a:pt x="179" y="422"/>
                    <a:pt x="181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6" y="432"/>
                    <a:pt x="186" y="432"/>
                    <a:pt x="186" y="432"/>
                  </a:cubicBezTo>
                  <a:cubicBezTo>
                    <a:pt x="189" y="438"/>
                    <a:pt x="191" y="443"/>
                    <a:pt x="193" y="448"/>
                  </a:cubicBezTo>
                  <a:cubicBezTo>
                    <a:pt x="198" y="458"/>
                    <a:pt x="202" y="469"/>
                    <a:pt x="206" y="480"/>
                  </a:cubicBezTo>
                  <a:cubicBezTo>
                    <a:pt x="215" y="501"/>
                    <a:pt x="222" y="522"/>
                    <a:pt x="230" y="544"/>
                  </a:cubicBezTo>
                  <a:cubicBezTo>
                    <a:pt x="236" y="562"/>
                    <a:pt x="241" y="580"/>
                    <a:pt x="247" y="598"/>
                  </a:cubicBezTo>
                  <a:cubicBezTo>
                    <a:pt x="250" y="609"/>
                    <a:pt x="250" y="609"/>
                    <a:pt x="250" y="609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24" y="610"/>
                    <a:pt x="224" y="610"/>
                    <a:pt x="224" y="610"/>
                  </a:cubicBezTo>
                  <a:cubicBezTo>
                    <a:pt x="196" y="610"/>
                    <a:pt x="196" y="610"/>
                    <a:pt x="196" y="610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187" y="610"/>
                    <a:pt x="186" y="609"/>
                    <a:pt x="184" y="609"/>
                  </a:cubicBezTo>
                  <a:cubicBezTo>
                    <a:pt x="182" y="608"/>
                    <a:pt x="180" y="605"/>
                    <a:pt x="179" y="603"/>
                  </a:cubicBezTo>
                  <a:cubicBezTo>
                    <a:pt x="179" y="602"/>
                    <a:pt x="179" y="601"/>
                    <a:pt x="179" y="600"/>
                  </a:cubicBezTo>
                  <a:cubicBezTo>
                    <a:pt x="179" y="600"/>
                    <a:pt x="179" y="600"/>
                    <a:pt x="179" y="600"/>
                  </a:cubicBezTo>
                  <a:cubicBezTo>
                    <a:pt x="179" y="599"/>
                    <a:pt x="179" y="599"/>
                    <a:pt x="179" y="599"/>
                  </a:cubicBezTo>
                  <a:cubicBezTo>
                    <a:pt x="179" y="597"/>
                    <a:pt x="179" y="597"/>
                    <a:pt x="179" y="597"/>
                  </a:cubicBezTo>
                  <a:cubicBezTo>
                    <a:pt x="179" y="590"/>
                    <a:pt x="179" y="590"/>
                    <a:pt x="179" y="590"/>
                  </a:cubicBezTo>
                  <a:cubicBezTo>
                    <a:pt x="179" y="576"/>
                    <a:pt x="179" y="576"/>
                    <a:pt x="179" y="576"/>
                  </a:cubicBezTo>
                  <a:cubicBezTo>
                    <a:pt x="179" y="544"/>
                    <a:pt x="179" y="544"/>
                    <a:pt x="179" y="544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8" y="540"/>
                    <a:pt x="178" y="540"/>
                    <a:pt x="178" y="540"/>
                  </a:cubicBezTo>
                  <a:cubicBezTo>
                    <a:pt x="177" y="540"/>
                    <a:pt x="177" y="540"/>
                    <a:pt x="177" y="540"/>
                  </a:cubicBezTo>
                  <a:cubicBezTo>
                    <a:pt x="176" y="539"/>
                    <a:pt x="176" y="539"/>
                    <a:pt x="176" y="539"/>
                  </a:cubicBezTo>
                  <a:cubicBezTo>
                    <a:pt x="170" y="536"/>
                    <a:pt x="170" y="536"/>
                    <a:pt x="170" y="536"/>
                  </a:cubicBezTo>
                  <a:cubicBezTo>
                    <a:pt x="168" y="535"/>
                    <a:pt x="166" y="534"/>
                    <a:pt x="164" y="533"/>
                  </a:cubicBezTo>
                  <a:cubicBezTo>
                    <a:pt x="160" y="531"/>
                    <a:pt x="155" y="528"/>
                    <a:pt x="151" y="526"/>
                  </a:cubicBezTo>
                  <a:cubicBezTo>
                    <a:pt x="143" y="521"/>
                    <a:pt x="135" y="516"/>
                    <a:pt x="128" y="511"/>
                  </a:cubicBezTo>
                  <a:cubicBezTo>
                    <a:pt x="113" y="500"/>
                    <a:pt x="99" y="487"/>
                    <a:pt x="86" y="473"/>
                  </a:cubicBezTo>
                  <a:cubicBezTo>
                    <a:pt x="61" y="446"/>
                    <a:pt x="41" y="413"/>
                    <a:pt x="29" y="378"/>
                  </a:cubicBezTo>
                  <a:cubicBezTo>
                    <a:pt x="17" y="344"/>
                    <a:pt x="12" y="307"/>
                    <a:pt x="14" y="271"/>
                  </a:cubicBezTo>
                  <a:cubicBezTo>
                    <a:pt x="16" y="235"/>
                    <a:pt x="25" y="201"/>
                    <a:pt x="40" y="170"/>
                  </a:cubicBezTo>
                  <a:cubicBezTo>
                    <a:pt x="54" y="139"/>
                    <a:pt x="74" y="111"/>
                    <a:pt x="97" y="89"/>
                  </a:cubicBezTo>
                  <a:cubicBezTo>
                    <a:pt x="120" y="66"/>
                    <a:pt x="147" y="48"/>
                    <a:pt x="174" y="35"/>
                  </a:cubicBezTo>
                  <a:cubicBezTo>
                    <a:pt x="198" y="24"/>
                    <a:pt x="220" y="18"/>
                    <a:pt x="237" y="14"/>
                  </a:cubicBezTo>
                  <a:cubicBezTo>
                    <a:pt x="255" y="10"/>
                    <a:pt x="268" y="9"/>
                    <a:pt x="278" y="8"/>
                  </a:cubicBezTo>
                  <a:cubicBezTo>
                    <a:pt x="283" y="8"/>
                    <a:pt x="287" y="8"/>
                    <a:pt x="290" y="8"/>
                  </a:cubicBezTo>
                  <a:cubicBezTo>
                    <a:pt x="293" y="7"/>
                    <a:pt x="295" y="7"/>
                    <a:pt x="296" y="7"/>
                  </a:cubicBezTo>
                  <a:cubicBezTo>
                    <a:pt x="298" y="7"/>
                    <a:pt x="296" y="6"/>
                    <a:pt x="291" y="6"/>
                  </a:cubicBezTo>
                  <a:cubicBezTo>
                    <a:pt x="286" y="6"/>
                    <a:pt x="277" y="5"/>
                    <a:pt x="266" y="6"/>
                  </a:cubicBezTo>
                  <a:cubicBezTo>
                    <a:pt x="254" y="7"/>
                    <a:pt x="239" y="8"/>
                    <a:pt x="222" y="12"/>
                  </a:cubicBezTo>
                  <a:cubicBezTo>
                    <a:pt x="205" y="16"/>
                    <a:pt x="186" y="22"/>
                    <a:pt x="165" y="32"/>
                  </a:cubicBezTo>
                  <a:cubicBezTo>
                    <a:pt x="145" y="42"/>
                    <a:pt x="123" y="56"/>
                    <a:pt x="102" y="74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22" y="55"/>
                    <a:pt x="141" y="43"/>
                    <a:pt x="157" y="34"/>
                  </a:cubicBezTo>
                  <a:cubicBezTo>
                    <a:pt x="173" y="26"/>
                    <a:pt x="186" y="20"/>
                    <a:pt x="196" y="17"/>
                  </a:cubicBezTo>
                  <a:cubicBezTo>
                    <a:pt x="206" y="13"/>
                    <a:pt x="213" y="11"/>
                    <a:pt x="218" y="10"/>
                  </a:cubicBezTo>
                  <a:cubicBezTo>
                    <a:pt x="222" y="8"/>
                    <a:pt x="225" y="8"/>
                    <a:pt x="225" y="7"/>
                  </a:cubicBezTo>
                  <a:cubicBezTo>
                    <a:pt x="227" y="6"/>
                    <a:pt x="223" y="7"/>
                    <a:pt x="220" y="7"/>
                  </a:cubicBezTo>
                  <a:cubicBezTo>
                    <a:pt x="217" y="8"/>
                    <a:pt x="215" y="7"/>
                    <a:pt x="221" y="5"/>
                  </a:cubicBezTo>
                  <a:cubicBezTo>
                    <a:pt x="194" y="12"/>
                    <a:pt x="168" y="23"/>
                    <a:pt x="144" y="37"/>
                  </a:cubicBezTo>
                  <a:cubicBezTo>
                    <a:pt x="120" y="51"/>
                    <a:pt x="98" y="69"/>
                    <a:pt x="78" y="89"/>
                  </a:cubicBezTo>
                  <a:cubicBezTo>
                    <a:pt x="59" y="110"/>
                    <a:pt x="43" y="133"/>
                    <a:pt x="30" y="158"/>
                  </a:cubicBezTo>
                  <a:cubicBezTo>
                    <a:pt x="18" y="183"/>
                    <a:pt x="9" y="210"/>
                    <a:pt x="4" y="237"/>
                  </a:cubicBezTo>
                  <a:cubicBezTo>
                    <a:pt x="3" y="244"/>
                    <a:pt x="1" y="253"/>
                    <a:pt x="1" y="263"/>
                  </a:cubicBezTo>
                  <a:cubicBezTo>
                    <a:pt x="0" y="272"/>
                    <a:pt x="0" y="283"/>
                    <a:pt x="0" y="293"/>
                  </a:cubicBezTo>
                  <a:cubicBezTo>
                    <a:pt x="0" y="304"/>
                    <a:pt x="1" y="314"/>
                    <a:pt x="2" y="324"/>
                  </a:cubicBezTo>
                  <a:cubicBezTo>
                    <a:pt x="3" y="334"/>
                    <a:pt x="5" y="342"/>
                    <a:pt x="6" y="349"/>
                  </a:cubicBezTo>
                  <a:cubicBezTo>
                    <a:pt x="12" y="376"/>
                    <a:pt x="22" y="402"/>
                    <a:pt x="35" y="426"/>
                  </a:cubicBezTo>
                  <a:cubicBezTo>
                    <a:pt x="48" y="450"/>
                    <a:pt x="64" y="472"/>
                    <a:pt x="83" y="491"/>
                  </a:cubicBezTo>
                  <a:cubicBezTo>
                    <a:pt x="102" y="510"/>
                    <a:pt x="124" y="527"/>
                    <a:pt x="148" y="540"/>
                  </a:cubicBezTo>
                  <a:cubicBezTo>
                    <a:pt x="151" y="542"/>
                    <a:pt x="154" y="544"/>
                    <a:pt x="157" y="545"/>
                  </a:cubicBezTo>
                  <a:cubicBezTo>
                    <a:pt x="161" y="547"/>
                    <a:pt x="161" y="547"/>
                    <a:pt x="161" y="547"/>
                  </a:cubicBezTo>
                  <a:cubicBezTo>
                    <a:pt x="164" y="549"/>
                    <a:pt x="164" y="549"/>
                    <a:pt x="164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51"/>
                    <a:pt x="165" y="551"/>
                    <a:pt x="165" y="551"/>
                  </a:cubicBezTo>
                  <a:cubicBezTo>
                    <a:pt x="165" y="561"/>
                    <a:pt x="165" y="561"/>
                    <a:pt x="165" y="561"/>
                  </a:cubicBezTo>
                  <a:cubicBezTo>
                    <a:pt x="165" y="601"/>
                    <a:pt x="165" y="601"/>
                    <a:pt x="165" y="601"/>
                  </a:cubicBezTo>
                  <a:cubicBezTo>
                    <a:pt x="165" y="605"/>
                    <a:pt x="167" y="610"/>
                    <a:pt x="169" y="614"/>
                  </a:cubicBezTo>
                  <a:cubicBezTo>
                    <a:pt x="172" y="618"/>
                    <a:pt x="176" y="621"/>
                    <a:pt x="180" y="622"/>
                  </a:cubicBezTo>
                  <a:cubicBezTo>
                    <a:pt x="180" y="622"/>
                    <a:pt x="180" y="622"/>
                    <a:pt x="181" y="622"/>
                  </a:cubicBezTo>
                  <a:cubicBezTo>
                    <a:pt x="176" y="623"/>
                    <a:pt x="172" y="626"/>
                    <a:pt x="169" y="629"/>
                  </a:cubicBezTo>
                  <a:cubicBezTo>
                    <a:pt x="166" y="633"/>
                    <a:pt x="164" y="637"/>
                    <a:pt x="164" y="641"/>
                  </a:cubicBezTo>
                  <a:cubicBezTo>
                    <a:pt x="163" y="646"/>
                    <a:pt x="163" y="650"/>
                    <a:pt x="165" y="654"/>
                  </a:cubicBezTo>
                  <a:cubicBezTo>
                    <a:pt x="166" y="658"/>
                    <a:pt x="169" y="662"/>
                    <a:pt x="172" y="665"/>
                  </a:cubicBezTo>
                  <a:cubicBezTo>
                    <a:pt x="174" y="667"/>
                    <a:pt x="176" y="668"/>
                    <a:pt x="178" y="669"/>
                  </a:cubicBezTo>
                  <a:cubicBezTo>
                    <a:pt x="181" y="670"/>
                    <a:pt x="183" y="670"/>
                    <a:pt x="185" y="670"/>
                  </a:cubicBezTo>
                  <a:cubicBezTo>
                    <a:pt x="205" y="670"/>
                    <a:pt x="205" y="670"/>
                    <a:pt x="205" y="670"/>
                  </a:cubicBezTo>
                  <a:cubicBezTo>
                    <a:pt x="244" y="670"/>
                    <a:pt x="244" y="670"/>
                    <a:pt x="244" y="670"/>
                  </a:cubicBezTo>
                  <a:cubicBezTo>
                    <a:pt x="268" y="670"/>
                    <a:pt x="268" y="670"/>
                    <a:pt x="268" y="670"/>
                  </a:cubicBezTo>
                  <a:cubicBezTo>
                    <a:pt x="232" y="670"/>
                    <a:pt x="232" y="670"/>
                    <a:pt x="232" y="670"/>
                  </a:cubicBezTo>
                  <a:cubicBezTo>
                    <a:pt x="192" y="670"/>
                    <a:pt x="192" y="670"/>
                    <a:pt x="192" y="670"/>
                  </a:cubicBezTo>
                  <a:cubicBezTo>
                    <a:pt x="188" y="670"/>
                    <a:pt x="188" y="670"/>
                    <a:pt x="188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3" y="671"/>
                    <a:pt x="181" y="671"/>
                  </a:cubicBezTo>
                  <a:cubicBezTo>
                    <a:pt x="177" y="672"/>
                    <a:pt x="172" y="674"/>
                    <a:pt x="169" y="678"/>
                  </a:cubicBezTo>
                  <a:cubicBezTo>
                    <a:pt x="166" y="681"/>
                    <a:pt x="164" y="686"/>
                    <a:pt x="164" y="690"/>
                  </a:cubicBezTo>
                  <a:cubicBezTo>
                    <a:pt x="163" y="694"/>
                    <a:pt x="163" y="699"/>
                    <a:pt x="165" y="703"/>
                  </a:cubicBezTo>
                  <a:cubicBezTo>
                    <a:pt x="166" y="707"/>
                    <a:pt x="169" y="711"/>
                    <a:pt x="172" y="714"/>
                  </a:cubicBezTo>
                  <a:cubicBezTo>
                    <a:pt x="174" y="715"/>
                    <a:pt x="176" y="717"/>
                    <a:pt x="178" y="717"/>
                  </a:cubicBezTo>
                  <a:cubicBezTo>
                    <a:pt x="181" y="718"/>
                    <a:pt x="183" y="719"/>
                    <a:pt x="18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44" y="719"/>
                    <a:pt x="244" y="719"/>
                    <a:pt x="244" y="719"/>
                  </a:cubicBezTo>
                  <a:cubicBezTo>
                    <a:pt x="265" y="719"/>
                    <a:pt x="265" y="719"/>
                    <a:pt x="26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193" y="719"/>
                    <a:pt x="193" y="719"/>
                    <a:pt x="193" y="719"/>
                  </a:cubicBezTo>
                  <a:cubicBezTo>
                    <a:pt x="187" y="719"/>
                    <a:pt x="187" y="719"/>
                    <a:pt x="187" y="719"/>
                  </a:cubicBezTo>
                  <a:cubicBezTo>
                    <a:pt x="186" y="719"/>
                    <a:pt x="186" y="719"/>
                    <a:pt x="186" y="719"/>
                  </a:cubicBezTo>
                  <a:cubicBezTo>
                    <a:pt x="185" y="719"/>
                    <a:pt x="185" y="719"/>
                    <a:pt x="185" y="719"/>
                  </a:cubicBezTo>
                  <a:cubicBezTo>
                    <a:pt x="184" y="719"/>
                    <a:pt x="184" y="719"/>
                    <a:pt x="184" y="719"/>
                  </a:cubicBezTo>
                  <a:cubicBezTo>
                    <a:pt x="182" y="719"/>
                    <a:pt x="181" y="719"/>
                    <a:pt x="179" y="720"/>
                  </a:cubicBezTo>
                  <a:cubicBezTo>
                    <a:pt x="174" y="722"/>
                    <a:pt x="169" y="726"/>
                    <a:pt x="167" y="730"/>
                  </a:cubicBezTo>
                  <a:cubicBezTo>
                    <a:pt x="164" y="735"/>
                    <a:pt x="163" y="740"/>
                    <a:pt x="163" y="746"/>
                  </a:cubicBezTo>
                  <a:cubicBezTo>
                    <a:pt x="164" y="751"/>
                    <a:pt x="166" y="756"/>
                    <a:pt x="169" y="760"/>
                  </a:cubicBezTo>
                  <a:cubicBezTo>
                    <a:pt x="171" y="762"/>
                    <a:pt x="173" y="764"/>
                    <a:pt x="176" y="765"/>
                  </a:cubicBezTo>
                  <a:cubicBezTo>
                    <a:pt x="179" y="766"/>
                    <a:pt x="181" y="767"/>
                    <a:pt x="184" y="767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22" y="805"/>
                    <a:pt x="222" y="805"/>
                    <a:pt x="222" y="805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5" y="810"/>
                    <a:pt x="225" y="810"/>
                    <a:pt x="225" y="810"/>
                  </a:cubicBezTo>
                  <a:cubicBezTo>
                    <a:pt x="225" y="810"/>
                    <a:pt x="225" y="811"/>
                    <a:pt x="225" y="811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9" y="815"/>
                    <a:pt x="229" y="815"/>
                    <a:pt x="229" y="815"/>
                  </a:cubicBezTo>
                  <a:cubicBezTo>
                    <a:pt x="230" y="817"/>
                    <a:pt x="231" y="818"/>
                    <a:pt x="232" y="820"/>
                  </a:cubicBezTo>
                  <a:cubicBezTo>
                    <a:pt x="234" y="821"/>
                    <a:pt x="235" y="822"/>
                    <a:pt x="236" y="824"/>
                  </a:cubicBezTo>
                  <a:cubicBezTo>
                    <a:pt x="238" y="825"/>
                    <a:pt x="239" y="826"/>
                    <a:pt x="241" y="828"/>
                  </a:cubicBezTo>
                  <a:cubicBezTo>
                    <a:pt x="242" y="828"/>
                    <a:pt x="243" y="829"/>
                    <a:pt x="245" y="830"/>
                  </a:cubicBezTo>
                  <a:cubicBezTo>
                    <a:pt x="246" y="830"/>
                    <a:pt x="247" y="830"/>
                    <a:pt x="247" y="830"/>
                  </a:cubicBezTo>
                  <a:cubicBezTo>
                    <a:pt x="249" y="831"/>
                    <a:pt x="249" y="831"/>
                    <a:pt x="249" y="831"/>
                  </a:cubicBezTo>
                  <a:cubicBezTo>
                    <a:pt x="250" y="831"/>
                    <a:pt x="252" y="831"/>
                    <a:pt x="254" y="831"/>
                  </a:cubicBezTo>
                  <a:cubicBezTo>
                    <a:pt x="268" y="833"/>
                    <a:pt x="282" y="834"/>
                    <a:pt x="296" y="834"/>
                  </a:cubicBezTo>
                  <a:cubicBezTo>
                    <a:pt x="303" y="835"/>
                    <a:pt x="310" y="835"/>
                    <a:pt x="318" y="834"/>
                  </a:cubicBezTo>
                  <a:cubicBezTo>
                    <a:pt x="321" y="834"/>
                    <a:pt x="325" y="834"/>
                    <a:pt x="329" y="833"/>
                  </a:cubicBezTo>
                  <a:cubicBezTo>
                    <a:pt x="331" y="833"/>
                    <a:pt x="332" y="832"/>
                    <a:pt x="334" y="832"/>
                  </a:cubicBezTo>
                  <a:cubicBezTo>
                    <a:pt x="335" y="832"/>
                    <a:pt x="336" y="831"/>
                    <a:pt x="337" y="831"/>
                  </a:cubicBezTo>
                  <a:cubicBezTo>
                    <a:pt x="338" y="831"/>
                    <a:pt x="338" y="831"/>
                    <a:pt x="339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2" y="829"/>
                    <a:pt x="342" y="829"/>
                    <a:pt x="343" y="829"/>
                  </a:cubicBezTo>
                  <a:cubicBezTo>
                    <a:pt x="342" y="829"/>
                    <a:pt x="342" y="829"/>
                    <a:pt x="341" y="829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39" y="830"/>
                    <a:pt x="339" y="830"/>
                    <a:pt x="339" y="830"/>
                  </a:cubicBezTo>
                  <a:cubicBezTo>
                    <a:pt x="338" y="831"/>
                    <a:pt x="338" y="831"/>
                    <a:pt x="337" y="831"/>
                  </a:cubicBezTo>
                  <a:cubicBezTo>
                    <a:pt x="336" y="831"/>
                    <a:pt x="335" y="832"/>
                    <a:pt x="334" y="832"/>
                  </a:cubicBezTo>
                  <a:cubicBezTo>
                    <a:pt x="332" y="832"/>
                    <a:pt x="330" y="833"/>
                    <a:pt x="329" y="833"/>
                  </a:cubicBezTo>
                  <a:cubicBezTo>
                    <a:pt x="325" y="834"/>
                    <a:pt x="321" y="834"/>
                    <a:pt x="317" y="834"/>
                  </a:cubicBezTo>
                  <a:cubicBezTo>
                    <a:pt x="310" y="834"/>
                    <a:pt x="303" y="834"/>
                    <a:pt x="296" y="834"/>
                  </a:cubicBezTo>
                  <a:cubicBezTo>
                    <a:pt x="282" y="834"/>
                    <a:pt x="268" y="833"/>
                    <a:pt x="254" y="831"/>
                  </a:cubicBezTo>
                  <a:cubicBezTo>
                    <a:pt x="252" y="831"/>
                    <a:pt x="250" y="830"/>
                    <a:pt x="248" y="830"/>
                  </a:cubicBezTo>
                  <a:cubicBezTo>
                    <a:pt x="247" y="830"/>
                    <a:pt x="247" y="830"/>
                    <a:pt x="247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5" y="829"/>
                    <a:pt x="245" y="829"/>
                    <a:pt x="245" y="829"/>
                  </a:cubicBezTo>
                  <a:cubicBezTo>
                    <a:pt x="243" y="829"/>
                    <a:pt x="242" y="828"/>
                    <a:pt x="241" y="827"/>
                  </a:cubicBezTo>
                  <a:cubicBezTo>
                    <a:pt x="239" y="826"/>
                    <a:pt x="238" y="825"/>
                    <a:pt x="236" y="823"/>
                  </a:cubicBezTo>
                  <a:cubicBezTo>
                    <a:pt x="235" y="822"/>
                    <a:pt x="234" y="821"/>
                    <a:pt x="232" y="819"/>
                  </a:cubicBezTo>
                  <a:cubicBezTo>
                    <a:pt x="231" y="818"/>
                    <a:pt x="230" y="817"/>
                    <a:pt x="229" y="815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5" y="811"/>
                    <a:pt x="225" y="811"/>
                    <a:pt x="225" y="811"/>
                  </a:cubicBezTo>
                  <a:cubicBezTo>
                    <a:pt x="225" y="810"/>
                    <a:pt x="225" y="810"/>
                    <a:pt x="225" y="809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3" y="805"/>
                    <a:pt x="223" y="805"/>
                    <a:pt x="223" y="805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194" y="767"/>
                    <a:pt x="194" y="767"/>
                    <a:pt x="194" y="767"/>
                  </a:cubicBezTo>
                  <a:cubicBezTo>
                    <a:pt x="187" y="767"/>
                    <a:pt x="187" y="767"/>
                    <a:pt x="187" y="767"/>
                  </a:cubicBezTo>
                  <a:cubicBezTo>
                    <a:pt x="186" y="767"/>
                    <a:pt x="184" y="767"/>
                    <a:pt x="182" y="767"/>
                  </a:cubicBezTo>
                  <a:cubicBezTo>
                    <a:pt x="180" y="766"/>
                    <a:pt x="178" y="766"/>
                    <a:pt x="177" y="765"/>
                  </a:cubicBezTo>
                  <a:cubicBezTo>
                    <a:pt x="171" y="762"/>
                    <a:pt x="166" y="756"/>
                    <a:pt x="165" y="750"/>
                  </a:cubicBezTo>
                  <a:cubicBezTo>
                    <a:pt x="163" y="744"/>
                    <a:pt x="164" y="737"/>
                    <a:pt x="167" y="731"/>
                  </a:cubicBezTo>
                  <a:cubicBezTo>
                    <a:pt x="166" y="732"/>
                    <a:pt x="166" y="733"/>
                    <a:pt x="166" y="733"/>
                  </a:cubicBezTo>
                  <a:cubicBezTo>
                    <a:pt x="166" y="733"/>
                    <a:pt x="167" y="733"/>
                    <a:pt x="167" y="731"/>
                  </a:cubicBezTo>
                  <a:cubicBezTo>
                    <a:pt x="164" y="737"/>
                    <a:pt x="164" y="743"/>
                    <a:pt x="165" y="749"/>
                  </a:cubicBezTo>
                  <a:cubicBezTo>
                    <a:pt x="167" y="755"/>
                    <a:pt x="171" y="761"/>
                    <a:pt x="177" y="764"/>
                  </a:cubicBezTo>
                  <a:cubicBezTo>
                    <a:pt x="178" y="765"/>
                    <a:pt x="180" y="765"/>
                    <a:pt x="182" y="766"/>
                  </a:cubicBezTo>
                  <a:cubicBezTo>
                    <a:pt x="183" y="766"/>
                    <a:pt x="183" y="766"/>
                    <a:pt x="184" y="766"/>
                  </a:cubicBezTo>
                  <a:cubicBezTo>
                    <a:pt x="185" y="766"/>
                    <a:pt x="185" y="766"/>
                    <a:pt x="185" y="766"/>
                  </a:cubicBezTo>
                  <a:cubicBezTo>
                    <a:pt x="186" y="766"/>
                    <a:pt x="186" y="766"/>
                    <a:pt x="186" y="766"/>
                  </a:cubicBezTo>
                  <a:cubicBezTo>
                    <a:pt x="194" y="766"/>
                    <a:pt x="194" y="766"/>
                    <a:pt x="194" y="766"/>
                  </a:cubicBezTo>
                  <a:cubicBezTo>
                    <a:pt x="205" y="766"/>
                    <a:pt x="205" y="766"/>
                    <a:pt x="205" y="766"/>
                  </a:cubicBezTo>
                  <a:cubicBezTo>
                    <a:pt x="221" y="800"/>
                    <a:pt x="221" y="800"/>
                    <a:pt x="221" y="800"/>
                  </a:cubicBezTo>
                  <a:cubicBezTo>
                    <a:pt x="224" y="805"/>
                    <a:pt x="224" y="805"/>
                    <a:pt x="224" y="805"/>
                  </a:cubicBezTo>
                  <a:cubicBezTo>
                    <a:pt x="225" y="807"/>
                    <a:pt x="225" y="807"/>
                    <a:pt x="225" y="807"/>
                  </a:cubicBezTo>
                  <a:cubicBezTo>
                    <a:pt x="225" y="808"/>
                    <a:pt x="225" y="808"/>
                    <a:pt x="225" y="808"/>
                  </a:cubicBezTo>
                  <a:cubicBezTo>
                    <a:pt x="226" y="809"/>
                    <a:pt x="226" y="809"/>
                    <a:pt x="226" y="809"/>
                  </a:cubicBezTo>
                  <a:cubicBezTo>
                    <a:pt x="226" y="809"/>
                    <a:pt x="226" y="810"/>
                    <a:pt x="226" y="810"/>
                  </a:cubicBezTo>
                  <a:cubicBezTo>
                    <a:pt x="228" y="812"/>
                    <a:pt x="228" y="812"/>
                    <a:pt x="228" y="812"/>
                  </a:cubicBezTo>
                  <a:cubicBezTo>
                    <a:pt x="230" y="815"/>
                    <a:pt x="230" y="815"/>
                    <a:pt x="230" y="815"/>
                  </a:cubicBezTo>
                  <a:cubicBezTo>
                    <a:pt x="231" y="816"/>
                    <a:pt x="232" y="817"/>
                    <a:pt x="233" y="819"/>
                  </a:cubicBezTo>
                  <a:cubicBezTo>
                    <a:pt x="234" y="820"/>
                    <a:pt x="236" y="821"/>
                    <a:pt x="237" y="823"/>
                  </a:cubicBezTo>
                  <a:cubicBezTo>
                    <a:pt x="238" y="824"/>
                    <a:pt x="240" y="825"/>
                    <a:pt x="242" y="827"/>
                  </a:cubicBezTo>
                  <a:cubicBezTo>
                    <a:pt x="243" y="827"/>
                    <a:pt x="244" y="828"/>
                    <a:pt x="245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7" y="829"/>
                    <a:pt x="247" y="829"/>
                    <a:pt x="247" y="829"/>
                  </a:cubicBezTo>
                  <a:cubicBezTo>
                    <a:pt x="249" y="829"/>
                    <a:pt x="249" y="829"/>
                    <a:pt x="249" y="829"/>
                  </a:cubicBezTo>
                  <a:cubicBezTo>
                    <a:pt x="250" y="830"/>
                    <a:pt x="252" y="830"/>
                    <a:pt x="254" y="830"/>
                  </a:cubicBezTo>
                  <a:cubicBezTo>
                    <a:pt x="268" y="832"/>
                    <a:pt x="282" y="833"/>
                    <a:pt x="296" y="834"/>
                  </a:cubicBezTo>
                  <a:cubicBezTo>
                    <a:pt x="303" y="834"/>
                    <a:pt x="310" y="834"/>
                    <a:pt x="317" y="833"/>
                  </a:cubicBezTo>
                  <a:cubicBezTo>
                    <a:pt x="321" y="833"/>
                    <a:pt x="325" y="833"/>
                    <a:pt x="328" y="832"/>
                  </a:cubicBezTo>
                  <a:cubicBezTo>
                    <a:pt x="330" y="832"/>
                    <a:pt x="332" y="831"/>
                    <a:pt x="334" y="831"/>
                  </a:cubicBezTo>
                  <a:cubicBezTo>
                    <a:pt x="335" y="831"/>
                    <a:pt x="336" y="830"/>
                    <a:pt x="337" y="830"/>
                  </a:cubicBezTo>
                  <a:cubicBezTo>
                    <a:pt x="337" y="830"/>
                    <a:pt x="338" y="830"/>
                    <a:pt x="338" y="829"/>
                  </a:cubicBezTo>
                  <a:cubicBezTo>
                    <a:pt x="339" y="829"/>
                    <a:pt x="339" y="829"/>
                    <a:pt x="339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1" y="828"/>
                    <a:pt x="341" y="828"/>
                    <a:pt x="341" y="828"/>
                  </a:cubicBezTo>
                  <a:cubicBezTo>
                    <a:pt x="342" y="828"/>
                    <a:pt x="342" y="828"/>
                    <a:pt x="343" y="827"/>
                  </a:cubicBezTo>
                  <a:cubicBezTo>
                    <a:pt x="344" y="827"/>
                    <a:pt x="345" y="826"/>
                    <a:pt x="346" y="826"/>
                  </a:cubicBezTo>
                  <a:cubicBezTo>
                    <a:pt x="346" y="827"/>
                    <a:pt x="346" y="827"/>
                    <a:pt x="346" y="827"/>
                  </a:cubicBezTo>
                  <a:cubicBezTo>
                    <a:pt x="352" y="823"/>
                    <a:pt x="357" y="817"/>
                    <a:pt x="360" y="812"/>
                  </a:cubicBezTo>
                  <a:cubicBezTo>
                    <a:pt x="369" y="796"/>
                    <a:pt x="369" y="796"/>
                    <a:pt x="369" y="796"/>
                  </a:cubicBezTo>
                  <a:cubicBezTo>
                    <a:pt x="377" y="780"/>
                    <a:pt x="377" y="780"/>
                    <a:pt x="377" y="780"/>
                  </a:cubicBezTo>
                  <a:cubicBezTo>
                    <a:pt x="382" y="772"/>
                    <a:pt x="382" y="772"/>
                    <a:pt x="382" y="772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5" y="768"/>
                    <a:pt x="385" y="768"/>
                    <a:pt x="385" y="768"/>
                  </a:cubicBezTo>
                  <a:cubicBezTo>
                    <a:pt x="391" y="768"/>
                    <a:pt x="391" y="768"/>
                    <a:pt x="391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7" y="768"/>
                    <a:pt x="397" y="768"/>
                    <a:pt x="397" y="768"/>
                  </a:cubicBezTo>
                  <a:cubicBezTo>
                    <a:pt x="398" y="768"/>
                    <a:pt x="398" y="768"/>
                    <a:pt x="399" y="768"/>
                  </a:cubicBezTo>
                  <a:cubicBezTo>
                    <a:pt x="400" y="768"/>
                    <a:pt x="401" y="768"/>
                    <a:pt x="402" y="767"/>
                  </a:cubicBezTo>
                  <a:cubicBezTo>
                    <a:pt x="406" y="766"/>
                    <a:pt x="409" y="764"/>
                    <a:pt x="412" y="761"/>
                  </a:cubicBezTo>
                  <a:cubicBezTo>
                    <a:pt x="416" y="756"/>
                    <a:pt x="418" y="749"/>
                    <a:pt x="418" y="744"/>
                  </a:cubicBezTo>
                  <a:cubicBezTo>
                    <a:pt x="417" y="748"/>
                    <a:pt x="416" y="753"/>
                    <a:pt x="414" y="757"/>
                  </a:cubicBezTo>
                  <a:cubicBezTo>
                    <a:pt x="411" y="761"/>
                    <a:pt x="407" y="764"/>
                    <a:pt x="402" y="765"/>
                  </a:cubicBezTo>
                  <a:cubicBezTo>
                    <a:pt x="401" y="766"/>
                    <a:pt x="400" y="766"/>
                    <a:pt x="399" y="766"/>
                  </a:cubicBezTo>
                  <a:cubicBezTo>
                    <a:pt x="398" y="766"/>
                    <a:pt x="397" y="766"/>
                    <a:pt x="397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85" y="766"/>
                    <a:pt x="385" y="766"/>
                    <a:pt x="385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2" y="767"/>
                    <a:pt x="382" y="767"/>
                    <a:pt x="382" y="767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75" y="780"/>
                    <a:pt x="375" y="780"/>
                    <a:pt x="375" y="780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61" y="805"/>
                    <a:pt x="361" y="805"/>
                    <a:pt x="361" y="805"/>
                  </a:cubicBezTo>
                  <a:cubicBezTo>
                    <a:pt x="359" y="809"/>
                    <a:pt x="359" y="809"/>
                    <a:pt x="359" y="809"/>
                  </a:cubicBezTo>
                  <a:cubicBezTo>
                    <a:pt x="358" y="811"/>
                    <a:pt x="357" y="812"/>
                    <a:pt x="356" y="814"/>
                  </a:cubicBezTo>
                  <a:cubicBezTo>
                    <a:pt x="354" y="816"/>
                    <a:pt x="352" y="819"/>
                    <a:pt x="349" y="822"/>
                  </a:cubicBezTo>
                  <a:cubicBezTo>
                    <a:pt x="346" y="824"/>
                    <a:pt x="343" y="826"/>
                    <a:pt x="339" y="828"/>
                  </a:cubicBezTo>
                  <a:cubicBezTo>
                    <a:pt x="339" y="828"/>
                    <a:pt x="339" y="828"/>
                    <a:pt x="339" y="828"/>
                  </a:cubicBezTo>
                  <a:cubicBezTo>
                    <a:pt x="336" y="829"/>
                    <a:pt x="333" y="830"/>
                    <a:pt x="330" y="830"/>
                  </a:cubicBezTo>
                  <a:cubicBezTo>
                    <a:pt x="327" y="831"/>
                    <a:pt x="324" y="831"/>
                    <a:pt x="321" y="831"/>
                  </a:cubicBezTo>
                  <a:cubicBezTo>
                    <a:pt x="315" y="832"/>
                    <a:pt x="309" y="832"/>
                    <a:pt x="303" y="832"/>
                  </a:cubicBezTo>
                  <a:cubicBezTo>
                    <a:pt x="291" y="832"/>
                    <a:pt x="279" y="831"/>
                    <a:pt x="267" y="830"/>
                  </a:cubicBezTo>
                  <a:cubicBezTo>
                    <a:pt x="261" y="829"/>
                    <a:pt x="255" y="829"/>
                    <a:pt x="249" y="828"/>
                  </a:cubicBezTo>
                  <a:cubicBezTo>
                    <a:pt x="248" y="828"/>
                    <a:pt x="247" y="828"/>
                    <a:pt x="246" y="827"/>
                  </a:cubicBezTo>
                  <a:cubicBezTo>
                    <a:pt x="245" y="827"/>
                    <a:pt x="244" y="826"/>
                    <a:pt x="243" y="826"/>
                  </a:cubicBezTo>
                  <a:cubicBezTo>
                    <a:pt x="241" y="825"/>
                    <a:pt x="240" y="824"/>
                    <a:pt x="239" y="823"/>
                  </a:cubicBezTo>
                  <a:cubicBezTo>
                    <a:pt x="238" y="822"/>
                    <a:pt x="237" y="820"/>
                    <a:pt x="236" y="819"/>
                  </a:cubicBezTo>
                  <a:cubicBezTo>
                    <a:pt x="240" y="823"/>
                    <a:pt x="246" y="827"/>
                    <a:pt x="253" y="828"/>
                  </a:cubicBezTo>
                  <a:cubicBezTo>
                    <a:pt x="263" y="829"/>
                    <a:pt x="273" y="830"/>
                    <a:pt x="283" y="831"/>
                  </a:cubicBezTo>
                  <a:cubicBezTo>
                    <a:pt x="292" y="831"/>
                    <a:pt x="302" y="832"/>
                    <a:pt x="311" y="832"/>
                  </a:cubicBezTo>
                  <a:cubicBezTo>
                    <a:pt x="316" y="832"/>
                    <a:pt x="321" y="831"/>
                    <a:pt x="325" y="831"/>
                  </a:cubicBezTo>
                  <a:cubicBezTo>
                    <a:pt x="330" y="830"/>
                    <a:pt x="335" y="829"/>
                    <a:pt x="339" y="827"/>
                  </a:cubicBezTo>
                  <a:cubicBezTo>
                    <a:pt x="339" y="827"/>
                    <a:pt x="339" y="827"/>
                    <a:pt x="339" y="827"/>
                  </a:cubicBezTo>
                  <a:cubicBezTo>
                    <a:pt x="343" y="826"/>
                    <a:pt x="346" y="824"/>
                    <a:pt x="349" y="821"/>
                  </a:cubicBezTo>
                  <a:cubicBezTo>
                    <a:pt x="352" y="819"/>
                    <a:pt x="354" y="816"/>
                    <a:pt x="356" y="813"/>
                  </a:cubicBezTo>
                  <a:cubicBezTo>
                    <a:pt x="357" y="812"/>
                    <a:pt x="358" y="810"/>
                    <a:pt x="359" y="809"/>
                  </a:cubicBezTo>
                  <a:cubicBezTo>
                    <a:pt x="361" y="804"/>
                    <a:pt x="361" y="804"/>
                    <a:pt x="361" y="804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75" y="779"/>
                    <a:pt x="375" y="779"/>
                    <a:pt x="375" y="779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81" y="767"/>
                    <a:pt x="381" y="767"/>
                    <a:pt x="381" y="767"/>
                  </a:cubicBezTo>
                  <a:cubicBezTo>
                    <a:pt x="382" y="765"/>
                    <a:pt x="382" y="765"/>
                    <a:pt x="382" y="765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7" y="766"/>
                    <a:pt x="397" y="766"/>
                    <a:pt x="397" y="766"/>
                  </a:cubicBezTo>
                  <a:cubicBezTo>
                    <a:pt x="397" y="766"/>
                    <a:pt x="398" y="766"/>
                    <a:pt x="398" y="765"/>
                  </a:cubicBezTo>
                  <a:cubicBezTo>
                    <a:pt x="400" y="765"/>
                    <a:pt x="401" y="765"/>
                    <a:pt x="402" y="765"/>
                  </a:cubicBezTo>
                  <a:cubicBezTo>
                    <a:pt x="407" y="763"/>
                    <a:pt x="410" y="760"/>
                    <a:pt x="413" y="756"/>
                  </a:cubicBezTo>
                  <a:cubicBezTo>
                    <a:pt x="415" y="752"/>
                    <a:pt x="417" y="748"/>
                    <a:pt x="417" y="743"/>
                  </a:cubicBezTo>
                  <a:cubicBezTo>
                    <a:pt x="417" y="740"/>
                    <a:pt x="416" y="737"/>
                    <a:pt x="415" y="734"/>
                  </a:cubicBezTo>
                  <a:cubicBezTo>
                    <a:pt x="413" y="730"/>
                    <a:pt x="410" y="727"/>
                    <a:pt x="407" y="725"/>
                  </a:cubicBezTo>
                  <a:cubicBezTo>
                    <a:pt x="405" y="723"/>
                    <a:pt x="402" y="723"/>
                    <a:pt x="399" y="723"/>
                  </a:cubicBezTo>
                  <a:cubicBezTo>
                    <a:pt x="397" y="723"/>
                    <a:pt x="396" y="723"/>
                    <a:pt x="396" y="724"/>
                  </a:cubicBezTo>
                  <a:cubicBezTo>
                    <a:pt x="396" y="724"/>
                    <a:pt x="397" y="725"/>
                    <a:pt x="400" y="726"/>
                  </a:cubicBezTo>
                  <a:cubicBezTo>
                    <a:pt x="402" y="727"/>
                    <a:pt x="405" y="729"/>
                    <a:pt x="408" y="733"/>
                  </a:cubicBezTo>
                  <a:cubicBezTo>
                    <a:pt x="408" y="734"/>
                    <a:pt x="409" y="735"/>
                    <a:pt x="410" y="737"/>
                  </a:cubicBezTo>
                  <a:cubicBezTo>
                    <a:pt x="410" y="739"/>
                    <a:pt x="410" y="740"/>
                    <a:pt x="411" y="742"/>
                  </a:cubicBezTo>
                  <a:cubicBezTo>
                    <a:pt x="411" y="745"/>
                    <a:pt x="410" y="747"/>
                    <a:pt x="410" y="747"/>
                  </a:cubicBezTo>
                  <a:cubicBezTo>
                    <a:pt x="409" y="749"/>
                    <a:pt x="409" y="748"/>
                    <a:pt x="408" y="747"/>
                  </a:cubicBezTo>
                  <a:cubicBezTo>
                    <a:pt x="408" y="749"/>
                    <a:pt x="406" y="752"/>
                    <a:pt x="405" y="754"/>
                  </a:cubicBezTo>
                  <a:cubicBezTo>
                    <a:pt x="403" y="756"/>
                    <a:pt x="401" y="757"/>
                    <a:pt x="398" y="758"/>
                  </a:cubicBezTo>
                  <a:cubicBezTo>
                    <a:pt x="397" y="758"/>
                    <a:pt x="397" y="758"/>
                    <a:pt x="396" y="758"/>
                  </a:cubicBezTo>
                  <a:cubicBezTo>
                    <a:pt x="394" y="758"/>
                    <a:pt x="394" y="758"/>
                    <a:pt x="394" y="758"/>
                  </a:cubicBezTo>
                  <a:cubicBezTo>
                    <a:pt x="389" y="758"/>
                    <a:pt x="389" y="758"/>
                    <a:pt x="389" y="758"/>
                  </a:cubicBezTo>
                  <a:cubicBezTo>
                    <a:pt x="377" y="758"/>
                    <a:pt x="377" y="758"/>
                    <a:pt x="377" y="758"/>
                  </a:cubicBezTo>
                  <a:cubicBezTo>
                    <a:pt x="362" y="787"/>
                    <a:pt x="362" y="787"/>
                    <a:pt x="362" y="787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52" y="804"/>
                    <a:pt x="352" y="804"/>
                    <a:pt x="352" y="804"/>
                  </a:cubicBezTo>
                  <a:cubicBezTo>
                    <a:pt x="352" y="805"/>
                    <a:pt x="351" y="806"/>
                    <a:pt x="350" y="807"/>
                  </a:cubicBezTo>
                  <a:cubicBezTo>
                    <a:pt x="349" y="809"/>
                    <a:pt x="348" y="811"/>
                    <a:pt x="346" y="813"/>
                  </a:cubicBezTo>
                  <a:cubicBezTo>
                    <a:pt x="345" y="815"/>
                    <a:pt x="343" y="816"/>
                    <a:pt x="342" y="817"/>
                  </a:cubicBezTo>
                  <a:cubicBezTo>
                    <a:pt x="341" y="817"/>
                    <a:pt x="341" y="818"/>
                    <a:pt x="341" y="818"/>
                  </a:cubicBezTo>
                  <a:cubicBezTo>
                    <a:pt x="341" y="818"/>
                    <a:pt x="341" y="817"/>
                    <a:pt x="342" y="817"/>
                  </a:cubicBezTo>
                  <a:cubicBezTo>
                    <a:pt x="343" y="816"/>
                    <a:pt x="345" y="815"/>
                    <a:pt x="346" y="813"/>
                  </a:cubicBezTo>
                  <a:cubicBezTo>
                    <a:pt x="348" y="811"/>
                    <a:pt x="349" y="809"/>
                    <a:pt x="350" y="807"/>
                  </a:cubicBezTo>
                  <a:cubicBezTo>
                    <a:pt x="351" y="806"/>
                    <a:pt x="352" y="805"/>
                    <a:pt x="352" y="804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61" y="787"/>
                    <a:pt x="361" y="787"/>
                    <a:pt x="361" y="787"/>
                  </a:cubicBezTo>
                  <a:cubicBezTo>
                    <a:pt x="377" y="757"/>
                    <a:pt x="377" y="757"/>
                    <a:pt x="377" y="757"/>
                  </a:cubicBezTo>
                  <a:cubicBezTo>
                    <a:pt x="389" y="757"/>
                    <a:pt x="389" y="757"/>
                    <a:pt x="389" y="757"/>
                  </a:cubicBezTo>
                  <a:cubicBezTo>
                    <a:pt x="394" y="757"/>
                    <a:pt x="394" y="757"/>
                    <a:pt x="394" y="757"/>
                  </a:cubicBezTo>
                  <a:cubicBezTo>
                    <a:pt x="396" y="757"/>
                    <a:pt x="396" y="757"/>
                    <a:pt x="396" y="757"/>
                  </a:cubicBezTo>
                  <a:cubicBezTo>
                    <a:pt x="397" y="757"/>
                    <a:pt x="398" y="757"/>
                    <a:pt x="398" y="757"/>
                  </a:cubicBezTo>
                  <a:cubicBezTo>
                    <a:pt x="401" y="757"/>
                    <a:pt x="403" y="755"/>
                    <a:pt x="405" y="753"/>
                  </a:cubicBezTo>
                  <a:cubicBezTo>
                    <a:pt x="406" y="751"/>
                    <a:pt x="407" y="748"/>
                    <a:pt x="408" y="746"/>
                  </a:cubicBezTo>
                  <a:cubicBezTo>
                    <a:pt x="408" y="745"/>
                    <a:pt x="407" y="745"/>
                    <a:pt x="407" y="746"/>
                  </a:cubicBezTo>
                  <a:cubicBezTo>
                    <a:pt x="406" y="746"/>
                    <a:pt x="406" y="748"/>
                    <a:pt x="405" y="750"/>
                  </a:cubicBezTo>
                  <a:cubicBezTo>
                    <a:pt x="404" y="751"/>
                    <a:pt x="403" y="752"/>
                    <a:pt x="402" y="753"/>
                  </a:cubicBezTo>
                  <a:cubicBezTo>
                    <a:pt x="401" y="754"/>
                    <a:pt x="399" y="755"/>
                    <a:pt x="398" y="755"/>
                  </a:cubicBezTo>
                  <a:cubicBezTo>
                    <a:pt x="397" y="755"/>
                    <a:pt x="397" y="755"/>
                    <a:pt x="397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4" y="755"/>
                    <a:pt x="394" y="755"/>
                    <a:pt x="394" y="755"/>
                  </a:cubicBezTo>
                  <a:cubicBezTo>
                    <a:pt x="390" y="755"/>
                    <a:pt x="390" y="755"/>
                    <a:pt x="390" y="755"/>
                  </a:cubicBezTo>
                  <a:cubicBezTo>
                    <a:pt x="376" y="755"/>
                    <a:pt x="376" y="755"/>
                    <a:pt x="376" y="755"/>
                  </a:cubicBezTo>
                  <a:cubicBezTo>
                    <a:pt x="366" y="774"/>
                    <a:pt x="366" y="774"/>
                    <a:pt x="366" y="774"/>
                  </a:cubicBezTo>
                  <a:cubicBezTo>
                    <a:pt x="363" y="780"/>
                    <a:pt x="360" y="785"/>
                    <a:pt x="358" y="789"/>
                  </a:cubicBezTo>
                  <a:cubicBezTo>
                    <a:pt x="353" y="798"/>
                    <a:pt x="353" y="798"/>
                    <a:pt x="353" y="798"/>
                  </a:cubicBezTo>
                  <a:cubicBezTo>
                    <a:pt x="351" y="802"/>
                    <a:pt x="351" y="802"/>
                    <a:pt x="351" y="802"/>
                  </a:cubicBezTo>
                  <a:cubicBezTo>
                    <a:pt x="350" y="803"/>
                    <a:pt x="350" y="804"/>
                    <a:pt x="349" y="804"/>
                  </a:cubicBezTo>
                  <a:cubicBezTo>
                    <a:pt x="349" y="805"/>
                    <a:pt x="349" y="806"/>
                    <a:pt x="348" y="806"/>
                  </a:cubicBezTo>
                  <a:cubicBezTo>
                    <a:pt x="347" y="809"/>
                    <a:pt x="345" y="811"/>
                    <a:pt x="342" y="813"/>
                  </a:cubicBezTo>
                  <a:cubicBezTo>
                    <a:pt x="340" y="815"/>
                    <a:pt x="338" y="817"/>
                    <a:pt x="336" y="818"/>
                  </a:cubicBezTo>
                  <a:cubicBezTo>
                    <a:pt x="335" y="818"/>
                    <a:pt x="335" y="818"/>
                    <a:pt x="335" y="818"/>
                  </a:cubicBezTo>
                  <a:cubicBezTo>
                    <a:pt x="331" y="819"/>
                    <a:pt x="326" y="820"/>
                    <a:pt x="320" y="821"/>
                  </a:cubicBezTo>
                  <a:cubicBezTo>
                    <a:pt x="315" y="821"/>
                    <a:pt x="310" y="821"/>
                    <a:pt x="304" y="821"/>
                  </a:cubicBezTo>
                  <a:cubicBezTo>
                    <a:pt x="293" y="821"/>
                    <a:pt x="282" y="821"/>
                    <a:pt x="270" y="820"/>
                  </a:cubicBezTo>
                  <a:cubicBezTo>
                    <a:pt x="265" y="819"/>
                    <a:pt x="259" y="818"/>
                    <a:pt x="254" y="818"/>
                  </a:cubicBezTo>
                  <a:cubicBezTo>
                    <a:pt x="252" y="817"/>
                    <a:pt x="251" y="817"/>
                    <a:pt x="250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6"/>
                  </a:cubicBezTo>
                  <a:cubicBezTo>
                    <a:pt x="247" y="815"/>
                    <a:pt x="245" y="814"/>
                    <a:pt x="244" y="812"/>
                  </a:cubicBezTo>
                  <a:cubicBezTo>
                    <a:pt x="242" y="810"/>
                    <a:pt x="240" y="808"/>
                    <a:pt x="239" y="806"/>
                  </a:cubicBezTo>
                  <a:cubicBezTo>
                    <a:pt x="237" y="804"/>
                    <a:pt x="237" y="804"/>
                    <a:pt x="237" y="804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5" y="800"/>
                    <a:pt x="235" y="800"/>
                    <a:pt x="235" y="800"/>
                  </a:cubicBezTo>
                  <a:cubicBezTo>
                    <a:pt x="228" y="785"/>
                    <a:pt x="228" y="785"/>
                    <a:pt x="228" y="785"/>
                  </a:cubicBezTo>
                  <a:cubicBezTo>
                    <a:pt x="221" y="771"/>
                    <a:pt x="221" y="771"/>
                    <a:pt x="221" y="771"/>
                  </a:cubicBezTo>
                  <a:cubicBezTo>
                    <a:pt x="213" y="753"/>
                    <a:pt x="213" y="753"/>
                    <a:pt x="213" y="753"/>
                  </a:cubicBezTo>
                  <a:cubicBezTo>
                    <a:pt x="185" y="753"/>
                    <a:pt x="185" y="753"/>
                    <a:pt x="185" y="753"/>
                  </a:cubicBezTo>
                  <a:cubicBezTo>
                    <a:pt x="183" y="753"/>
                    <a:pt x="182" y="752"/>
                    <a:pt x="180" y="750"/>
                  </a:cubicBezTo>
                  <a:cubicBezTo>
                    <a:pt x="179" y="749"/>
                    <a:pt x="178" y="746"/>
                    <a:pt x="178" y="744"/>
                  </a:cubicBezTo>
                  <a:cubicBezTo>
                    <a:pt x="178" y="741"/>
                    <a:pt x="178" y="739"/>
                    <a:pt x="179" y="737"/>
                  </a:cubicBezTo>
                  <a:cubicBezTo>
                    <a:pt x="181" y="735"/>
                    <a:pt x="182" y="734"/>
                    <a:pt x="184" y="733"/>
                  </a:cubicBezTo>
                  <a:cubicBezTo>
                    <a:pt x="184" y="733"/>
                    <a:pt x="185" y="733"/>
                    <a:pt x="185" y="733"/>
                  </a:cubicBezTo>
                  <a:cubicBezTo>
                    <a:pt x="188" y="733"/>
                    <a:pt x="188" y="733"/>
                    <a:pt x="188" y="733"/>
                  </a:cubicBezTo>
                  <a:cubicBezTo>
                    <a:pt x="194" y="733"/>
                    <a:pt x="194" y="733"/>
                    <a:pt x="194" y="733"/>
                  </a:cubicBezTo>
                  <a:cubicBezTo>
                    <a:pt x="206" y="733"/>
                    <a:pt x="206" y="733"/>
                    <a:pt x="206" y="733"/>
                  </a:cubicBezTo>
                  <a:cubicBezTo>
                    <a:pt x="263" y="732"/>
                    <a:pt x="326" y="734"/>
                    <a:pt x="373" y="732"/>
                  </a:cubicBezTo>
                  <a:cubicBezTo>
                    <a:pt x="414" y="731"/>
                    <a:pt x="399" y="727"/>
                    <a:pt x="357" y="725"/>
                  </a:cubicBezTo>
                  <a:cubicBezTo>
                    <a:pt x="357" y="724"/>
                    <a:pt x="357" y="724"/>
                    <a:pt x="357" y="724"/>
                  </a:cubicBezTo>
                  <a:cubicBezTo>
                    <a:pt x="399" y="725"/>
                    <a:pt x="378" y="722"/>
                    <a:pt x="383" y="720"/>
                  </a:cubicBezTo>
                  <a:cubicBezTo>
                    <a:pt x="364" y="720"/>
                    <a:pt x="346" y="720"/>
                    <a:pt x="327" y="719"/>
                  </a:cubicBezTo>
                  <a:cubicBezTo>
                    <a:pt x="361" y="719"/>
                    <a:pt x="361" y="719"/>
                    <a:pt x="361" y="719"/>
                  </a:cubicBezTo>
                  <a:cubicBezTo>
                    <a:pt x="380" y="719"/>
                    <a:pt x="380" y="719"/>
                    <a:pt x="380" y="719"/>
                  </a:cubicBezTo>
                  <a:cubicBezTo>
                    <a:pt x="389" y="720"/>
                    <a:pt x="389" y="720"/>
                    <a:pt x="389" y="720"/>
                  </a:cubicBezTo>
                  <a:cubicBezTo>
                    <a:pt x="393" y="720"/>
                    <a:pt x="393" y="720"/>
                    <a:pt x="393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7" y="720"/>
                    <a:pt x="397" y="720"/>
                    <a:pt x="397" y="720"/>
                  </a:cubicBezTo>
                  <a:cubicBezTo>
                    <a:pt x="398" y="720"/>
                    <a:pt x="398" y="720"/>
                    <a:pt x="399" y="719"/>
                  </a:cubicBezTo>
                  <a:cubicBezTo>
                    <a:pt x="403" y="719"/>
                    <a:pt x="407" y="717"/>
                    <a:pt x="409" y="715"/>
                  </a:cubicBezTo>
                  <a:cubicBezTo>
                    <a:pt x="412" y="713"/>
                    <a:pt x="414" y="710"/>
                    <a:pt x="416" y="707"/>
                  </a:cubicBezTo>
                  <a:cubicBezTo>
                    <a:pt x="418" y="701"/>
                    <a:pt x="418" y="696"/>
                    <a:pt x="417" y="691"/>
                  </a:cubicBezTo>
                  <a:cubicBezTo>
                    <a:pt x="418" y="697"/>
                    <a:pt x="417" y="703"/>
                    <a:pt x="413" y="708"/>
                  </a:cubicBezTo>
                  <a:cubicBezTo>
                    <a:pt x="412" y="711"/>
                    <a:pt x="409" y="713"/>
                    <a:pt x="406" y="715"/>
                  </a:cubicBezTo>
                  <a:cubicBezTo>
                    <a:pt x="404" y="716"/>
                    <a:pt x="400" y="717"/>
                    <a:pt x="397" y="718"/>
                  </a:cubicBezTo>
                  <a:cubicBezTo>
                    <a:pt x="369" y="717"/>
                    <a:pt x="369" y="717"/>
                    <a:pt x="369" y="717"/>
                  </a:cubicBezTo>
                  <a:cubicBezTo>
                    <a:pt x="350" y="717"/>
                    <a:pt x="330" y="717"/>
                    <a:pt x="311" y="716"/>
                  </a:cubicBezTo>
                  <a:cubicBezTo>
                    <a:pt x="195" y="716"/>
                    <a:pt x="195" y="716"/>
                    <a:pt x="195" y="716"/>
                  </a:cubicBezTo>
                  <a:cubicBezTo>
                    <a:pt x="227" y="716"/>
                    <a:pt x="264" y="715"/>
                    <a:pt x="296" y="716"/>
                  </a:cubicBezTo>
                  <a:cubicBezTo>
                    <a:pt x="319" y="716"/>
                    <a:pt x="341" y="717"/>
                    <a:pt x="362" y="717"/>
                  </a:cubicBezTo>
                  <a:cubicBezTo>
                    <a:pt x="394" y="717"/>
                    <a:pt x="394" y="717"/>
                    <a:pt x="394" y="717"/>
                  </a:cubicBezTo>
                  <a:cubicBezTo>
                    <a:pt x="395" y="717"/>
                    <a:pt x="396" y="717"/>
                    <a:pt x="398" y="717"/>
                  </a:cubicBezTo>
                  <a:cubicBezTo>
                    <a:pt x="400" y="717"/>
                    <a:pt x="402" y="716"/>
                    <a:pt x="403" y="716"/>
                  </a:cubicBezTo>
                  <a:cubicBezTo>
                    <a:pt x="406" y="714"/>
                    <a:pt x="409" y="712"/>
                    <a:pt x="411" y="709"/>
                  </a:cubicBezTo>
                  <a:cubicBezTo>
                    <a:pt x="416" y="704"/>
                    <a:pt x="417" y="697"/>
                    <a:pt x="416" y="691"/>
                  </a:cubicBezTo>
                  <a:cubicBezTo>
                    <a:pt x="416" y="688"/>
                    <a:pt x="415" y="685"/>
                    <a:pt x="414" y="683"/>
                  </a:cubicBezTo>
                  <a:cubicBezTo>
                    <a:pt x="412" y="679"/>
                    <a:pt x="409" y="677"/>
                    <a:pt x="406" y="676"/>
                  </a:cubicBezTo>
                  <a:cubicBezTo>
                    <a:pt x="404" y="674"/>
                    <a:pt x="401" y="674"/>
                    <a:pt x="399" y="674"/>
                  </a:cubicBezTo>
                  <a:cubicBezTo>
                    <a:pt x="397" y="674"/>
                    <a:pt x="396" y="675"/>
                    <a:pt x="396" y="675"/>
                  </a:cubicBezTo>
                  <a:cubicBezTo>
                    <a:pt x="396" y="676"/>
                    <a:pt x="397" y="676"/>
                    <a:pt x="399" y="677"/>
                  </a:cubicBezTo>
                  <a:cubicBezTo>
                    <a:pt x="401" y="678"/>
                    <a:pt x="404" y="679"/>
                    <a:pt x="407" y="683"/>
                  </a:cubicBezTo>
                  <a:cubicBezTo>
                    <a:pt x="408" y="685"/>
                    <a:pt x="410" y="688"/>
                    <a:pt x="410" y="690"/>
                  </a:cubicBezTo>
                  <a:cubicBezTo>
                    <a:pt x="411" y="693"/>
                    <a:pt x="411" y="695"/>
                    <a:pt x="411" y="695"/>
                  </a:cubicBezTo>
                  <a:cubicBezTo>
                    <a:pt x="410" y="697"/>
                    <a:pt x="409" y="696"/>
                    <a:pt x="409" y="695"/>
                  </a:cubicBezTo>
                  <a:cubicBezTo>
                    <a:pt x="409" y="698"/>
                    <a:pt x="408" y="701"/>
                    <a:pt x="406" y="704"/>
                  </a:cubicBezTo>
                  <a:cubicBezTo>
                    <a:pt x="404" y="706"/>
                    <a:pt x="401" y="708"/>
                    <a:pt x="398" y="709"/>
                  </a:cubicBezTo>
                  <a:cubicBezTo>
                    <a:pt x="398" y="709"/>
                    <a:pt x="397" y="709"/>
                    <a:pt x="396" y="709"/>
                  </a:cubicBezTo>
                  <a:cubicBezTo>
                    <a:pt x="393" y="709"/>
                    <a:pt x="393" y="709"/>
                    <a:pt x="393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32" y="708"/>
                    <a:pt x="332" y="708"/>
                    <a:pt x="332" y="708"/>
                  </a:cubicBezTo>
                  <a:cubicBezTo>
                    <a:pt x="295" y="708"/>
                    <a:pt x="259" y="708"/>
                    <a:pt x="223" y="707"/>
                  </a:cubicBezTo>
                  <a:cubicBezTo>
                    <a:pt x="259" y="708"/>
                    <a:pt x="296" y="708"/>
                    <a:pt x="332" y="708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94" y="709"/>
                    <a:pt x="394" y="709"/>
                    <a:pt x="394" y="709"/>
                  </a:cubicBezTo>
                  <a:cubicBezTo>
                    <a:pt x="395" y="709"/>
                    <a:pt x="395" y="709"/>
                    <a:pt x="395" y="709"/>
                  </a:cubicBezTo>
                  <a:cubicBezTo>
                    <a:pt x="396" y="709"/>
                    <a:pt x="396" y="709"/>
                    <a:pt x="396" y="709"/>
                  </a:cubicBezTo>
                  <a:cubicBezTo>
                    <a:pt x="397" y="709"/>
                    <a:pt x="397" y="709"/>
                    <a:pt x="397" y="709"/>
                  </a:cubicBezTo>
                  <a:cubicBezTo>
                    <a:pt x="397" y="709"/>
                    <a:pt x="398" y="708"/>
                    <a:pt x="399" y="708"/>
                  </a:cubicBezTo>
                  <a:cubicBezTo>
                    <a:pt x="401" y="708"/>
                    <a:pt x="404" y="706"/>
                    <a:pt x="406" y="703"/>
                  </a:cubicBezTo>
                  <a:cubicBezTo>
                    <a:pt x="407" y="701"/>
                    <a:pt x="408" y="697"/>
                    <a:pt x="408" y="694"/>
                  </a:cubicBezTo>
                  <a:cubicBezTo>
                    <a:pt x="408" y="694"/>
                    <a:pt x="407" y="694"/>
                    <a:pt x="407" y="694"/>
                  </a:cubicBezTo>
                  <a:cubicBezTo>
                    <a:pt x="407" y="695"/>
                    <a:pt x="407" y="696"/>
                    <a:pt x="406" y="699"/>
                  </a:cubicBezTo>
                  <a:cubicBezTo>
                    <a:pt x="405" y="700"/>
                    <a:pt x="404" y="703"/>
                    <a:pt x="402" y="704"/>
                  </a:cubicBezTo>
                  <a:cubicBezTo>
                    <a:pt x="400" y="705"/>
                    <a:pt x="399" y="706"/>
                    <a:pt x="397" y="706"/>
                  </a:cubicBezTo>
                  <a:cubicBezTo>
                    <a:pt x="397" y="706"/>
                    <a:pt x="397" y="706"/>
                    <a:pt x="396" y="706"/>
                  </a:cubicBezTo>
                  <a:cubicBezTo>
                    <a:pt x="394" y="706"/>
                    <a:pt x="394" y="706"/>
                    <a:pt x="394" y="706"/>
                  </a:cubicBezTo>
                  <a:cubicBezTo>
                    <a:pt x="390" y="706"/>
                    <a:pt x="390" y="706"/>
                    <a:pt x="390" y="706"/>
                  </a:cubicBezTo>
                  <a:cubicBezTo>
                    <a:pt x="379" y="707"/>
                    <a:pt x="366" y="707"/>
                    <a:pt x="357" y="707"/>
                  </a:cubicBezTo>
                  <a:cubicBezTo>
                    <a:pt x="306" y="705"/>
                    <a:pt x="251" y="706"/>
                    <a:pt x="201" y="705"/>
                  </a:cubicBezTo>
                  <a:cubicBezTo>
                    <a:pt x="187" y="705"/>
                    <a:pt x="187" y="705"/>
                    <a:pt x="187" y="705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4" y="704"/>
                    <a:pt x="184" y="704"/>
                    <a:pt x="183" y="704"/>
                  </a:cubicBezTo>
                  <a:cubicBezTo>
                    <a:pt x="182" y="704"/>
                    <a:pt x="181" y="703"/>
                    <a:pt x="180" y="702"/>
                  </a:cubicBezTo>
                  <a:cubicBezTo>
                    <a:pt x="179" y="700"/>
                    <a:pt x="178" y="697"/>
                    <a:pt x="178" y="694"/>
                  </a:cubicBezTo>
                  <a:cubicBezTo>
                    <a:pt x="178" y="692"/>
                    <a:pt x="179" y="689"/>
                    <a:pt x="181" y="687"/>
                  </a:cubicBezTo>
                  <a:cubicBezTo>
                    <a:pt x="181" y="686"/>
                    <a:pt x="182" y="686"/>
                    <a:pt x="183" y="685"/>
                  </a:cubicBezTo>
                  <a:cubicBezTo>
                    <a:pt x="184" y="685"/>
                    <a:pt x="184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6" y="685"/>
                    <a:pt x="186" y="685"/>
                    <a:pt x="186" y="685"/>
                  </a:cubicBezTo>
                  <a:cubicBezTo>
                    <a:pt x="187" y="685"/>
                    <a:pt x="187" y="685"/>
                    <a:pt x="187" y="685"/>
                  </a:cubicBezTo>
                  <a:cubicBezTo>
                    <a:pt x="201" y="685"/>
                    <a:pt x="201" y="685"/>
                    <a:pt x="201" y="685"/>
                  </a:cubicBezTo>
                  <a:cubicBezTo>
                    <a:pt x="229" y="685"/>
                    <a:pt x="229" y="685"/>
                    <a:pt x="229" y="685"/>
                  </a:cubicBezTo>
                  <a:cubicBezTo>
                    <a:pt x="279" y="684"/>
                    <a:pt x="334" y="685"/>
                    <a:pt x="376" y="684"/>
                  </a:cubicBezTo>
                  <a:cubicBezTo>
                    <a:pt x="412" y="683"/>
                    <a:pt x="398" y="678"/>
                    <a:pt x="362" y="677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98" y="676"/>
                    <a:pt x="380" y="673"/>
                    <a:pt x="385" y="671"/>
                  </a:cubicBezTo>
                  <a:cubicBezTo>
                    <a:pt x="369" y="671"/>
                    <a:pt x="353" y="671"/>
                    <a:pt x="337" y="671"/>
                  </a:cubicBezTo>
                  <a:cubicBezTo>
                    <a:pt x="361" y="671"/>
                    <a:pt x="361" y="671"/>
                    <a:pt x="361" y="671"/>
                  </a:cubicBezTo>
                  <a:cubicBezTo>
                    <a:pt x="380" y="671"/>
                    <a:pt x="380" y="671"/>
                    <a:pt x="380" y="671"/>
                  </a:cubicBezTo>
                  <a:cubicBezTo>
                    <a:pt x="389" y="671"/>
                    <a:pt x="389" y="671"/>
                    <a:pt x="389" y="671"/>
                  </a:cubicBezTo>
                  <a:cubicBezTo>
                    <a:pt x="393" y="671"/>
                    <a:pt x="393" y="671"/>
                    <a:pt x="393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7" y="671"/>
                    <a:pt x="397" y="671"/>
                    <a:pt x="397" y="671"/>
                  </a:cubicBezTo>
                  <a:cubicBezTo>
                    <a:pt x="398" y="671"/>
                    <a:pt x="399" y="671"/>
                    <a:pt x="399" y="671"/>
                  </a:cubicBezTo>
                  <a:cubicBezTo>
                    <a:pt x="403" y="670"/>
                    <a:pt x="407" y="668"/>
                    <a:pt x="409" y="666"/>
                  </a:cubicBezTo>
                  <a:cubicBezTo>
                    <a:pt x="412" y="664"/>
                    <a:pt x="414" y="661"/>
                    <a:pt x="416" y="658"/>
                  </a:cubicBezTo>
                  <a:cubicBezTo>
                    <a:pt x="418" y="653"/>
                    <a:pt x="418" y="647"/>
                    <a:pt x="417" y="642"/>
                  </a:cubicBezTo>
                  <a:cubicBezTo>
                    <a:pt x="418" y="648"/>
                    <a:pt x="417" y="655"/>
                    <a:pt x="413" y="660"/>
                  </a:cubicBezTo>
                  <a:cubicBezTo>
                    <a:pt x="412" y="662"/>
                    <a:pt x="409" y="665"/>
                    <a:pt x="407" y="666"/>
                  </a:cubicBezTo>
                  <a:cubicBezTo>
                    <a:pt x="404" y="668"/>
                    <a:pt x="400" y="669"/>
                    <a:pt x="397" y="669"/>
                  </a:cubicBezTo>
                  <a:cubicBezTo>
                    <a:pt x="369" y="669"/>
                    <a:pt x="369" y="669"/>
                    <a:pt x="369" y="669"/>
                  </a:cubicBezTo>
                  <a:cubicBezTo>
                    <a:pt x="350" y="668"/>
                    <a:pt x="330" y="668"/>
                    <a:pt x="311" y="668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227" y="667"/>
                    <a:pt x="264" y="667"/>
                    <a:pt x="296" y="668"/>
                  </a:cubicBezTo>
                  <a:cubicBezTo>
                    <a:pt x="319" y="668"/>
                    <a:pt x="341" y="668"/>
                    <a:pt x="362" y="668"/>
                  </a:cubicBezTo>
                  <a:cubicBezTo>
                    <a:pt x="394" y="668"/>
                    <a:pt x="394" y="668"/>
                    <a:pt x="394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7" y="668"/>
                    <a:pt x="397" y="668"/>
                    <a:pt x="397" y="668"/>
                  </a:cubicBezTo>
                  <a:cubicBezTo>
                    <a:pt x="397" y="668"/>
                    <a:pt x="398" y="668"/>
                    <a:pt x="398" y="668"/>
                  </a:cubicBezTo>
                  <a:cubicBezTo>
                    <a:pt x="400" y="668"/>
                    <a:pt x="402" y="668"/>
                    <a:pt x="403" y="667"/>
                  </a:cubicBezTo>
                  <a:cubicBezTo>
                    <a:pt x="407" y="666"/>
                    <a:pt x="409" y="663"/>
                    <a:pt x="411" y="661"/>
                  </a:cubicBezTo>
                  <a:cubicBezTo>
                    <a:pt x="416" y="656"/>
                    <a:pt x="417" y="649"/>
                    <a:pt x="416" y="642"/>
                  </a:cubicBezTo>
                  <a:cubicBezTo>
                    <a:pt x="416" y="639"/>
                    <a:pt x="415" y="637"/>
                    <a:pt x="414" y="634"/>
                  </a:cubicBezTo>
                  <a:cubicBezTo>
                    <a:pt x="412" y="631"/>
                    <a:pt x="409" y="629"/>
                    <a:pt x="406" y="627"/>
                  </a:cubicBezTo>
                  <a:cubicBezTo>
                    <a:pt x="404" y="626"/>
                    <a:pt x="401" y="625"/>
                    <a:pt x="399" y="626"/>
                  </a:cubicBezTo>
                  <a:cubicBezTo>
                    <a:pt x="397" y="626"/>
                    <a:pt x="396" y="626"/>
                    <a:pt x="396" y="627"/>
                  </a:cubicBezTo>
                  <a:cubicBezTo>
                    <a:pt x="396" y="627"/>
                    <a:pt x="397" y="628"/>
                    <a:pt x="399" y="628"/>
                  </a:cubicBezTo>
                  <a:cubicBezTo>
                    <a:pt x="401" y="629"/>
                    <a:pt x="404" y="631"/>
                    <a:pt x="407" y="634"/>
                  </a:cubicBezTo>
                  <a:cubicBezTo>
                    <a:pt x="408" y="636"/>
                    <a:pt x="410" y="639"/>
                    <a:pt x="410" y="642"/>
                  </a:cubicBezTo>
                  <a:cubicBezTo>
                    <a:pt x="411" y="645"/>
                    <a:pt x="411" y="647"/>
                    <a:pt x="411" y="647"/>
                  </a:cubicBezTo>
                  <a:cubicBezTo>
                    <a:pt x="410" y="648"/>
                    <a:pt x="409" y="647"/>
                    <a:pt x="409" y="646"/>
                  </a:cubicBezTo>
                  <a:cubicBezTo>
                    <a:pt x="409" y="650"/>
                    <a:pt x="408" y="653"/>
                    <a:pt x="406" y="655"/>
                  </a:cubicBezTo>
                  <a:cubicBezTo>
                    <a:pt x="404" y="658"/>
                    <a:pt x="401" y="660"/>
                    <a:pt x="398" y="660"/>
                  </a:cubicBezTo>
                  <a:cubicBezTo>
                    <a:pt x="398" y="660"/>
                    <a:pt x="397" y="660"/>
                    <a:pt x="396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32" y="660"/>
                    <a:pt x="332" y="660"/>
                    <a:pt x="332" y="660"/>
                  </a:cubicBezTo>
                  <a:cubicBezTo>
                    <a:pt x="295" y="660"/>
                    <a:pt x="259" y="659"/>
                    <a:pt x="223" y="658"/>
                  </a:cubicBezTo>
                  <a:cubicBezTo>
                    <a:pt x="259" y="659"/>
                    <a:pt x="296" y="660"/>
                    <a:pt x="332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95" y="660"/>
                    <a:pt x="395" y="660"/>
                    <a:pt x="395" y="660"/>
                  </a:cubicBezTo>
                  <a:cubicBezTo>
                    <a:pt x="396" y="660"/>
                    <a:pt x="396" y="660"/>
                    <a:pt x="396" y="660"/>
                  </a:cubicBezTo>
                  <a:cubicBezTo>
                    <a:pt x="397" y="660"/>
                    <a:pt x="397" y="660"/>
                    <a:pt x="397" y="660"/>
                  </a:cubicBezTo>
                  <a:cubicBezTo>
                    <a:pt x="397" y="660"/>
                    <a:pt x="398" y="660"/>
                    <a:pt x="399" y="660"/>
                  </a:cubicBezTo>
                  <a:cubicBezTo>
                    <a:pt x="402" y="659"/>
                    <a:pt x="404" y="657"/>
                    <a:pt x="406" y="654"/>
                  </a:cubicBezTo>
                  <a:cubicBezTo>
                    <a:pt x="407" y="652"/>
                    <a:pt x="408" y="649"/>
                    <a:pt x="408" y="646"/>
                  </a:cubicBezTo>
                  <a:cubicBezTo>
                    <a:pt x="408" y="645"/>
                    <a:pt x="407" y="645"/>
                    <a:pt x="407" y="646"/>
                  </a:cubicBezTo>
                  <a:cubicBezTo>
                    <a:pt x="407" y="646"/>
                    <a:pt x="407" y="648"/>
                    <a:pt x="406" y="650"/>
                  </a:cubicBezTo>
                  <a:cubicBezTo>
                    <a:pt x="405" y="651"/>
                    <a:pt x="404" y="654"/>
                    <a:pt x="402" y="656"/>
                  </a:cubicBezTo>
                  <a:cubicBezTo>
                    <a:pt x="400" y="657"/>
                    <a:pt x="399" y="658"/>
                    <a:pt x="397" y="658"/>
                  </a:cubicBezTo>
                  <a:cubicBezTo>
                    <a:pt x="397" y="658"/>
                    <a:pt x="397" y="658"/>
                    <a:pt x="396" y="658"/>
                  </a:cubicBezTo>
                  <a:cubicBezTo>
                    <a:pt x="394" y="658"/>
                    <a:pt x="394" y="658"/>
                    <a:pt x="394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79" y="658"/>
                    <a:pt x="366" y="658"/>
                    <a:pt x="357" y="658"/>
                  </a:cubicBezTo>
                  <a:cubicBezTo>
                    <a:pt x="306" y="657"/>
                    <a:pt x="251" y="657"/>
                    <a:pt x="201" y="656"/>
                  </a:cubicBezTo>
                  <a:cubicBezTo>
                    <a:pt x="187" y="656"/>
                    <a:pt x="187" y="656"/>
                    <a:pt x="187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4" y="656"/>
                    <a:pt x="184" y="656"/>
                    <a:pt x="183" y="655"/>
                  </a:cubicBezTo>
                  <a:cubicBezTo>
                    <a:pt x="182" y="655"/>
                    <a:pt x="181" y="654"/>
                    <a:pt x="180" y="653"/>
                  </a:cubicBezTo>
                  <a:cubicBezTo>
                    <a:pt x="179" y="652"/>
                    <a:pt x="178" y="649"/>
                    <a:pt x="178" y="646"/>
                  </a:cubicBezTo>
                  <a:cubicBezTo>
                    <a:pt x="178" y="643"/>
                    <a:pt x="179" y="640"/>
                    <a:pt x="181" y="638"/>
                  </a:cubicBezTo>
                  <a:cubicBezTo>
                    <a:pt x="181" y="638"/>
                    <a:pt x="182" y="637"/>
                    <a:pt x="183" y="637"/>
                  </a:cubicBezTo>
                  <a:cubicBezTo>
                    <a:pt x="184" y="636"/>
                    <a:pt x="184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6" y="636"/>
                    <a:pt x="186" y="636"/>
                    <a:pt x="186" y="636"/>
                  </a:cubicBezTo>
                  <a:cubicBezTo>
                    <a:pt x="187" y="636"/>
                    <a:pt x="187" y="636"/>
                    <a:pt x="187" y="636"/>
                  </a:cubicBezTo>
                  <a:cubicBezTo>
                    <a:pt x="201" y="636"/>
                    <a:pt x="201" y="636"/>
                    <a:pt x="201" y="636"/>
                  </a:cubicBezTo>
                  <a:cubicBezTo>
                    <a:pt x="229" y="636"/>
                    <a:pt x="229" y="636"/>
                    <a:pt x="229" y="636"/>
                  </a:cubicBezTo>
                  <a:cubicBezTo>
                    <a:pt x="279" y="635"/>
                    <a:pt x="334" y="636"/>
                    <a:pt x="376" y="635"/>
                  </a:cubicBezTo>
                  <a:cubicBezTo>
                    <a:pt x="412" y="634"/>
                    <a:pt x="398" y="630"/>
                    <a:pt x="362" y="628"/>
                  </a:cubicBezTo>
                  <a:cubicBezTo>
                    <a:pt x="362" y="627"/>
                    <a:pt x="362" y="627"/>
                    <a:pt x="362" y="627"/>
                  </a:cubicBezTo>
                  <a:cubicBezTo>
                    <a:pt x="393" y="627"/>
                    <a:pt x="385" y="625"/>
                    <a:pt x="384" y="624"/>
                  </a:cubicBezTo>
                  <a:cubicBezTo>
                    <a:pt x="391" y="624"/>
                    <a:pt x="391" y="624"/>
                    <a:pt x="391" y="624"/>
                  </a:cubicBezTo>
                  <a:cubicBezTo>
                    <a:pt x="392" y="624"/>
                    <a:pt x="392" y="624"/>
                    <a:pt x="392" y="624"/>
                  </a:cubicBezTo>
                  <a:cubicBezTo>
                    <a:pt x="393" y="624"/>
                    <a:pt x="393" y="624"/>
                    <a:pt x="393" y="624"/>
                  </a:cubicBezTo>
                  <a:cubicBezTo>
                    <a:pt x="394" y="624"/>
                    <a:pt x="394" y="624"/>
                    <a:pt x="394" y="624"/>
                  </a:cubicBezTo>
                  <a:cubicBezTo>
                    <a:pt x="395" y="624"/>
                    <a:pt x="397" y="623"/>
                    <a:pt x="398" y="623"/>
                  </a:cubicBezTo>
                  <a:cubicBezTo>
                    <a:pt x="400" y="623"/>
                    <a:pt x="403" y="622"/>
                    <a:pt x="405" y="620"/>
                  </a:cubicBezTo>
                  <a:cubicBezTo>
                    <a:pt x="410" y="617"/>
                    <a:pt x="414" y="613"/>
                    <a:pt x="415" y="608"/>
                  </a:cubicBezTo>
                  <a:cubicBezTo>
                    <a:pt x="416" y="605"/>
                    <a:pt x="417" y="603"/>
                    <a:pt x="417" y="600"/>
                  </a:cubicBezTo>
                  <a:cubicBezTo>
                    <a:pt x="417" y="594"/>
                    <a:pt x="417" y="594"/>
                    <a:pt x="417" y="594"/>
                  </a:cubicBezTo>
                  <a:cubicBezTo>
                    <a:pt x="417" y="571"/>
                    <a:pt x="417" y="571"/>
                    <a:pt x="417" y="571"/>
                  </a:cubicBezTo>
                  <a:cubicBezTo>
                    <a:pt x="417" y="550"/>
                    <a:pt x="417" y="550"/>
                    <a:pt x="417" y="550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20" y="548"/>
                    <a:pt x="420" y="548"/>
                    <a:pt x="420" y="548"/>
                  </a:cubicBezTo>
                  <a:cubicBezTo>
                    <a:pt x="423" y="546"/>
                    <a:pt x="427" y="544"/>
                    <a:pt x="430" y="542"/>
                  </a:cubicBezTo>
                  <a:cubicBezTo>
                    <a:pt x="427" y="544"/>
                    <a:pt x="423" y="546"/>
                    <a:pt x="420" y="548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17" y="549"/>
                    <a:pt x="417" y="549"/>
                    <a:pt x="417" y="550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95"/>
                    <a:pt x="417" y="595"/>
                    <a:pt x="417" y="595"/>
                  </a:cubicBezTo>
                  <a:cubicBezTo>
                    <a:pt x="417" y="601"/>
                    <a:pt x="417" y="601"/>
                    <a:pt x="417" y="601"/>
                  </a:cubicBezTo>
                  <a:cubicBezTo>
                    <a:pt x="417" y="603"/>
                    <a:pt x="416" y="606"/>
                    <a:pt x="415" y="609"/>
                  </a:cubicBezTo>
                  <a:cubicBezTo>
                    <a:pt x="413" y="614"/>
                    <a:pt x="409" y="618"/>
                    <a:pt x="405" y="621"/>
                  </a:cubicBezTo>
                  <a:cubicBezTo>
                    <a:pt x="402" y="622"/>
                    <a:pt x="400" y="623"/>
                    <a:pt x="397" y="623"/>
                  </a:cubicBezTo>
                  <a:cubicBezTo>
                    <a:pt x="396" y="623"/>
                    <a:pt x="394" y="624"/>
                    <a:pt x="393" y="624"/>
                  </a:cubicBezTo>
                  <a:cubicBezTo>
                    <a:pt x="390" y="624"/>
                    <a:pt x="390" y="624"/>
                    <a:pt x="390" y="624"/>
                  </a:cubicBezTo>
                  <a:cubicBezTo>
                    <a:pt x="384" y="624"/>
                    <a:pt x="384" y="624"/>
                    <a:pt x="384" y="624"/>
                  </a:cubicBezTo>
                  <a:cubicBezTo>
                    <a:pt x="384" y="623"/>
                    <a:pt x="384" y="623"/>
                    <a:pt x="385" y="623"/>
                  </a:cubicBezTo>
                  <a:cubicBezTo>
                    <a:pt x="379" y="623"/>
                    <a:pt x="374" y="623"/>
                    <a:pt x="369" y="623"/>
                  </a:cubicBezTo>
                  <a:cubicBezTo>
                    <a:pt x="390" y="623"/>
                    <a:pt x="390" y="623"/>
                    <a:pt x="390" y="623"/>
                  </a:cubicBezTo>
                  <a:cubicBezTo>
                    <a:pt x="393" y="623"/>
                    <a:pt x="393" y="623"/>
                    <a:pt x="393" y="623"/>
                  </a:cubicBezTo>
                  <a:cubicBezTo>
                    <a:pt x="394" y="623"/>
                    <a:pt x="395" y="623"/>
                    <a:pt x="397" y="622"/>
                  </a:cubicBezTo>
                  <a:cubicBezTo>
                    <a:pt x="399" y="622"/>
                    <a:pt x="402" y="621"/>
                    <a:pt x="404" y="620"/>
                  </a:cubicBezTo>
                  <a:cubicBezTo>
                    <a:pt x="409" y="617"/>
                    <a:pt x="413" y="612"/>
                    <a:pt x="414" y="607"/>
                  </a:cubicBezTo>
                  <a:cubicBezTo>
                    <a:pt x="415" y="606"/>
                    <a:pt x="415" y="605"/>
                    <a:pt x="415" y="603"/>
                  </a:cubicBezTo>
                  <a:cubicBezTo>
                    <a:pt x="416" y="603"/>
                    <a:pt x="416" y="602"/>
                    <a:pt x="416" y="601"/>
                  </a:cubicBezTo>
                  <a:cubicBezTo>
                    <a:pt x="416" y="601"/>
                    <a:pt x="416" y="600"/>
                    <a:pt x="416" y="599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6" y="581"/>
                    <a:pt x="416" y="581"/>
                    <a:pt x="416" y="581"/>
                  </a:cubicBezTo>
                  <a:cubicBezTo>
                    <a:pt x="416" y="557"/>
                    <a:pt x="416" y="557"/>
                    <a:pt x="416" y="557"/>
                  </a:cubicBezTo>
                  <a:cubicBezTo>
                    <a:pt x="416" y="549"/>
                    <a:pt x="416" y="549"/>
                    <a:pt x="416" y="549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7" y="548"/>
                    <a:pt x="417" y="548"/>
                    <a:pt x="417" y="548"/>
                  </a:cubicBezTo>
                  <a:cubicBezTo>
                    <a:pt x="419" y="547"/>
                    <a:pt x="421" y="546"/>
                    <a:pt x="423" y="545"/>
                  </a:cubicBezTo>
                  <a:cubicBezTo>
                    <a:pt x="430" y="541"/>
                    <a:pt x="437" y="537"/>
                    <a:pt x="444" y="533"/>
                  </a:cubicBezTo>
                  <a:cubicBezTo>
                    <a:pt x="445" y="534"/>
                    <a:pt x="445" y="534"/>
                    <a:pt x="445" y="534"/>
                  </a:cubicBezTo>
                  <a:cubicBezTo>
                    <a:pt x="476" y="514"/>
                    <a:pt x="504" y="488"/>
                    <a:pt x="526" y="458"/>
                  </a:cubicBezTo>
                  <a:cubicBezTo>
                    <a:pt x="548" y="428"/>
                    <a:pt x="564" y="394"/>
                    <a:pt x="574" y="357"/>
                  </a:cubicBezTo>
                  <a:cubicBezTo>
                    <a:pt x="583" y="321"/>
                    <a:pt x="585" y="283"/>
                    <a:pt x="579" y="245"/>
                  </a:cubicBezTo>
                  <a:cubicBezTo>
                    <a:pt x="574" y="208"/>
                    <a:pt x="561" y="171"/>
                    <a:pt x="542" y="139"/>
                  </a:cubicBezTo>
                  <a:close/>
                  <a:moveTo>
                    <a:pt x="338" y="819"/>
                  </a:moveTo>
                  <a:cubicBezTo>
                    <a:pt x="339" y="819"/>
                    <a:pt x="340" y="819"/>
                    <a:pt x="340" y="818"/>
                  </a:cubicBezTo>
                  <a:cubicBezTo>
                    <a:pt x="340" y="819"/>
                    <a:pt x="339" y="819"/>
                    <a:pt x="338" y="819"/>
                  </a:cubicBezTo>
                  <a:close/>
                  <a:moveTo>
                    <a:pt x="256" y="820"/>
                  </a:moveTo>
                  <a:cubicBezTo>
                    <a:pt x="265" y="821"/>
                    <a:pt x="274" y="822"/>
                    <a:pt x="283" y="823"/>
                  </a:cubicBezTo>
                  <a:cubicBezTo>
                    <a:pt x="292" y="823"/>
                    <a:pt x="301" y="824"/>
                    <a:pt x="310" y="824"/>
                  </a:cubicBezTo>
                  <a:cubicBezTo>
                    <a:pt x="315" y="824"/>
                    <a:pt x="319" y="823"/>
                    <a:pt x="324" y="823"/>
                  </a:cubicBezTo>
                  <a:cubicBezTo>
                    <a:pt x="328" y="822"/>
                    <a:pt x="333" y="822"/>
                    <a:pt x="336" y="820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7" y="820"/>
                    <a:pt x="337" y="820"/>
                    <a:pt x="338" y="819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6" y="820"/>
                    <a:pt x="336" y="820"/>
                    <a:pt x="336" y="820"/>
                  </a:cubicBezTo>
                  <a:cubicBezTo>
                    <a:pt x="332" y="822"/>
                    <a:pt x="328" y="822"/>
                    <a:pt x="324" y="823"/>
                  </a:cubicBezTo>
                  <a:cubicBezTo>
                    <a:pt x="319" y="823"/>
                    <a:pt x="315" y="824"/>
                    <a:pt x="310" y="824"/>
                  </a:cubicBezTo>
                  <a:cubicBezTo>
                    <a:pt x="301" y="824"/>
                    <a:pt x="292" y="824"/>
                    <a:pt x="283" y="823"/>
                  </a:cubicBezTo>
                  <a:cubicBezTo>
                    <a:pt x="274" y="822"/>
                    <a:pt x="264" y="821"/>
                    <a:pt x="256" y="820"/>
                  </a:cubicBezTo>
                  <a:cubicBezTo>
                    <a:pt x="253" y="820"/>
                    <a:pt x="251" y="820"/>
                    <a:pt x="249" y="819"/>
                  </a:cubicBezTo>
                  <a:cubicBezTo>
                    <a:pt x="249" y="819"/>
                    <a:pt x="249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51" y="820"/>
                    <a:pt x="254" y="820"/>
                    <a:pt x="256" y="820"/>
                  </a:cubicBezTo>
                  <a:close/>
                  <a:moveTo>
                    <a:pt x="249" y="817"/>
                  </a:move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lose/>
                  <a:moveTo>
                    <a:pt x="249" y="819"/>
                  </a:moveTo>
                  <a:cubicBezTo>
                    <a:pt x="249" y="819"/>
                    <a:pt x="249" y="819"/>
                    <a:pt x="249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lose/>
                  <a:moveTo>
                    <a:pt x="246" y="817"/>
                  </a:moveTo>
                  <a:cubicBezTo>
                    <a:pt x="246" y="818"/>
                    <a:pt x="247" y="818"/>
                    <a:pt x="248" y="818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8"/>
                  </a:cubicBezTo>
                  <a:cubicBezTo>
                    <a:pt x="247" y="818"/>
                    <a:pt x="246" y="817"/>
                    <a:pt x="245" y="817"/>
                  </a:cubicBezTo>
                  <a:cubicBezTo>
                    <a:pt x="243" y="814"/>
                    <a:pt x="240" y="811"/>
                    <a:pt x="237" y="807"/>
                  </a:cubicBezTo>
                  <a:cubicBezTo>
                    <a:pt x="240" y="811"/>
                    <a:pt x="243" y="814"/>
                    <a:pt x="246" y="817"/>
                  </a:cubicBezTo>
                  <a:close/>
                  <a:moveTo>
                    <a:pt x="230" y="813"/>
                  </a:moveTo>
                  <a:cubicBezTo>
                    <a:pt x="230" y="812"/>
                    <a:pt x="230" y="812"/>
                    <a:pt x="230" y="812"/>
                  </a:cubicBezTo>
                  <a:cubicBezTo>
                    <a:pt x="228" y="811"/>
                    <a:pt x="228" y="811"/>
                    <a:pt x="228" y="811"/>
                  </a:cubicBezTo>
                  <a:cubicBezTo>
                    <a:pt x="228" y="810"/>
                    <a:pt x="228" y="810"/>
                    <a:pt x="228" y="810"/>
                  </a:cubicBezTo>
                  <a:cubicBezTo>
                    <a:pt x="227" y="809"/>
                    <a:pt x="227" y="809"/>
                    <a:pt x="227" y="809"/>
                  </a:cubicBezTo>
                  <a:cubicBezTo>
                    <a:pt x="227" y="808"/>
                    <a:pt x="227" y="808"/>
                    <a:pt x="227" y="808"/>
                  </a:cubicBezTo>
                  <a:cubicBezTo>
                    <a:pt x="223" y="800"/>
                    <a:pt x="223" y="800"/>
                    <a:pt x="223" y="800"/>
                  </a:cubicBezTo>
                  <a:cubicBezTo>
                    <a:pt x="215" y="784"/>
                    <a:pt x="215" y="784"/>
                    <a:pt x="215" y="784"/>
                  </a:cubicBezTo>
                  <a:cubicBezTo>
                    <a:pt x="220" y="793"/>
                    <a:pt x="224" y="804"/>
                    <a:pt x="230" y="813"/>
                  </a:cubicBezTo>
                  <a:close/>
                  <a:moveTo>
                    <a:pt x="190" y="672"/>
                  </a:moveTo>
                  <a:cubicBezTo>
                    <a:pt x="187" y="672"/>
                    <a:pt x="187" y="672"/>
                    <a:pt x="187" y="672"/>
                  </a:cubicBezTo>
                  <a:cubicBezTo>
                    <a:pt x="185" y="672"/>
                    <a:pt x="185" y="672"/>
                    <a:pt x="185" y="672"/>
                  </a:cubicBezTo>
                  <a:cubicBezTo>
                    <a:pt x="185" y="672"/>
                    <a:pt x="184" y="672"/>
                    <a:pt x="183" y="672"/>
                  </a:cubicBezTo>
                  <a:cubicBezTo>
                    <a:pt x="180" y="672"/>
                    <a:pt x="177" y="673"/>
                    <a:pt x="175" y="675"/>
                  </a:cubicBezTo>
                  <a:cubicBezTo>
                    <a:pt x="172" y="677"/>
                    <a:pt x="170" y="679"/>
                    <a:pt x="169" y="681"/>
                  </a:cubicBezTo>
                  <a:cubicBezTo>
                    <a:pt x="166" y="686"/>
                    <a:pt x="165" y="691"/>
                    <a:pt x="165" y="696"/>
                  </a:cubicBezTo>
                  <a:cubicBezTo>
                    <a:pt x="165" y="702"/>
                    <a:pt x="167" y="707"/>
                    <a:pt x="171" y="711"/>
                  </a:cubicBezTo>
                  <a:cubicBezTo>
                    <a:pt x="173" y="713"/>
                    <a:pt x="175" y="715"/>
                    <a:pt x="178" y="716"/>
                  </a:cubicBezTo>
                  <a:cubicBezTo>
                    <a:pt x="179" y="716"/>
                    <a:pt x="181" y="717"/>
                    <a:pt x="182" y="717"/>
                  </a:cubicBezTo>
                  <a:cubicBezTo>
                    <a:pt x="183" y="717"/>
                    <a:pt x="184" y="717"/>
                    <a:pt x="184" y="717"/>
                  </a:cubicBezTo>
                  <a:cubicBezTo>
                    <a:pt x="185" y="717"/>
                    <a:pt x="185" y="717"/>
                    <a:pt x="185" y="717"/>
                  </a:cubicBezTo>
                  <a:cubicBezTo>
                    <a:pt x="186" y="717"/>
                    <a:pt x="186" y="717"/>
                    <a:pt x="186" y="717"/>
                  </a:cubicBezTo>
                  <a:cubicBezTo>
                    <a:pt x="199" y="717"/>
                    <a:pt x="199" y="717"/>
                    <a:pt x="199" y="717"/>
                  </a:cubicBezTo>
                  <a:cubicBezTo>
                    <a:pt x="224" y="718"/>
                    <a:pt x="224" y="718"/>
                    <a:pt x="224" y="718"/>
                  </a:cubicBezTo>
                  <a:cubicBezTo>
                    <a:pt x="257" y="718"/>
                    <a:pt x="290" y="718"/>
                    <a:pt x="325" y="718"/>
                  </a:cubicBezTo>
                  <a:cubicBezTo>
                    <a:pt x="325" y="719"/>
                    <a:pt x="325" y="719"/>
                    <a:pt x="325" y="719"/>
                  </a:cubicBezTo>
                  <a:cubicBezTo>
                    <a:pt x="323" y="719"/>
                    <a:pt x="322" y="719"/>
                    <a:pt x="321" y="719"/>
                  </a:cubicBezTo>
                  <a:cubicBezTo>
                    <a:pt x="300" y="719"/>
                    <a:pt x="300" y="719"/>
                    <a:pt x="300" y="719"/>
                  </a:cubicBezTo>
                  <a:cubicBezTo>
                    <a:pt x="297" y="719"/>
                    <a:pt x="297" y="719"/>
                    <a:pt x="297" y="719"/>
                  </a:cubicBezTo>
                  <a:cubicBezTo>
                    <a:pt x="272" y="719"/>
                    <a:pt x="247" y="718"/>
                    <a:pt x="223" y="718"/>
                  </a:cubicBezTo>
                  <a:cubicBezTo>
                    <a:pt x="198" y="718"/>
                    <a:pt x="198" y="718"/>
                    <a:pt x="198" y="718"/>
                  </a:cubicBezTo>
                  <a:cubicBezTo>
                    <a:pt x="186" y="718"/>
                    <a:pt x="186" y="718"/>
                    <a:pt x="186" y="718"/>
                  </a:cubicBezTo>
                  <a:cubicBezTo>
                    <a:pt x="185" y="718"/>
                    <a:pt x="185" y="718"/>
                    <a:pt x="185" y="718"/>
                  </a:cubicBezTo>
                  <a:cubicBezTo>
                    <a:pt x="184" y="718"/>
                    <a:pt x="184" y="718"/>
                    <a:pt x="184" y="718"/>
                  </a:cubicBezTo>
                  <a:cubicBezTo>
                    <a:pt x="183" y="718"/>
                    <a:pt x="182" y="718"/>
                    <a:pt x="181" y="718"/>
                  </a:cubicBezTo>
                  <a:cubicBezTo>
                    <a:pt x="180" y="718"/>
                    <a:pt x="178" y="717"/>
                    <a:pt x="177" y="716"/>
                  </a:cubicBezTo>
                  <a:cubicBezTo>
                    <a:pt x="174" y="715"/>
                    <a:pt x="172" y="713"/>
                    <a:pt x="170" y="711"/>
                  </a:cubicBezTo>
                  <a:cubicBezTo>
                    <a:pt x="166" y="707"/>
                    <a:pt x="164" y="702"/>
                    <a:pt x="164" y="696"/>
                  </a:cubicBezTo>
                  <a:cubicBezTo>
                    <a:pt x="164" y="691"/>
                    <a:pt x="165" y="685"/>
                    <a:pt x="168" y="680"/>
                  </a:cubicBezTo>
                  <a:cubicBezTo>
                    <a:pt x="170" y="678"/>
                    <a:pt x="172" y="676"/>
                    <a:pt x="174" y="674"/>
                  </a:cubicBezTo>
                  <a:cubicBezTo>
                    <a:pt x="177" y="673"/>
                    <a:pt x="180" y="671"/>
                    <a:pt x="183" y="671"/>
                  </a:cubicBezTo>
                  <a:cubicBezTo>
                    <a:pt x="183" y="671"/>
                    <a:pt x="184" y="671"/>
                    <a:pt x="185" y="671"/>
                  </a:cubicBezTo>
                  <a:cubicBezTo>
                    <a:pt x="187" y="671"/>
                    <a:pt x="187" y="671"/>
                    <a:pt x="187" y="671"/>
                  </a:cubicBezTo>
                  <a:cubicBezTo>
                    <a:pt x="190" y="671"/>
                    <a:pt x="190" y="671"/>
                    <a:pt x="190" y="671"/>
                  </a:cubicBezTo>
                  <a:cubicBezTo>
                    <a:pt x="196" y="671"/>
                    <a:pt x="196" y="671"/>
                    <a:pt x="196" y="671"/>
                  </a:cubicBezTo>
                  <a:cubicBezTo>
                    <a:pt x="196" y="671"/>
                    <a:pt x="194" y="671"/>
                    <a:pt x="197" y="671"/>
                  </a:cubicBezTo>
                  <a:lnTo>
                    <a:pt x="190" y="672"/>
                  </a:lnTo>
                  <a:close/>
                  <a:moveTo>
                    <a:pt x="136" y="380"/>
                  </a:moveTo>
                  <a:cubicBezTo>
                    <a:pt x="135" y="376"/>
                    <a:pt x="135" y="371"/>
                    <a:pt x="136" y="368"/>
                  </a:cubicBezTo>
                  <a:cubicBezTo>
                    <a:pt x="137" y="364"/>
                    <a:pt x="139" y="361"/>
                    <a:pt x="143" y="359"/>
                  </a:cubicBezTo>
                  <a:cubicBezTo>
                    <a:pt x="146" y="356"/>
                    <a:pt x="150" y="355"/>
                    <a:pt x="154" y="354"/>
                  </a:cubicBezTo>
                  <a:cubicBezTo>
                    <a:pt x="158" y="354"/>
                    <a:pt x="162" y="355"/>
                    <a:pt x="166" y="357"/>
                  </a:cubicBezTo>
                  <a:cubicBezTo>
                    <a:pt x="170" y="359"/>
                    <a:pt x="174" y="362"/>
                    <a:pt x="177" y="366"/>
                  </a:cubicBezTo>
                  <a:cubicBezTo>
                    <a:pt x="180" y="369"/>
                    <a:pt x="183" y="373"/>
                    <a:pt x="185" y="377"/>
                  </a:cubicBezTo>
                  <a:cubicBezTo>
                    <a:pt x="188" y="384"/>
                    <a:pt x="188" y="384"/>
                    <a:pt x="188" y="384"/>
                  </a:cubicBezTo>
                  <a:cubicBezTo>
                    <a:pt x="194" y="396"/>
                    <a:pt x="194" y="396"/>
                    <a:pt x="194" y="396"/>
                  </a:cubicBezTo>
                  <a:cubicBezTo>
                    <a:pt x="196" y="395"/>
                    <a:pt x="198" y="394"/>
                    <a:pt x="200" y="393"/>
                  </a:cubicBezTo>
                  <a:cubicBezTo>
                    <a:pt x="201" y="393"/>
                    <a:pt x="201" y="392"/>
                    <a:pt x="202" y="392"/>
                  </a:cubicBezTo>
                  <a:cubicBezTo>
                    <a:pt x="203" y="391"/>
                    <a:pt x="204" y="391"/>
                    <a:pt x="205" y="390"/>
                  </a:cubicBezTo>
                  <a:cubicBezTo>
                    <a:pt x="207" y="389"/>
                    <a:pt x="207" y="389"/>
                    <a:pt x="207" y="389"/>
                  </a:cubicBezTo>
                  <a:cubicBezTo>
                    <a:pt x="209" y="388"/>
                    <a:pt x="209" y="388"/>
                    <a:pt x="209" y="388"/>
                  </a:cubicBezTo>
                  <a:cubicBezTo>
                    <a:pt x="210" y="387"/>
                    <a:pt x="211" y="386"/>
                    <a:pt x="213" y="386"/>
                  </a:cubicBezTo>
                  <a:cubicBezTo>
                    <a:pt x="217" y="383"/>
                    <a:pt x="221" y="380"/>
                    <a:pt x="225" y="376"/>
                  </a:cubicBezTo>
                  <a:cubicBezTo>
                    <a:pt x="229" y="373"/>
                    <a:pt x="233" y="369"/>
                    <a:pt x="237" y="366"/>
                  </a:cubicBezTo>
                  <a:cubicBezTo>
                    <a:pt x="239" y="364"/>
                    <a:pt x="240" y="362"/>
                    <a:pt x="242" y="360"/>
                  </a:cubicBezTo>
                  <a:cubicBezTo>
                    <a:pt x="244" y="358"/>
                    <a:pt x="244" y="358"/>
                    <a:pt x="244" y="358"/>
                  </a:cubicBezTo>
                  <a:cubicBezTo>
                    <a:pt x="246" y="356"/>
                    <a:pt x="246" y="356"/>
                    <a:pt x="246" y="356"/>
                  </a:cubicBezTo>
                  <a:cubicBezTo>
                    <a:pt x="247" y="354"/>
                    <a:pt x="249" y="353"/>
                    <a:pt x="250" y="351"/>
                  </a:cubicBezTo>
                  <a:cubicBezTo>
                    <a:pt x="249" y="349"/>
                    <a:pt x="247" y="348"/>
                    <a:pt x="246" y="346"/>
                  </a:cubicBezTo>
                  <a:cubicBezTo>
                    <a:pt x="245" y="345"/>
                    <a:pt x="245" y="345"/>
                    <a:pt x="245" y="345"/>
                  </a:cubicBezTo>
                  <a:cubicBezTo>
                    <a:pt x="245" y="344"/>
                    <a:pt x="245" y="344"/>
                    <a:pt x="245" y="344"/>
                  </a:cubicBezTo>
                  <a:cubicBezTo>
                    <a:pt x="245" y="343"/>
                    <a:pt x="244" y="343"/>
                    <a:pt x="244" y="342"/>
                  </a:cubicBezTo>
                  <a:cubicBezTo>
                    <a:pt x="243" y="340"/>
                    <a:pt x="242" y="338"/>
                    <a:pt x="242" y="336"/>
                  </a:cubicBezTo>
                  <a:cubicBezTo>
                    <a:pt x="242" y="335"/>
                    <a:pt x="241" y="334"/>
                    <a:pt x="241" y="333"/>
                  </a:cubicBezTo>
                  <a:cubicBezTo>
                    <a:pt x="241" y="332"/>
                    <a:pt x="241" y="332"/>
                    <a:pt x="241" y="331"/>
                  </a:cubicBezTo>
                  <a:cubicBezTo>
                    <a:pt x="241" y="331"/>
                    <a:pt x="241" y="330"/>
                    <a:pt x="241" y="330"/>
                  </a:cubicBezTo>
                  <a:cubicBezTo>
                    <a:pt x="241" y="328"/>
                    <a:pt x="241" y="325"/>
                    <a:pt x="241" y="323"/>
                  </a:cubicBezTo>
                  <a:cubicBezTo>
                    <a:pt x="242" y="314"/>
                    <a:pt x="246" y="306"/>
                    <a:pt x="251" y="298"/>
                  </a:cubicBezTo>
                  <a:cubicBezTo>
                    <a:pt x="253" y="295"/>
                    <a:pt x="256" y="291"/>
                    <a:pt x="260" y="289"/>
                  </a:cubicBezTo>
                  <a:cubicBezTo>
                    <a:pt x="263" y="287"/>
                    <a:pt x="267" y="286"/>
                    <a:pt x="271" y="286"/>
                  </a:cubicBezTo>
                  <a:cubicBezTo>
                    <a:pt x="274" y="287"/>
                    <a:pt x="278" y="288"/>
                    <a:pt x="281" y="291"/>
                  </a:cubicBezTo>
                  <a:cubicBezTo>
                    <a:pt x="285" y="293"/>
                    <a:pt x="287" y="297"/>
                    <a:pt x="288" y="300"/>
                  </a:cubicBezTo>
                  <a:cubicBezTo>
                    <a:pt x="291" y="307"/>
                    <a:pt x="288" y="316"/>
                    <a:pt x="284" y="324"/>
                  </a:cubicBezTo>
                  <a:cubicBezTo>
                    <a:pt x="282" y="328"/>
                    <a:pt x="279" y="332"/>
                    <a:pt x="276" y="335"/>
                  </a:cubicBezTo>
                  <a:cubicBezTo>
                    <a:pt x="275" y="337"/>
                    <a:pt x="275" y="337"/>
                    <a:pt x="275" y="337"/>
                  </a:cubicBezTo>
                  <a:cubicBezTo>
                    <a:pt x="273" y="339"/>
                    <a:pt x="273" y="339"/>
                    <a:pt x="273" y="339"/>
                  </a:cubicBezTo>
                  <a:cubicBezTo>
                    <a:pt x="269" y="344"/>
                    <a:pt x="269" y="344"/>
                    <a:pt x="269" y="344"/>
                  </a:cubicBezTo>
                  <a:cubicBezTo>
                    <a:pt x="268" y="346"/>
                    <a:pt x="267" y="347"/>
                    <a:pt x="267" y="349"/>
                  </a:cubicBezTo>
                  <a:cubicBezTo>
                    <a:pt x="267" y="349"/>
                    <a:pt x="267" y="350"/>
                    <a:pt x="267" y="350"/>
                  </a:cubicBezTo>
                  <a:cubicBezTo>
                    <a:pt x="267" y="351"/>
                    <a:pt x="267" y="351"/>
                    <a:pt x="267" y="351"/>
                  </a:cubicBezTo>
                  <a:cubicBezTo>
                    <a:pt x="267" y="351"/>
                    <a:pt x="267" y="351"/>
                    <a:pt x="268" y="351"/>
                  </a:cubicBezTo>
                  <a:cubicBezTo>
                    <a:pt x="268" y="352"/>
                    <a:pt x="268" y="352"/>
                    <a:pt x="268" y="352"/>
                  </a:cubicBezTo>
                  <a:cubicBezTo>
                    <a:pt x="268" y="352"/>
                    <a:pt x="269" y="353"/>
                    <a:pt x="270" y="353"/>
                  </a:cubicBezTo>
                  <a:cubicBezTo>
                    <a:pt x="270" y="354"/>
                    <a:pt x="271" y="354"/>
                    <a:pt x="272" y="354"/>
                  </a:cubicBezTo>
                  <a:cubicBezTo>
                    <a:pt x="274" y="355"/>
                    <a:pt x="276" y="356"/>
                    <a:pt x="277" y="356"/>
                  </a:cubicBezTo>
                  <a:cubicBezTo>
                    <a:pt x="278" y="356"/>
                    <a:pt x="279" y="357"/>
                    <a:pt x="280" y="357"/>
                  </a:cubicBezTo>
                  <a:cubicBezTo>
                    <a:pt x="283" y="357"/>
                    <a:pt x="283" y="357"/>
                    <a:pt x="283" y="357"/>
                  </a:cubicBezTo>
                  <a:cubicBezTo>
                    <a:pt x="285" y="358"/>
                    <a:pt x="286" y="358"/>
                    <a:pt x="287" y="358"/>
                  </a:cubicBezTo>
                  <a:cubicBezTo>
                    <a:pt x="292" y="359"/>
                    <a:pt x="297" y="359"/>
                    <a:pt x="303" y="359"/>
                  </a:cubicBezTo>
                  <a:cubicBezTo>
                    <a:pt x="308" y="359"/>
                    <a:pt x="313" y="359"/>
                    <a:pt x="318" y="358"/>
                  </a:cubicBezTo>
                  <a:cubicBezTo>
                    <a:pt x="321" y="357"/>
                    <a:pt x="323" y="356"/>
                    <a:pt x="326" y="355"/>
                  </a:cubicBezTo>
                  <a:cubicBezTo>
                    <a:pt x="327" y="355"/>
                    <a:pt x="327" y="355"/>
                    <a:pt x="327" y="355"/>
                  </a:cubicBezTo>
                  <a:cubicBezTo>
                    <a:pt x="328" y="355"/>
                    <a:pt x="328" y="355"/>
                    <a:pt x="328" y="355"/>
                  </a:cubicBezTo>
                  <a:cubicBezTo>
                    <a:pt x="331" y="353"/>
                    <a:pt x="331" y="353"/>
                    <a:pt x="331" y="353"/>
                  </a:cubicBezTo>
                  <a:cubicBezTo>
                    <a:pt x="333" y="353"/>
                    <a:pt x="335" y="352"/>
                    <a:pt x="337" y="351"/>
                  </a:cubicBezTo>
                  <a:cubicBezTo>
                    <a:pt x="336" y="348"/>
                    <a:pt x="336" y="345"/>
                    <a:pt x="335" y="342"/>
                  </a:cubicBezTo>
                  <a:cubicBezTo>
                    <a:pt x="335" y="340"/>
                    <a:pt x="335" y="340"/>
                    <a:pt x="335" y="340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4" y="337"/>
                    <a:pt x="334" y="337"/>
                    <a:pt x="334" y="337"/>
                  </a:cubicBezTo>
                  <a:cubicBezTo>
                    <a:pt x="334" y="333"/>
                    <a:pt x="334" y="330"/>
                    <a:pt x="334" y="327"/>
                  </a:cubicBezTo>
                  <a:cubicBezTo>
                    <a:pt x="334" y="320"/>
                    <a:pt x="336" y="314"/>
                    <a:pt x="339" y="309"/>
                  </a:cubicBezTo>
                  <a:cubicBezTo>
                    <a:pt x="340" y="307"/>
                    <a:pt x="342" y="304"/>
                    <a:pt x="345" y="302"/>
                  </a:cubicBezTo>
                  <a:cubicBezTo>
                    <a:pt x="346" y="301"/>
                    <a:pt x="347" y="300"/>
                    <a:pt x="348" y="299"/>
                  </a:cubicBezTo>
                  <a:cubicBezTo>
                    <a:pt x="349" y="298"/>
                    <a:pt x="350" y="297"/>
                    <a:pt x="352" y="297"/>
                  </a:cubicBezTo>
                  <a:cubicBezTo>
                    <a:pt x="357" y="294"/>
                    <a:pt x="363" y="294"/>
                    <a:pt x="367" y="296"/>
                  </a:cubicBezTo>
                  <a:cubicBezTo>
                    <a:pt x="369" y="296"/>
                    <a:pt x="370" y="297"/>
                    <a:pt x="371" y="297"/>
                  </a:cubicBezTo>
                  <a:cubicBezTo>
                    <a:pt x="371" y="298"/>
                    <a:pt x="372" y="298"/>
                    <a:pt x="372" y="299"/>
                  </a:cubicBezTo>
                  <a:cubicBezTo>
                    <a:pt x="373" y="299"/>
                    <a:pt x="373" y="300"/>
                    <a:pt x="374" y="300"/>
                  </a:cubicBezTo>
                  <a:cubicBezTo>
                    <a:pt x="375" y="303"/>
                    <a:pt x="377" y="305"/>
                    <a:pt x="378" y="308"/>
                  </a:cubicBezTo>
                  <a:cubicBezTo>
                    <a:pt x="380" y="313"/>
                    <a:pt x="380" y="319"/>
                    <a:pt x="378" y="325"/>
                  </a:cubicBezTo>
                  <a:cubicBezTo>
                    <a:pt x="376" y="330"/>
                    <a:pt x="372" y="336"/>
                    <a:pt x="367" y="340"/>
                  </a:cubicBezTo>
                  <a:cubicBezTo>
                    <a:pt x="365" y="343"/>
                    <a:pt x="363" y="345"/>
                    <a:pt x="360" y="347"/>
                  </a:cubicBezTo>
                  <a:cubicBezTo>
                    <a:pt x="359" y="347"/>
                    <a:pt x="359" y="348"/>
                    <a:pt x="358" y="348"/>
                  </a:cubicBezTo>
                  <a:cubicBezTo>
                    <a:pt x="357" y="349"/>
                    <a:pt x="357" y="349"/>
                    <a:pt x="357" y="349"/>
                  </a:cubicBezTo>
                  <a:cubicBezTo>
                    <a:pt x="356" y="350"/>
                    <a:pt x="356" y="350"/>
                    <a:pt x="356" y="350"/>
                  </a:cubicBezTo>
                  <a:cubicBezTo>
                    <a:pt x="353" y="352"/>
                    <a:pt x="351" y="353"/>
                    <a:pt x="348" y="355"/>
                  </a:cubicBezTo>
                  <a:cubicBezTo>
                    <a:pt x="349" y="357"/>
                    <a:pt x="349" y="359"/>
                    <a:pt x="350" y="361"/>
                  </a:cubicBezTo>
                  <a:cubicBezTo>
                    <a:pt x="350" y="362"/>
                    <a:pt x="351" y="363"/>
                    <a:pt x="351" y="364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3" y="369"/>
                    <a:pt x="354" y="371"/>
                    <a:pt x="356" y="373"/>
                  </a:cubicBezTo>
                  <a:cubicBezTo>
                    <a:pt x="358" y="378"/>
                    <a:pt x="361" y="382"/>
                    <a:pt x="364" y="387"/>
                  </a:cubicBezTo>
                  <a:cubicBezTo>
                    <a:pt x="367" y="391"/>
                    <a:pt x="371" y="395"/>
                    <a:pt x="375" y="398"/>
                  </a:cubicBezTo>
                  <a:cubicBezTo>
                    <a:pt x="376" y="399"/>
                    <a:pt x="377" y="400"/>
                    <a:pt x="378" y="400"/>
                  </a:cubicBezTo>
                  <a:cubicBezTo>
                    <a:pt x="379" y="401"/>
                    <a:pt x="379" y="401"/>
                    <a:pt x="380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3" y="403"/>
                    <a:pt x="383" y="403"/>
                    <a:pt x="383" y="403"/>
                  </a:cubicBezTo>
                  <a:cubicBezTo>
                    <a:pt x="384" y="404"/>
                    <a:pt x="386" y="405"/>
                    <a:pt x="388" y="406"/>
                  </a:cubicBezTo>
                  <a:cubicBezTo>
                    <a:pt x="391" y="407"/>
                    <a:pt x="391" y="407"/>
                    <a:pt x="391" y="407"/>
                  </a:cubicBezTo>
                  <a:cubicBezTo>
                    <a:pt x="392" y="408"/>
                    <a:pt x="392" y="408"/>
                    <a:pt x="392" y="408"/>
                  </a:cubicBezTo>
                  <a:cubicBezTo>
                    <a:pt x="393" y="408"/>
                    <a:pt x="393" y="408"/>
                    <a:pt x="394" y="408"/>
                  </a:cubicBezTo>
                  <a:cubicBezTo>
                    <a:pt x="401" y="393"/>
                    <a:pt x="401" y="393"/>
                    <a:pt x="401" y="393"/>
                  </a:cubicBezTo>
                  <a:cubicBezTo>
                    <a:pt x="406" y="383"/>
                    <a:pt x="406" y="383"/>
                    <a:pt x="406" y="383"/>
                  </a:cubicBezTo>
                  <a:cubicBezTo>
                    <a:pt x="408" y="379"/>
                    <a:pt x="408" y="379"/>
                    <a:pt x="408" y="379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7"/>
                    <a:pt x="409" y="377"/>
                    <a:pt x="409" y="377"/>
                  </a:cubicBezTo>
                  <a:cubicBezTo>
                    <a:pt x="410" y="376"/>
                    <a:pt x="410" y="375"/>
                    <a:pt x="411" y="375"/>
                  </a:cubicBezTo>
                  <a:cubicBezTo>
                    <a:pt x="413" y="372"/>
                    <a:pt x="415" y="370"/>
                    <a:pt x="417" y="367"/>
                  </a:cubicBezTo>
                  <a:cubicBezTo>
                    <a:pt x="420" y="365"/>
                    <a:pt x="422" y="363"/>
                    <a:pt x="425" y="362"/>
                  </a:cubicBezTo>
                  <a:cubicBezTo>
                    <a:pt x="426" y="361"/>
                    <a:pt x="427" y="361"/>
                    <a:pt x="429" y="361"/>
                  </a:cubicBezTo>
                  <a:cubicBezTo>
                    <a:pt x="430" y="361"/>
                    <a:pt x="431" y="361"/>
                    <a:pt x="432" y="361"/>
                  </a:cubicBezTo>
                  <a:cubicBezTo>
                    <a:pt x="437" y="362"/>
                    <a:pt x="441" y="366"/>
                    <a:pt x="444" y="372"/>
                  </a:cubicBezTo>
                  <a:cubicBezTo>
                    <a:pt x="446" y="377"/>
                    <a:pt x="447" y="384"/>
                    <a:pt x="446" y="390"/>
                  </a:cubicBezTo>
                  <a:cubicBezTo>
                    <a:pt x="445" y="393"/>
                    <a:pt x="445" y="396"/>
                    <a:pt x="443" y="399"/>
                  </a:cubicBezTo>
                  <a:cubicBezTo>
                    <a:pt x="442" y="402"/>
                    <a:pt x="440" y="405"/>
                    <a:pt x="438" y="407"/>
                  </a:cubicBezTo>
                  <a:cubicBezTo>
                    <a:pt x="434" y="411"/>
                    <a:pt x="429" y="415"/>
                    <a:pt x="423" y="417"/>
                  </a:cubicBezTo>
                  <a:cubicBezTo>
                    <a:pt x="420" y="418"/>
                    <a:pt x="416" y="418"/>
                    <a:pt x="413" y="418"/>
                  </a:cubicBezTo>
                  <a:cubicBezTo>
                    <a:pt x="411" y="418"/>
                    <a:pt x="410" y="419"/>
                    <a:pt x="408" y="419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8"/>
                    <a:pt x="404" y="418"/>
                    <a:pt x="404" y="418"/>
                  </a:cubicBezTo>
                  <a:cubicBezTo>
                    <a:pt x="399" y="418"/>
                    <a:pt x="399" y="418"/>
                    <a:pt x="399" y="418"/>
                  </a:cubicBezTo>
                  <a:cubicBezTo>
                    <a:pt x="398" y="419"/>
                    <a:pt x="397" y="421"/>
                    <a:pt x="397" y="423"/>
                  </a:cubicBezTo>
                  <a:cubicBezTo>
                    <a:pt x="395" y="427"/>
                    <a:pt x="395" y="427"/>
                    <a:pt x="395" y="427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3"/>
                    <a:pt x="387" y="443"/>
                    <a:pt x="387" y="443"/>
                  </a:cubicBezTo>
                  <a:cubicBezTo>
                    <a:pt x="384" y="451"/>
                    <a:pt x="381" y="458"/>
                    <a:pt x="378" y="465"/>
                  </a:cubicBezTo>
                  <a:cubicBezTo>
                    <a:pt x="372" y="480"/>
                    <a:pt x="367" y="495"/>
                    <a:pt x="361" y="510"/>
                  </a:cubicBezTo>
                  <a:cubicBezTo>
                    <a:pt x="351" y="539"/>
                    <a:pt x="341" y="570"/>
                    <a:pt x="332" y="600"/>
                  </a:cubicBezTo>
                  <a:cubicBezTo>
                    <a:pt x="327" y="617"/>
                    <a:pt x="327" y="617"/>
                    <a:pt x="327" y="617"/>
                  </a:cubicBezTo>
                  <a:cubicBezTo>
                    <a:pt x="326" y="622"/>
                    <a:pt x="326" y="622"/>
                    <a:pt x="326" y="622"/>
                  </a:cubicBezTo>
                  <a:cubicBezTo>
                    <a:pt x="325" y="622"/>
                    <a:pt x="325" y="622"/>
                    <a:pt x="325" y="622"/>
                  </a:cubicBezTo>
                  <a:cubicBezTo>
                    <a:pt x="330" y="603"/>
                    <a:pt x="330" y="603"/>
                    <a:pt x="330" y="603"/>
                  </a:cubicBezTo>
                  <a:cubicBezTo>
                    <a:pt x="334" y="592"/>
                    <a:pt x="334" y="592"/>
                    <a:pt x="334" y="592"/>
                  </a:cubicBezTo>
                  <a:cubicBezTo>
                    <a:pt x="342" y="563"/>
                    <a:pt x="352" y="534"/>
                    <a:pt x="362" y="506"/>
                  </a:cubicBezTo>
                  <a:cubicBezTo>
                    <a:pt x="367" y="491"/>
                    <a:pt x="373" y="477"/>
                    <a:pt x="378" y="463"/>
                  </a:cubicBezTo>
                  <a:cubicBezTo>
                    <a:pt x="381" y="456"/>
                    <a:pt x="384" y="449"/>
                    <a:pt x="387" y="442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403" y="418"/>
                    <a:pt x="403" y="418"/>
                    <a:pt x="403" y="418"/>
                  </a:cubicBezTo>
                  <a:cubicBezTo>
                    <a:pt x="404" y="418"/>
                    <a:pt x="405" y="418"/>
                    <a:pt x="406" y="418"/>
                  </a:cubicBezTo>
                  <a:cubicBezTo>
                    <a:pt x="406" y="418"/>
                    <a:pt x="407" y="418"/>
                    <a:pt x="407" y="418"/>
                  </a:cubicBezTo>
                  <a:cubicBezTo>
                    <a:pt x="408" y="418"/>
                    <a:pt x="408" y="418"/>
                    <a:pt x="408" y="418"/>
                  </a:cubicBezTo>
                  <a:cubicBezTo>
                    <a:pt x="410" y="418"/>
                    <a:pt x="411" y="418"/>
                    <a:pt x="413" y="418"/>
                  </a:cubicBezTo>
                  <a:cubicBezTo>
                    <a:pt x="416" y="417"/>
                    <a:pt x="419" y="417"/>
                    <a:pt x="422" y="416"/>
                  </a:cubicBezTo>
                  <a:cubicBezTo>
                    <a:pt x="428" y="414"/>
                    <a:pt x="434" y="411"/>
                    <a:pt x="438" y="406"/>
                  </a:cubicBezTo>
                  <a:cubicBezTo>
                    <a:pt x="440" y="404"/>
                    <a:pt x="442" y="402"/>
                    <a:pt x="443" y="399"/>
                  </a:cubicBezTo>
                  <a:cubicBezTo>
                    <a:pt x="444" y="396"/>
                    <a:pt x="445" y="393"/>
                    <a:pt x="445" y="390"/>
                  </a:cubicBezTo>
                  <a:cubicBezTo>
                    <a:pt x="446" y="384"/>
                    <a:pt x="446" y="377"/>
                    <a:pt x="443" y="372"/>
                  </a:cubicBezTo>
                  <a:cubicBezTo>
                    <a:pt x="441" y="367"/>
                    <a:pt x="436" y="362"/>
                    <a:pt x="432" y="362"/>
                  </a:cubicBezTo>
                  <a:cubicBezTo>
                    <a:pt x="431" y="362"/>
                    <a:pt x="431" y="362"/>
                    <a:pt x="430" y="361"/>
                  </a:cubicBezTo>
                  <a:cubicBezTo>
                    <a:pt x="430" y="361"/>
                    <a:pt x="429" y="362"/>
                    <a:pt x="429" y="362"/>
                  </a:cubicBezTo>
                  <a:cubicBezTo>
                    <a:pt x="428" y="362"/>
                    <a:pt x="426" y="362"/>
                    <a:pt x="425" y="363"/>
                  </a:cubicBezTo>
                  <a:cubicBezTo>
                    <a:pt x="423" y="364"/>
                    <a:pt x="420" y="366"/>
                    <a:pt x="418" y="368"/>
                  </a:cubicBezTo>
                  <a:cubicBezTo>
                    <a:pt x="415" y="370"/>
                    <a:pt x="413" y="373"/>
                    <a:pt x="411" y="375"/>
                  </a:cubicBezTo>
                  <a:cubicBezTo>
                    <a:pt x="411" y="376"/>
                    <a:pt x="410" y="377"/>
                    <a:pt x="410" y="377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06" y="384"/>
                    <a:pt x="406" y="384"/>
                    <a:pt x="406" y="384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394" y="409"/>
                    <a:pt x="394" y="409"/>
                    <a:pt x="394" y="409"/>
                  </a:cubicBezTo>
                  <a:cubicBezTo>
                    <a:pt x="394" y="409"/>
                    <a:pt x="393" y="409"/>
                    <a:pt x="393" y="409"/>
                  </a:cubicBezTo>
                  <a:cubicBezTo>
                    <a:pt x="391" y="408"/>
                    <a:pt x="391" y="408"/>
                    <a:pt x="391" y="408"/>
                  </a:cubicBezTo>
                  <a:cubicBezTo>
                    <a:pt x="388" y="407"/>
                    <a:pt x="388" y="407"/>
                    <a:pt x="388" y="407"/>
                  </a:cubicBezTo>
                  <a:cubicBezTo>
                    <a:pt x="386" y="406"/>
                    <a:pt x="384" y="405"/>
                    <a:pt x="382" y="404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0" y="402"/>
                    <a:pt x="380" y="402"/>
                    <a:pt x="380" y="402"/>
                  </a:cubicBezTo>
                  <a:cubicBezTo>
                    <a:pt x="379" y="402"/>
                    <a:pt x="378" y="402"/>
                    <a:pt x="378" y="401"/>
                  </a:cubicBezTo>
                  <a:cubicBezTo>
                    <a:pt x="377" y="400"/>
                    <a:pt x="376" y="400"/>
                    <a:pt x="375" y="399"/>
                  </a:cubicBezTo>
                  <a:cubicBezTo>
                    <a:pt x="370" y="395"/>
                    <a:pt x="367" y="391"/>
                    <a:pt x="363" y="387"/>
                  </a:cubicBezTo>
                  <a:cubicBezTo>
                    <a:pt x="360" y="383"/>
                    <a:pt x="357" y="378"/>
                    <a:pt x="355" y="374"/>
                  </a:cubicBezTo>
                  <a:cubicBezTo>
                    <a:pt x="354" y="371"/>
                    <a:pt x="352" y="369"/>
                    <a:pt x="351" y="367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50" y="363"/>
                    <a:pt x="350" y="362"/>
                    <a:pt x="349" y="361"/>
                  </a:cubicBezTo>
                  <a:cubicBezTo>
                    <a:pt x="348" y="359"/>
                    <a:pt x="348" y="357"/>
                    <a:pt x="347" y="355"/>
                  </a:cubicBezTo>
                  <a:cubicBezTo>
                    <a:pt x="350" y="353"/>
                    <a:pt x="352" y="351"/>
                    <a:pt x="355" y="349"/>
                  </a:cubicBezTo>
                  <a:cubicBezTo>
                    <a:pt x="357" y="348"/>
                    <a:pt x="357" y="348"/>
                    <a:pt x="357" y="348"/>
                  </a:cubicBezTo>
                  <a:cubicBezTo>
                    <a:pt x="358" y="348"/>
                    <a:pt x="358" y="348"/>
                    <a:pt x="358" y="348"/>
                  </a:cubicBezTo>
                  <a:cubicBezTo>
                    <a:pt x="358" y="347"/>
                    <a:pt x="359" y="347"/>
                    <a:pt x="359" y="346"/>
                  </a:cubicBezTo>
                  <a:cubicBezTo>
                    <a:pt x="362" y="344"/>
                    <a:pt x="364" y="342"/>
                    <a:pt x="367" y="340"/>
                  </a:cubicBezTo>
                  <a:cubicBezTo>
                    <a:pt x="371" y="335"/>
                    <a:pt x="375" y="330"/>
                    <a:pt x="377" y="325"/>
                  </a:cubicBezTo>
                  <a:cubicBezTo>
                    <a:pt x="379" y="319"/>
                    <a:pt x="379" y="313"/>
                    <a:pt x="377" y="308"/>
                  </a:cubicBezTo>
                  <a:cubicBezTo>
                    <a:pt x="376" y="306"/>
                    <a:pt x="375" y="303"/>
                    <a:pt x="373" y="301"/>
                  </a:cubicBezTo>
                  <a:cubicBezTo>
                    <a:pt x="372" y="301"/>
                    <a:pt x="372" y="300"/>
                    <a:pt x="371" y="299"/>
                  </a:cubicBezTo>
                  <a:cubicBezTo>
                    <a:pt x="371" y="299"/>
                    <a:pt x="371" y="299"/>
                    <a:pt x="370" y="298"/>
                  </a:cubicBezTo>
                  <a:cubicBezTo>
                    <a:pt x="369" y="297"/>
                    <a:pt x="368" y="297"/>
                    <a:pt x="367" y="296"/>
                  </a:cubicBezTo>
                  <a:cubicBezTo>
                    <a:pt x="363" y="295"/>
                    <a:pt x="357" y="295"/>
                    <a:pt x="352" y="298"/>
                  </a:cubicBezTo>
                  <a:cubicBezTo>
                    <a:pt x="351" y="298"/>
                    <a:pt x="350" y="299"/>
                    <a:pt x="349" y="300"/>
                  </a:cubicBezTo>
                  <a:cubicBezTo>
                    <a:pt x="347" y="301"/>
                    <a:pt x="346" y="302"/>
                    <a:pt x="345" y="303"/>
                  </a:cubicBezTo>
                  <a:cubicBezTo>
                    <a:pt x="343" y="305"/>
                    <a:pt x="341" y="307"/>
                    <a:pt x="340" y="310"/>
                  </a:cubicBezTo>
                  <a:cubicBezTo>
                    <a:pt x="337" y="315"/>
                    <a:pt x="335" y="321"/>
                    <a:pt x="335" y="327"/>
                  </a:cubicBezTo>
                  <a:cubicBezTo>
                    <a:pt x="335" y="330"/>
                    <a:pt x="335" y="333"/>
                    <a:pt x="335" y="337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2"/>
                    <a:pt x="336" y="342"/>
                    <a:pt x="336" y="342"/>
                  </a:cubicBezTo>
                  <a:cubicBezTo>
                    <a:pt x="336" y="343"/>
                    <a:pt x="336" y="343"/>
                    <a:pt x="336" y="343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7"/>
                    <a:pt x="337" y="347"/>
                    <a:pt x="337" y="347"/>
                  </a:cubicBezTo>
                  <a:cubicBezTo>
                    <a:pt x="338" y="351"/>
                    <a:pt x="338" y="351"/>
                    <a:pt x="338" y="351"/>
                  </a:cubicBezTo>
                  <a:cubicBezTo>
                    <a:pt x="336" y="352"/>
                    <a:pt x="334" y="353"/>
                    <a:pt x="332" y="354"/>
                  </a:cubicBezTo>
                  <a:cubicBezTo>
                    <a:pt x="331" y="355"/>
                    <a:pt x="330" y="355"/>
                    <a:pt x="329" y="355"/>
                  </a:cubicBezTo>
                  <a:cubicBezTo>
                    <a:pt x="328" y="356"/>
                    <a:pt x="328" y="356"/>
                    <a:pt x="328" y="356"/>
                  </a:cubicBezTo>
                  <a:cubicBezTo>
                    <a:pt x="326" y="356"/>
                    <a:pt x="326" y="356"/>
                    <a:pt x="326" y="356"/>
                  </a:cubicBezTo>
                  <a:cubicBezTo>
                    <a:pt x="324" y="357"/>
                    <a:pt x="321" y="358"/>
                    <a:pt x="318" y="359"/>
                  </a:cubicBezTo>
                  <a:cubicBezTo>
                    <a:pt x="313" y="360"/>
                    <a:pt x="308" y="360"/>
                    <a:pt x="303" y="360"/>
                  </a:cubicBezTo>
                  <a:cubicBezTo>
                    <a:pt x="297" y="360"/>
                    <a:pt x="292" y="360"/>
                    <a:pt x="287" y="359"/>
                  </a:cubicBezTo>
                  <a:cubicBezTo>
                    <a:pt x="286" y="359"/>
                    <a:pt x="284" y="359"/>
                    <a:pt x="283" y="358"/>
                  </a:cubicBezTo>
                  <a:cubicBezTo>
                    <a:pt x="282" y="358"/>
                    <a:pt x="281" y="358"/>
                    <a:pt x="280" y="358"/>
                  </a:cubicBezTo>
                  <a:cubicBezTo>
                    <a:pt x="279" y="358"/>
                    <a:pt x="278" y="357"/>
                    <a:pt x="277" y="357"/>
                  </a:cubicBezTo>
                  <a:cubicBezTo>
                    <a:pt x="275" y="357"/>
                    <a:pt x="273" y="356"/>
                    <a:pt x="271" y="355"/>
                  </a:cubicBezTo>
                  <a:cubicBezTo>
                    <a:pt x="270" y="355"/>
                    <a:pt x="269" y="354"/>
                    <a:pt x="268" y="354"/>
                  </a:cubicBezTo>
                  <a:cubicBezTo>
                    <a:pt x="268" y="353"/>
                    <a:pt x="267" y="353"/>
                    <a:pt x="267" y="352"/>
                  </a:cubicBezTo>
                  <a:cubicBezTo>
                    <a:pt x="266" y="352"/>
                    <a:pt x="266" y="351"/>
                    <a:pt x="266" y="351"/>
                  </a:cubicBezTo>
                  <a:cubicBezTo>
                    <a:pt x="266" y="350"/>
                    <a:pt x="266" y="350"/>
                    <a:pt x="266" y="350"/>
                  </a:cubicBezTo>
                  <a:cubicBezTo>
                    <a:pt x="266" y="350"/>
                    <a:pt x="266" y="349"/>
                    <a:pt x="265" y="349"/>
                  </a:cubicBezTo>
                  <a:cubicBezTo>
                    <a:pt x="265" y="348"/>
                    <a:pt x="266" y="346"/>
                    <a:pt x="268" y="344"/>
                  </a:cubicBezTo>
                  <a:cubicBezTo>
                    <a:pt x="272" y="339"/>
                    <a:pt x="272" y="339"/>
                    <a:pt x="272" y="339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5" y="335"/>
                    <a:pt x="275" y="335"/>
                    <a:pt x="275" y="335"/>
                  </a:cubicBezTo>
                  <a:cubicBezTo>
                    <a:pt x="278" y="331"/>
                    <a:pt x="281" y="327"/>
                    <a:pt x="283" y="323"/>
                  </a:cubicBezTo>
                  <a:cubicBezTo>
                    <a:pt x="285" y="319"/>
                    <a:pt x="287" y="315"/>
                    <a:pt x="288" y="311"/>
                  </a:cubicBezTo>
                  <a:cubicBezTo>
                    <a:pt x="289" y="307"/>
                    <a:pt x="289" y="304"/>
                    <a:pt x="288" y="300"/>
                  </a:cubicBezTo>
                  <a:cubicBezTo>
                    <a:pt x="286" y="297"/>
                    <a:pt x="284" y="294"/>
                    <a:pt x="281" y="292"/>
                  </a:cubicBezTo>
                  <a:cubicBezTo>
                    <a:pt x="277" y="289"/>
                    <a:pt x="274" y="288"/>
                    <a:pt x="270" y="287"/>
                  </a:cubicBezTo>
                  <a:cubicBezTo>
                    <a:pt x="267" y="287"/>
                    <a:pt x="264" y="288"/>
                    <a:pt x="260" y="290"/>
                  </a:cubicBezTo>
                  <a:cubicBezTo>
                    <a:pt x="257" y="292"/>
                    <a:pt x="254" y="295"/>
                    <a:pt x="252" y="299"/>
                  </a:cubicBezTo>
                  <a:cubicBezTo>
                    <a:pt x="247" y="306"/>
                    <a:pt x="243" y="315"/>
                    <a:pt x="242" y="323"/>
                  </a:cubicBezTo>
                  <a:cubicBezTo>
                    <a:pt x="242" y="326"/>
                    <a:pt x="242" y="328"/>
                    <a:pt x="242" y="330"/>
                  </a:cubicBezTo>
                  <a:cubicBezTo>
                    <a:pt x="242" y="330"/>
                    <a:pt x="242" y="331"/>
                    <a:pt x="242" y="331"/>
                  </a:cubicBezTo>
                  <a:cubicBezTo>
                    <a:pt x="242" y="332"/>
                    <a:pt x="242" y="332"/>
                    <a:pt x="242" y="333"/>
                  </a:cubicBezTo>
                  <a:cubicBezTo>
                    <a:pt x="242" y="334"/>
                    <a:pt x="243" y="335"/>
                    <a:pt x="243" y="336"/>
                  </a:cubicBezTo>
                  <a:cubicBezTo>
                    <a:pt x="243" y="338"/>
                    <a:pt x="244" y="340"/>
                    <a:pt x="245" y="342"/>
                  </a:cubicBezTo>
                  <a:cubicBezTo>
                    <a:pt x="245" y="342"/>
                    <a:pt x="245" y="343"/>
                    <a:pt x="246" y="343"/>
                  </a:cubicBezTo>
                  <a:cubicBezTo>
                    <a:pt x="246" y="343"/>
                    <a:pt x="246" y="343"/>
                    <a:pt x="246" y="344"/>
                  </a:cubicBezTo>
                  <a:cubicBezTo>
                    <a:pt x="247" y="346"/>
                    <a:pt x="247" y="346"/>
                    <a:pt x="247" y="346"/>
                  </a:cubicBezTo>
                  <a:cubicBezTo>
                    <a:pt x="248" y="347"/>
                    <a:pt x="250" y="349"/>
                    <a:pt x="251" y="351"/>
                  </a:cubicBezTo>
                  <a:cubicBezTo>
                    <a:pt x="250" y="353"/>
                    <a:pt x="248" y="355"/>
                    <a:pt x="247" y="356"/>
                  </a:cubicBezTo>
                  <a:cubicBezTo>
                    <a:pt x="246" y="357"/>
                    <a:pt x="245" y="358"/>
                    <a:pt x="244" y="359"/>
                  </a:cubicBezTo>
                  <a:cubicBezTo>
                    <a:pt x="243" y="361"/>
                    <a:pt x="243" y="361"/>
                    <a:pt x="243" y="361"/>
                  </a:cubicBezTo>
                  <a:cubicBezTo>
                    <a:pt x="241" y="363"/>
                    <a:pt x="239" y="365"/>
                    <a:pt x="237" y="366"/>
                  </a:cubicBezTo>
                  <a:cubicBezTo>
                    <a:pt x="234" y="370"/>
                    <a:pt x="230" y="374"/>
                    <a:pt x="226" y="377"/>
                  </a:cubicBezTo>
                  <a:cubicBezTo>
                    <a:pt x="222" y="380"/>
                    <a:pt x="217" y="384"/>
                    <a:pt x="213" y="387"/>
                  </a:cubicBezTo>
                  <a:cubicBezTo>
                    <a:pt x="212" y="387"/>
                    <a:pt x="211" y="388"/>
                    <a:pt x="210" y="389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07" y="390"/>
                    <a:pt x="207" y="390"/>
                    <a:pt x="207" y="390"/>
                  </a:cubicBezTo>
                  <a:cubicBezTo>
                    <a:pt x="206" y="391"/>
                    <a:pt x="206" y="391"/>
                    <a:pt x="206" y="391"/>
                  </a:cubicBezTo>
                  <a:cubicBezTo>
                    <a:pt x="205" y="392"/>
                    <a:pt x="204" y="392"/>
                    <a:pt x="203" y="393"/>
                  </a:cubicBezTo>
                  <a:cubicBezTo>
                    <a:pt x="202" y="393"/>
                    <a:pt x="201" y="394"/>
                    <a:pt x="200" y="394"/>
                  </a:cubicBezTo>
                  <a:cubicBezTo>
                    <a:pt x="198" y="395"/>
                    <a:pt x="196" y="396"/>
                    <a:pt x="194" y="397"/>
                  </a:cubicBezTo>
                  <a:cubicBezTo>
                    <a:pt x="187" y="385"/>
                    <a:pt x="187" y="385"/>
                    <a:pt x="187" y="385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2" y="374"/>
                    <a:pt x="179" y="370"/>
                    <a:pt x="177" y="367"/>
                  </a:cubicBezTo>
                  <a:cubicBezTo>
                    <a:pt x="174" y="363"/>
                    <a:pt x="170" y="360"/>
                    <a:pt x="167" y="358"/>
                  </a:cubicBezTo>
                  <a:cubicBezTo>
                    <a:pt x="163" y="356"/>
                    <a:pt x="159" y="355"/>
                    <a:pt x="155" y="355"/>
                  </a:cubicBezTo>
                  <a:cubicBezTo>
                    <a:pt x="152" y="355"/>
                    <a:pt x="148" y="356"/>
                    <a:pt x="144" y="358"/>
                  </a:cubicBezTo>
                  <a:cubicBezTo>
                    <a:pt x="141" y="361"/>
                    <a:pt x="138" y="363"/>
                    <a:pt x="137" y="367"/>
                  </a:cubicBezTo>
                  <a:cubicBezTo>
                    <a:pt x="136" y="370"/>
                    <a:pt x="135" y="374"/>
                    <a:pt x="136" y="378"/>
                  </a:cubicBezTo>
                  <a:cubicBezTo>
                    <a:pt x="137" y="382"/>
                    <a:pt x="139" y="386"/>
                    <a:pt x="141" y="389"/>
                  </a:cubicBezTo>
                  <a:cubicBezTo>
                    <a:pt x="141" y="388"/>
                    <a:pt x="139" y="386"/>
                    <a:pt x="139" y="386"/>
                  </a:cubicBezTo>
                  <a:cubicBezTo>
                    <a:pt x="139" y="385"/>
                    <a:pt x="139" y="386"/>
                    <a:pt x="139" y="387"/>
                  </a:cubicBezTo>
                  <a:cubicBezTo>
                    <a:pt x="140" y="388"/>
                    <a:pt x="141" y="389"/>
                    <a:pt x="142" y="392"/>
                  </a:cubicBezTo>
                  <a:cubicBezTo>
                    <a:pt x="140" y="388"/>
                    <a:pt x="137" y="384"/>
                    <a:pt x="136" y="380"/>
                  </a:cubicBezTo>
                  <a:close/>
                  <a:moveTo>
                    <a:pt x="183" y="623"/>
                  </a:moveTo>
                  <a:cubicBezTo>
                    <a:pt x="180" y="624"/>
                    <a:pt x="177" y="625"/>
                    <a:pt x="175" y="626"/>
                  </a:cubicBezTo>
                  <a:cubicBezTo>
                    <a:pt x="172" y="628"/>
                    <a:pt x="170" y="630"/>
                    <a:pt x="169" y="632"/>
                  </a:cubicBezTo>
                  <a:cubicBezTo>
                    <a:pt x="166" y="637"/>
                    <a:pt x="165" y="642"/>
                    <a:pt x="165" y="648"/>
                  </a:cubicBezTo>
                  <a:cubicBezTo>
                    <a:pt x="165" y="653"/>
                    <a:pt x="167" y="658"/>
                    <a:pt x="171" y="662"/>
                  </a:cubicBezTo>
                  <a:cubicBezTo>
                    <a:pt x="173" y="664"/>
                    <a:pt x="175" y="666"/>
                    <a:pt x="178" y="667"/>
                  </a:cubicBezTo>
                  <a:cubicBezTo>
                    <a:pt x="179" y="668"/>
                    <a:pt x="181" y="668"/>
                    <a:pt x="182" y="668"/>
                  </a:cubicBezTo>
                  <a:cubicBezTo>
                    <a:pt x="183" y="669"/>
                    <a:pt x="184" y="669"/>
                    <a:pt x="184" y="669"/>
                  </a:cubicBezTo>
                  <a:cubicBezTo>
                    <a:pt x="185" y="669"/>
                    <a:pt x="185" y="669"/>
                    <a:pt x="185" y="669"/>
                  </a:cubicBezTo>
                  <a:cubicBezTo>
                    <a:pt x="186" y="669"/>
                    <a:pt x="186" y="669"/>
                    <a:pt x="186" y="669"/>
                  </a:cubicBezTo>
                  <a:cubicBezTo>
                    <a:pt x="199" y="669"/>
                    <a:pt x="199" y="669"/>
                    <a:pt x="199" y="669"/>
                  </a:cubicBezTo>
                  <a:cubicBezTo>
                    <a:pt x="224" y="669"/>
                    <a:pt x="224" y="669"/>
                    <a:pt x="224" y="669"/>
                  </a:cubicBezTo>
                  <a:cubicBezTo>
                    <a:pt x="257" y="669"/>
                    <a:pt x="290" y="670"/>
                    <a:pt x="325" y="669"/>
                  </a:cubicBezTo>
                  <a:cubicBezTo>
                    <a:pt x="325" y="670"/>
                    <a:pt x="325" y="670"/>
                    <a:pt x="325" y="670"/>
                  </a:cubicBezTo>
                  <a:cubicBezTo>
                    <a:pt x="311" y="670"/>
                    <a:pt x="311" y="670"/>
                    <a:pt x="311" y="670"/>
                  </a:cubicBezTo>
                  <a:cubicBezTo>
                    <a:pt x="298" y="670"/>
                    <a:pt x="298" y="670"/>
                    <a:pt x="298" y="670"/>
                  </a:cubicBezTo>
                  <a:cubicBezTo>
                    <a:pt x="273" y="670"/>
                    <a:pt x="248" y="670"/>
                    <a:pt x="223" y="670"/>
                  </a:cubicBezTo>
                  <a:cubicBezTo>
                    <a:pt x="198" y="670"/>
                    <a:pt x="198" y="670"/>
                    <a:pt x="198" y="670"/>
                  </a:cubicBezTo>
                  <a:cubicBezTo>
                    <a:pt x="186" y="670"/>
                    <a:pt x="186" y="670"/>
                    <a:pt x="186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4" y="670"/>
                    <a:pt x="184" y="670"/>
                  </a:cubicBezTo>
                  <a:cubicBezTo>
                    <a:pt x="183" y="670"/>
                    <a:pt x="182" y="669"/>
                    <a:pt x="181" y="669"/>
                  </a:cubicBezTo>
                  <a:cubicBezTo>
                    <a:pt x="180" y="669"/>
                    <a:pt x="178" y="669"/>
                    <a:pt x="177" y="668"/>
                  </a:cubicBezTo>
                  <a:cubicBezTo>
                    <a:pt x="174" y="667"/>
                    <a:pt x="172" y="665"/>
                    <a:pt x="170" y="663"/>
                  </a:cubicBezTo>
                  <a:cubicBezTo>
                    <a:pt x="166" y="658"/>
                    <a:pt x="164" y="653"/>
                    <a:pt x="164" y="648"/>
                  </a:cubicBezTo>
                  <a:cubicBezTo>
                    <a:pt x="164" y="642"/>
                    <a:pt x="165" y="637"/>
                    <a:pt x="168" y="632"/>
                  </a:cubicBezTo>
                  <a:cubicBezTo>
                    <a:pt x="170" y="630"/>
                    <a:pt x="172" y="627"/>
                    <a:pt x="174" y="626"/>
                  </a:cubicBezTo>
                  <a:cubicBezTo>
                    <a:pt x="176" y="624"/>
                    <a:pt x="179" y="623"/>
                    <a:pt x="182" y="623"/>
                  </a:cubicBezTo>
                  <a:cubicBezTo>
                    <a:pt x="182" y="623"/>
                    <a:pt x="183" y="623"/>
                    <a:pt x="183" y="623"/>
                  </a:cubicBezTo>
                  <a:cubicBezTo>
                    <a:pt x="183" y="623"/>
                    <a:pt x="183" y="623"/>
                    <a:pt x="183" y="623"/>
                  </a:cubicBezTo>
                  <a:close/>
                  <a:moveTo>
                    <a:pt x="248" y="379"/>
                  </a:moveTo>
                  <a:cubicBezTo>
                    <a:pt x="251" y="377"/>
                    <a:pt x="253" y="375"/>
                    <a:pt x="255" y="372"/>
                  </a:cubicBezTo>
                  <a:cubicBezTo>
                    <a:pt x="259" y="368"/>
                    <a:pt x="259" y="368"/>
                    <a:pt x="259" y="368"/>
                  </a:cubicBezTo>
                  <a:cubicBezTo>
                    <a:pt x="260" y="368"/>
                    <a:pt x="261" y="369"/>
                    <a:pt x="262" y="369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4" y="370"/>
                    <a:pt x="264" y="370"/>
                    <a:pt x="264" y="370"/>
                  </a:cubicBezTo>
                  <a:cubicBezTo>
                    <a:pt x="266" y="371"/>
                    <a:pt x="266" y="371"/>
                    <a:pt x="266" y="371"/>
                  </a:cubicBezTo>
                  <a:cubicBezTo>
                    <a:pt x="270" y="372"/>
                    <a:pt x="273" y="373"/>
                    <a:pt x="276" y="374"/>
                  </a:cubicBezTo>
                  <a:cubicBezTo>
                    <a:pt x="283" y="376"/>
                    <a:pt x="290" y="377"/>
                    <a:pt x="297" y="377"/>
                  </a:cubicBezTo>
                  <a:cubicBezTo>
                    <a:pt x="304" y="377"/>
                    <a:pt x="311" y="377"/>
                    <a:pt x="318" y="376"/>
                  </a:cubicBezTo>
                  <a:cubicBezTo>
                    <a:pt x="321" y="375"/>
                    <a:pt x="324" y="375"/>
                    <a:pt x="328" y="374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32" y="372"/>
                    <a:pt x="332" y="372"/>
                    <a:pt x="332" y="372"/>
                  </a:cubicBezTo>
                  <a:cubicBezTo>
                    <a:pt x="333" y="372"/>
                    <a:pt x="334" y="372"/>
                    <a:pt x="334" y="371"/>
                  </a:cubicBezTo>
                  <a:cubicBezTo>
                    <a:pt x="334" y="372"/>
                    <a:pt x="334" y="372"/>
                    <a:pt x="335" y="372"/>
                  </a:cubicBezTo>
                  <a:cubicBezTo>
                    <a:pt x="335" y="373"/>
                    <a:pt x="335" y="373"/>
                    <a:pt x="335" y="374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7" y="377"/>
                    <a:pt x="337" y="378"/>
                  </a:cubicBezTo>
                  <a:cubicBezTo>
                    <a:pt x="338" y="380"/>
                    <a:pt x="340" y="383"/>
                    <a:pt x="341" y="386"/>
                  </a:cubicBezTo>
                  <a:cubicBezTo>
                    <a:pt x="345" y="391"/>
                    <a:pt x="348" y="396"/>
                    <a:pt x="352" y="400"/>
                  </a:cubicBezTo>
                  <a:cubicBezTo>
                    <a:pt x="356" y="405"/>
                    <a:pt x="361" y="409"/>
                    <a:pt x="365" y="413"/>
                  </a:cubicBezTo>
                  <a:cubicBezTo>
                    <a:pt x="368" y="415"/>
                    <a:pt x="370" y="416"/>
                    <a:pt x="373" y="418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6" y="420"/>
                    <a:pt x="376" y="420"/>
                    <a:pt x="376" y="420"/>
                  </a:cubicBezTo>
                  <a:cubicBezTo>
                    <a:pt x="376" y="420"/>
                    <a:pt x="377" y="420"/>
                    <a:pt x="378" y="421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69" y="440"/>
                    <a:pt x="367" y="445"/>
                    <a:pt x="364" y="451"/>
                  </a:cubicBezTo>
                  <a:cubicBezTo>
                    <a:pt x="359" y="462"/>
                    <a:pt x="355" y="473"/>
                    <a:pt x="350" y="484"/>
                  </a:cubicBezTo>
                  <a:cubicBezTo>
                    <a:pt x="355" y="473"/>
                    <a:pt x="359" y="462"/>
                    <a:pt x="364" y="451"/>
                  </a:cubicBezTo>
                  <a:cubicBezTo>
                    <a:pt x="367" y="445"/>
                    <a:pt x="369" y="439"/>
                    <a:pt x="371" y="434"/>
                  </a:cubicBezTo>
                  <a:cubicBezTo>
                    <a:pt x="377" y="421"/>
                    <a:pt x="377" y="421"/>
                    <a:pt x="377" y="421"/>
                  </a:cubicBezTo>
                  <a:cubicBezTo>
                    <a:pt x="377" y="420"/>
                    <a:pt x="376" y="420"/>
                    <a:pt x="376" y="420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3" y="418"/>
                    <a:pt x="373" y="418"/>
                    <a:pt x="373" y="418"/>
                  </a:cubicBezTo>
                  <a:cubicBezTo>
                    <a:pt x="370" y="417"/>
                    <a:pt x="368" y="415"/>
                    <a:pt x="365" y="413"/>
                  </a:cubicBezTo>
                  <a:cubicBezTo>
                    <a:pt x="360" y="409"/>
                    <a:pt x="356" y="405"/>
                    <a:pt x="352" y="400"/>
                  </a:cubicBezTo>
                  <a:cubicBezTo>
                    <a:pt x="348" y="396"/>
                    <a:pt x="344" y="391"/>
                    <a:pt x="341" y="386"/>
                  </a:cubicBezTo>
                  <a:cubicBezTo>
                    <a:pt x="340" y="383"/>
                    <a:pt x="338" y="380"/>
                    <a:pt x="337" y="378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3"/>
                    <a:pt x="335" y="373"/>
                    <a:pt x="335" y="372"/>
                  </a:cubicBezTo>
                  <a:cubicBezTo>
                    <a:pt x="334" y="372"/>
                    <a:pt x="334" y="372"/>
                    <a:pt x="334" y="371"/>
                  </a:cubicBezTo>
                  <a:cubicBezTo>
                    <a:pt x="334" y="372"/>
                    <a:pt x="333" y="372"/>
                    <a:pt x="332" y="372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28" y="374"/>
                    <a:pt x="328" y="374"/>
                    <a:pt x="328" y="374"/>
                  </a:cubicBezTo>
                  <a:cubicBezTo>
                    <a:pt x="324" y="375"/>
                    <a:pt x="321" y="375"/>
                    <a:pt x="318" y="376"/>
                  </a:cubicBezTo>
                  <a:cubicBezTo>
                    <a:pt x="311" y="377"/>
                    <a:pt x="304" y="378"/>
                    <a:pt x="297" y="377"/>
                  </a:cubicBezTo>
                  <a:cubicBezTo>
                    <a:pt x="290" y="377"/>
                    <a:pt x="283" y="376"/>
                    <a:pt x="276" y="374"/>
                  </a:cubicBezTo>
                  <a:cubicBezTo>
                    <a:pt x="273" y="374"/>
                    <a:pt x="270" y="373"/>
                    <a:pt x="266" y="371"/>
                  </a:cubicBezTo>
                  <a:cubicBezTo>
                    <a:pt x="265" y="371"/>
                    <a:pt x="265" y="371"/>
                    <a:pt x="264" y="370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2" y="370"/>
                    <a:pt x="262" y="370"/>
                    <a:pt x="262" y="370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1" y="369"/>
                    <a:pt x="260" y="369"/>
                    <a:pt x="259" y="368"/>
                  </a:cubicBezTo>
                  <a:cubicBezTo>
                    <a:pt x="258" y="369"/>
                    <a:pt x="257" y="370"/>
                    <a:pt x="255" y="373"/>
                  </a:cubicBezTo>
                  <a:cubicBezTo>
                    <a:pt x="253" y="375"/>
                    <a:pt x="250" y="377"/>
                    <a:pt x="248" y="379"/>
                  </a:cubicBezTo>
                  <a:cubicBezTo>
                    <a:pt x="244" y="384"/>
                    <a:pt x="239" y="388"/>
                    <a:pt x="235" y="392"/>
                  </a:cubicBezTo>
                  <a:cubicBezTo>
                    <a:pt x="234" y="393"/>
                    <a:pt x="235" y="393"/>
                    <a:pt x="236" y="393"/>
                  </a:cubicBezTo>
                  <a:cubicBezTo>
                    <a:pt x="236" y="392"/>
                    <a:pt x="238" y="391"/>
                    <a:pt x="242" y="388"/>
                  </a:cubicBezTo>
                  <a:cubicBezTo>
                    <a:pt x="244" y="386"/>
                    <a:pt x="247" y="384"/>
                    <a:pt x="251" y="380"/>
                  </a:cubicBezTo>
                  <a:cubicBezTo>
                    <a:pt x="252" y="378"/>
                    <a:pt x="254" y="377"/>
                    <a:pt x="256" y="374"/>
                  </a:cubicBezTo>
                  <a:cubicBezTo>
                    <a:pt x="259" y="372"/>
                    <a:pt x="259" y="372"/>
                    <a:pt x="259" y="372"/>
                  </a:cubicBezTo>
                  <a:cubicBezTo>
                    <a:pt x="259" y="371"/>
                    <a:pt x="259" y="371"/>
                    <a:pt x="260" y="371"/>
                  </a:cubicBezTo>
                  <a:cubicBezTo>
                    <a:pt x="260" y="371"/>
                    <a:pt x="260" y="371"/>
                    <a:pt x="260" y="371"/>
                  </a:cubicBezTo>
                  <a:cubicBezTo>
                    <a:pt x="261" y="371"/>
                    <a:pt x="261" y="371"/>
                    <a:pt x="261" y="371"/>
                  </a:cubicBezTo>
                  <a:cubicBezTo>
                    <a:pt x="262" y="372"/>
                    <a:pt x="262" y="372"/>
                    <a:pt x="262" y="372"/>
                  </a:cubicBezTo>
                  <a:cubicBezTo>
                    <a:pt x="264" y="373"/>
                    <a:pt x="266" y="374"/>
                    <a:pt x="268" y="374"/>
                  </a:cubicBezTo>
                  <a:cubicBezTo>
                    <a:pt x="273" y="376"/>
                    <a:pt x="277" y="377"/>
                    <a:pt x="282" y="378"/>
                  </a:cubicBezTo>
                  <a:cubicBezTo>
                    <a:pt x="291" y="379"/>
                    <a:pt x="299" y="379"/>
                    <a:pt x="307" y="379"/>
                  </a:cubicBezTo>
                  <a:cubicBezTo>
                    <a:pt x="312" y="379"/>
                    <a:pt x="317" y="378"/>
                    <a:pt x="323" y="377"/>
                  </a:cubicBezTo>
                  <a:cubicBezTo>
                    <a:pt x="325" y="377"/>
                    <a:pt x="328" y="376"/>
                    <a:pt x="331" y="375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3" y="374"/>
                    <a:pt x="333" y="374"/>
                    <a:pt x="333" y="374"/>
                  </a:cubicBezTo>
                  <a:cubicBezTo>
                    <a:pt x="333" y="375"/>
                    <a:pt x="333" y="375"/>
                    <a:pt x="333" y="375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7"/>
                    <a:pt x="334" y="377"/>
                    <a:pt x="334" y="377"/>
                  </a:cubicBezTo>
                  <a:cubicBezTo>
                    <a:pt x="334" y="378"/>
                    <a:pt x="334" y="378"/>
                    <a:pt x="334" y="378"/>
                  </a:cubicBezTo>
                  <a:cubicBezTo>
                    <a:pt x="336" y="380"/>
                    <a:pt x="337" y="383"/>
                    <a:pt x="339" y="386"/>
                  </a:cubicBezTo>
                  <a:cubicBezTo>
                    <a:pt x="342" y="391"/>
                    <a:pt x="345" y="397"/>
                    <a:pt x="350" y="401"/>
                  </a:cubicBezTo>
                  <a:cubicBezTo>
                    <a:pt x="354" y="406"/>
                    <a:pt x="358" y="411"/>
                    <a:pt x="363" y="415"/>
                  </a:cubicBezTo>
                  <a:cubicBezTo>
                    <a:pt x="366" y="417"/>
                    <a:pt x="369" y="418"/>
                    <a:pt x="371" y="420"/>
                  </a:cubicBezTo>
                  <a:cubicBezTo>
                    <a:pt x="374" y="421"/>
                    <a:pt x="374" y="421"/>
                    <a:pt x="374" y="421"/>
                  </a:cubicBezTo>
                  <a:cubicBezTo>
                    <a:pt x="374" y="422"/>
                    <a:pt x="374" y="422"/>
                    <a:pt x="374" y="422"/>
                  </a:cubicBezTo>
                  <a:cubicBezTo>
                    <a:pt x="374" y="422"/>
                    <a:pt x="374" y="422"/>
                    <a:pt x="374" y="423"/>
                  </a:cubicBezTo>
                  <a:cubicBezTo>
                    <a:pt x="372" y="428"/>
                    <a:pt x="372" y="428"/>
                    <a:pt x="372" y="428"/>
                  </a:cubicBezTo>
                  <a:cubicBezTo>
                    <a:pt x="366" y="440"/>
                    <a:pt x="366" y="440"/>
                    <a:pt x="366" y="440"/>
                  </a:cubicBezTo>
                  <a:cubicBezTo>
                    <a:pt x="363" y="448"/>
                    <a:pt x="360" y="456"/>
                    <a:pt x="356" y="464"/>
                  </a:cubicBezTo>
                  <a:cubicBezTo>
                    <a:pt x="350" y="480"/>
                    <a:pt x="344" y="495"/>
                    <a:pt x="338" y="511"/>
                  </a:cubicBezTo>
                  <a:cubicBezTo>
                    <a:pt x="330" y="534"/>
                    <a:pt x="322" y="557"/>
                    <a:pt x="315" y="580"/>
                  </a:cubicBezTo>
                  <a:cubicBezTo>
                    <a:pt x="314" y="585"/>
                    <a:pt x="312" y="591"/>
                    <a:pt x="310" y="597"/>
                  </a:cubicBezTo>
                  <a:cubicBezTo>
                    <a:pt x="308" y="606"/>
                    <a:pt x="308" y="606"/>
                    <a:pt x="308" y="606"/>
                  </a:cubicBezTo>
                  <a:cubicBezTo>
                    <a:pt x="307" y="608"/>
                    <a:pt x="307" y="608"/>
                    <a:pt x="307" y="608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6" y="609"/>
                    <a:pt x="306" y="609"/>
                    <a:pt x="306" y="609"/>
                  </a:cubicBezTo>
                  <a:cubicBezTo>
                    <a:pt x="304" y="609"/>
                    <a:pt x="304" y="609"/>
                    <a:pt x="304" y="609"/>
                  </a:cubicBezTo>
                  <a:cubicBezTo>
                    <a:pt x="295" y="609"/>
                    <a:pt x="295" y="609"/>
                    <a:pt x="295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0" y="587"/>
                    <a:pt x="280" y="587"/>
                    <a:pt x="280" y="587"/>
                  </a:cubicBezTo>
                  <a:cubicBezTo>
                    <a:pt x="277" y="579"/>
                    <a:pt x="275" y="571"/>
                    <a:pt x="272" y="563"/>
                  </a:cubicBezTo>
                  <a:cubicBezTo>
                    <a:pt x="267" y="547"/>
                    <a:pt x="262" y="531"/>
                    <a:pt x="256" y="515"/>
                  </a:cubicBezTo>
                  <a:cubicBezTo>
                    <a:pt x="246" y="484"/>
                    <a:pt x="234" y="454"/>
                    <a:pt x="222" y="429"/>
                  </a:cubicBezTo>
                  <a:cubicBezTo>
                    <a:pt x="217" y="418"/>
                    <a:pt x="214" y="411"/>
                    <a:pt x="211" y="408"/>
                  </a:cubicBezTo>
                  <a:cubicBezTo>
                    <a:pt x="210" y="406"/>
                    <a:pt x="210" y="405"/>
                    <a:pt x="209" y="405"/>
                  </a:cubicBezTo>
                  <a:cubicBezTo>
                    <a:pt x="212" y="404"/>
                    <a:pt x="215" y="402"/>
                    <a:pt x="220" y="400"/>
                  </a:cubicBezTo>
                  <a:cubicBezTo>
                    <a:pt x="223" y="398"/>
                    <a:pt x="226" y="395"/>
                    <a:pt x="229" y="393"/>
                  </a:cubicBezTo>
                  <a:cubicBezTo>
                    <a:pt x="232" y="391"/>
                    <a:pt x="234" y="389"/>
                    <a:pt x="234" y="389"/>
                  </a:cubicBezTo>
                  <a:cubicBezTo>
                    <a:pt x="237" y="388"/>
                    <a:pt x="236" y="389"/>
                    <a:pt x="235" y="391"/>
                  </a:cubicBezTo>
                  <a:cubicBezTo>
                    <a:pt x="240" y="387"/>
                    <a:pt x="244" y="383"/>
                    <a:pt x="248" y="379"/>
                  </a:cubicBezTo>
                  <a:close/>
                  <a:moveTo>
                    <a:pt x="318" y="622"/>
                  </a:moveTo>
                  <a:cubicBezTo>
                    <a:pt x="319" y="621"/>
                    <a:pt x="319" y="621"/>
                    <a:pt x="319" y="621"/>
                  </a:cubicBezTo>
                  <a:cubicBezTo>
                    <a:pt x="323" y="606"/>
                    <a:pt x="323" y="606"/>
                    <a:pt x="323" y="606"/>
                  </a:cubicBezTo>
                  <a:cubicBezTo>
                    <a:pt x="325" y="599"/>
                    <a:pt x="327" y="592"/>
                    <a:pt x="329" y="585"/>
                  </a:cubicBezTo>
                  <a:cubicBezTo>
                    <a:pt x="337" y="557"/>
                    <a:pt x="346" y="530"/>
                    <a:pt x="356" y="502"/>
                  </a:cubicBezTo>
                  <a:cubicBezTo>
                    <a:pt x="361" y="489"/>
                    <a:pt x="366" y="475"/>
                    <a:pt x="372" y="462"/>
                  </a:cubicBezTo>
                  <a:cubicBezTo>
                    <a:pt x="374" y="455"/>
                    <a:pt x="377" y="448"/>
                    <a:pt x="380" y="442"/>
                  </a:cubicBezTo>
                  <a:cubicBezTo>
                    <a:pt x="385" y="432"/>
                    <a:pt x="385" y="432"/>
                    <a:pt x="385" y="432"/>
                  </a:cubicBezTo>
                  <a:cubicBezTo>
                    <a:pt x="392" y="416"/>
                    <a:pt x="392" y="416"/>
                    <a:pt x="392" y="416"/>
                  </a:cubicBezTo>
                  <a:cubicBezTo>
                    <a:pt x="386" y="413"/>
                    <a:pt x="386" y="413"/>
                    <a:pt x="386" y="413"/>
                  </a:cubicBezTo>
                  <a:cubicBezTo>
                    <a:pt x="385" y="412"/>
                    <a:pt x="384" y="412"/>
                    <a:pt x="383" y="411"/>
                  </a:cubicBezTo>
                  <a:cubicBezTo>
                    <a:pt x="381" y="410"/>
                    <a:pt x="381" y="410"/>
                    <a:pt x="381" y="410"/>
                  </a:cubicBezTo>
                  <a:cubicBezTo>
                    <a:pt x="381" y="410"/>
                    <a:pt x="381" y="410"/>
                    <a:pt x="380" y="410"/>
                  </a:cubicBezTo>
                  <a:cubicBezTo>
                    <a:pt x="380" y="410"/>
                    <a:pt x="380" y="410"/>
                    <a:pt x="380" y="410"/>
                  </a:cubicBezTo>
                  <a:cubicBezTo>
                    <a:pt x="378" y="409"/>
                    <a:pt x="376" y="407"/>
                    <a:pt x="374" y="406"/>
                  </a:cubicBezTo>
                  <a:cubicBezTo>
                    <a:pt x="371" y="404"/>
                    <a:pt x="367" y="401"/>
                    <a:pt x="364" y="398"/>
                  </a:cubicBezTo>
                  <a:cubicBezTo>
                    <a:pt x="358" y="392"/>
                    <a:pt x="353" y="385"/>
                    <a:pt x="349" y="377"/>
                  </a:cubicBezTo>
                  <a:cubicBezTo>
                    <a:pt x="353" y="385"/>
                    <a:pt x="358" y="392"/>
                    <a:pt x="364" y="398"/>
                  </a:cubicBezTo>
                  <a:cubicBezTo>
                    <a:pt x="367" y="401"/>
                    <a:pt x="371" y="404"/>
                    <a:pt x="374" y="406"/>
                  </a:cubicBezTo>
                  <a:cubicBezTo>
                    <a:pt x="376" y="407"/>
                    <a:pt x="378" y="409"/>
                    <a:pt x="380" y="410"/>
                  </a:cubicBezTo>
                  <a:cubicBezTo>
                    <a:pt x="383" y="412"/>
                    <a:pt x="388" y="414"/>
                    <a:pt x="391" y="416"/>
                  </a:cubicBezTo>
                  <a:cubicBezTo>
                    <a:pt x="384" y="433"/>
                    <a:pt x="384" y="433"/>
                    <a:pt x="384" y="433"/>
                  </a:cubicBezTo>
                  <a:cubicBezTo>
                    <a:pt x="379" y="445"/>
                    <a:pt x="379" y="445"/>
                    <a:pt x="379" y="445"/>
                  </a:cubicBezTo>
                  <a:cubicBezTo>
                    <a:pt x="375" y="452"/>
                    <a:pt x="372" y="460"/>
                    <a:pt x="369" y="468"/>
                  </a:cubicBezTo>
                  <a:cubicBezTo>
                    <a:pt x="363" y="483"/>
                    <a:pt x="357" y="499"/>
                    <a:pt x="351" y="515"/>
                  </a:cubicBezTo>
                  <a:cubicBezTo>
                    <a:pt x="340" y="546"/>
                    <a:pt x="330" y="578"/>
                    <a:pt x="321" y="612"/>
                  </a:cubicBezTo>
                  <a:cubicBezTo>
                    <a:pt x="321" y="611"/>
                    <a:pt x="321" y="609"/>
                    <a:pt x="320" y="612"/>
                  </a:cubicBezTo>
                  <a:cubicBezTo>
                    <a:pt x="329" y="579"/>
                    <a:pt x="339" y="546"/>
                    <a:pt x="350" y="515"/>
                  </a:cubicBezTo>
                  <a:cubicBezTo>
                    <a:pt x="356" y="499"/>
                    <a:pt x="362" y="483"/>
                    <a:pt x="368" y="468"/>
                  </a:cubicBezTo>
                  <a:cubicBezTo>
                    <a:pt x="371" y="460"/>
                    <a:pt x="375" y="452"/>
                    <a:pt x="378" y="444"/>
                  </a:cubicBezTo>
                  <a:cubicBezTo>
                    <a:pt x="383" y="433"/>
                    <a:pt x="383" y="433"/>
                    <a:pt x="383" y="433"/>
                  </a:cubicBezTo>
                  <a:cubicBezTo>
                    <a:pt x="391" y="416"/>
                    <a:pt x="391" y="416"/>
                    <a:pt x="391" y="416"/>
                  </a:cubicBezTo>
                  <a:cubicBezTo>
                    <a:pt x="384" y="413"/>
                    <a:pt x="384" y="413"/>
                    <a:pt x="384" y="413"/>
                  </a:cubicBezTo>
                  <a:cubicBezTo>
                    <a:pt x="383" y="413"/>
                    <a:pt x="383" y="412"/>
                    <a:pt x="382" y="412"/>
                  </a:cubicBezTo>
                  <a:cubicBezTo>
                    <a:pt x="380" y="411"/>
                    <a:pt x="380" y="411"/>
                    <a:pt x="380" y="411"/>
                  </a:cubicBezTo>
                  <a:cubicBezTo>
                    <a:pt x="379" y="410"/>
                    <a:pt x="379" y="410"/>
                    <a:pt x="379" y="410"/>
                  </a:cubicBezTo>
                  <a:cubicBezTo>
                    <a:pt x="377" y="409"/>
                    <a:pt x="375" y="408"/>
                    <a:pt x="373" y="406"/>
                  </a:cubicBezTo>
                  <a:cubicBezTo>
                    <a:pt x="369" y="404"/>
                    <a:pt x="366" y="401"/>
                    <a:pt x="363" y="397"/>
                  </a:cubicBezTo>
                  <a:cubicBezTo>
                    <a:pt x="356" y="391"/>
                    <a:pt x="350" y="383"/>
                    <a:pt x="346" y="374"/>
                  </a:cubicBezTo>
                  <a:cubicBezTo>
                    <a:pt x="347" y="374"/>
                    <a:pt x="347" y="374"/>
                    <a:pt x="347" y="374"/>
                  </a:cubicBezTo>
                  <a:cubicBezTo>
                    <a:pt x="347" y="373"/>
                    <a:pt x="346" y="372"/>
                    <a:pt x="346" y="372"/>
                  </a:cubicBezTo>
                  <a:cubicBezTo>
                    <a:pt x="346" y="371"/>
                    <a:pt x="346" y="371"/>
                    <a:pt x="346" y="371"/>
                  </a:cubicBezTo>
                  <a:cubicBezTo>
                    <a:pt x="345" y="371"/>
                    <a:pt x="345" y="371"/>
                    <a:pt x="345" y="371"/>
                  </a:cubicBezTo>
                  <a:cubicBezTo>
                    <a:pt x="345" y="370"/>
                    <a:pt x="345" y="370"/>
                    <a:pt x="345" y="370"/>
                  </a:cubicBezTo>
                  <a:cubicBezTo>
                    <a:pt x="344" y="368"/>
                    <a:pt x="344" y="368"/>
                    <a:pt x="344" y="368"/>
                  </a:cubicBezTo>
                  <a:cubicBezTo>
                    <a:pt x="343" y="364"/>
                    <a:pt x="342" y="361"/>
                    <a:pt x="340" y="358"/>
                  </a:cubicBezTo>
                  <a:cubicBezTo>
                    <a:pt x="337" y="359"/>
                    <a:pt x="334" y="360"/>
                    <a:pt x="331" y="361"/>
                  </a:cubicBezTo>
                  <a:cubicBezTo>
                    <a:pt x="330" y="362"/>
                    <a:pt x="330" y="362"/>
                    <a:pt x="329" y="362"/>
                  </a:cubicBezTo>
                  <a:cubicBezTo>
                    <a:pt x="327" y="363"/>
                    <a:pt x="327" y="363"/>
                    <a:pt x="327" y="363"/>
                  </a:cubicBezTo>
                  <a:cubicBezTo>
                    <a:pt x="325" y="363"/>
                    <a:pt x="325" y="363"/>
                    <a:pt x="325" y="363"/>
                  </a:cubicBezTo>
                  <a:cubicBezTo>
                    <a:pt x="322" y="364"/>
                    <a:pt x="319" y="365"/>
                    <a:pt x="316" y="365"/>
                  </a:cubicBezTo>
                  <a:cubicBezTo>
                    <a:pt x="310" y="366"/>
                    <a:pt x="304" y="367"/>
                    <a:pt x="297" y="367"/>
                  </a:cubicBezTo>
                  <a:cubicBezTo>
                    <a:pt x="291" y="366"/>
                    <a:pt x="285" y="365"/>
                    <a:pt x="279" y="364"/>
                  </a:cubicBezTo>
                  <a:cubicBezTo>
                    <a:pt x="276" y="363"/>
                    <a:pt x="273" y="362"/>
                    <a:pt x="270" y="361"/>
                  </a:cubicBezTo>
                  <a:cubicBezTo>
                    <a:pt x="269" y="361"/>
                    <a:pt x="269" y="361"/>
                    <a:pt x="268" y="360"/>
                  </a:cubicBezTo>
                  <a:cubicBezTo>
                    <a:pt x="267" y="360"/>
                    <a:pt x="267" y="360"/>
                    <a:pt x="267" y="360"/>
                  </a:cubicBezTo>
                  <a:cubicBezTo>
                    <a:pt x="266" y="360"/>
                    <a:pt x="266" y="360"/>
                    <a:pt x="266" y="360"/>
                  </a:cubicBezTo>
                  <a:cubicBezTo>
                    <a:pt x="265" y="359"/>
                    <a:pt x="265" y="359"/>
                    <a:pt x="265" y="359"/>
                  </a:cubicBezTo>
                  <a:cubicBezTo>
                    <a:pt x="263" y="358"/>
                    <a:pt x="263" y="358"/>
                    <a:pt x="263" y="358"/>
                  </a:cubicBezTo>
                  <a:cubicBezTo>
                    <a:pt x="261" y="357"/>
                    <a:pt x="261" y="357"/>
                    <a:pt x="261" y="357"/>
                  </a:cubicBezTo>
                  <a:cubicBezTo>
                    <a:pt x="256" y="354"/>
                    <a:pt x="256" y="354"/>
                    <a:pt x="256" y="354"/>
                  </a:cubicBezTo>
                  <a:cubicBezTo>
                    <a:pt x="251" y="361"/>
                    <a:pt x="251" y="361"/>
                    <a:pt x="251" y="361"/>
                  </a:cubicBezTo>
                  <a:cubicBezTo>
                    <a:pt x="248" y="364"/>
                    <a:pt x="248" y="364"/>
                    <a:pt x="248" y="364"/>
                  </a:cubicBezTo>
                  <a:cubicBezTo>
                    <a:pt x="246" y="366"/>
                    <a:pt x="246" y="366"/>
                    <a:pt x="246" y="366"/>
                  </a:cubicBezTo>
                  <a:cubicBezTo>
                    <a:pt x="243" y="369"/>
                    <a:pt x="243" y="369"/>
                    <a:pt x="243" y="369"/>
                  </a:cubicBezTo>
                  <a:cubicBezTo>
                    <a:pt x="241" y="371"/>
                    <a:pt x="239" y="373"/>
                    <a:pt x="237" y="375"/>
                  </a:cubicBezTo>
                  <a:cubicBezTo>
                    <a:pt x="233" y="379"/>
                    <a:pt x="230" y="383"/>
                    <a:pt x="226" y="386"/>
                  </a:cubicBezTo>
                  <a:cubicBezTo>
                    <a:pt x="231" y="383"/>
                    <a:pt x="236" y="378"/>
                    <a:pt x="241" y="374"/>
                  </a:cubicBezTo>
                  <a:cubicBezTo>
                    <a:pt x="243" y="372"/>
                    <a:pt x="245" y="370"/>
                    <a:pt x="247" y="367"/>
                  </a:cubicBezTo>
                  <a:cubicBezTo>
                    <a:pt x="249" y="366"/>
                    <a:pt x="249" y="366"/>
                    <a:pt x="249" y="366"/>
                  </a:cubicBezTo>
                  <a:cubicBezTo>
                    <a:pt x="250" y="365"/>
                    <a:pt x="250" y="365"/>
                    <a:pt x="250" y="365"/>
                  </a:cubicBezTo>
                  <a:cubicBezTo>
                    <a:pt x="251" y="363"/>
                    <a:pt x="251" y="363"/>
                    <a:pt x="251" y="363"/>
                  </a:cubicBezTo>
                  <a:cubicBezTo>
                    <a:pt x="257" y="357"/>
                    <a:pt x="257" y="357"/>
                    <a:pt x="257" y="357"/>
                  </a:cubicBezTo>
                  <a:cubicBezTo>
                    <a:pt x="261" y="359"/>
                    <a:pt x="261" y="359"/>
                    <a:pt x="261" y="359"/>
                  </a:cubicBezTo>
                  <a:cubicBezTo>
                    <a:pt x="263" y="360"/>
                    <a:pt x="263" y="360"/>
                    <a:pt x="263" y="360"/>
                  </a:cubicBezTo>
                  <a:cubicBezTo>
                    <a:pt x="264" y="361"/>
                    <a:pt x="264" y="361"/>
                    <a:pt x="264" y="361"/>
                  </a:cubicBezTo>
                  <a:cubicBezTo>
                    <a:pt x="266" y="362"/>
                    <a:pt x="266" y="362"/>
                    <a:pt x="267" y="362"/>
                  </a:cubicBezTo>
                  <a:cubicBezTo>
                    <a:pt x="269" y="363"/>
                    <a:pt x="269" y="363"/>
                    <a:pt x="269" y="363"/>
                  </a:cubicBezTo>
                  <a:cubicBezTo>
                    <a:pt x="272" y="364"/>
                    <a:pt x="275" y="365"/>
                    <a:pt x="278" y="366"/>
                  </a:cubicBezTo>
                  <a:cubicBezTo>
                    <a:pt x="284" y="367"/>
                    <a:pt x="291" y="368"/>
                    <a:pt x="297" y="369"/>
                  </a:cubicBezTo>
                  <a:cubicBezTo>
                    <a:pt x="303" y="369"/>
                    <a:pt x="310" y="369"/>
                    <a:pt x="316" y="368"/>
                  </a:cubicBezTo>
                  <a:cubicBezTo>
                    <a:pt x="319" y="367"/>
                    <a:pt x="322" y="367"/>
                    <a:pt x="325" y="366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9" y="365"/>
                    <a:pt x="329" y="365"/>
                    <a:pt x="329" y="365"/>
                  </a:cubicBezTo>
                  <a:cubicBezTo>
                    <a:pt x="330" y="364"/>
                    <a:pt x="331" y="364"/>
                    <a:pt x="331" y="364"/>
                  </a:cubicBezTo>
                  <a:cubicBezTo>
                    <a:pt x="334" y="363"/>
                    <a:pt x="336" y="362"/>
                    <a:pt x="339" y="361"/>
                  </a:cubicBezTo>
                  <a:cubicBezTo>
                    <a:pt x="342" y="368"/>
                    <a:pt x="342" y="368"/>
                    <a:pt x="342" y="368"/>
                  </a:cubicBezTo>
                  <a:cubicBezTo>
                    <a:pt x="342" y="369"/>
                    <a:pt x="342" y="370"/>
                    <a:pt x="343" y="371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4" y="373"/>
                    <a:pt x="344" y="373"/>
                    <a:pt x="344" y="373"/>
                  </a:cubicBezTo>
                  <a:cubicBezTo>
                    <a:pt x="345" y="376"/>
                    <a:pt x="346" y="378"/>
                    <a:pt x="348" y="381"/>
                  </a:cubicBezTo>
                  <a:cubicBezTo>
                    <a:pt x="351" y="386"/>
                    <a:pt x="354" y="390"/>
                    <a:pt x="358" y="394"/>
                  </a:cubicBezTo>
                  <a:cubicBezTo>
                    <a:pt x="361" y="399"/>
                    <a:pt x="366" y="403"/>
                    <a:pt x="370" y="406"/>
                  </a:cubicBezTo>
                  <a:cubicBezTo>
                    <a:pt x="372" y="408"/>
                    <a:pt x="375" y="409"/>
                    <a:pt x="377" y="411"/>
                  </a:cubicBezTo>
                  <a:cubicBezTo>
                    <a:pt x="378" y="411"/>
                    <a:pt x="378" y="411"/>
                    <a:pt x="378" y="411"/>
                  </a:cubicBezTo>
                  <a:cubicBezTo>
                    <a:pt x="379" y="412"/>
                    <a:pt x="379" y="412"/>
                    <a:pt x="379" y="412"/>
                  </a:cubicBezTo>
                  <a:cubicBezTo>
                    <a:pt x="380" y="413"/>
                    <a:pt x="381" y="413"/>
                    <a:pt x="382" y="414"/>
                  </a:cubicBezTo>
                  <a:cubicBezTo>
                    <a:pt x="384" y="415"/>
                    <a:pt x="386" y="416"/>
                    <a:pt x="388" y="417"/>
                  </a:cubicBezTo>
                  <a:cubicBezTo>
                    <a:pt x="381" y="433"/>
                    <a:pt x="381" y="433"/>
                    <a:pt x="381" y="433"/>
                  </a:cubicBezTo>
                  <a:cubicBezTo>
                    <a:pt x="376" y="445"/>
                    <a:pt x="376" y="445"/>
                    <a:pt x="376" y="445"/>
                  </a:cubicBezTo>
                  <a:cubicBezTo>
                    <a:pt x="372" y="454"/>
                    <a:pt x="369" y="462"/>
                    <a:pt x="365" y="471"/>
                  </a:cubicBezTo>
                  <a:cubicBezTo>
                    <a:pt x="359" y="488"/>
                    <a:pt x="352" y="504"/>
                    <a:pt x="346" y="521"/>
                  </a:cubicBezTo>
                  <a:cubicBezTo>
                    <a:pt x="352" y="505"/>
                    <a:pt x="358" y="488"/>
                    <a:pt x="365" y="471"/>
                  </a:cubicBezTo>
                  <a:cubicBezTo>
                    <a:pt x="368" y="462"/>
                    <a:pt x="372" y="454"/>
                    <a:pt x="375" y="445"/>
                  </a:cubicBezTo>
                  <a:cubicBezTo>
                    <a:pt x="377" y="441"/>
                    <a:pt x="379" y="437"/>
                    <a:pt x="381" y="433"/>
                  </a:cubicBezTo>
                  <a:cubicBezTo>
                    <a:pt x="388" y="417"/>
                    <a:pt x="388" y="417"/>
                    <a:pt x="388" y="417"/>
                  </a:cubicBezTo>
                  <a:cubicBezTo>
                    <a:pt x="385" y="416"/>
                    <a:pt x="382" y="414"/>
                    <a:pt x="380" y="413"/>
                  </a:cubicBezTo>
                  <a:cubicBezTo>
                    <a:pt x="380" y="413"/>
                    <a:pt x="379" y="413"/>
                    <a:pt x="379" y="412"/>
                  </a:cubicBezTo>
                  <a:cubicBezTo>
                    <a:pt x="378" y="412"/>
                    <a:pt x="378" y="412"/>
                    <a:pt x="378" y="412"/>
                  </a:cubicBezTo>
                  <a:cubicBezTo>
                    <a:pt x="377" y="411"/>
                    <a:pt x="377" y="411"/>
                    <a:pt x="377" y="411"/>
                  </a:cubicBezTo>
                  <a:cubicBezTo>
                    <a:pt x="376" y="411"/>
                    <a:pt x="375" y="410"/>
                    <a:pt x="375" y="410"/>
                  </a:cubicBezTo>
                  <a:cubicBezTo>
                    <a:pt x="372" y="408"/>
                    <a:pt x="369" y="406"/>
                    <a:pt x="366" y="403"/>
                  </a:cubicBezTo>
                  <a:cubicBezTo>
                    <a:pt x="360" y="398"/>
                    <a:pt x="355" y="392"/>
                    <a:pt x="351" y="386"/>
                  </a:cubicBezTo>
                  <a:cubicBezTo>
                    <a:pt x="349" y="382"/>
                    <a:pt x="347" y="379"/>
                    <a:pt x="345" y="376"/>
                  </a:cubicBezTo>
                  <a:cubicBezTo>
                    <a:pt x="345" y="375"/>
                    <a:pt x="344" y="374"/>
                    <a:pt x="344" y="373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2" y="370"/>
                    <a:pt x="342" y="370"/>
                    <a:pt x="342" y="370"/>
                  </a:cubicBezTo>
                  <a:cubicBezTo>
                    <a:pt x="341" y="367"/>
                    <a:pt x="340" y="364"/>
                    <a:pt x="339" y="361"/>
                  </a:cubicBezTo>
                  <a:cubicBezTo>
                    <a:pt x="336" y="362"/>
                    <a:pt x="334" y="363"/>
                    <a:pt x="331" y="364"/>
                  </a:cubicBezTo>
                  <a:cubicBezTo>
                    <a:pt x="330" y="364"/>
                    <a:pt x="330" y="365"/>
                    <a:pt x="329" y="365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5" y="366"/>
                    <a:pt x="325" y="366"/>
                    <a:pt x="325" y="366"/>
                  </a:cubicBezTo>
                  <a:cubicBezTo>
                    <a:pt x="322" y="367"/>
                    <a:pt x="319" y="368"/>
                    <a:pt x="316" y="368"/>
                  </a:cubicBezTo>
                  <a:cubicBezTo>
                    <a:pt x="309" y="369"/>
                    <a:pt x="303" y="369"/>
                    <a:pt x="297" y="369"/>
                  </a:cubicBezTo>
                  <a:cubicBezTo>
                    <a:pt x="290" y="369"/>
                    <a:pt x="284" y="368"/>
                    <a:pt x="278" y="366"/>
                  </a:cubicBezTo>
                  <a:cubicBezTo>
                    <a:pt x="275" y="366"/>
                    <a:pt x="272" y="365"/>
                    <a:pt x="269" y="364"/>
                  </a:cubicBezTo>
                  <a:cubicBezTo>
                    <a:pt x="268" y="363"/>
                    <a:pt x="267" y="363"/>
                    <a:pt x="267" y="363"/>
                  </a:cubicBezTo>
                  <a:cubicBezTo>
                    <a:pt x="266" y="362"/>
                    <a:pt x="266" y="362"/>
                    <a:pt x="264" y="362"/>
                  </a:cubicBezTo>
                  <a:cubicBezTo>
                    <a:pt x="262" y="361"/>
                    <a:pt x="262" y="361"/>
                    <a:pt x="262" y="361"/>
                  </a:cubicBezTo>
                  <a:cubicBezTo>
                    <a:pt x="261" y="360"/>
                    <a:pt x="261" y="360"/>
                    <a:pt x="261" y="360"/>
                  </a:cubicBezTo>
                  <a:cubicBezTo>
                    <a:pt x="257" y="358"/>
                    <a:pt x="257" y="358"/>
                    <a:pt x="257" y="358"/>
                  </a:cubicBezTo>
                  <a:cubicBezTo>
                    <a:pt x="252" y="364"/>
                    <a:pt x="252" y="364"/>
                    <a:pt x="252" y="364"/>
                  </a:cubicBezTo>
                  <a:cubicBezTo>
                    <a:pt x="250" y="366"/>
                    <a:pt x="250" y="366"/>
                    <a:pt x="250" y="366"/>
                  </a:cubicBezTo>
                  <a:cubicBezTo>
                    <a:pt x="248" y="368"/>
                    <a:pt x="248" y="368"/>
                    <a:pt x="248" y="368"/>
                  </a:cubicBezTo>
                  <a:cubicBezTo>
                    <a:pt x="246" y="370"/>
                    <a:pt x="244" y="372"/>
                    <a:pt x="241" y="375"/>
                  </a:cubicBezTo>
                  <a:cubicBezTo>
                    <a:pt x="237" y="379"/>
                    <a:pt x="232" y="383"/>
                    <a:pt x="227" y="387"/>
                  </a:cubicBezTo>
                  <a:cubicBezTo>
                    <a:pt x="225" y="389"/>
                    <a:pt x="222" y="391"/>
                    <a:pt x="220" y="392"/>
                  </a:cubicBezTo>
                  <a:cubicBezTo>
                    <a:pt x="217" y="395"/>
                    <a:pt x="215" y="397"/>
                    <a:pt x="212" y="398"/>
                  </a:cubicBezTo>
                  <a:cubicBezTo>
                    <a:pt x="208" y="402"/>
                    <a:pt x="204" y="405"/>
                    <a:pt x="204" y="406"/>
                  </a:cubicBezTo>
                  <a:cubicBezTo>
                    <a:pt x="205" y="406"/>
                    <a:pt x="206" y="406"/>
                    <a:pt x="208" y="405"/>
                  </a:cubicBezTo>
                  <a:cubicBezTo>
                    <a:pt x="208" y="405"/>
                    <a:pt x="208" y="406"/>
                    <a:pt x="208" y="406"/>
                  </a:cubicBezTo>
                  <a:cubicBezTo>
                    <a:pt x="209" y="411"/>
                    <a:pt x="214" y="426"/>
                    <a:pt x="223" y="449"/>
                  </a:cubicBezTo>
                  <a:cubicBezTo>
                    <a:pt x="222" y="449"/>
                    <a:pt x="222" y="449"/>
                    <a:pt x="222" y="449"/>
                  </a:cubicBezTo>
                  <a:cubicBezTo>
                    <a:pt x="217" y="438"/>
                    <a:pt x="214" y="431"/>
                    <a:pt x="212" y="427"/>
                  </a:cubicBezTo>
                  <a:cubicBezTo>
                    <a:pt x="210" y="423"/>
                    <a:pt x="209" y="422"/>
                    <a:pt x="209" y="422"/>
                  </a:cubicBezTo>
                  <a:cubicBezTo>
                    <a:pt x="207" y="421"/>
                    <a:pt x="208" y="426"/>
                    <a:pt x="206" y="423"/>
                  </a:cubicBezTo>
                  <a:cubicBezTo>
                    <a:pt x="216" y="445"/>
                    <a:pt x="225" y="467"/>
                    <a:pt x="232" y="490"/>
                  </a:cubicBezTo>
                  <a:cubicBezTo>
                    <a:pt x="234" y="496"/>
                    <a:pt x="238" y="507"/>
                    <a:pt x="240" y="513"/>
                  </a:cubicBezTo>
                  <a:cubicBezTo>
                    <a:pt x="251" y="541"/>
                    <a:pt x="260" y="569"/>
                    <a:pt x="268" y="598"/>
                  </a:cubicBezTo>
                  <a:cubicBezTo>
                    <a:pt x="271" y="608"/>
                    <a:pt x="271" y="608"/>
                    <a:pt x="271" y="608"/>
                  </a:cubicBezTo>
                  <a:cubicBezTo>
                    <a:pt x="273" y="614"/>
                    <a:pt x="273" y="614"/>
                    <a:pt x="273" y="614"/>
                  </a:cubicBezTo>
                  <a:cubicBezTo>
                    <a:pt x="274" y="619"/>
                    <a:pt x="274" y="619"/>
                    <a:pt x="274" y="619"/>
                  </a:cubicBezTo>
                  <a:cubicBezTo>
                    <a:pt x="275" y="622"/>
                    <a:pt x="275" y="622"/>
                    <a:pt x="275" y="622"/>
                  </a:cubicBezTo>
                  <a:cubicBezTo>
                    <a:pt x="268" y="622"/>
                    <a:pt x="268" y="622"/>
                    <a:pt x="268" y="622"/>
                  </a:cubicBezTo>
                  <a:cubicBezTo>
                    <a:pt x="268" y="621"/>
                    <a:pt x="268" y="621"/>
                    <a:pt x="268" y="621"/>
                  </a:cubicBezTo>
                  <a:cubicBezTo>
                    <a:pt x="263" y="604"/>
                    <a:pt x="263" y="604"/>
                    <a:pt x="263" y="604"/>
                  </a:cubicBezTo>
                  <a:cubicBezTo>
                    <a:pt x="261" y="595"/>
                    <a:pt x="261" y="595"/>
                    <a:pt x="261" y="595"/>
                  </a:cubicBezTo>
                  <a:cubicBezTo>
                    <a:pt x="257" y="582"/>
                    <a:pt x="253" y="570"/>
                    <a:pt x="249" y="557"/>
                  </a:cubicBezTo>
                  <a:cubicBezTo>
                    <a:pt x="241" y="532"/>
                    <a:pt x="232" y="507"/>
                    <a:pt x="223" y="483"/>
                  </a:cubicBezTo>
                  <a:cubicBezTo>
                    <a:pt x="218" y="471"/>
                    <a:pt x="213" y="459"/>
                    <a:pt x="208" y="447"/>
                  </a:cubicBezTo>
                  <a:cubicBezTo>
                    <a:pt x="206" y="441"/>
                    <a:pt x="203" y="435"/>
                    <a:pt x="201" y="42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0" y="406"/>
                    <a:pt x="190" y="406"/>
                    <a:pt x="190" y="406"/>
                  </a:cubicBezTo>
                  <a:cubicBezTo>
                    <a:pt x="185" y="407"/>
                    <a:pt x="185" y="407"/>
                    <a:pt x="185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1" y="408"/>
                    <a:pt x="181" y="408"/>
                  </a:cubicBezTo>
                  <a:cubicBezTo>
                    <a:pt x="180" y="408"/>
                    <a:pt x="180" y="408"/>
                    <a:pt x="180" y="408"/>
                  </a:cubicBezTo>
                  <a:cubicBezTo>
                    <a:pt x="178" y="408"/>
                    <a:pt x="177" y="408"/>
                    <a:pt x="175" y="408"/>
                  </a:cubicBezTo>
                  <a:cubicBezTo>
                    <a:pt x="172" y="408"/>
                    <a:pt x="169" y="407"/>
                    <a:pt x="166" y="407"/>
                  </a:cubicBezTo>
                  <a:cubicBezTo>
                    <a:pt x="159" y="405"/>
                    <a:pt x="154" y="402"/>
                    <a:pt x="149" y="397"/>
                  </a:cubicBezTo>
                  <a:cubicBezTo>
                    <a:pt x="144" y="393"/>
                    <a:pt x="140" y="388"/>
                    <a:pt x="138" y="382"/>
                  </a:cubicBezTo>
                  <a:cubicBezTo>
                    <a:pt x="136" y="376"/>
                    <a:pt x="136" y="370"/>
                    <a:pt x="138" y="366"/>
                  </a:cubicBezTo>
                  <a:cubicBezTo>
                    <a:pt x="139" y="364"/>
                    <a:pt x="141" y="362"/>
                    <a:pt x="143" y="360"/>
                  </a:cubicBezTo>
                  <a:cubicBezTo>
                    <a:pt x="145" y="358"/>
                    <a:pt x="148" y="357"/>
                    <a:pt x="151" y="356"/>
                  </a:cubicBezTo>
                  <a:cubicBezTo>
                    <a:pt x="156" y="355"/>
                    <a:pt x="162" y="356"/>
                    <a:pt x="167" y="359"/>
                  </a:cubicBezTo>
                  <a:cubicBezTo>
                    <a:pt x="172" y="362"/>
                    <a:pt x="177" y="367"/>
                    <a:pt x="180" y="373"/>
                  </a:cubicBezTo>
                  <a:cubicBezTo>
                    <a:pt x="181" y="374"/>
                    <a:pt x="182" y="375"/>
                    <a:pt x="183" y="377"/>
                  </a:cubicBezTo>
                  <a:cubicBezTo>
                    <a:pt x="185" y="382"/>
                    <a:pt x="185" y="382"/>
                    <a:pt x="185" y="382"/>
                  </a:cubicBezTo>
                  <a:cubicBezTo>
                    <a:pt x="193" y="398"/>
                    <a:pt x="193" y="398"/>
                    <a:pt x="193" y="398"/>
                  </a:cubicBezTo>
                  <a:cubicBezTo>
                    <a:pt x="195" y="397"/>
                    <a:pt x="197" y="396"/>
                    <a:pt x="200" y="395"/>
                  </a:cubicBezTo>
                  <a:cubicBezTo>
                    <a:pt x="201" y="394"/>
                    <a:pt x="202" y="394"/>
                    <a:pt x="203" y="393"/>
                  </a:cubicBezTo>
                  <a:cubicBezTo>
                    <a:pt x="204" y="393"/>
                    <a:pt x="205" y="392"/>
                    <a:pt x="206" y="392"/>
                  </a:cubicBezTo>
                  <a:cubicBezTo>
                    <a:pt x="207" y="391"/>
                    <a:pt x="207" y="391"/>
                    <a:pt x="207" y="391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10" y="389"/>
                    <a:pt x="210" y="389"/>
                    <a:pt x="210" y="389"/>
                  </a:cubicBezTo>
                  <a:cubicBezTo>
                    <a:pt x="211" y="388"/>
                    <a:pt x="212" y="388"/>
                    <a:pt x="213" y="387"/>
                  </a:cubicBezTo>
                  <a:cubicBezTo>
                    <a:pt x="218" y="384"/>
                    <a:pt x="222" y="381"/>
                    <a:pt x="226" y="378"/>
                  </a:cubicBezTo>
                  <a:cubicBezTo>
                    <a:pt x="230" y="374"/>
                    <a:pt x="234" y="371"/>
                    <a:pt x="238" y="367"/>
                  </a:cubicBezTo>
                  <a:cubicBezTo>
                    <a:pt x="240" y="365"/>
                    <a:pt x="242" y="363"/>
                    <a:pt x="243" y="361"/>
                  </a:cubicBezTo>
                  <a:cubicBezTo>
                    <a:pt x="244" y="360"/>
                    <a:pt x="244" y="360"/>
                    <a:pt x="244" y="360"/>
                  </a:cubicBezTo>
                  <a:cubicBezTo>
                    <a:pt x="245" y="359"/>
                    <a:pt x="245" y="359"/>
                    <a:pt x="245" y="359"/>
                  </a:cubicBezTo>
                  <a:cubicBezTo>
                    <a:pt x="246" y="358"/>
                    <a:pt x="246" y="358"/>
                    <a:pt x="247" y="357"/>
                  </a:cubicBezTo>
                  <a:cubicBezTo>
                    <a:pt x="249" y="355"/>
                    <a:pt x="250" y="353"/>
                    <a:pt x="252" y="351"/>
                  </a:cubicBezTo>
                  <a:cubicBezTo>
                    <a:pt x="250" y="349"/>
                    <a:pt x="249" y="347"/>
                    <a:pt x="248" y="345"/>
                  </a:cubicBezTo>
                  <a:cubicBezTo>
                    <a:pt x="247" y="344"/>
                    <a:pt x="247" y="344"/>
                    <a:pt x="247" y="344"/>
                  </a:cubicBezTo>
                  <a:cubicBezTo>
                    <a:pt x="247" y="344"/>
                    <a:pt x="246" y="343"/>
                    <a:pt x="246" y="343"/>
                  </a:cubicBezTo>
                  <a:cubicBezTo>
                    <a:pt x="246" y="343"/>
                    <a:pt x="246" y="343"/>
                    <a:pt x="246" y="343"/>
                  </a:cubicBezTo>
                  <a:cubicBezTo>
                    <a:pt x="246" y="342"/>
                    <a:pt x="246" y="342"/>
                    <a:pt x="245" y="341"/>
                  </a:cubicBezTo>
                  <a:cubicBezTo>
                    <a:pt x="245" y="340"/>
                    <a:pt x="244" y="338"/>
                    <a:pt x="243" y="336"/>
                  </a:cubicBezTo>
                  <a:cubicBezTo>
                    <a:pt x="243" y="335"/>
                    <a:pt x="243" y="334"/>
                    <a:pt x="243" y="333"/>
                  </a:cubicBezTo>
                  <a:cubicBezTo>
                    <a:pt x="243" y="332"/>
                    <a:pt x="243" y="332"/>
                    <a:pt x="242" y="331"/>
                  </a:cubicBezTo>
                  <a:cubicBezTo>
                    <a:pt x="242" y="331"/>
                    <a:pt x="242" y="330"/>
                    <a:pt x="242" y="330"/>
                  </a:cubicBezTo>
                  <a:cubicBezTo>
                    <a:pt x="242" y="328"/>
                    <a:pt x="242" y="326"/>
                    <a:pt x="243" y="324"/>
                  </a:cubicBezTo>
                  <a:cubicBezTo>
                    <a:pt x="244" y="315"/>
                    <a:pt x="247" y="306"/>
                    <a:pt x="252" y="299"/>
                  </a:cubicBezTo>
                  <a:cubicBezTo>
                    <a:pt x="254" y="296"/>
                    <a:pt x="257" y="293"/>
                    <a:pt x="260" y="291"/>
                  </a:cubicBezTo>
                  <a:cubicBezTo>
                    <a:pt x="263" y="289"/>
                    <a:pt x="267" y="288"/>
                    <a:pt x="270" y="288"/>
                  </a:cubicBezTo>
                  <a:cubicBezTo>
                    <a:pt x="274" y="288"/>
                    <a:pt x="277" y="290"/>
                    <a:pt x="280" y="292"/>
                  </a:cubicBezTo>
                  <a:cubicBezTo>
                    <a:pt x="283" y="294"/>
                    <a:pt x="286" y="297"/>
                    <a:pt x="287" y="300"/>
                  </a:cubicBezTo>
                  <a:cubicBezTo>
                    <a:pt x="288" y="304"/>
                    <a:pt x="288" y="307"/>
                    <a:pt x="287" y="311"/>
                  </a:cubicBezTo>
                  <a:cubicBezTo>
                    <a:pt x="287" y="315"/>
                    <a:pt x="285" y="319"/>
                    <a:pt x="283" y="323"/>
                  </a:cubicBezTo>
                  <a:cubicBezTo>
                    <a:pt x="280" y="327"/>
                    <a:pt x="278" y="330"/>
                    <a:pt x="275" y="334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2" y="338"/>
                    <a:pt x="272" y="338"/>
                    <a:pt x="272" y="338"/>
                  </a:cubicBezTo>
                  <a:cubicBezTo>
                    <a:pt x="267" y="344"/>
                    <a:pt x="267" y="344"/>
                    <a:pt x="267" y="344"/>
                  </a:cubicBezTo>
                  <a:cubicBezTo>
                    <a:pt x="266" y="346"/>
                    <a:pt x="265" y="347"/>
                    <a:pt x="265" y="349"/>
                  </a:cubicBezTo>
                  <a:cubicBezTo>
                    <a:pt x="265" y="349"/>
                    <a:pt x="265" y="350"/>
                    <a:pt x="265" y="350"/>
                  </a:cubicBezTo>
                  <a:cubicBezTo>
                    <a:pt x="265" y="351"/>
                    <a:pt x="266" y="351"/>
                    <a:pt x="266" y="351"/>
                  </a:cubicBezTo>
                  <a:cubicBezTo>
                    <a:pt x="266" y="351"/>
                    <a:pt x="266" y="351"/>
                    <a:pt x="266" y="351"/>
                  </a:cubicBezTo>
                  <a:cubicBezTo>
                    <a:pt x="266" y="352"/>
                    <a:pt x="266" y="352"/>
                    <a:pt x="266" y="352"/>
                  </a:cubicBezTo>
                  <a:cubicBezTo>
                    <a:pt x="267" y="354"/>
                    <a:pt x="268" y="354"/>
                    <a:pt x="270" y="355"/>
                  </a:cubicBezTo>
                  <a:cubicBezTo>
                    <a:pt x="272" y="356"/>
                    <a:pt x="274" y="357"/>
                    <a:pt x="276" y="357"/>
                  </a:cubicBezTo>
                  <a:cubicBezTo>
                    <a:pt x="277" y="358"/>
                    <a:pt x="278" y="358"/>
                    <a:pt x="280" y="358"/>
                  </a:cubicBezTo>
                  <a:cubicBezTo>
                    <a:pt x="281" y="358"/>
                    <a:pt x="282" y="359"/>
                    <a:pt x="283" y="359"/>
                  </a:cubicBezTo>
                  <a:cubicBezTo>
                    <a:pt x="285" y="359"/>
                    <a:pt x="285" y="359"/>
                    <a:pt x="285" y="359"/>
                  </a:cubicBezTo>
                  <a:cubicBezTo>
                    <a:pt x="287" y="360"/>
                    <a:pt x="287" y="360"/>
                    <a:pt x="287" y="360"/>
                  </a:cubicBezTo>
                  <a:cubicBezTo>
                    <a:pt x="292" y="360"/>
                    <a:pt x="297" y="361"/>
                    <a:pt x="302" y="361"/>
                  </a:cubicBezTo>
                  <a:cubicBezTo>
                    <a:pt x="308" y="361"/>
                    <a:pt x="313" y="360"/>
                    <a:pt x="318" y="359"/>
                  </a:cubicBezTo>
                  <a:cubicBezTo>
                    <a:pt x="321" y="359"/>
                    <a:pt x="324" y="358"/>
                    <a:pt x="327" y="357"/>
                  </a:cubicBezTo>
                  <a:cubicBezTo>
                    <a:pt x="327" y="357"/>
                    <a:pt x="328" y="356"/>
                    <a:pt x="329" y="356"/>
                  </a:cubicBezTo>
                  <a:cubicBezTo>
                    <a:pt x="330" y="355"/>
                    <a:pt x="331" y="355"/>
                    <a:pt x="332" y="355"/>
                  </a:cubicBezTo>
                  <a:cubicBezTo>
                    <a:pt x="338" y="352"/>
                    <a:pt x="338" y="352"/>
                    <a:pt x="338" y="352"/>
                  </a:cubicBezTo>
                  <a:cubicBezTo>
                    <a:pt x="338" y="347"/>
                    <a:pt x="338" y="347"/>
                    <a:pt x="338" y="347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3"/>
                    <a:pt x="337" y="343"/>
                    <a:pt x="337" y="343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3"/>
                    <a:pt x="335" y="330"/>
                    <a:pt x="335" y="327"/>
                  </a:cubicBezTo>
                  <a:cubicBezTo>
                    <a:pt x="336" y="321"/>
                    <a:pt x="337" y="315"/>
                    <a:pt x="340" y="310"/>
                  </a:cubicBezTo>
                  <a:cubicBezTo>
                    <a:pt x="342" y="307"/>
                    <a:pt x="343" y="305"/>
                    <a:pt x="345" y="303"/>
                  </a:cubicBezTo>
                  <a:cubicBezTo>
                    <a:pt x="347" y="302"/>
                    <a:pt x="348" y="301"/>
                    <a:pt x="349" y="300"/>
                  </a:cubicBezTo>
                  <a:cubicBezTo>
                    <a:pt x="350" y="299"/>
                    <a:pt x="351" y="299"/>
                    <a:pt x="352" y="298"/>
                  </a:cubicBezTo>
                  <a:cubicBezTo>
                    <a:pt x="357" y="296"/>
                    <a:pt x="363" y="295"/>
                    <a:pt x="367" y="297"/>
                  </a:cubicBezTo>
                  <a:cubicBezTo>
                    <a:pt x="368" y="297"/>
                    <a:pt x="369" y="298"/>
                    <a:pt x="370" y="299"/>
                  </a:cubicBezTo>
                  <a:cubicBezTo>
                    <a:pt x="370" y="299"/>
                    <a:pt x="371" y="299"/>
                    <a:pt x="371" y="300"/>
                  </a:cubicBezTo>
                  <a:cubicBezTo>
                    <a:pt x="372" y="300"/>
                    <a:pt x="372" y="301"/>
                    <a:pt x="373" y="301"/>
                  </a:cubicBezTo>
                  <a:cubicBezTo>
                    <a:pt x="374" y="304"/>
                    <a:pt x="376" y="306"/>
                    <a:pt x="377" y="308"/>
                  </a:cubicBezTo>
                  <a:cubicBezTo>
                    <a:pt x="378" y="311"/>
                    <a:pt x="378" y="313"/>
                    <a:pt x="378" y="316"/>
                  </a:cubicBezTo>
                  <a:cubicBezTo>
                    <a:pt x="378" y="319"/>
                    <a:pt x="377" y="322"/>
                    <a:pt x="376" y="324"/>
                  </a:cubicBezTo>
                  <a:cubicBezTo>
                    <a:pt x="374" y="330"/>
                    <a:pt x="371" y="335"/>
                    <a:pt x="366" y="339"/>
                  </a:cubicBezTo>
                  <a:cubicBezTo>
                    <a:pt x="364" y="342"/>
                    <a:pt x="362" y="344"/>
                    <a:pt x="359" y="346"/>
                  </a:cubicBezTo>
                  <a:cubicBezTo>
                    <a:pt x="359" y="346"/>
                    <a:pt x="358" y="347"/>
                    <a:pt x="357" y="347"/>
                  </a:cubicBezTo>
                  <a:cubicBezTo>
                    <a:pt x="356" y="348"/>
                    <a:pt x="356" y="348"/>
                    <a:pt x="356" y="348"/>
                  </a:cubicBezTo>
                  <a:cubicBezTo>
                    <a:pt x="355" y="349"/>
                    <a:pt x="355" y="349"/>
                    <a:pt x="355" y="349"/>
                  </a:cubicBezTo>
                  <a:cubicBezTo>
                    <a:pt x="352" y="351"/>
                    <a:pt x="349" y="353"/>
                    <a:pt x="346" y="355"/>
                  </a:cubicBezTo>
                  <a:cubicBezTo>
                    <a:pt x="347" y="357"/>
                    <a:pt x="348" y="359"/>
                    <a:pt x="349" y="361"/>
                  </a:cubicBezTo>
                  <a:cubicBezTo>
                    <a:pt x="349" y="362"/>
                    <a:pt x="350" y="363"/>
                    <a:pt x="350" y="364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1" y="367"/>
                    <a:pt x="351" y="367"/>
                    <a:pt x="351" y="367"/>
                  </a:cubicBezTo>
                  <a:cubicBezTo>
                    <a:pt x="352" y="369"/>
                    <a:pt x="353" y="372"/>
                    <a:pt x="354" y="374"/>
                  </a:cubicBezTo>
                  <a:cubicBezTo>
                    <a:pt x="357" y="378"/>
                    <a:pt x="360" y="383"/>
                    <a:pt x="363" y="387"/>
                  </a:cubicBezTo>
                  <a:cubicBezTo>
                    <a:pt x="366" y="392"/>
                    <a:pt x="370" y="396"/>
                    <a:pt x="374" y="399"/>
                  </a:cubicBezTo>
                  <a:cubicBezTo>
                    <a:pt x="375" y="400"/>
                    <a:pt x="377" y="401"/>
                    <a:pt x="378" y="401"/>
                  </a:cubicBezTo>
                  <a:cubicBezTo>
                    <a:pt x="378" y="402"/>
                    <a:pt x="379" y="402"/>
                    <a:pt x="379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2" y="404"/>
                    <a:pt x="382" y="404"/>
                    <a:pt x="382" y="404"/>
                  </a:cubicBezTo>
                  <a:cubicBezTo>
                    <a:pt x="384" y="405"/>
                    <a:pt x="386" y="406"/>
                    <a:pt x="388" y="407"/>
                  </a:cubicBezTo>
                  <a:cubicBezTo>
                    <a:pt x="390" y="408"/>
                    <a:pt x="392" y="409"/>
                    <a:pt x="394" y="410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407" y="384"/>
                    <a:pt x="407" y="384"/>
                    <a:pt x="407" y="384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10" y="378"/>
                    <a:pt x="410" y="378"/>
                    <a:pt x="410" y="378"/>
                  </a:cubicBezTo>
                  <a:cubicBezTo>
                    <a:pt x="410" y="377"/>
                    <a:pt x="410" y="377"/>
                    <a:pt x="410" y="377"/>
                  </a:cubicBezTo>
                  <a:cubicBezTo>
                    <a:pt x="411" y="377"/>
                    <a:pt x="411" y="376"/>
                    <a:pt x="412" y="375"/>
                  </a:cubicBezTo>
                  <a:cubicBezTo>
                    <a:pt x="414" y="373"/>
                    <a:pt x="416" y="370"/>
                    <a:pt x="418" y="368"/>
                  </a:cubicBezTo>
                  <a:cubicBezTo>
                    <a:pt x="420" y="366"/>
                    <a:pt x="423" y="364"/>
                    <a:pt x="425" y="363"/>
                  </a:cubicBezTo>
                  <a:cubicBezTo>
                    <a:pt x="426" y="362"/>
                    <a:pt x="428" y="362"/>
                    <a:pt x="429" y="362"/>
                  </a:cubicBezTo>
                  <a:cubicBezTo>
                    <a:pt x="429" y="362"/>
                    <a:pt x="430" y="362"/>
                    <a:pt x="430" y="362"/>
                  </a:cubicBezTo>
                  <a:cubicBezTo>
                    <a:pt x="431" y="362"/>
                    <a:pt x="431" y="362"/>
                    <a:pt x="432" y="362"/>
                  </a:cubicBezTo>
                  <a:cubicBezTo>
                    <a:pt x="436" y="363"/>
                    <a:pt x="441" y="367"/>
                    <a:pt x="443" y="372"/>
                  </a:cubicBezTo>
                  <a:cubicBezTo>
                    <a:pt x="445" y="377"/>
                    <a:pt x="446" y="384"/>
                    <a:pt x="445" y="390"/>
                  </a:cubicBezTo>
                  <a:cubicBezTo>
                    <a:pt x="445" y="393"/>
                    <a:pt x="444" y="396"/>
                    <a:pt x="442" y="399"/>
                  </a:cubicBezTo>
                  <a:cubicBezTo>
                    <a:pt x="441" y="402"/>
                    <a:pt x="440" y="404"/>
                    <a:pt x="438" y="406"/>
                  </a:cubicBezTo>
                  <a:cubicBezTo>
                    <a:pt x="434" y="411"/>
                    <a:pt x="428" y="414"/>
                    <a:pt x="422" y="416"/>
                  </a:cubicBezTo>
                  <a:cubicBezTo>
                    <a:pt x="419" y="417"/>
                    <a:pt x="416" y="417"/>
                    <a:pt x="413" y="417"/>
                  </a:cubicBezTo>
                  <a:cubicBezTo>
                    <a:pt x="411" y="418"/>
                    <a:pt x="410" y="418"/>
                    <a:pt x="408" y="418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7"/>
                    <a:pt x="404" y="417"/>
                    <a:pt x="403" y="417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2"/>
                    <a:pt x="387" y="442"/>
                    <a:pt x="387" y="442"/>
                  </a:cubicBezTo>
                  <a:cubicBezTo>
                    <a:pt x="384" y="449"/>
                    <a:pt x="381" y="456"/>
                    <a:pt x="378" y="463"/>
                  </a:cubicBezTo>
                  <a:cubicBezTo>
                    <a:pt x="372" y="477"/>
                    <a:pt x="367" y="492"/>
                    <a:pt x="362" y="506"/>
                  </a:cubicBezTo>
                  <a:cubicBezTo>
                    <a:pt x="351" y="535"/>
                    <a:pt x="342" y="564"/>
                    <a:pt x="333" y="593"/>
                  </a:cubicBezTo>
                  <a:cubicBezTo>
                    <a:pt x="330" y="604"/>
                    <a:pt x="330" y="604"/>
                    <a:pt x="330" y="604"/>
                  </a:cubicBezTo>
                  <a:cubicBezTo>
                    <a:pt x="327" y="613"/>
                    <a:pt x="327" y="613"/>
                    <a:pt x="327" y="613"/>
                  </a:cubicBezTo>
                  <a:cubicBezTo>
                    <a:pt x="326" y="619"/>
                    <a:pt x="326" y="619"/>
                    <a:pt x="326" y="619"/>
                  </a:cubicBezTo>
                  <a:cubicBezTo>
                    <a:pt x="325" y="621"/>
                    <a:pt x="325" y="621"/>
                    <a:pt x="325" y="621"/>
                  </a:cubicBezTo>
                  <a:cubicBezTo>
                    <a:pt x="325" y="622"/>
                    <a:pt x="325" y="622"/>
                    <a:pt x="325" y="622"/>
                  </a:cubicBezTo>
                  <a:lnTo>
                    <a:pt x="318" y="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14BD29E3-57F5-669C-BD33-6A3A1E107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1702"/>
            <a:ext cx="7635717" cy="4297374"/>
          </a:xfrm>
          <a:prstGeom prst="rect">
            <a:avLst/>
          </a:prstGeom>
        </p:spPr>
      </p:pic>
      <p:sp>
        <p:nvSpPr>
          <p:cNvPr id="25" name="Freeform 5">
            <a:extLst>
              <a:ext uri="{FF2B5EF4-FFF2-40B4-BE49-F238E27FC236}">
                <a16:creationId xmlns:a16="http://schemas.microsoft.com/office/drawing/2014/main" id="{2015D812-C4AE-45B3-B791-A1665A9E31C3}"/>
              </a:ext>
            </a:extLst>
          </p:cNvPr>
          <p:cNvSpPr>
            <a:spLocks/>
          </p:cNvSpPr>
          <p:nvPr/>
        </p:nvSpPr>
        <p:spPr bwMode="auto">
          <a:xfrm rot="4544782">
            <a:off x="568047" y="3981956"/>
            <a:ext cx="274776" cy="445242"/>
          </a:xfrm>
          <a:custGeom>
            <a:avLst/>
            <a:gdLst>
              <a:gd name="T0" fmla="*/ 79 w 188"/>
              <a:gd name="T1" fmla="*/ 206 h 211"/>
              <a:gd name="T2" fmla="*/ 87 w 188"/>
              <a:gd name="T3" fmla="*/ 206 h 211"/>
              <a:gd name="T4" fmla="*/ 80 w 188"/>
              <a:gd name="T5" fmla="*/ 146 h 211"/>
              <a:gd name="T6" fmla="*/ 68 w 188"/>
              <a:gd name="T7" fmla="*/ 103 h 211"/>
              <a:gd name="T8" fmla="*/ 16 w 188"/>
              <a:gd name="T9" fmla="*/ 115 h 211"/>
              <a:gd name="T10" fmla="*/ 72 w 188"/>
              <a:gd name="T11" fmla="*/ 12 h 211"/>
              <a:gd name="T12" fmla="*/ 163 w 188"/>
              <a:gd name="T13" fmla="*/ 98 h 211"/>
              <a:gd name="T14" fmla="*/ 115 w 188"/>
              <a:gd name="T15" fmla="*/ 100 h 211"/>
              <a:gd name="T16" fmla="*/ 89 w 188"/>
              <a:gd name="T17" fmla="*/ 106 h 211"/>
              <a:gd name="T18" fmla="*/ 138 w 188"/>
              <a:gd name="T19" fmla="*/ 183 h 211"/>
              <a:gd name="T20" fmla="*/ 92 w 188"/>
              <a:gd name="T21" fmla="*/ 196 h 211"/>
              <a:gd name="T22" fmla="*/ 122 w 188"/>
              <a:gd name="T23" fmla="*/ 195 h 211"/>
              <a:gd name="T24" fmla="*/ 139 w 188"/>
              <a:gd name="T25" fmla="*/ 164 h 211"/>
              <a:gd name="T26" fmla="*/ 102 w 188"/>
              <a:gd name="T27" fmla="*/ 108 h 211"/>
              <a:gd name="T28" fmla="*/ 162 w 188"/>
              <a:gd name="T29" fmla="*/ 106 h 211"/>
              <a:gd name="T30" fmla="*/ 160 w 188"/>
              <a:gd name="T31" fmla="*/ 84 h 211"/>
              <a:gd name="T32" fmla="*/ 116 w 188"/>
              <a:gd name="T33" fmla="*/ 44 h 211"/>
              <a:gd name="T34" fmla="*/ 70 w 188"/>
              <a:gd name="T35" fmla="*/ 1 h 211"/>
              <a:gd name="T36" fmla="*/ 28 w 188"/>
              <a:gd name="T37" fmla="*/ 87 h 211"/>
              <a:gd name="T38" fmla="*/ 1 w 188"/>
              <a:gd name="T39" fmla="*/ 119 h 211"/>
              <a:gd name="T40" fmla="*/ 64 w 188"/>
              <a:gd name="T41" fmla="*/ 112 h 211"/>
              <a:gd name="T42" fmla="*/ 79 w 188"/>
              <a:gd name="T43" fmla="*/ 20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8" h="211">
                <a:moveTo>
                  <a:pt x="79" y="206"/>
                </a:moveTo>
                <a:cubicBezTo>
                  <a:pt x="79" y="211"/>
                  <a:pt x="87" y="211"/>
                  <a:pt x="87" y="206"/>
                </a:cubicBezTo>
                <a:cubicBezTo>
                  <a:pt x="87" y="186"/>
                  <a:pt x="84" y="165"/>
                  <a:pt x="80" y="146"/>
                </a:cubicBezTo>
                <a:cubicBezTo>
                  <a:pt x="79" y="138"/>
                  <a:pt x="76" y="106"/>
                  <a:pt x="68" y="103"/>
                </a:cubicBezTo>
                <a:cubicBezTo>
                  <a:pt x="60" y="100"/>
                  <a:pt x="27" y="115"/>
                  <a:pt x="16" y="115"/>
                </a:cubicBezTo>
                <a:cubicBezTo>
                  <a:pt x="45" y="88"/>
                  <a:pt x="54" y="46"/>
                  <a:pt x="72" y="12"/>
                </a:cubicBezTo>
                <a:cubicBezTo>
                  <a:pt x="100" y="43"/>
                  <a:pt x="132" y="70"/>
                  <a:pt x="163" y="98"/>
                </a:cubicBezTo>
                <a:cubicBezTo>
                  <a:pt x="147" y="98"/>
                  <a:pt x="131" y="100"/>
                  <a:pt x="115" y="100"/>
                </a:cubicBezTo>
                <a:cubicBezTo>
                  <a:pt x="113" y="100"/>
                  <a:pt x="80" y="96"/>
                  <a:pt x="89" y="106"/>
                </a:cubicBezTo>
                <a:cubicBezTo>
                  <a:pt x="110" y="128"/>
                  <a:pt x="128" y="153"/>
                  <a:pt x="138" y="183"/>
                </a:cubicBezTo>
                <a:cubicBezTo>
                  <a:pt x="129" y="185"/>
                  <a:pt x="96" y="188"/>
                  <a:pt x="92" y="196"/>
                </a:cubicBezTo>
                <a:cubicBezTo>
                  <a:pt x="85" y="207"/>
                  <a:pt x="121" y="196"/>
                  <a:pt x="122" y="195"/>
                </a:cubicBezTo>
                <a:cubicBezTo>
                  <a:pt x="147" y="189"/>
                  <a:pt x="150" y="189"/>
                  <a:pt x="139" y="164"/>
                </a:cubicBezTo>
                <a:cubicBezTo>
                  <a:pt x="130" y="143"/>
                  <a:pt x="117" y="125"/>
                  <a:pt x="102" y="108"/>
                </a:cubicBezTo>
                <a:cubicBezTo>
                  <a:pt x="122" y="109"/>
                  <a:pt x="142" y="106"/>
                  <a:pt x="162" y="106"/>
                </a:cubicBezTo>
                <a:cubicBezTo>
                  <a:pt x="188" y="106"/>
                  <a:pt x="173" y="96"/>
                  <a:pt x="160" y="84"/>
                </a:cubicBezTo>
                <a:cubicBezTo>
                  <a:pt x="145" y="71"/>
                  <a:pt x="130" y="58"/>
                  <a:pt x="116" y="44"/>
                </a:cubicBezTo>
                <a:cubicBezTo>
                  <a:pt x="109" y="38"/>
                  <a:pt x="79" y="0"/>
                  <a:pt x="70" y="1"/>
                </a:cubicBezTo>
                <a:cubicBezTo>
                  <a:pt x="57" y="3"/>
                  <a:pt x="35" y="75"/>
                  <a:pt x="28" y="87"/>
                </a:cubicBezTo>
                <a:cubicBezTo>
                  <a:pt x="24" y="93"/>
                  <a:pt x="0" y="115"/>
                  <a:pt x="1" y="119"/>
                </a:cubicBezTo>
                <a:cubicBezTo>
                  <a:pt x="4" y="133"/>
                  <a:pt x="56" y="116"/>
                  <a:pt x="64" y="112"/>
                </a:cubicBezTo>
                <a:cubicBezTo>
                  <a:pt x="73" y="141"/>
                  <a:pt x="79" y="179"/>
                  <a:pt x="79" y="2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C782DA-5EC1-4BE3-B230-6BBA047EE25C}"/>
              </a:ext>
            </a:extLst>
          </p:cNvPr>
          <p:cNvSpPr txBox="1"/>
          <p:nvPr/>
        </p:nvSpPr>
        <p:spPr>
          <a:xfrm>
            <a:off x="6798641" y="2228671"/>
            <a:ext cx="4454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会話内のメッセージ、モデル、引用元などの情報は、構造化データとして保存されます。</a:t>
            </a:r>
            <a:b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</a:br>
            <a: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現在はデフォルトでSQLiteデータベースを使用します。</a:t>
            </a:r>
            <a:endParaRPr lang="en-US" altLang="zh-CN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8525599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26A8-1A90-182E-C335-7D2C0D56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0412453-1920-EF14-067A-F79234A4AE53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8BEA73E6-4F57-AA5F-F0C1-88DAE3140E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9D78C55B-4AF6-DAF5-3F5F-3D8DB89B1FAB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FCC1790F-52D8-DE86-2100-38E0A885EE4B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2.6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主要機能（</a:t>
            </a:r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 AI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モデルの選択）</a:t>
            </a:r>
            <a:endParaRPr lang="zh-CN" altLang="en-US" sz="1600" b="1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87" name="Freeform 18">
            <a:extLst>
              <a:ext uri="{FF2B5EF4-FFF2-40B4-BE49-F238E27FC236}">
                <a16:creationId xmlns:a16="http://schemas.microsoft.com/office/drawing/2014/main" id="{749A81D3-5DCF-46F7-AD9E-1D9D1644E8FB}"/>
              </a:ext>
            </a:extLst>
          </p:cNvPr>
          <p:cNvSpPr>
            <a:spLocks/>
          </p:cNvSpPr>
          <p:nvPr/>
        </p:nvSpPr>
        <p:spPr bwMode="auto">
          <a:xfrm>
            <a:off x="579404" y="2007698"/>
            <a:ext cx="24173" cy="19932"/>
          </a:xfrm>
          <a:custGeom>
            <a:avLst/>
            <a:gdLst>
              <a:gd name="T0" fmla="*/ 0 w 54"/>
              <a:gd name="T1" fmla="*/ 18 h 44"/>
              <a:gd name="T2" fmla="*/ 54 w 54"/>
              <a:gd name="T3" fmla="*/ 0 h 44"/>
              <a:gd name="T4" fmla="*/ 46 w 54"/>
              <a:gd name="T5" fmla="*/ 44 h 44"/>
              <a:gd name="T6" fmla="*/ 39 w 54"/>
              <a:gd name="T7" fmla="*/ 23 h 44"/>
              <a:gd name="T8" fmla="*/ 0 w 54"/>
              <a:gd name="T9" fmla="*/ 1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44">
                <a:moveTo>
                  <a:pt x="0" y="18"/>
                </a:moveTo>
                <a:cubicBezTo>
                  <a:pt x="0" y="18"/>
                  <a:pt x="30" y="19"/>
                  <a:pt x="54" y="0"/>
                </a:cubicBezTo>
                <a:cubicBezTo>
                  <a:pt x="46" y="44"/>
                  <a:pt x="46" y="44"/>
                  <a:pt x="46" y="44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3"/>
                  <a:pt x="28" y="31"/>
                  <a:pt x="0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58" name="组合 257">
            <a:extLst>
              <a:ext uri="{FF2B5EF4-FFF2-40B4-BE49-F238E27FC236}">
                <a16:creationId xmlns:a16="http://schemas.microsoft.com/office/drawing/2014/main" id="{2857B96C-2AB6-1C2A-D3CF-DA13E344C333}"/>
              </a:ext>
            </a:extLst>
          </p:cNvPr>
          <p:cNvGrpSpPr/>
          <p:nvPr/>
        </p:nvGrpSpPr>
        <p:grpSpPr>
          <a:xfrm>
            <a:off x="10979857" y="5539076"/>
            <a:ext cx="989593" cy="1040485"/>
            <a:chOff x="4427538" y="954088"/>
            <a:chExt cx="3333750" cy="3729038"/>
          </a:xfrm>
        </p:grpSpPr>
        <p:sp>
          <p:nvSpPr>
            <p:cNvPr id="259" name="Freeform 5">
              <a:extLst>
                <a:ext uri="{FF2B5EF4-FFF2-40B4-BE49-F238E27FC236}">
                  <a16:creationId xmlns:a16="http://schemas.microsoft.com/office/drawing/2014/main" id="{7D80F15E-E2AF-087A-8E0A-45F655C2E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6026" y="1547813"/>
              <a:ext cx="2144713" cy="2363788"/>
            </a:xfrm>
            <a:custGeom>
              <a:avLst/>
              <a:gdLst>
                <a:gd name="T0" fmla="*/ 518 w 570"/>
                <a:gd name="T1" fmla="*/ 231 h 629"/>
                <a:gd name="T2" fmla="*/ 454 w 570"/>
                <a:gd name="T3" fmla="*/ 271 h 629"/>
                <a:gd name="T4" fmla="*/ 496 w 570"/>
                <a:gd name="T5" fmla="*/ 135 h 629"/>
                <a:gd name="T6" fmla="*/ 393 w 570"/>
                <a:gd name="T7" fmla="*/ 205 h 629"/>
                <a:gd name="T8" fmla="*/ 326 w 570"/>
                <a:gd name="T9" fmla="*/ 264 h 629"/>
                <a:gd name="T10" fmla="*/ 474 w 570"/>
                <a:gd name="T11" fmla="*/ 89 h 629"/>
                <a:gd name="T12" fmla="*/ 385 w 570"/>
                <a:gd name="T13" fmla="*/ 100 h 629"/>
                <a:gd name="T14" fmla="*/ 322 w 570"/>
                <a:gd name="T15" fmla="*/ 156 h 629"/>
                <a:gd name="T16" fmla="*/ 401 w 570"/>
                <a:gd name="T17" fmla="*/ 66 h 629"/>
                <a:gd name="T18" fmla="*/ 279 w 570"/>
                <a:gd name="T19" fmla="*/ 80 h 629"/>
                <a:gd name="T20" fmla="*/ 223 w 570"/>
                <a:gd name="T21" fmla="*/ 103 h 629"/>
                <a:gd name="T22" fmla="*/ 280 w 570"/>
                <a:gd name="T23" fmla="*/ 61 h 629"/>
                <a:gd name="T24" fmla="*/ 212 w 570"/>
                <a:gd name="T25" fmla="*/ 33 h 629"/>
                <a:gd name="T26" fmla="*/ 78 w 570"/>
                <a:gd name="T27" fmla="*/ 109 h 629"/>
                <a:gd name="T28" fmla="*/ 29 w 570"/>
                <a:gd name="T29" fmla="*/ 198 h 629"/>
                <a:gd name="T30" fmla="*/ 35 w 570"/>
                <a:gd name="T31" fmla="*/ 232 h 629"/>
                <a:gd name="T32" fmla="*/ 42 w 570"/>
                <a:gd name="T33" fmla="*/ 311 h 629"/>
                <a:gd name="T34" fmla="*/ 20 w 570"/>
                <a:gd name="T35" fmla="*/ 366 h 629"/>
                <a:gd name="T36" fmla="*/ 73 w 570"/>
                <a:gd name="T37" fmla="*/ 388 h 629"/>
                <a:gd name="T38" fmla="*/ 178 w 570"/>
                <a:gd name="T39" fmla="*/ 311 h 629"/>
                <a:gd name="T40" fmla="*/ 102 w 570"/>
                <a:gd name="T41" fmla="*/ 390 h 629"/>
                <a:gd name="T42" fmla="*/ 92 w 570"/>
                <a:gd name="T43" fmla="*/ 469 h 629"/>
                <a:gd name="T44" fmla="*/ 196 w 570"/>
                <a:gd name="T45" fmla="*/ 407 h 629"/>
                <a:gd name="T46" fmla="*/ 265 w 570"/>
                <a:gd name="T47" fmla="*/ 373 h 629"/>
                <a:gd name="T48" fmla="*/ 196 w 570"/>
                <a:gd name="T49" fmla="*/ 450 h 629"/>
                <a:gd name="T50" fmla="*/ 179 w 570"/>
                <a:gd name="T51" fmla="*/ 542 h 629"/>
                <a:gd name="T52" fmla="*/ 261 w 570"/>
                <a:gd name="T53" fmla="*/ 489 h 629"/>
                <a:gd name="T54" fmla="*/ 270 w 570"/>
                <a:gd name="T55" fmla="*/ 506 h 629"/>
                <a:gd name="T56" fmla="*/ 208 w 570"/>
                <a:gd name="T57" fmla="*/ 588 h 629"/>
                <a:gd name="T58" fmla="*/ 303 w 570"/>
                <a:gd name="T59" fmla="*/ 597 h 629"/>
                <a:gd name="T60" fmla="*/ 332 w 570"/>
                <a:gd name="T61" fmla="*/ 603 h 629"/>
                <a:gd name="T62" fmla="*/ 406 w 570"/>
                <a:gd name="T63" fmla="*/ 554 h 629"/>
                <a:gd name="T64" fmla="*/ 430 w 570"/>
                <a:gd name="T65" fmla="*/ 535 h 629"/>
                <a:gd name="T66" fmla="*/ 504 w 570"/>
                <a:gd name="T67" fmla="*/ 444 h 629"/>
                <a:gd name="T68" fmla="*/ 549 w 570"/>
                <a:gd name="T69" fmla="*/ 342 h 629"/>
                <a:gd name="T70" fmla="*/ 563 w 570"/>
                <a:gd name="T71" fmla="*/ 266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70" h="629">
                  <a:moveTo>
                    <a:pt x="558" y="231"/>
                  </a:moveTo>
                  <a:cubicBezTo>
                    <a:pt x="547" y="219"/>
                    <a:pt x="530" y="221"/>
                    <a:pt x="518" y="231"/>
                  </a:cubicBezTo>
                  <a:cubicBezTo>
                    <a:pt x="477" y="265"/>
                    <a:pt x="437" y="300"/>
                    <a:pt x="395" y="332"/>
                  </a:cubicBezTo>
                  <a:cubicBezTo>
                    <a:pt x="415" y="313"/>
                    <a:pt x="434" y="292"/>
                    <a:pt x="454" y="271"/>
                  </a:cubicBezTo>
                  <a:cubicBezTo>
                    <a:pt x="482" y="243"/>
                    <a:pt x="510" y="213"/>
                    <a:pt x="528" y="177"/>
                  </a:cubicBezTo>
                  <a:cubicBezTo>
                    <a:pt x="539" y="156"/>
                    <a:pt x="521" y="127"/>
                    <a:pt x="496" y="135"/>
                  </a:cubicBezTo>
                  <a:cubicBezTo>
                    <a:pt x="475" y="142"/>
                    <a:pt x="458" y="154"/>
                    <a:pt x="441" y="168"/>
                  </a:cubicBezTo>
                  <a:cubicBezTo>
                    <a:pt x="425" y="180"/>
                    <a:pt x="408" y="191"/>
                    <a:pt x="393" y="205"/>
                  </a:cubicBezTo>
                  <a:cubicBezTo>
                    <a:pt x="377" y="218"/>
                    <a:pt x="364" y="234"/>
                    <a:pt x="349" y="247"/>
                  </a:cubicBezTo>
                  <a:cubicBezTo>
                    <a:pt x="342" y="253"/>
                    <a:pt x="334" y="259"/>
                    <a:pt x="326" y="264"/>
                  </a:cubicBezTo>
                  <a:cubicBezTo>
                    <a:pt x="353" y="239"/>
                    <a:pt x="378" y="210"/>
                    <a:pt x="407" y="186"/>
                  </a:cubicBezTo>
                  <a:cubicBezTo>
                    <a:pt x="437" y="160"/>
                    <a:pt x="471" y="131"/>
                    <a:pt x="474" y="89"/>
                  </a:cubicBezTo>
                  <a:cubicBezTo>
                    <a:pt x="475" y="66"/>
                    <a:pt x="448" y="54"/>
                    <a:pt x="430" y="64"/>
                  </a:cubicBezTo>
                  <a:cubicBezTo>
                    <a:pt x="413" y="73"/>
                    <a:pt x="399" y="87"/>
                    <a:pt x="385" y="100"/>
                  </a:cubicBezTo>
                  <a:cubicBezTo>
                    <a:pt x="369" y="115"/>
                    <a:pt x="353" y="130"/>
                    <a:pt x="336" y="144"/>
                  </a:cubicBezTo>
                  <a:cubicBezTo>
                    <a:pt x="331" y="148"/>
                    <a:pt x="326" y="152"/>
                    <a:pt x="322" y="156"/>
                  </a:cubicBezTo>
                  <a:cubicBezTo>
                    <a:pt x="323" y="155"/>
                    <a:pt x="323" y="154"/>
                    <a:pt x="324" y="153"/>
                  </a:cubicBezTo>
                  <a:cubicBezTo>
                    <a:pt x="351" y="125"/>
                    <a:pt x="374" y="93"/>
                    <a:pt x="401" y="66"/>
                  </a:cubicBezTo>
                  <a:cubicBezTo>
                    <a:pt x="423" y="43"/>
                    <a:pt x="393" y="1"/>
                    <a:pt x="366" y="21"/>
                  </a:cubicBezTo>
                  <a:cubicBezTo>
                    <a:pt x="337" y="41"/>
                    <a:pt x="309" y="62"/>
                    <a:pt x="279" y="80"/>
                  </a:cubicBezTo>
                  <a:cubicBezTo>
                    <a:pt x="256" y="95"/>
                    <a:pt x="232" y="107"/>
                    <a:pt x="208" y="119"/>
                  </a:cubicBezTo>
                  <a:cubicBezTo>
                    <a:pt x="213" y="113"/>
                    <a:pt x="218" y="108"/>
                    <a:pt x="223" y="103"/>
                  </a:cubicBezTo>
                  <a:cubicBezTo>
                    <a:pt x="229" y="96"/>
                    <a:pt x="236" y="88"/>
                    <a:pt x="244" y="81"/>
                  </a:cubicBezTo>
                  <a:cubicBezTo>
                    <a:pt x="256" y="75"/>
                    <a:pt x="268" y="69"/>
                    <a:pt x="280" y="61"/>
                  </a:cubicBezTo>
                  <a:cubicBezTo>
                    <a:pt x="306" y="42"/>
                    <a:pt x="291" y="0"/>
                    <a:pt x="257" y="8"/>
                  </a:cubicBezTo>
                  <a:cubicBezTo>
                    <a:pt x="240" y="12"/>
                    <a:pt x="225" y="22"/>
                    <a:pt x="212" y="33"/>
                  </a:cubicBezTo>
                  <a:cubicBezTo>
                    <a:pt x="187" y="45"/>
                    <a:pt x="161" y="54"/>
                    <a:pt x="138" y="68"/>
                  </a:cubicBezTo>
                  <a:cubicBezTo>
                    <a:pt x="116" y="79"/>
                    <a:pt x="97" y="94"/>
                    <a:pt x="78" y="109"/>
                  </a:cubicBezTo>
                  <a:cubicBezTo>
                    <a:pt x="59" y="123"/>
                    <a:pt x="47" y="142"/>
                    <a:pt x="29" y="157"/>
                  </a:cubicBezTo>
                  <a:cubicBezTo>
                    <a:pt x="17" y="167"/>
                    <a:pt x="19" y="187"/>
                    <a:pt x="29" y="198"/>
                  </a:cubicBezTo>
                  <a:cubicBezTo>
                    <a:pt x="36" y="205"/>
                    <a:pt x="45" y="207"/>
                    <a:pt x="54" y="205"/>
                  </a:cubicBezTo>
                  <a:cubicBezTo>
                    <a:pt x="48" y="215"/>
                    <a:pt x="42" y="224"/>
                    <a:pt x="35" y="232"/>
                  </a:cubicBezTo>
                  <a:cubicBezTo>
                    <a:pt x="23" y="245"/>
                    <a:pt x="11" y="258"/>
                    <a:pt x="7" y="275"/>
                  </a:cubicBezTo>
                  <a:cubicBezTo>
                    <a:pt x="0" y="298"/>
                    <a:pt x="21" y="314"/>
                    <a:pt x="42" y="311"/>
                  </a:cubicBezTo>
                  <a:cubicBezTo>
                    <a:pt x="46" y="310"/>
                    <a:pt x="49" y="309"/>
                    <a:pt x="52" y="308"/>
                  </a:cubicBezTo>
                  <a:cubicBezTo>
                    <a:pt x="39" y="326"/>
                    <a:pt x="28" y="345"/>
                    <a:pt x="20" y="366"/>
                  </a:cubicBezTo>
                  <a:cubicBezTo>
                    <a:pt x="15" y="378"/>
                    <a:pt x="23" y="392"/>
                    <a:pt x="33" y="398"/>
                  </a:cubicBezTo>
                  <a:cubicBezTo>
                    <a:pt x="47" y="407"/>
                    <a:pt x="64" y="401"/>
                    <a:pt x="73" y="388"/>
                  </a:cubicBezTo>
                  <a:cubicBezTo>
                    <a:pt x="93" y="358"/>
                    <a:pt x="122" y="337"/>
                    <a:pt x="155" y="321"/>
                  </a:cubicBezTo>
                  <a:cubicBezTo>
                    <a:pt x="162" y="317"/>
                    <a:pt x="170" y="314"/>
                    <a:pt x="178" y="311"/>
                  </a:cubicBezTo>
                  <a:cubicBezTo>
                    <a:pt x="167" y="323"/>
                    <a:pt x="157" y="337"/>
                    <a:pt x="146" y="349"/>
                  </a:cubicBezTo>
                  <a:cubicBezTo>
                    <a:pt x="134" y="364"/>
                    <a:pt x="118" y="379"/>
                    <a:pt x="102" y="390"/>
                  </a:cubicBezTo>
                  <a:cubicBezTo>
                    <a:pt x="87" y="400"/>
                    <a:pt x="68" y="410"/>
                    <a:pt x="59" y="427"/>
                  </a:cubicBezTo>
                  <a:cubicBezTo>
                    <a:pt x="48" y="450"/>
                    <a:pt x="67" y="476"/>
                    <a:pt x="92" y="469"/>
                  </a:cubicBezTo>
                  <a:cubicBezTo>
                    <a:pt x="112" y="465"/>
                    <a:pt x="127" y="451"/>
                    <a:pt x="142" y="438"/>
                  </a:cubicBezTo>
                  <a:cubicBezTo>
                    <a:pt x="158" y="426"/>
                    <a:pt x="178" y="417"/>
                    <a:pt x="196" y="407"/>
                  </a:cubicBezTo>
                  <a:cubicBezTo>
                    <a:pt x="216" y="397"/>
                    <a:pt x="237" y="388"/>
                    <a:pt x="258" y="377"/>
                  </a:cubicBezTo>
                  <a:cubicBezTo>
                    <a:pt x="260" y="376"/>
                    <a:pt x="263" y="375"/>
                    <a:pt x="265" y="373"/>
                  </a:cubicBezTo>
                  <a:cubicBezTo>
                    <a:pt x="255" y="384"/>
                    <a:pt x="245" y="394"/>
                    <a:pt x="236" y="405"/>
                  </a:cubicBezTo>
                  <a:cubicBezTo>
                    <a:pt x="223" y="421"/>
                    <a:pt x="210" y="436"/>
                    <a:pt x="196" y="450"/>
                  </a:cubicBezTo>
                  <a:cubicBezTo>
                    <a:pt x="180" y="465"/>
                    <a:pt x="164" y="477"/>
                    <a:pt x="150" y="493"/>
                  </a:cubicBezTo>
                  <a:cubicBezTo>
                    <a:pt x="131" y="516"/>
                    <a:pt x="150" y="546"/>
                    <a:pt x="179" y="542"/>
                  </a:cubicBezTo>
                  <a:cubicBezTo>
                    <a:pt x="193" y="539"/>
                    <a:pt x="204" y="525"/>
                    <a:pt x="211" y="519"/>
                  </a:cubicBezTo>
                  <a:cubicBezTo>
                    <a:pt x="227" y="508"/>
                    <a:pt x="244" y="498"/>
                    <a:pt x="261" y="489"/>
                  </a:cubicBezTo>
                  <a:cubicBezTo>
                    <a:pt x="279" y="479"/>
                    <a:pt x="298" y="468"/>
                    <a:pt x="316" y="457"/>
                  </a:cubicBezTo>
                  <a:cubicBezTo>
                    <a:pt x="300" y="473"/>
                    <a:pt x="286" y="490"/>
                    <a:pt x="270" y="506"/>
                  </a:cubicBezTo>
                  <a:cubicBezTo>
                    <a:pt x="258" y="517"/>
                    <a:pt x="247" y="531"/>
                    <a:pt x="236" y="543"/>
                  </a:cubicBezTo>
                  <a:cubicBezTo>
                    <a:pt x="225" y="557"/>
                    <a:pt x="214" y="571"/>
                    <a:pt x="208" y="588"/>
                  </a:cubicBezTo>
                  <a:cubicBezTo>
                    <a:pt x="204" y="602"/>
                    <a:pt x="214" y="620"/>
                    <a:pt x="229" y="623"/>
                  </a:cubicBezTo>
                  <a:cubicBezTo>
                    <a:pt x="256" y="629"/>
                    <a:pt x="281" y="611"/>
                    <a:pt x="303" y="597"/>
                  </a:cubicBezTo>
                  <a:cubicBezTo>
                    <a:pt x="310" y="592"/>
                    <a:pt x="317" y="588"/>
                    <a:pt x="324" y="583"/>
                  </a:cubicBezTo>
                  <a:cubicBezTo>
                    <a:pt x="324" y="590"/>
                    <a:pt x="326" y="597"/>
                    <a:pt x="332" y="603"/>
                  </a:cubicBezTo>
                  <a:cubicBezTo>
                    <a:pt x="343" y="614"/>
                    <a:pt x="363" y="615"/>
                    <a:pt x="373" y="603"/>
                  </a:cubicBezTo>
                  <a:cubicBezTo>
                    <a:pt x="386" y="588"/>
                    <a:pt x="401" y="574"/>
                    <a:pt x="406" y="554"/>
                  </a:cubicBezTo>
                  <a:cubicBezTo>
                    <a:pt x="407" y="550"/>
                    <a:pt x="407" y="547"/>
                    <a:pt x="407" y="543"/>
                  </a:cubicBezTo>
                  <a:cubicBezTo>
                    <a:pt x="415" y="544"/>
                    <a:pt x="423" y="541"/>
                    <a:pt x="430" y="535"/>
                  </a:cubicBezTo>
                  <a:cubicBezTo>
                    <a:pt x="444" y="523"/>
                    <a:pt x="457" y="511"/>
                    <a:pt x="469" y="497"/>
                  </a:cubicBezTo>
                  <a:cubicBezTo>
                    <a:pt x="483" y="481"/>
                    <a:pt x="494" y="462"/>
                    <a:pt x="504" y="444"/>
                  </a:cubicBezTo>
                  <a:cubicBezTo>
                    <a:pt x="514" y="427"/>
                    <a:pt x="523" y="413"/>
                    <a:pt x="536" y="400"/>
                  </a:cubicBezTo>
                  <a:cubicBezTo>
                    <a:pt x="553" y="383"/>
                    <a:pt x="558" y="364"/>
                    <a:pt x="549" y="342"/>
                  </a:cubicBezTo>
                  <a:cubicBezTo>
                    <a:pt x="544" y="332"/>
                    <a:pt x="527" y="325"/>
                    <a:pt x="516" y="329"/>
                  </a:cubicBezTo>
                  <a:cubicBezTo>
                    <a:pt x="533" y="309"/>
                    <a:pt x="549" y="288"/>
                    <a:pt x="563" y="266"/>
                  </a:cubicBezTo>
                  <a:cubicBezTo>
                    <a:pt x="570" y="255"/>
                    <a:pt x="567" y="240"/>
                    <a:pt x="558" y="23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Freeform 6">
              <a:extLst>
                <a:ext uri="{FF2B5EF4-FFF2-40B4-BE49-F238E27FC236}">
                  <a16:creationId xmlns:a16="http://schemas.microsoft.com/office/drawing/2014/main" id="{6DCA7D10-C445-DE1A-C9A5-08CC34FB5C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2588" y="2581276"/>
              <a:ext cx="1274763" cy="1308100"/>
            </a:xfrm>
            <a:custGeom>
              <a:avLst/>
              <a:gdLst>
                <a:gd name="T0" fmla="*/ 275 w 339"/>
                <a:gd name="T1" fmla="*/ 103 h 348"/>
                <a:gd name="T2" fmla="*/ 261 w 339"/>
                <a:gd name="T3" fmla="*/ 119 h 348"/>
                <a:gd name="T4" fmla="*/ 256 w 339"/>
                <a:gd name="T5" fmla="*/ 55 h 348"/>
                <a:gd name="T6" fmla="*/ 214 w 339"/>
                <a:gd name="T7" fmla="*/ 32 h 348"/>
                <a:gd name="T8" fmla="*/ 151 w 339"/>
                <a:gd name="T9" fmla="*/ 73 h 348"/>
                <a:gd name="T10" fmla="*/ 161 w 339"/>
                <a:gd name="T11" fmla="*/ 56 h 348"/>
                <a:gd name="T12" fmla="*/ 111 w 339"/>
                <a:gd name="T13" fmla="*/ 46 h 348"/>
                <a:gd name="T14" fmla="*/ 86 w 339"/>
                <a:gd name="T15" fmla="*/ 100 h 348"/>
                <a:gd name="T16" fmla="*/ 74 w 339"/>
                <a:gd name="T17" fmla="*/ 103 h 348"/>
                <a:gd name="T18" fmla="*/ 49 w 339"/>
                <a:gd name="T19" fmla="*/ 132 h 348"/>
                <a:gd name="T20" fmla="*/ 67 w 339"/>
                <a:gd name="T21" fmla="*/ 154 h 348"/>
                <a:gd name="T22" fmla="*/ 102 w 339"/>
                <a:gd name="T23" fmla="*/ 239 h 348"/>
                <a:gd name="T24" fmla="*/ 131 w 339"/>
                <a:gd name="T25" fmla="*/ 333 h 348"/>
                <a:gd name="T26" fmla="*/ 117 w 339"/>
                <a:gd name="T27" fmla="*/ 205 h 348"/>
                <a:gd name="T28" fmla="*/ 83 w 339"/>
                <a:gd name="T29" fmla="*/ 129 h 348"/>
                <a:gd name="T30" fmla="*/ 132 w 339"/>
                <a:gd name="T31" fmla="*/ 89 h 348"/>
                <a:gd name="T32" fmla="*/ 217 w 339"/>
                <a:gd name="T33" fmla="*/ 87 h 348"/>
                <a:gd name="T34" fmla="*/ 257 w 339"/>
                <a:gd name="T35" fmla="*/ 143 h 348"/>
                <a:gd name="T36" fmla="*/ 208 w 339"/>
                <a:gd name="T37" fmla="*/ 272 h 348"/>
                <a:gd name="T38" fmla="*/ 186 w 339"/>
                <a:gd name="T39" fmla="*/ 333 h 348"/>
                <a:gd name="T40" fmla="*/ 228 w 339"/>
                <a:gd name="T41" fmla="*/ 283 h 348"/>
                <a:gd name="T42" fmla="*/ 280 w 339"/>
                <a:gd name="T43" fmla="*/ 147 h 348"/>
                <a:gd name="T44" fmla="*/ 323 w 339"/>
                <a:gd name="T45" fmla="*/ 92 h 348"/>
                <a:gd name="T46" fmla="*/ 40 w 339"/>
                <a:gd name="T47" fmla="*/ 99 h 348"/>
                <a:gd name="T48" fmla="*/ 43 w 339"/>
                <a:gd name="T49" fmla="*/ 103 h 348"/>
                <a:gd name="T50" fmla="*/ 142 w 339"/>
                <a:gd name="T51" fmla="*/ 37 h 348"/>
                <a:gd name="T52" fmla="*/ 141 w 339"/>
                <a:gd name="T53" fmla="*/ 44 h 348"/>
                <a:gd name="T54" fmla="*/ 142 w 339"/>
                <a:gd name="T55" fmla="*/ 37 h 348"/>
                <a:gd name="T56" fmla="*/ 235 w 339"/>
                <a:gd name="T57" fmla="*/ 43 h 348"/>
                <a:gd name="T58" fmla="*/ 234 w 339"/>
                <a:gd name="T59" fmla="*/ 46 h 348"/>
                <a:gd name="T60" fmla="*/ 300 w 339"/>
                <a:gd name="T61" fmla="*/ 115 h 348"/>
                <a:gd name="T62" fmla="*/ 296 w 339"/>
                <a:gd name="T63" fmla="*/ 112 h 348"/>
                <a:gd name="T64" fmla="*/ 304 w 339"/>
                <a:gd name="T65" fmla="*/ 10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9" h="348">
                  <a:moveTo>
                    <a:pt x="323" y="92"/>
                  </a:moveTo>
                  <a:cubicBezTo>
                    <a:pt x="308" y="65"/>
                    <a:pt x="286" y="83"/>
                    <a:pt x="275" y="103"/>
                  </a:cubicBezTo>
                  <a:cubicBezTo>
                    <a:pt x="272" y="109"/>
                    <a:pt x="269" y="115"/>
                    <a:pt x="266" y="121"/>
                  </a:cubicBezTo>
                  <a:cubicBezTo>
                    <a:pt x="264" y="121"/>
                    <a:pt x="263" y="120"/>
                    <a:pt x="261" y="119"/>
                  </a:cubicBezTo>
                  <a:cubicBezTo>
                    <a:pt x="249" y="111"/>
                    <a:pt x="242" y="94"/>
                    <a:pt x="238" y="76"/>
                  </a:cubicBezTo>
                  <a:cubicBezTo>
                    <a:pt x="246" y="71"/>
                    <a:pt x="253" y="65"/>
                    <a:pt x="256" y="55"/>
                  </a:cubicBezTo>
                  <a:cubicBezTo>
                    <a:pt x="259" y="45"/>
                    <a:pt x="260" y="25"/>
                    <a:pt x="248" y="20"/>
                  </a:cubicBezTo>
                  <a:cubicBezTo>
                    <a:pt x="236" y="15"/>
                    <a:pt x="220" y="19"/>
                    <a:pt x="214" y="32"/>
                  </a:cubicBezTo>
                  <a:cubicBezTo>
                    <a:pt x="210" y="41"/>
                    <a:pt x="210" y="52"/>
                    <a:pt x="211" y="64"/>
                  </a:cubicBezTo>
                  <a:cubicBezTo>
                    <a:pt x="193" y="73"/>
                    <a:pt x="171" y="78"/>
                    <a:pt x="151" y="73"/>
                  </a:cubicBezTo>
                  <a:cubicBezTo>
                    <a:pt x="151" y="73"/>
                    <a:pt x="150" y="73"/>
                    <a:pt x="149" y="72"/>
                  </a:cubicBezTo>
                  <a:cubicBezTo>
                    <a:pt x="154" y="67"/>
                    <a:pt x="158" y="62"/>
                    <a:pt x="161" y="56"/>
                  </a:cubicBezTo>
                  <a:cubicBezTo>
                    <a:pt x="167" y="46"/>
                    <a:pt x="169" y="27"/>
                    <a:pt x="160" y="18"/>
                  </a:cubicBezTo>
                  <a:cubicBezTo>
                    <a:pt x="141" y="0"/>
                    <a:pt x="114" y="25"/>
                    <a:pt x="111" y="46"/>
                  </a:cubicBezTo>
                  <a:cubicBezTo>
                    <a:pt x="110" y="55"/>
                    <a:pt x="113" y="64"/>
                    <a:pt x="117" y="72"/>
                  </a:cubicBezTo>
                  <a:cubicBezTo>
                    <a:pt x="107" y="82"/>
                    <a:pt x="97" y="92"/>
                    <a:pt x="86" y="100"/>
                  </a:cubicBezTo>
                  <a:cubicBezTo>
                    <a:pt x="82" y="103"/>
                    <a:pt x="79" y="105"/>
                    <a:pt x="75" y="106"/>
                  </a:cubicBezTo>
                  <a:cubicBezTo>
                    <a:pt x="75" y="105"/>
                    <a:pt x="75" y="104"/>
                    <a:pt x="74" y="103"/>
                  </a:cubicBezTo>
                  <a:cubicBezTo>
                    <a:pt x="64" y="84"/>
                    <a:pt x="32" y="62"/>
                    <a:pt x="14" y="86"/>
                  </a:cubicBezTo>
                  <a:cubicBezTo>
                    <a:pt x="0" y="105"/>
                    <a:pt x="36" y="127"/>
                    <a:pt x="49" y="132"/>
                  </a:cubicBezTo>
                  <a:cubicBezTo>
                    <a:pt x="53" y="133"/>
                    <a:pt x="57" y="134"/>
                    <a:pt x="61" y="134"/>
                  </a:cubicBezTo>
                  <a:cubicBezTo>
                    <a:pt x="63" y="141"/>
                    <a:pt x="65" y="148"/>
                    <a:pt x="67" y="154"/>
                  </a:cubicBezTo>
                  <a:cubicBezTo>
                    <a:pt x="71" y="168"/>
                    <a:pt x="79" y="180"/>
                    <a:pt x="86" y="193"/>
                  </a:cubicBezTo>
                  <a:cubicBezTo>
                    <a:pt x="94" y="207"/>
                    <a:pt x="98" y="223"/>
                    <a:pt x="102" y="239"/>
                  </a:cubicBezTo>
                  <a:cubicBezTo>
                    <a:pt x="106" y="253"/>
                    <a:pt x="112" y="267"/>
                    <a:pt x="117" y="281"/>
                  </a:cubicBezTo>
                  <a:cubicBezTo>
                    <a:pt x="123" y="298"/>
                    <a:pt x="126" y="316"/>
                    <a:pt x="131" y="333"/>
                  </a:cubicBezTo>
                  <a:cubicBezTo>
                    <a:pt x="135" y="347"/>
                    <a:pt x="157" y="341"/>
                    <a:pt x="153" y="326"/>
                  </a:cubicBezTo>
                  <a:cubicBezTo>
                    <a:pt x="141" y="286"/>
                    <a:pt x="129" y="246"/>
                    <a:pt x="117" y="205"/>
                  </a:cubicBezTo>
                  <a:cubicBezTo>
                    <a:pt x="110" y="186"/>
                    <a:pt x="98" y="171"/>
                    <a:pt x="91" y="153"/>
                  </a:cubicBezTo>
                  <a:cubicBezTo>
                    <a:pt x="88" y="145"/>
                    <a:pt x="86" y="137"/>
                    <a:pt x="83" y="129"/>
                  </a:cubicBezTo>
                  <a:cubicBezTo>
                    <a:pt x="101" y="120"/>
                    <a:pt x="118" y="103"/>
                    <a:pt x="130" y="91"/>
                  </a:cubicBezTo>
                  <a:cubicBezTo>
                    <a:pt x="131" y="90"/>
                    <a:pt x="132" y="90"/>
                    <a:pt x="132" y="89"/>
                  </a:cubicBezTo>
                  <a:cubicBezTo>
                    <a:pt x="145" y="97"/>
                    <a:pt x="160" y="98"/>
                    <a:pt x="175" y="97"/>
                  </a:cubicBezTo>
                  <a:cubicBezTo>
                    <a:pt x="190" y="97"/>
                    <a:pt x="204" y="92"/>
                    <a:pt x="217" y="87"/>
                  </a:cubicBezTo>
                  <a:cubicBezTo>
                    <a:pt x="220" y="95"/>
                    <a:pt x="223" y="102"/>
                    <a:pt x="225" y="108"/>
                  </a:cubicBezTo>
                  <a:cubicBezTo>
                    <a:pt x="232" y="123"/>
                    <a:pt x="243" y="136"/>
                    <a:pt x="257" y="143"/>
                  </a:cubicBezTo>
                  <a:cubicBezTo>
                    <a:pt x="248" y="165"/>
                    <a:pt x="241" y="187"/>
                    <a:pt x="232" y="209"/>
                  </a:cubicBezTo>
                  <a:cubicBezTo>
                    <a:pt x="225" y="230"/>
                    <a:pt x="216" y="251"/>
                    <a:pt x="208" y="272"/>
                  </a:cubicBezTo>
                  <a:cubicBezTo>
                    <a:pt x="200" y="289"/>
                    <a:pt x="191" y="305"/>
                    <a:pt x="187" y="323"/>
                  </a:cubicBezTo>
                  <a:cubicBezTo>
                    <a:pt x="186" y="326"/>
                    <a:pt x="186" y="330"/>
                    <a:pt x="186" y="333"/>
                  </a:cubicBezTo>
                  <a:cubicBezTo>
                    <a:pt x="185" y="348"/>
                    <a:pt x="208" y="348"/>
                    <a:pt x="209" y="333"/>
                  </a:cubicBezTo>
                  <a:cubicBezTo>
                    <a:pt x="210" y="316"/>
                    <a:pt x="220" y="299"/>
                    <a:pt x="228" y="283"/>
                  </a:cubicBezTo>
                  <a:cubicBezTo>
                    <a:pt x="237" y="263"/>
                    <a:pt x="245" y="242"/>
                    <a:pt x="253" y="221"/>
                  </a:cubicBezTo>
                  <a:cubicBezTo>
                    <a:pt x="262" y="196"/>
                    <a:pt x="270" y="171"/>
                    <a:pt x="280" y="147"/>
                  </a:cubicBezTo>
                  <a:cubicBezTo>
                    <a:pt x="282" y="147"/>
                    <a:pt x="283" y="146"/>
                    <a:pt x="285" y="146"/>
                  </a:cubicBezTo>
                  <a:cubicBezTo>
                    <a:pt x="309" y="141"/>
                    <a:pt x="339" y="120"/>
                    <a:pt x="323" y="92"/>
                  </a:cubicBezTo>
                  <a:close/>
                  <a:moveTo>
                    <a:pt x="39" y="99"/>
                  </a:moveTo>
                  <a:cubicBezTo>
                    <a:pt x="39" y="99"/>
                    <a:pt x="39" y="99"/>
                    <a:pt x="40" y="99"/>
                  </a:cubicBezTo>
                  <a:cubicBezTo>
                    <a:pt x="43" y="100"/>
                    <a:pt x="46" y="103"/>
                    <a:pt x="48" y="106"/>
                  </a:cubicBezTo>
                  <a:cubicBezTo>
                    <a:pt x="46" y="105"/>
                    <a:pt x="45" y="104"/>
                    <a:pt x="43" y="103"/>
                  </a:cubicBezTo>
                  <a:cubicBezTo>
                    <a:pt x="42" y="102"/>
                    <a:pt x="40" y="101"/>
                    <a:pt x="39" y="99"/>
                  </a:cubicBezTo>
                  <a:close/>
                  <a:moveTo>
                    <a:pt x="142" y="37"/>
                  </a:moveTo>
                  <a:cubicBezTo>
                    <a:pt x="142" y="36"/>
                    <a:pt x="143" y="36"/>
                    <a:pt x="143" y="36"/>
                  </a:cubicBezTo>
                  <a:cubicBezTo>
                    <a:pt x="143" y="39"/>
                    <a:pt x="142" y="42"/>
                    <a:pt x="141" y="44"/>
                  </a:cubicBezTo>
                  <a:cubicBezTo>
                    <a:pt x="139" y="48"/>
                    <a:pt x="137" y="51"/>
                    <a:pt x="135" y="54"/>
                  </a:cubicBezTo>
                  <a:cubicBezTo>
                    <a:pt x="134" y="48"/>
                    <a:pt x="136" y="41"/>
                    <a:pt x="142" y="37"/>
                  </a:cubicBezTo>
                  <a:close/>
                  <a:moveTo>
                    <a:pt x="234" y="43"/>
                  </a:moveTo>
                  <a:cubicBezTo>
                    <a:pt x="235" y="43"/>
                    <a:pt x="235" y="43"/>
                    <a:pt x="235" y="43"/>
                  </a:cubicBezTo>
                  <a:cubicBezTo>
                    <a:pt x="235" y="45"/>
                    <a:pt x="234" y="46"/>
                    <a:pt x="234" y="48"/>
                  </a:cubicBezTo>
                  <a:cubicBezTo>
                    <a:pt x="234" y="47"/>
                    <a:pt x="234" y="47"/>
                    <a:pt x="234" y="46"/>
                  </a:cubicBezTo>
                  <a:cubicBezTo>
                    <a:pt x="234" y="45"/>
                    <a:pt x="234" y="44"/>
                    <a:pt x="234" y="43"/>
                  </a:cubicBezTo>
                  <a:close/>
                  <a:moveTo>
                    <a:pt x="300" y="115"/>
                  </a:moveTo>
                  <a:cubicBezTo>
                    <a:pt x="298" y="117"/>
                    <a:pt x="295" y="119"/>
                    <a:pt x="292" y="120"/>
                  </a:cubicBezTo>
                  <a:cubicBezTo>
                    <a:pt x="294" y="118"/>
                    <a:pt x="295" y="115"/>
                    <a:pt x="296" y="112"/>
                  </a:cubicBezTo>
                  <a:cubicBezTo>
                    <a:pt x="298" y="109"/>
                    <a:pt x="300" y="105"/>
                    <a:pt x="303" y="103"/>
                  </a:cubicBezTo>
                  <a:cubicBezTo>
                    <a:pt x="304" y="104"/>
                    <a:pt x="304" y="106"/>
                    <a:pt x="304" y="108"/>
                  </a:cubicBezTo>
                  <a:cubicBezTo>
                    <a:pt x="305" y="111"/>
                    <a:pt x="302" y="114"/>
                    <a:pt x="300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Freeform 7">
              <a:extLst>
                <a:ext uri="{FF2B5EF4-FFF2-40B4-BE49-F238E27FC236}">
                  <a16:creationId xmlns:a16="http://schemas.microsoft.com/office/drawing/2014/main" id="{550007F9-56A2-24B6-D157-02F06C297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325563"/>
              <a:ext cx="285750" cy="315913"/>
            </a:xfrm>
            <a:custGeom>
              <a:avLst/>
              <a:gdLst>
                <a:gd name="T0" fmla="*/ 72 w 76"/>
                <a:gd name="T1" fmla="*/ 66 h 84"/>
                <a:gd name="T2" fmla="*/ 54 w 76"/>
                <a:gd name="T3" fmla="*/ 15 h 84"/>
                <a:gd name="T4" fmla="*/ 32 w 76"/>
                <a:gd name="T5" fmla="*/ 21 h 84"/>
                <a:gd name="T6" fmla="*/ 34 w 76"/>
                <a:gd name="T7" fmla="*/ 27 h 84"/>
                <a:gd name="T8" fmla="*/ 27 w 76"/>
                <a:gd name="T9" fmla="*/ 14 h 84"/>
                <a:gd name="T10" fmla="*/ 5 w 76"/>
                <a:gd name="T11" fmla="*/ 20 h 84"/>
                <a:gd name="T12" fmla="*/ 63 w 76"/>
                <a:gd name="T13" fmla="*/ 83 h 84"/>
                <a:gd name="T14" fmla="*/ 72 w 76"/>
                <a:gd name="T15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84">
                  <a:moveTo>
                    <a:pt x="72" y="66"/>
                  </a:moveTo>
                  <a:cubicBezTo>
                    <a:pt x="65" y="50"/>
                    <a:pt x="59" y="33"/>
                    <a:pt x="54" y="15"/>
                  </a:cubicBezTo>
                  <a:cubicBezTo>
                    <a:pt x="51" y="1"/>
                    <a:pt x="28" y="7"/>
                    <a:pt x="32" y="21"/>
                  </a:cubicBezTo>
                  <a:cubicBezTo>
                    <a:pt x="33" y="23"/>
                    <a:pt x="33" y="25"/>
                    <a:pt x="34" y="27"/>
                  </a:cubicBezTo>
                  <a:cubicBezTo>
                    <a:pt x="31" y="23"/>
                    <a:pt x="29" y="18"/>
                    <a:pt x="27" y="14"/>
                  </a:cubicBezTo>
                  <a:cubicBezTo>
                    <a:pt x="22" y="0"/>
                    <a:pt x="0" y="6"/>
                    <a:pt x="5" y="20"/>
                  </a:cubicBezTo>
                  <a:cubicBezTo>
                    <a:pt x="15" y="44"/>
                    <a:pt x="33" y="82"/>
                    <a:pt x="63" y="83"/>
                  </a:cubicBezTo>
                  <a:cubicBezTo>
                    <a:pt x="72" y="84"/>
                    <a:pt x="76" y="73"/>
                    <a:pt x="72" y="6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Freeform 8">
              <a:extLst>
                <a:ext uri="{FF2B5EF4-FFF2-40B4-BE49-F238E27FC236}">
                  <a16:creationId xmlns:a16="http://schemas.microsoft.com/office/drawing/2014/main" id="{760255F2-3963-0DAD-197F-D94E54662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8051" y="987426"/>
              <a:ext cx="188913" cy="354013"/>
            </a:xfrm>
            <a:custGeom>
              <a:avLst/>
              <a:gdLst>
                <a:gd name="T0" fmla="*/ 49 w 50"/>
                <a:gd name="T1" fmla="*/ 26 h 94"/>
                <a:gd name="T2" fmla="*/ 47 w 50"/>
                <a:gd name="T3" fmla="*/ 19 h 94"/>
                <a:gd name="T4" fmla="*/ 46 w 50"/>
                <a:gd name="T5" fmla="*/ 10 h 94"/>
                <a:gd name="T6" fmla="*/ 32 w 50"/>
                <a:gd name="T7" fmla="*/ 2 h 94"/>
                <a:gd name="T8" fmla="*/ 15 w 50"/>
                <a:gd name="T9" fmla="*/ 5 h 94"/>
                <a:gd name="T10" fmla="*/ 15 w 50"/>
                <a:gd name="T11" fmla="*/ 28 h 94"/>
                <a:gd name="T12" fmla="*/ 22 w 50"/>
                <a:gd name="T13" fmla="*/ 28 h 94"/>
                <a:gd name="T14" fmla="*/ 15 w 50"/>
                <a:gd name="T15" fmla="*/ 46 h 94"/>
                <a:gd name="T16" fmla="*/ 13 w 50"/>
                <a:gd name="T17" fmla="*/ 82 h 94"/>
                <a:gd name="T18" fmla="*/ 33 w 50"/>
                <a:gd name="T19" fmla="*/ 87 h 94"/>
                <a:gd name="T20" fmla="*/ 49 w 50"/>
                <a:gd name="T21" fmla="*/ 2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94">
                  <a:moveTo>
                    <a:pt x="49" y="26"/>
                  </a:moveTo>
                  <a:cubicBezTo>
                    <a:pt x="49" y="23"/>
                    <a:pt x="48" y="21"/>
                    <a:pt x="47" y="19"/>
                  </a:cubicBezTo>
                  <a:cubicBezTo>
                    <a:pt x="47" y="16"/>
                    <a:pt x="47" y="13"/>
                    <a:pt x="46" y="10"/>
                  </a:cubicBezTo>
                  <a:cubicBezTo>
                    <a:pt x="45" y="4"/>
                    <a:pt x="38" y="0"/>
                    <a:pt x="32" y="2"/>
                  </a:cubicBezTo>
                  <a:cubicBezTo>
                    <a:pt x="26" y="3"/>
                    <a:pt x="21" y="5"/>
                    <a:pt x="15" y="5"/>
                  </a:cubicBezTo>
                  <a:cubicBezTo>
                    <a:pt x="0" y="6"/>
                    <a:pt x="0" y="29"/>
                    <a:pt x="15" y="28"/>
                  </a:cubicBezTo>
                  <a:cubicBezTo>
                    <a:pt x="17" y="28"/>
                    <a:pt x="20" y="28"/>
                    <a:pt x="22" y="28"/>
                  </a:cubicBezTo>
                  <a:cubicBezTo>
                    <a:pt x="19" y="34"/>
                    <a:pt x="16" y="41"/>
                    <a:pt x="15" y="46"/>
                  </a:cubicBezTo>
                  <a:cubicBezTo>
                    <a:pt x="12" y="58"/>
                    <a:pt x="10" y="70"/>
                    <a:pt x="13" y="82"/>
                  </a:cubicBezTo>
                  <a:cubicBezTo>
                    <a:pt x="15" y="90"/>
                    <a:pt x="27" y="94"/>
                    <a:pt x="33" y="87"/>
                  </a:cubicBezTo>
                  <a:cubicBezTo>
                    <a:pt x="45" y="71"/>
                    <a:pt x="50" y="46"/>
                    <a:pt x="49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Freeform 9">
              <a:extLst>
                <a:ext uri="{FF2B5EF4-FFF2-40B4-BE49-F238E27FC236}">
                  <a16:creationId xmlns:a16="http://schemas.microsoft.com/office/drawing/2014/main" id="{98DF7F44-BA61-468A-3599-3AEF27C7D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113" y="1319213"/>
              <a:ext cx="320675" cy="352425"/>
            </a:xfrm>
            <a:custGeom>
              <a:avLst/>
              <a:gdLst>
                <a:gd name="T0" fmla="*/ 61 w 85"/>
                <a:gd name="T1" fmla="*/ 15 h 94"/>
                <a:gd name="T2" fmla="*/ 60 w 85"/>
                <a:gd name="T3" fmla="*/ 10 h 94"/>
                <a:gd name="T4" fmla="*/ 46 w 85"/>
                <a:gd name="T5" fmla="*/ 2 h 94"/>
                <a:gd name="T6" fmla="*/ 20 w 85"/>
                <a:gd name="T7" fmla="*/ 27 h 94"/>
                <a:gd name="T8" fmla="*/ 8 w 85"/>
                <a:gd name="T9" fmla="*/ 59 h 94"/>
                <a:gd name="T10" fmla="*/ 15 w 85"/>
                <a:gd name="T11" fmla="*/ 78 h 94"/>
                <a:gd name="T12" fmla="*/ 15 w 85"/>
                <a:gd name="T13" fmla="*/ 79 h 94"/>
                <a:gd name="T14" fmla="*/ 29 w 85"/>
                <a:gd name="T15" fmla="*/ 93 h 94"/>
                <a:gd name="T16" fmla="*/ 60 w 85"/>
                <a:gd name="T17" fmla="*/ 66 h 94"/>
                <a:gd name="T18" fmla="*/ 80 w 85"/>
                <a:gd name="T19" fmla="*/ 26 h 94"/>
                <a:gd name="T20" fmla="*/ 61 w 85"/>
                <a:gd name="T21" fmla="*/ 1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94">
                  <a:moveTo>
                    <a:pt x="61" y="15"/>
                  </a:moveTo>
                  <a:cubicBezTo>
                    <a:pt x="61" y="14"/>
                    <a:pt x="61" y="12"/>
                    <a:pt x="60" y="10"/>
                  </a:cubicBezTo>
                  <a:cubicBezTo>
                    <a:pt x="58" y="5"/>
                    <a:pt x="52" y="0"/>
                    <a:pt x="46" y="2"/>
                  </a:cubicBezTo>
                  <a:cubicBezTo>
                    <a:pt x="33" y="7"/>
                    <a:pt x="26" y="15"/>
                    <a:pt x="20" y="27"/>
                  </a:cubicBezTo>
                  <a:cubicBezTo>
                    <a:pt x="16" y="38"/>
                    <a:pt x="17" y="51"/>
                    <a:pt x="8" y="59"/>
                  </a:cubicBezTo>
                  <a:cubicBezTo>
                    <a:pt x="0" y="66"/>
                    <a:pt x="6" y="77"/>
                    <a:pt x="15" y="78"/>
                  </a:cubicBezTo>
                  <a:cubicBezTo>
                    <a:pt x="15" y="78"/>
                    <a:pt x="15" y="78"/>
                    <a:pt x="15" y="79"/>
                  </a:cubicBezTo>
                  <a:cubicBezTo>
                    <a:pt x="13" y="88"/>
                    <a:pt x="20" y="94"/>
                    <a:pt x="29" y="93"/>
                  </a:cubicBezTo>
                  <a:cubicBezTo>
                    <a:pt x="43" y="91"/>
                    <a:pt x="52" y="77"/>
                    <a:pt x="60" y="66"/>
                  </a:cubicBezTo>
                  <a:cubicBezTo>
                    <a:pt x="68" y="54"/>
                    <a:pt x="75" y="40"/>
                    <a:pt x="80" y="26"/>
                  </a:cubicBezTo>
                  <a:cubicBezTo>
                    <a:pt x="85" y="14"/>
                    <a:pt x="69" y="8"/>
                    <a:pt x="61" y="1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Freeform 10">
              <a:extLst>
                <a:ext uri="{FF2B5EF4-FFF2-40B4-BE49-F238E27FC236}">
                  <a16:creationId xmlns:a16="http://schemas.microsoft.com/office/drawing/2014/main" id="{AE49417D-6C62-052D-BF3A-10ABDC1B3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713" y="2228851"/>
              <a:ext cx="349250" cy="179388"/>
            </a:xfrm>
            <a:custGeom>
              <a:avLst/>
              <a:gdLst>
                <a:gd name="T0" fmla="*/ 90 w 93"/>
                <a:gd name="T1" fmla="*/ 33 h 48"/>
                <a:gd name="T2" fmla="*/ 84 w 93"/>
                <a:gd name="T3" fmla="*/ 11 h 48"/>
                <a:gd name="T4" fmla="*/ 70 w 93"/>
                <a:gd name="T5" fmla="*/ 2 h 48"/>
                <a:gd name="T6" fmla="*/ 31 w 93"/>
                <a:gd name="T7" fmla="*/ 19 h 48"/>
                <a:gd name="T8" fmla="*/ 30 w 93"/>
                <a:gd name="T9" fmla="*/ 19 h 48"/>
                <a:gd name="T10" fmla="*/ 29 w 93"/>
                <a:gd name="T11" fmla="*/ 18 h 48"/>
                <a:gd name="T12" fmla="*/ 8 w 93"/>
                <a:gd name="T13" fmla="*/ 23 h 48"/>
                <a:gd name="T14" fmla="*/ 14 w 93"/>
                <a:gd name="T15" fmla="*/ 44 h 48"/>
                <a:gd name="T16" fmla="*/ 28 w 93"/>
                <a:gd name="T17" fmla="*/ 43 h 48"/>
                <a:gd name="T18" fmla="*/ 76 w 93"/>
                <a:gd name="T19" fmla="*/ 47 h 48"/>
                <a:gd name="T20" fmla="*/ 90 w 93"/>
                <a:gd name="T21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90" y="33"/>
                  </a:moveTo>
                  <a:cubicBezTo>
                    <a:pt x="87" y="25"/>
                    <a:pt x="86" y="18"/>
                    <a:pt x="84" y="11"/>
                  </a:cubicBezTo>
                  <a:cubicBezTo>
                    <a:pt x="83" y="5"/>
                    <a:pt x="76" y="0"/>
                    <a:pt x="70" y="2"/>
                  </a:cubicBezTo>
                  <a:cubicBezTo>
                    <a:pt x="57" y="8"/>
                    <a:pt x="44" y="15"/>
                    <a:pt x="31" y="19"/>
                  </a:cubicBezTo>
                  <a:cubicBezTo>
                    <a:pt x="31" y="19"/>
                    <a:pt x="31" y="19"/>
                    <a:pt x="30" y="19"/>
                  </a:cubicBezTo>
                  <a:cubicBezTo>
                    <a:pt x="30" y="18"/>
                    <a:pt x="29" y="18"/>
                    <a:pt x="29" y="18"/>
                  </a:cubicBezTo>
                  <a:cubicBezTo>
                    <a:pt x="24" y="9"/>
                    <a:pt x="8" y="13"/>
                    <a:pt x="8" y="23"/>
                  </a:cubicBezTo>
                  <a:cubicBezTo>
                    <a:pt x="0" y="29"/>
                    <a:pt x="2" y="44"/>
                    <a:pt x="14" y="44"/>
                  </a:cubicBezTo>
                  <a:cubicBezTo>
                    <a:pt x="19" y="44"/>
                    <a:pt x="24" y="44"/>
                    <a:pt x="28" y="43"/>
                  </a:cubicBezTo>
                  <a:cubicBezTo>
                    <a:pt x="44" y="47"/>
                    <a:pt x="65" y="45"/>
                    <a:pt x="76" y="47"/>
                  </a:cubicBezTo>
                  <a:cubicBezTo>
                    <a:pt x="83" y="48"/>
                    <a:pt x="93" y="42"/>
                    <a:pt x="90" y="3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Freeform 11">
              <a:extLst>
                <a:ext uri="{FF2B5EF4-FFF2-40B4-BE49-F238E27FC236}">
                  <a16:creationId xmlns:a16="http://schemas.microsoft.com/office/drawing/2014/main" id="{83DF51D9-416F-7AD1-B4B2-1C2204CA2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238" y="3190876"/>
              <a:ext cx="368300" cy="247650"/>
            </a:xfrm>
            <a:custGeom>
              <a:avLst/>
              <a:gdLst>
                <a:gd name="T0" fmla="*/ 97 w 98"/>
                <a:gd name="T1" fmla="*/ 50 h 66"/>
                <a:gd name="T2" fmla="*/ 80 w 98"/>
                <a:gd name="T3" fmla="*/ 27 h 66"/>
                <a:gd name="T4" fmla="*/ 68 w 98"/>
                <a:gd name="T5" fmla="*/ 28 h 66"/>
                <a:gd name="T6" fmla="*/ 45 w 98"/>
                <a:gd name="T7" fmla="*/ 3 h 66"/>
                <a:gd name="T8" fmla="*/ 32 w 98"/>
                <a:gd name="T9" fmla="*/ 4 h 66"/>
                <a:gd name="T10" fmla="*/ 15 w 98"/>
                <a:gd name="T11" fmla="*/ 6 h 66"/>
                <a:gd name="T12" fmla="*/ 15 w 98"/>
                <a:gd name="T13" fmla="*/ 29 h 66"/>
                <a:gd name="T14" fmla="*/ 28 w 98"/>
                <a:gd name="T15" fmla="*/ 28 h 66"/>
                <a:gd name="T16" fmla="*/ 30 w 98"/>
                <a:gd name="T17" fmla="*/ 28 h 66"/>
                <a:gd name="T18" fmla="*/ 29 w 98"/>
                <a:gd name="T19" fmla="*/ 36 h 66"/>
                <a:gd name="T20" fmla="*/ 42 w 98"/>
                <a:gd name="T21" fmla="*/ 57 h 66"/>
                <a:gd name="T22" fmla="*/ 64 w 98"/>
                <a:gd name="T23" fmla="*/ 55 h 66"/>
                <a:gd name="T24" fmla="*/ 65 w 98"/>
                <a:gd name="T25" fmla="*/ 55 h 66"/>
                <a:gd name="T26" fmla="*/ 83 w 98"/>
                <a:gd name="T27" fmla="*/ 64 h 66"/>
                <a:gd name="T28" fmla="*/ 97 w 98"/>
                <a:gd name="T2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8" h="66">
                  <a:moveTo>
                    <a:pt x="97" y="50"/>
                  </a:moveTo>
                  <a:cubicBezTo>
                    <a:pt x="95" y="39"/>
                    <a:pt x="91" y="29"/>
                    <a:pt x="80" y="27"/>
                  </a:cubicBezTo>
                  <a:cubicBezTo>
                    <a:pt x="76" y="26"/>
                    <a:pt x="72" y="26"/>
                    <a:pt x="68" y="28"/>
                  </a:cubicBezTo>
                  <a:cubicBezTo>
                    <a:pt x="61" y="19"/>
                    <a:pt x="54" y="9"/>
                    <a:pt x="45" y="3"/>
                  </a:cubicBezTo>
                  <a:cubicBezTo>
                    <a:pt x="40" y="0"/>
                    <a:pt x="35" y="1"/>
                    <a:pt x="32" y="4"/>
                  </a:cubicBezTo>
                  <a:cubicBezTo>
                    <a:pt x="26" y="4"/>
                    <a:pt x="20" y="5"/>
                    <a:pt x="15" y="6"/>
                  </a:cubicBezTo>
                  <a:cubicBezTo>
                    <a:pt x="0" y="6"/>
                    <a:pt x="0" y="29"/>
                    <a:pt x="15" y="29"/>
                  </a:cubicBezTo>
                  <a:cubicBezTo>
                    <a:pt x="19" y="28"/>
                    <a:pt x="24" y="28"/>
                    <a:pt x="28" y="28"/>
                  </a:cubicBezTo>
                  <a:cubicBezTo>
                    <a:pt x="29" y="28"/>
                    <a:pt x="30" y="28"/>
                    <a:pt x="30" y="28"/>
                  </a:cubicBezTo>
                  <a:cubicBezTo>
                    <a:pt x="30" y="31"/>
                    <a:pt x="29" y="33"/>
                    <a:pt x="29" y="36"/>
                  </a:cubicBezTo>
                  <a:cubicBezTo>
                    <a:pt x="28" y="45"/>
                    <a:pt x="34" y="54"/>
                    <a:pt x="42" y="57"/>
                  </a:cubicBezTo>
                  <a:cubicBezTo>
                    <a:pt x="50" y="60"/>
                    <a:pt x="57" y="58"/>
                    <a:pt x="64" y="55"/>
                  </a:cubicBezTo>
                  <a:cubicBezTo>
                    <a:pt x="64" y="55"/>
                    <a:pt x="64" y="55"/>
                    <a:pt x="65" y="55"/>
                  </a:cubicBezTo>
                  <a:cubicBezTo>
                    <a:pt x="70" y="59"/>
                    <a:pt x="75" y="62"/>
                    <a:pt x="83" y="64"/>
                  </a:cubicBezTo>
                  <a:cubicBezTo>
                    <a:pt x="92" y="66"/>
                    <a:pt x="98" y="58"/>
                    <a:pt x="97" y="5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Freeform 12">
              <a:extLst>
                <a:ext uri="{FF2B5EF4-FFF2-40B4-BE49-F238E27FC236}">
                  <a16:creationId xmlns:a16="http://schemas.microsoft.com/office/drawing/2014/main" id="{7A294345-3993-E350-2D95-83F4CE91B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0576" y="3221038"/>
              <a:ext cx="349250" cy="209550"/>
            </a:xfrm>
            <a:custGeom>
              <a:avLst/>
              <a:gdLst>
                <a:gd name="T0" fmla="*/ 87 w 93"/>
                <a:gd name="T1" fmla="*/ 6 h 56"/>
                <a:gd name="T2" fmla="*/ 67 w 93"/>
                <a:gd name="T3" fmla="*/ 2 h 56"/>
                <a:gd name="T4" fmla="*/ 51 w 93"/>
                <a:gd name="T5" fmla="*/ 8 h 56"/>
                <a:gd name="T6" fmla="*/ 46 w 93"/>
                <a:gd name="T7" fmla="*/ 5 h 56"/>
                <a:gd name="T8" fmla="*/ 34 w 93"/>
                <a:gd name="T9" fmla="*/ 5 h 56"/>
                <a:gd name="T10" fmla="*/ 24 w 93"/>
                <a:gd name="T11" fmla="*/ 4 h 56"/>
                <a:gd name="T12" fmla="*/ 2 w 93"/>
                <a:gd name="T13" fmla="*/ 41 h 56"/>
                <a:gd name="T14" fmla="*/ 25 w 93"/>
                <a:gd name="T15" fmla="*/ 41 h 56"/>
                <a:gd name="T16" fmla="*/ 25 w 93"/>
                <a:gd name="T17" fmla="*/ 39 h 56"/>
                <a:gd name="T18" fmla="*/ 42 w 93"/>
                <a:gd name="T19" fmla="*/ 47 h 56"/>
                <a:gd name="T20" fmla="*/ 50 w 93"/>
                <a:gd name="T21" fmla="*/ 33 h 56"/>
                <a:gd name="T22" fmla="*/ 52 w 93"/>
                <a:gd name="T23" fmla="*/ 33 h 56"/>
                <a:gd name="T24" fmla="*/ 85 w 93"/>
                <a:gd name="T25" fmla="*/ 27 h 56"/>
                <a:gd name="T26" fmla="*/ 87 w 93"/>
                <a:gd name="T27" fmla="*/ 6 h 56"/>
                <a:gd name="T28" fmla="*/ 25 w 93"/>
                <a:gd name="T29" fmla="*/ 36 h 56"/>
                <a:gd name="T30" fmla="*/ 25 w 93"/>
                <a:gd name="T31" fmla="*/ 30 h 56"/>
                <a:gd name="T32" fmla="*/ 25 w 93"/>
                <a:gd name="T33" fmla="*/ 28 h 56"/>
                <a:gd name="T34" fmla="*/ 25 w 93"/>
                <a:gd name="T35" fmla="*/ 27 h 56"/>
                <a:gd name="T36" fmla="*/ 27 w 93"/>
                <a:gd name="T37" fmla="*/ 27 h 56"/>
                <a:gd name="T38" fmla="*/ 30 w 93"/>
                <a:gd name="T39" fmla="*/ 27 h 56"/>
                <a:gd name="T40" fmla="*/ 30 w 93"/>
                <a:gd name="T41" fmla="*/ 27 h 56"/>
                <a:gd name="T42" fmla="*/ 25 w 93"/>
                <a:gd name="T43" fmla="*/ 3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3" h="56">
                  <a:moveTo>
                    <a:pt x="87" y="6"/>
                  </a:moveTo>
                  <a:cubicBezTo>
                    <a:pt x="81" y="0"/>
                    <a:pt x="74" y="1"/>
                    <a:pt x="67" y="2"/>
                  </a:cubicBezTo>
                  <a:cubicBezTo>
                    <a:pt x="62" y="3"/>
                    <a:pt x="56" y="5"/>
                    <a:pt x="51" y="8"/>
                  </a:cubicBezTo>
                  <a:cubicBezTo>
                    <a:pt x="49" y="7"/>
                    <a:pt x="47" y="6"/>
                    <a:pt x="46" y="5"/>
                  </a:cubicBezTo>
                  <a:cubicBezTo>
                    <a:pt x="41" y="2"/>
                    <a:pt x="37" y="3"/>
                    <a:pt x="34" y="5"/>
                  </a:cubicBezTo>
                  <a:cubicBezTo>
                    <a:pt x="31" y="4"/>
                    <a:pt x="28" y="4"/>
                    <a:pt x="24" y="4"/>
                  </a:cubicBezTo>
                  <a:cubicBezTo>
                    <a:pt x="4" y="6"/>
                    <a:pt x="0" y="24"/>
                    <a:pt x="2" y="41"/>
                  </a:cubicBezTo>
                  <a:cubicBezTo>
                    <a:pt x="4" y="55"/>
                    <a:pt x="27" y="56"/>
                    <a:pt x="25" y="41"/>
                  </a:cubicBezTo>
                  <a:cubicBezTo>
                    <a:pt x="25" y="40"/>
                    <a:pt x="25" y="40"/>
                    <a:pt x="25" y="39"/>
                  </a:cubicBezTo>
                  <a:cubicBezTo>
                    <a:pt x="27" y="47"/>
                    <a:pt x="34" y="52"/>
                    <a:pt x="42" y="47"/>
                  </a:cubicBezTo>
                  <a:cubicBezTo>
                    <a:pt x="47" y="43"/>
                    <a:pt x="49" y="39"/>
                    <a:pt x="50" y="33"/>
                  </a:cubicBezTo>
                  <a:cubicBezTo>
                    <a:pt x="50" y="33"/>
                    <a:pt x="51" y="33"/>
                    <a:pt x="52" y="33"/>
                  </a:cubicBezTo>
                  <a:cubicBezTo>
                    <a:pt x="63" y="36"/>
                    <a:pt x="76" y="36"/>
                    <a:pt x="85" y="27"/>
                  </a:cubicBezTo>
                  <a:cubicBezTo>
                    <a:pt x="90" y="21"/>
                    <a:pt x="93" y="12"/>
                    <a:pt x="87" y="6"/>
                  </a:cubicBezTo>
                  <a:close/>
                  <a:moveTo>
                    <a:pt x="25" y="36"/>
                  </a:moveTo>
                  <a:cubicBezTo>
                    <a:pt x="25" y="34"/>
                    <a:pt x="25" y="32"/>
                    <a:pt x="25" y="30"/>
                  </a:cubicBezTo>
                  <a:cubicBezTo>
                    <a:pt x="25" y="29"/>
                    <a:pt x="25" y="28"/>
                    <a:pt x="25" y="2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6" y="27"/>
                    <a:pt x="26" y="27"/>
                    <a:pt x="27" y="27"/>
                  </a:cubicBezTo>
                  <a:cubicBezTo>
                    <a:pt x="27" y="29"/>
                    <a:pt x="27" y="29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6" y="30"/>
                    <a:pt x="25" y="33"/>
                    <a:pt x="25" y="3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Freeform 13">
              <a:extLst>
                <a:ext uri="{FF2B5EF4-FFF2-40B4-BE49-F238E27FC236}">
                  <a16:creationId xmlns:a16="http://schemas.microsoft.com/office/drawing/2014/main" id="{6130D3B6-5250-8776-CF59-D2020905E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826" y="2228851"/>
              <a:ext cx="381000" cy="195263"/>
            </a:xfrm>
            <a:custGeom>
              <a:avLst/>
              <a:gdLst>
                <a:gd name="T0" fmla="*/ 77 w 101"/>
                <a:gd name="T1" fmla="*/ 14 h 52"/>
                <a:gd name="T2" fmla="*/ 31 w 101"/>
                <a:gd name="T3" fmla="*/ 0 h 52"/>
                <a:gd name="T4" fmla="*/ 20 w 101"/>
                <a:gd name="T5" fmla="*/ 14 h 52"/>
                <a:gd name="T6" fmla="*/ 15 w 101"/>
                <a:gd name="T7" fmla="*/ 14 h 52"/>
                <a:gd name="T8" fmla="*/ 15 w 101"/>
                <a:gd name="T9" fmla="*/ 37 h 52"/>
                <a:gd name="T10" fmla="*/ 67 w 101"/>
                <a:gd name="T11" fmla="*/ 48 h 52"/>
                <a:gd name="T12" fmla="*/ 98 w 101"/>
                <a:gd name="T13" fmla="*/ 38 h 52"/>
                <a:gd name="T14" fmla="*/ 77 w 101"/>
                <a:gd name="T15" fmla="*/ 1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52">
                  <a:moveTo>
                    <a:pt x="77" y="14"/>
                  </a:moveTo>
                  <a:cubicBezTo>
                    <a:pt x="62" y="7"/>
                    <a:pt x="48" y="0"/>
                    <a:pt x="31" y="0"/>
                  </a:cubicBezTo>
                  <a:cubicBezTo>
                    <a:pt x="23" y="0"/>
                    <a:pt x="19" y="7"/>
                    <a:pt x="20" y="14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0" y="13"/>
                    <a:pt x="0" y="36"/>
                    <a:pt x="15" y="37"/>
                  </a:cubicBezTo>
                  <a:cubicBezTo>
                    <a:pt x="34" y="37"/>
                    <a:pt x="50" y="40"/>
                    <a:pt x="67" y="48"/>
                  </a:cubicBezTo>
                  <a:cubicBezTo>
                    <a:pt x="77" y="52"/>
                    <a:pt x="94" y="51"/>
                    <a:pt x="98" y="38"/>
                  </a:cubicBezTo>
                  <a:cubicBezTo>
                    <a:pt x="101" y="26"/>
                    <a:pt x="86" y="18"/>
                    <a:pt x="77" y="1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Freeform 14">
              <a:extLst>
                <a:ext uri="{FF2B5EF4-FFF2-40B4-BE49-F238E27FC236}">
                  <a16:creationId xmlns:a16="http://schemas.microsoft.com/office/drawing/2014/main" id="{C86ACCEB-AFEC-296F-414F-840836B94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51" y="3903663"/>
              <a:ext cx="971550" cy="142875"/>
            </a:xfrm>
            <a:custGeom>
              <a:avLst/>
              <a:gdLst>
                <a:gd name="T0" fmla="*/ 243 w 258"/>
                <a:gd name="T1" fmla="*/ 1 h 38"/>
                <a:gd name="T2" fmla="*/ 129 w 258"/>
                <a:gd name="T3" fmla="*/ 1 h 38"/>
                <a:gd name="T4" fmla="*/ 15 w 258"/>
                <a:gd name="T5" fmla="*/ 9 h 38"/>
                <a:gd name="T6" fmla="*/ 15 w 258"/>
                <a:gd name="T7" fmla="*/ 32 h 38"/>
                <a:gd name="T8" fmla="*/ 93 w 258"/>
                <a:gd name="T9" fmla="*/ 26 h 38"/>
                <a:gd name="T10" fmla="*/ 107 w 258"/>
                <a:gd name="T11" fmla="*/ 35 h 38"/>
                <a:gd name="T12" fmla="*/ 169 w 258"/>
                <a:gd name="T13" fmla="*/ 32 h 38"/>
                <a:gd name="T14" fmla="*/ 204 w 258"/>
                <a:gd name="T15" fmla="*/ 32 h 38"/>
                <a:gd name="T16" fmla="*/ 243 w 258"/>
                <a:gd name="T17" fmla="*/ 24 h 38"/>
                <a:gd name="T18" fmla="*/ 243 w 258"/>
                <a:gd name="T19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8" h="38">
                  <a:moveTo>
                    <a:pt x="243" y="1"/>
                  </a:moveTo>
                  <a:cubicBezTo>
                    <a:pt x="205" y="1"/>
                    <a:pt x="167" y="0"/>
                    <a:pt x="129" y="1"/>
                  </a:cubicBezTo>
                  <a:cubicBezTo>
                    <a:pt x="90" y="2"/>
                    <a:pt x="53" y="6"/>
                    <a:pt x="15" y="9"/>
                  </a:cubicBezTo>
                  <a:cubicBezTo>
                    <a:pt x="0" y="10"/>
                    <a:pt x="0" y="34"/>
                    <a:pt x="15" y="32"/>
                  </a:cubicBezTo>
                  <a:cubicBezTo>
                    <a:pt x="41" y="30"/>
                    <a:pt x="67" y="28"/>
                    <a:pt x="93" y="26"/>
                  </a:cubicBezTo>
                  <a:cubicBezTo>
                    <a:pt x="94" y="32"/>
                    <a:pt x="99" y="38"/>
                    <a:pt x="107" y="35"/>
                  </a:cubicBezTo>
                  <a:cubicBezTo>
                    <a:pt x="126" y="27"/>
                    <a:pt x="149" y="32"/>
                    <a:pt x="169" y="32"/>
                  </a:cubicBezTo>
                  <a:cubicBezTo>
                    <a:pt x="181" y="32"/>
                    <a:pt x="192" y="33"/>
                    <a:pt x="204" y="32"/>
                  </a:cubicBezTo>
                  <a:cubicBezTo>
                    <a:pt x="217" y="30"/>
                    <a:pt x="230" y="25"/>
                    <a:pt x="243" y="24"/>
                  </a:cubicBezTo>
                  <a:cubicBezTo>
                    <a:pt x="258" y="22"/>
                    <a:pt x="258" y="1"/>
                    <a:pt x="243" y="1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Freeform 15">
              <a:extLst>
                <a:ext uri="{FF2B5EF4-FFF2-40B4-BE49-F238E27FC236}">
                  <a16:creationId xmlns:a16="http://schemas.microsoft.com/office/drawing/2014/main" id="{653F1538-DB88-354A-FBB6-4DE08988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3" y="4081463"/>
              <a:ext cx="974725" cy="153988"/>
            </a:xfrm>
            <a:custGeom>
              <a:avLst/>
              <a:gdLst>
                <a:gd name="T0" fmla="*/ 248 w 259"/>
                <a:gd name="T1" fmla="*/ 5 h 41"/>
                <a:gd name="T2" fmla="*/ 186 w 259"/>
                <a:gd name="T3" fmla="*/ 2 h 41"/>
                <a:gd name="T4" fmla="*/ 117 w 259"/>
                <a:gd name="T5" fmla="*/ 3 h 41"/>
                <a:gd name="T6" fmla="*/ 60 w 259"/>
                <a:gd name="T7" fmla="*/ 1 h 41"/>
                <a:gd name="T8" fmla="*/ 12 w 259"/>
                <a:gd name="T9" fmla="*/ 11 h 41"/>
                <a:gd name="T10" fmla="*/ 24 w 259"/>
                <a:gd name="T11" fmla="*/ 31 h 41"/>
                <a:gd name="T12" fmla="*/ 64 w 259"/>
                <a:gd name="T13" fmla="*/ 25 h 41"/>
                <a:gd name="T14" fmla="*/ 100 w 259"/>
                <a:gd name="T15" fmla="*/ 26 h 41"/>
                <a:gd name="T16" fmla="*/ 110 w 259"/>
                <a:gd name="T17" fmla="*/ 40 h 41"/>
                <a:gd name="T18" fmla="*/ 191 w 259"/>
                <a:gd name="T19" fmla="*/ 40 h 41"/>
                <a:gd name="T20" fmla="*/ 250 w 259"/>
                <a:gd name="T21" fmla="*/ 26 h 41"/>
                <a:gd name="T22" fmla="*/ 248 w 259"/>
                <a:gd name="T23" fmla="*/ 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9" h="41">
                  <a:moveTo>
                    <a:pt x="248" y="5"/>
                  </a:moveTo>
                  <a:cubicBezTo>
                    <a:pt x="227" y="1"/>
                    <a:pt x="206" y="2"/>
                    <a:pt x="186" y="2"/>
                  </a:cubicBezTo>
                  <a:cubicBezTo>
                    <a:pt x="163" y="3"/>
                    <a:pt x="140" y="3"/>
                    <a:pt x="117" y="3"/>
                  </a:cubicBezTo>
                  <a:cubicBezTo>
                    <a:pt x="98" y="3"/>
                    <a:pt x="79" y="2"/>
                    <a:pt x="60" y="1"/>
                  </a:cubicBezTo>
                  <a:cubicBezTo>
                    <a:pt x="44" y="0"/>
                    <a:pt x="26" y="1"/>
                    <a:pt x="12" y="11"/>
                  </a:cubicBezTo>
                  <a:cubicBezTo>
                    <a:pt x="0" y="19"/>
                    <a:pt x="12" y="39"/>
                    <a:pt x="24" y="31"/>
                  </a:cubicBezTo>
                  <a:cubicBezTo>
                    <a:pt x="35" y="22"/>
                    <a:pt x="50" y="24"/>
                    <a:pt x="64" y="25"/>
                  </a:cubicBezTo>
                  <a:cubicBezTo>
                    <a:pt x="76" y="25"/>
                    <a:pt x="88" y="26"/>
                    <a:pt x="100" y="26"/>
                  </a:cubicBezTo>
                  <a:cubicBezTo>
                    <a:pt x="98" y="32"/>
                    <a:pt x="102" y="40"/>
                    <a:pt x="110" y="40"/>
                  </a:cubicBezTo>
                  <a:cubicBezTo>
                    <a:pt x="137" y="40"/>
                    <a:pt x="164" y="41"/>
                    <a:pt x="191" y="40"/>
                  </a:cubicBezTo>
                  <a:cubicBezTo>
                    <a:pt x="210" y="40"/>
                    <a:pt x="235" y="38"/>
                    <a:pt x="250" y="26"/>
                  </a:cubicBezTo>
                  <a:cubicBezTo>
                    <a:pt x="257" y="21"/>
                    <a:pt x="259" y="7"/>
                    <a:pt x="248" y="5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Freeform 16">
              <a:extLst>
                <a:ext uri="{FF2B5EF4-FFF2-40B4-BE49-F238E27FC236}">
                  <a16:creationId xmlns:a16="http://schemas.microsoft.com/office/drawing/2014/main" id="{C4E31647-F2FC-0373-2ECB-88B2588F8A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751" y="4230688"/>
              <a:ext cx="925513" cy="403225"/>
            </a:xfrm>
            <a:custGeom>
              <a:avLst/>
              <a:gdLst>
                <a:gd name="T0" fmla="*/ 239 w 246"/>
                <a:gd name="T1" fmla="*/ 18 h 107"/>
                <a:gd name="T2" fmla="*/ 159 w 246"/>
                <a:gd name="T3" fmla="*/ 9 h 107"/>
                <a:gd name="T4" fmla="*/ 15 w 246"/>
                <a:gd name="T5" fmla="*/ 23 h 107"/>
                <a:gd name="T6" fmla="*/ 21 w 246"/>
                <a:gd name="T7" fmla="*/ 45 h 107"/>
                <a:gd name="T8" fmla="*/ 45 w 246"/>
                <a:gd name="T9" fmla="*/ 40 h 107"/>
                <a:gd name="T10" fmla="*/ 46 w 246"/>
                <a:gd name="T11" fmla="*/ 54 h 107"/>
                <a:gd name="T12" fmla="*/ 64 w 246"/>
                <a:gd name="T13" fmla="*/ 63 h 107"/>
                <a:gd name="T14" fmla="*/ 61 w 246"/>
                <a:gd name="T15" fmla="*/ 73 h 107"/>
                <a:gd name="T16" fmla="*/ 63 w 246"/>
                <a:gd name="T17" fmla="*/ 78 h 107"/>
                <a:gd name="T18" fmla="*/ 63 w 246"/>
                <a:gd name="T19" fmla="*/ 95 h 107"/>
                <a:gd name="T20" fmla="*/ 80 w 246"/>
                <a:gd name="T21" fmla="*/ 102 h 107"/>
                <a:gd name="T22" fmla="*/ 84 w 246"/>
                <a:gd name="T23" fmla="*/ 100 h 107"/>
                <a:gd name="T24" fmla="*/ 112 w 246"/>
                <a:gd name="T25" fmla="*/ 106 h 107"/>
                <a:gd name="T26" fmla="*/ 150 w 246"/>
                <a:gd name="T27" fmla="*/ 106 h 107"/>
                <a:gd name="T28" fmla="*/ 189 w 246"/>
                <a:gd name="T29" fmla="*/ 78 h 107"/>
                <a:gd name="T30" fmla="*/ 193 w 246"/>
                <a:gd name="T31" fmla="*/ 70 h 107"/>
                <a:gd name="T32" fmla="*/ 200 w 246"/>
                <a:gd name="T33" fmla="*/ 56 h 107"/>
                <a:gd name="T34" fmla="*/ 197 w 246"/>
                <a:gd name="T35" fmla="*/ 45 h 107"/>
                <a:gd name="T36" fmla="*/ 234 w 246"/>
                <a:gd name="T37" fmla="*/ 37 h 107"/>
                <a:gd name="T38" fmla="*/ 239 w 246"/>
                <a:gd name="T39" fmla="*/ 18 h 107"/>
                <a:gd name="T40" fmla="*/ 97 w 246"/>
                <a:gd name="T41" fmla="*/ 62 h 107"/>
                <a:gd name="T42" fmla="*/ 104 w 246"/>
                <a:gd name="T43" fmla="*/ 62 h 107"/>
                <a:gd name="T44" fmla="*/ 166 w 246"/>
                <a:gd name="T45" fmla="*/ 62 h 107"/>
                <a:gd name="T46" fmla="*/ 97 w 246"/>
                <a:gd name="T47" fmla="*/ 6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107">
                  <a:moveTo>
                    <a:pt x="239" y="18"/>
                  </a:moveTo>
                  <a:cubicBezTo>
                    <a:pt x="221" y="0"/>
                    <a:pt x="182" y="9"/>
                    <a:pt x="159" y="9"/>
                  </a:cubicBezTo>
                  <a:cubicBezTo>
                    <a:pt x="110" y="9"/>
                    <a:pt x="62" y="10"/>
                    <a:pt x="15" y="23"/>
                  </a:cubicBezTo>
                  <a:cubicBezTo>
                    <a:pt x="0" y="27"/>
                    <a:pt x="6" y="49"/>
                    <a:pt x="21" y="45"/>
                  </a:cubicBezTo>
                  <a:cubicBezTo>
                    <a:pt x="29" y="43"/>
                    <a:pt x="37" y="41"/>
                    <a:pt x="45" y="40"/>
                  </a:cubicBezTo>
                  <a:cubicBezTo>
                    <a:pt x="42" y="44"/>
                    <a:pt x="43" y="51"/>
                    <a:pt x="46" y="54"/>
                  </a:cubicBezTo>
                  <a:cubicBezTo>
                    <a:pt x="51" y="59"/>
                    <a:pt x="57" y="62"/>
                    <a:pt x="64" y="63"/>
                  </a:cubicBezTo>
                  <a:cubicBezTo>
                    <a:pt x="62" y="65"/>
                    <a:pt x="60" y="69"/>
                    <a:pt x="61" y="73"/>
                  </a:cubicBezTo>
                  <a:cubicBezTo>
                    <a:pt x="62" y="75"/>
                    <a:pt x="62" y="76"/>
                    <a:pt x="63" y="78"/>
                  </a:cubicBezTo>
                  <a:cubicBezTo>
                    <a:pt x="61" y="83"/>
                    <a:pt x="61" y="88"/>
                    <a:pt x="63" y="95"/>
                  </a:cubicBezTo>
                  <a:cubicBezTo>
                    <a:pt x="66" y="102"/>
                    <a:pt x="73" y="105"/>
                    <a:pt x="80" y="102"/>
                  </a:cubicBezTo>
                  <a:cubicBezTo>
                    <a:pt x="82" y="101"/>
                    <a:pt x="83" y="101"/>
                    <a:pt x="84" y="100"/>
                  </a:cubicBezTo>
                  <a:cubicBezTo>
                    <a:pt x="92" y="104"/>
                    <a:pt x="102" y="105"/>
                    <a:pt x="112" y="106"/>
                  </a:cubicBezTo>
                  <a:cubicBezTo>
                    <a:pt x="124" y="107"/>
                    <a:pt x="138" y="107"/>
                    <a:pt x="150" y="106"/>
                  </a:cubicBezTo>
                  <a:cubicBezTo>
                    <a:pt x="169" y="104"/>
                    <a:pt x="178" y="91"/>
                    <a:pt x="189" y="78"/>
                  </a:cubicBezTo>
                  <a:cubicBezTo>
                    <a:pt x="192" y="76"/>
                    <a:pt x="193" y="73"/>
                    <a:pt x="193" y="70"/>
                  </a:cubicBezTo>
                  <a:cubicBezTo>
                    <a:pt x="196" y="66"/>
                    <a:pt x="199" y="62"/>
                    <a:pt x="200" y="56"/>
                  </a:cubicBezTo>
                  <a:cubicBezTo>
                    <a:pt x="201" y="52"/>
                    <a:pt x="200" y="47"/>
                    <a:pt x="197" y="45"/>
                  </a:cubicBezTo>
                  <a:cubicBezTo>
                    <a:pt x="210" y="43"/>
                    <a:pt x="223" y="41"/>
                    <a:pt x="234" y="37"/>
                  </a:cubicBezTo>
                  <a:cubicBezTo>
                    <a:pt x="242" y="34"/>
                    <a:pt x="246" y="24"/>
                    <a:pt x="239" y="18"/>
                  </a:cubicBezTo>
                  <a:close/>
                  <a:moveTo>
                    <a:pt x="97" y="62"/>
                  </a:moveTo>
                  <a:cubicBezTo>
                    <a:pt x="100" y="62"/>
                    <a:pt x="102" y="62"/>
                    <a:pt x="104" y="62"/>
                  </a:cubicBezTo>
                  <a:cubicBezTo>
                    <a:pt x="124" y="62"/>
                    <a:pt x="145" y="60"/>
                    <a:pt x="166" y="62"/>
                  </a:cubicBezTo>
                  <a:cubicBezTo>
                    <a:pt x="143" y="65"/>
                    <a:pt x="120" y="63"/>
                    <a:pt x="97" y="62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Freeform 17">
              <a:extLst>
                <a:ext uri="{FF2B5EF4-FFF2-40B4-BE49-F238E27FC236}">
                  <a16:creationId xmlns:a16="http://schemas.microsoft.com/office/drawing/2014/main" id="{2A2FFE6F-0714-745E-B9D9-A8B2FACD3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11113" cy="7938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1 w 3"/>
                <a:gd name="T5" fmla="*/ 1 h 2"/>
                <a:gd name="T6" fmla="*/ 3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1"/>
                    <a:pt x="3" y="1"/>
                    <a:pt x="3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Freeform 18">
              <a:extLst>
                <a:ext uri="{FF2B5EF4-FFF2-40B4-BE49-F238E27FC236}">
                  <a16:creationId xmlns:a16="http://schemas.microsoft.com/office/drawing/2014/main" id="{FB9BF219-361B-9C97-C485-F07162DF6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9826" y="3460751"/>
              <a:ext cx="11113" cy="3175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Freeform 19">
              <a:extLst>
                <a:ext uri="{FF2B5EF4-FFF2-40B4-BE49-F238E27FC236}">
                  <a16:creationId xmlns:a16="http://schemas.microsoft.com/office/drawing/2014/main" id="{AEC37901-991D-94E0-8C82-CE55AA6DC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51" y="3460751"/>
              <a:ext cx="3175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Freeform 20">
              <a:extLst>
                <a:ext uri="{FF2B5EF4-FFF2-40B4-BE49-F238E27FC236}">
                  <a16:creationId xmlns:a16="http://schemas.microsoft.com/office/drawing/2014/main" id="{72DAB6AE-65C6-4E54-A0B4-580D43C35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Freeform 21">
              <a:extLst>
                <a:ext uri="{FF2B5EF4-FFF2-40B4-BE49-F238E27FC236}">
                  <a16:creationId xmlns:a16="http://schemas.microsoft.com/office/drawing/2014/main" id="{103C1E1C-164F-487C-4930-B0F660EBE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2013" y="3141663"/>
              <a:ext cx="420688" cy="322263"/>
            </a:xfrm>
            <a:custGeom>
              <a:avLst/>
              <a:gdLst>
                <a:gd name="T0" fmla="*/ 107 w 112"/>
                <a:gd name="T1" fmla="*/ 42 h 86"/>
                <a:gd name="T2" fmla="*/ 110 w 112"/>
                <a:gd name="T3" fmla="*/ 58 h 86"/>
                <a:gd name="T4" fmla="*/ 106 w 112"/>
                <a:gd name="T5" fmla="*/ 70 h 86"/>
                <a:gd name="T6" fmla="*/ 105 w 112"/>
                <a:gd name="T7" fmla="*/ 72 h 86"/>
                <a:gd name="T8" fmla="*/ 72 w 112"/>
                <a:gd name="T9" fmla="*/ 81 h 86"/>
                <a:gd name="T10" fmla="*/ 65 w 112"/>
                <a:gd name="T11" fmla="*/ 78 h 86"/>
                <a:gd name="T12" fmla="*/ 73 w 112"/>
                <a:gd name="T13" fmla="*/ 82 h 86"/>
                <a:gd name="T14" fmla="*/ 103 w 112"/>
                <a:gd name="T15" fmla="*/ 73 h 86"/>
                <a:gd name="T16" fmla="*/ 109 w 112"/>
                <a:gd name="T17" fmla="*/ 60 h 86"/>
                <a:gd name="T18" fmla="*/ 106 w 112"/>
                <a:gd name="T19" fmla="*/ 42 h 86"/>
                <a:gd name="T20" fmla="*/ 94 w 112"/>
                <a:gd name="T21" fmla="*/ 35 h 86"/>
                <a:gd name="T22" fmla="*/ 100 w 112"/>
                <a:gd name="T23" fmla="*/ 44 h 86"/>
                <a:gd name="T24" fmla="*/ 101 w 112"/>
                <a:gd name="T25" fmla="*/ 52 h 86"/>
                <a:gd name="T26" fmla="*/ 99 w 112"/>
                <a:gd name="T27" fmla="*/ 66 h 86"/>
                <a:gd name="T28" fmla="*/ 92 w 112"/>
                <a:gd name="T29" fmla="*/ 73 h 86"/>
                <a:gd name="T30" fmla="*/ 75 w 112"/>
                <a:gd name="T31" fmla="*/ 74 h 86"/>
                <a:gd name="T32" fmla="*/ 60 w 112"/>
                <a:gd name="T33" fmla="*/ 66 h 86"/>
                <a:gd name="T34" fmla="*/ 72 w 112"/>
                <a:gd name="T35" fmla="*/ 73 h 86"/>
                <a:gd name="T36" fmla="*/ 75 w 112"/>
                <a:gd name="T37" fmla="*/ 74 h 86"/>
                <a:gd name="T38" fmla="*/ 92 w 112"/>
                <a:gd name="T39" fmla="*/ 73 h 86"/>
                <a:gd name="T40" fmla="*/ 98 w 112"/>
                <a:gd name="T41" fmla="*/ 67 h 86"/>
                <a:gd name="T42" fmla="*/ 101 w 112"/>
                <a:gd name="T43" fmla="*/ 54 h 86"/>
                <a:gd name="T44" fmla="*/ 98 w 112"/>
                <a:gd name="T45" fmla="*/ 50 h 86"/>
                <a:gd name="T46" fmla="*/ 97 w 112"/>
                <a:gd name="T47" fmla="*/ 63 h 86"/>
                <a:gd name="T48" fmla="*/ 96 w 112"/>
                <a:gd name="T49" fmla="*/ 66 h 86"/>
                <a:gd name="T50" fmla="*/ 78 w 112"/>
                <a:gd name="T51" fmla="*/ 72 h 86"/>
                <a:gd name="T52" fmla="*/ 73 w 112"/>
                <a:gd name="T53" fmla="*/ 70 h 86"/>
                <a:gd name="T54" fmla="*/ 28 w 112"/>
                <a:gd name="T55" fmla="*/ 46 h 86"/>
                <a:gd name="T56" fmla="*/ 20 w 112"/>
                <a:gd name="T57" fmla="*/ 42 h 86"/>
                <a:gd name="T58" fmla="*/ 14 w 112"/>
                <a:gd name="T59" fmla="*/ 33 h 86"/>
                <a:gd name="T60" fmla="*/ 21 w 112"/>
                <a:gd name="T61" fmla="*/ 17 h 86"/>
                <a:gd name="T62" fmla="*/ 36 w 112"/>
                <a:gd name="T63" fmla="*/ 17 h 86"/>
                <a:gd name="T64" fmla="*/ 50 w 112"/>
                <a:gd name="T65" fmla="*/ 23 h 86"/>
                <a:gd name="T66" fmla="*/ 79 w 112"/>
                <a:gd name="T67" fmla="*/ 28 h 86"/>
                <a:gd name="T68" fmla="*/ 59 w 112"/>
                <a:gd name="T69" fmla="*/ 12 h 86"/>
                <a:gd name="T70" fmla="*/ 43 w 112"/>
                <a:gd name="T71" fmla="*/ 4 h 86"/>
                <a:gd name="T72" fmla="*/ 6 w 112"/>
                <a:gd name="T73" fmla="*/ 12 h 86"/>
                <a:gd name="T74" fmla="*/ 5 w 112"/>
                <a:gd name="T75" fmla="*/ 47 h 86"/>
                <a:gd name="T76" fmla="*/ 23 w 112"/>
                <a:gd name="T77" fmla="*/ 60 h 86"/>
                <a:gd name="T78" fmla="*/ 66 w 112"/>
                <a:gd name="T79" fmla="*/ 81 h 86"/>
                <a:gd name="T80" fmla="*/ 70 w 112"/>
                <a:gd name="T81" fmla="*/ 83 h 86"/>
                <a:gd name="T82" fmla="*/ 31 w 112"/>
                <a:gd name="T83" fmla="*/ 63 h 86"/>
                <a:gd name="T84" fmla="*/ 14 w 112"/>
                <a:gd name="T85" fmla="*/ 55 h 86"/>
                <a:gd name="T86" fmla="*/ 8 w 112"/>
                <a:gd name="T87" fmla="*/ 50 h 86"/>
                <a:gd name="T88" fmla="*/ 2 w 112"/>
                <a:gd name="T89" fmla="*/ 21 h 86"/>
                <a:gd name="T90" fmla="*/ 12 w 112"/>
                <a:gd name="T91" fmla="*/ 52 h 86"/>
                <a:gd name="T92" fmla="*/ 21 w 112"/>
                <a:gd name="T93" fmla="*/ 57 h 86"/>
                <a:gd name="T94" fmla="*/ 65 w 112"/>
                <a:gd name="T95" fmla="*/ 80 h 86"/>
                <a:gd name="T96" fmla="*/ 72 w 112"/>
                <a:gd name="T97" fmla="*/ 83 h 86"/>
                <a:gd name="T98" fmla="*/ 91 w 112"/>
                <a:gd name="T99" fmla="*/ 85 h 86"/>
                <a:gd name="T100" fmla="*/ 107 w 112"/>
                <a:gd name="T101" fmla="*/ 72 h 86"/>
                <a:gd name="T102" fmla="*/ 112 w 112"/>
                <a:gd name="T103" fmla="*/ 5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" h="86">
                  <a:moveTo>
                    <a:pt x="111" y="53"/>
                  </a:moveTo>
                  <a:cubicBezTo>
                    <a:pt x="111" y="51"/>
                    <a:pt x="111" y="50"/>
                    <a:pt x="110" y="49"/>
                  </a:cubicBezTo>
                  <a:cubicBezTo>
                    <a:pt x="110" y="46"/>
                    <a:pt x="108" y="44"/>
                    <a:pt x="107" y="42"/>
                  </a:cubicBezTo>
                  <a:cubicBezTo>
                    <a:pt x="108" y="44"/>
                    <a:pt x="109" y="47"/>
                    <a:pt x="109" y="50"/>
                  </a:cubicBezTo>
                  <a:cubicBezTo>
                    <a:pt x="110" y="51"/>
                    <a:pt x="110" y="53"/>
                    <a:pt x="110" y="54"/>
                  </a:cubicBezTo>
                  <a:cubicBezTo>
                    <a:pt x="110" y="55"/>
                    <a:pt x="110" y="57"/>
                    <a:pt x="110" y="58"/>
                  </a:cubicBezTo>
                  <a:cubicBezTo>
                    <a:pt x="109" y="61"/>
                    <a:pt x="109" y="64"/>
                    <a:pt x="108" y="67"/>
                  </a:cubicBezTo>
                  <a:cubicBezTo>
                    <a:pt x="107" y="67"/>
                    <a:pt x="107" y="68"/>
                    <a:pt x="107" y="69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4" y="73"/>
                    <a:pt x="104" y="73"/>
                    <a:pt x="103" y="74"/>
                  </a:cubicBezTo>
                  <a:cubicBezTo>
                    <a:pt x="99" y="79"/>
                    <a:pt x="94" y="82"/>
                    <a:pt x="88" y="83"/>
                  </a:cubicBezTo>
                  <a:cubicBezTo>
                    <a:pt x="83" y="84"/>
                    <a:pt x="77" y="84"/>
                    <a:pt x="72" y="81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0" y="70"/>
                    <a:pt x="58" y="74"/>
                    <a:pt x="65" y="78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9" y="80"/>
                    <a:pt x="70" y="80"/>
                    <a:pt x="71" y="81"/>
                  </a:cubicBezTo>
                  <a:cubicBezTo>
                    <a:pt x="71" y="81"/>
                    <a:pt x="72" y="81"/>
                    <a:pt x="73" y="82"/>
                  </a:cubicBezTo>
                  <a:cubicBezTo>
                    <a:pt x="76" y="83"/>
                    <a:pt x="79" y="83"/>
                    <a:pt x="82" y="83"/>
                  </a:cubicBezTo>
                  <a:cubicBezTo>
                    <a:pt x="89" y="83"/>
                    <a:pt x="95" y="81"/>
                    <a:pt x="100" y="77"/>
                  </a:cubicBezTo>
                  <a:cubicBezTo>
                    <a:pt x="101" y="76"/>
                    <a:pt x="102" y="74"/>
                    <a:pt x="103" y="73"/>
                  </a:cubicBezTo>
                  <a:cubicBezTo>
                    <a:pt x="104" y="72"/>
                    <a:pt x="104" y="72"/>
                    <a:pt x="105" y="71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7" y="66"/>
                    <a:pt x="108" y="63"/>
                    <a:pt x="109" y="60"/>
                  </a:cubicBezTo>
                  <a:cubicBezTo>
                    <a:pt x="109" y="59"/>
                    <a:pt x="109" y="57"/>
                    <a:pt x="109" y="55"/>
                  </a:cubicBezTo>
                  <a:cubicBezTo>
                    <a:pt x="109" y="54"/>
                    <a:pt x="109" y="53"/>
                    <a:pt x="109" y="51"/>
                  </a:cubicBezTo>
                  <a:cubicBezTo>
                    <a:pt x="108" y="48"/>
                    <a:pt x="107" y="45"/>
                    <a:pt x="106" y="42"/>
                  </a:cubicBezTo>
                  <a:cubicBezTo>
                    <a:pt x="105" y="41"/>
                    <a:pt x="104" y="40"/>
                    <a:pt x="104" y="38"/>
                  </a:cubicBezTo>
                  <a:cubicBezTo>
                    <a:pt x="102" y="37"/>
                    <a:pt x="101" y="36"/>
                    <a:pt x="99" y="36"/>
                  </a:cubicBezTo>
                  <a:cubicBezTo>
                    <a:pt x="97" y="34"/>
                    <a:pt x="94" y="35"/>
                    <a:pt x="94" y="35"/>
                  </a:cubicBezTo>
                  <a:cubicBezTo>
                    <a:pt x="94" y="36"/>
                    <a:pt x="94" y="36"/>
                    <a:pt x="95" y="37"/>
                  </a:cubicBezTo>
                  <a:cubicBezTo>
                    <a:pt x="95" y="38"/>
                    <a:pt x="96" y="39"/>
                    <a:pt x="98" y="41"/>
                  </a:cubicBezTo>
                  <a:cubicBezTo>
                    <a:pt x="98" y="42"/>
                    <a:pt x="99" y="43"/>
                    <a:pt x="100" y="44"/>
                  </a:cubicBezTo>
                  <a:cubicBezTo>
                    <a:pt x="101" y="46"/>
                    <a:pt x="101" y="47"/>
                    <a:pt x="101" y="47"/>
                  </a:cubicBezTo>
                  <a:cubicBezTo>
                    <a:pt x="101" y="48"/>
                    <a:pt x="100" y="47"/>
                    <a:pt x="99" y="47"/>
                  </a:cubicBezTo>
                  <a:cubicBezTo>
                    <a:pt x="100" y="49"/>
                    <a:pt x="101" y="50"/>
                    <a:pt x="101" y="52"/>
                  </a:cubicBezTo>
                  <a:cubicBezTo>
                    <a:pt x="101" y="53"/>
                    <a:pt x="101" y="54"/>
                    <a:pt x="101" y="54"/>
                  </a:cubicBezTo>
                  <a:cubicBezTo>
                    <a:pt x="101" y="55"/>
                    <a:pt x="101" y="56"/>
                    <a:pt x="101" y="57"/>
                  </a:cubicBezTo>
                  <a:cubicBezTo>
                    <a:pt x="101" y="60"/>
                    <a:pt x="100" y="63"/>
                    <a:pt x="99" y="66"/>
                  </a:cubicBezTo>
                  <a:cubicBezTo>
                    <a:pt x="98" y="67"/>
                    <a:pt x="98" y="67"/>
                    <a:pt x="97" y="68"/>
                  </a:cubicBezTo>
                  <a:cubicBezTo>
                    <a:pt x="97" y="69"/>
                    <a:pt x="96" y="69"/>
                    <a:pt x="96" y="70"/>
                  </a:cubicBezTo>
                  <a:cubicBezTo>
                    <a:pt x="95" y="71"/>
                    <a:pt x="94" y="72"/>
                    <a:pt x="92" y="73"/>
                  </a:cubicBezTo>
                  <a:cubicBezTo>
                    <a:pt x="90" y="74"/>
                    <a:pt x="86" y="75"/>
                    <a:pt x="83" y="75"/>
                  </a:cubicBezTo>
                  <a:cubicBezTo>
                    <a:pt x="81" y="75"/>
                    <a:pt x="79" y="75"/>
                    <a:pt x="78" y="75"/>
                  </a:cubicBezTo>
                  <a:cubicBezTo>
                    <a:pt x="77" y="75"/>
                    <a:pt x="76" y="74"/>
                    <a:pt x="75" y="74"/>
                  </a:cubicBezTo>
                  <a:cubicBezTo>
                    <a:pt x="74" y="74"/>
                    <a:pt x="74" y="73"/>
                    <a:pt x="74" y="73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52" y="62"/>
                    <a:pt x="44" y="58"/>
                    <a:pt x="36" y="53"/>
                  </a:cubicBezTo>
                  <a:cubicBezTo>
                    <a:pt x="44" y="58"/>
                    <a:pt x="52" y="62"/>
                    <a:pt x="60" y="6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5" y="74"/>
                    <a:pt x="75" y="74"/>
                  </a:cubicBezTo>
                  <a:cubicBezTo>
                    <a:pt x="76" y="74"/>
                    <a:pt x="77" y="74"/>
                    <a:pt x="78" y="75"/>
                  </a:cubicBezTo>
                  <a:cubicBezTo>
                    <a:pt x="79" y="75"/>
                    <a:pt x="81" y="75"/>
                    <a:pt x="83" y="75"/>
                  </a:cubicBezTo>
                  <a:cubicBezTo>
                    <a:pt x="86" y="75"/>
                    <a:pt x="90" y="74"/>
                    <a:pt x="92" y="73"/>
                  </a:cubicBezTo>
                  <a:cubicBezTo>
                    <a:pt x="94" y="72"/>
                    <a:pt x="95" y="71"/>
                    <a:pt x="96" y="70"/>
                  </a:cubicBezTo>
                  <a:cubicBezTo>
                    <a:pt x="96" y="69"/>
                    <a:pt x="97" y="68"/>
                    <a:pt x="97" y="68"/>
                  </a:cubicBezTo>
                  <a:cubicBezTo>
                    <a:pt x="97" y="68"/>
                    <a:pt x="98" y="67"/>
                    <a:pt x="98" y="67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100" y="63"/>
                    <a:pt x="101" y="60"/>
                    <a:pt x="101" y="57"/>
                  </a:cubicBezTo>
                  <a:cubicBezTo>
                    <a:pt x="101" y="56"/>
                    <a:pt x="101" y="55"/>
                    <a:pt x="101" y="54"/>
                  </a:cubicBezTo>
                  <a:cubicBezTo>
                    <a:pt x="101" y="53"/>
                    <a:pt x="100" y="52"/>
                    <a:pt x="100" y="52"/>
                  </a:cubicBezTo>
                  <a:cubicBezTo>
                    <a:pt x="100" y="50"/>
                    <a:pt x="99" y="49"/>
                    <a:pt x="99" y="47"/>
                  </a:cubicBezTo>
                  <a:cubicBezTo>
                    <a:pt x="98" y="47"/>
                    <a:pt x="98" y="48"/>
                    <a:pt x="98" y="50"/>
                  </a:cubicBezTo>
                  <a:cubicBezTo>
                    <a:pt x="98" y="51"/>
                    <a:pt x="98" y="52"/>
                    <a:pt x="98" y="54"/>
                  </a:cubicBezTo>
                  <a:cubicBezTo>
                    <a:pt x="98" y="56"/>
                    <a:pt x="99" y="58"/>
                    <a:pt x="98" y="60"/>
                  </a:cubicBezTo>
                  <a:cubicBezTo>
                    <a:pt x="98" y="61"/>
                    <a:pt x="98" y="62"/>
                    <a:pt x="97" y="63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4"/>
                    <a:pt x="97" y="65"/>
                    <a:pt x="97" y="65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5" y="68"/>
                    <a:pt x="93" y="70"/>
                    <a:pt x="92" y="70"/>
                  </a:cubicBezTo>
                  <a:cubicBezTo>
                    <a:pt x="88" y="73"/>
                    <a:pt x="83" y="74"/>
                    <a:pt x="78" y="72"/>
                  </a:cubicBezTo>
                  <a:cubicBezTo>
                    <a:pt x="77" y="72"/>
                    <a:pt x="76" y="72"/>
                    <a:pt x="75" y="71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4" y="70"/>
                    <a:pt x="73" y="70"/>
                    <a:pt x="73" y="70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0" y="58"/>
                    <a:pt x="39" y="52"/>
                    <a:pt x="28" y="46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6" y="39"/>
                    <a:pt x="15" y="36"/>
                    <a:pt x="14" y="33"/>
                  </a:cubicBezTo>
                  <a:cubicBezTo>
                    <a:pt x="14" y="30"/>
                    <a:pt x="14" y="26"/>
                    <a:pt x="15" y="23"/>
                  </a:cubicBezTo>
                  <a:cubicBezTo>
                    <a:pt x="16" y="22"/>
                    <a:pt x="17" y="21"/>
                    <a:pt x="18" y="20"/>
                  </a:cubicBezTo>
                  <a:cubicBezTo>
                    <a:pt x="18" y="18"/>
                    <a:pt x="20" y="18"/>
                    <a:pt x="21" y="17"/>
                  </a:cubicBezTo>
                  <a:cubicBezTo>
                    <a:pt x="24" y="15"/>
                    <a:pt x="29" y="14"/>
                    <a:pt x="34" y="16"/>
                  </a:cubicBezTo>
                  <a:cubicBezTo>
                    <a:pt x="34" y="16"/>
                    <a:pt x="35" y="16"/>
                    <a:pt x="35" y="16"/>
                  </a:cubicBezTo>
                  <a:cubicBezTo>
                    <a:pt x="36" y="16"/>
                    <a:pt x="36" y="16"/>
                    <a:pt x="36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61" y="29"/>
                    <a:pt x="72" y="34"/>
                    <a:pt x="81" y="38"/>
                  </a:cubicBezTo>
                  <a:cubicBezTo>
                    <a:pt x="98" y="45"/>
                    <a:pt x="94" y="38"/>
                    <a:pt x="78" y="29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95" y="37"/>
                    <a:pt x="88" y="30"/>
                    <a:pt x="91" y="29"/>
                  </a:cubicBezTo>
                  <a:cubicBezTo>
                    <a:pt x="82" y="25"/>
                    <a:pt x="75" y="21"/>
                    <a:pt x="67" y="16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4"/>
                    <a:pt x="41" y="3"/>
                    <a:pt x="40" y="3"/>
                  </a:cubicBezTo>
                  <a:cubicBezTo>
                    <a:pt x="32" y="0"/>
                    <a:pt x="24" y="0"/>
                    <a:pt x="16" y="3"/>
                  </a:cubicBezTo>
                  <a:cubicBezTo>
                    <a:pt x="12" y="5"/>
                    <a:pt x="8" y="8"/>
                    <a:pt x="6" y="12"/>
                  </a:cubicBezTo>
                  <a:cubicBezTo>
                    <a:pt x="3" y="15"/>
                    <a:pt x="1" y="19"/>
                    <a:pt x="1" y="23"/>
                  </a:cubicBezTo>
                  <a:cubicBezTo>
                    <a:pt x="0" y="27"/>
                    <a:pt x="0" y="31"/>
                    <a:pt x="0" y="35"/>
                  </a:cubicBezTo>
                  <a:cubicBezTo>
                    <a:pt x="1" y="39"/>
                    <a:pt x="2" y="43"/>
                    <a:pt x="5" y="47"/>
                  </a:cubicBezTo>
                  <a:cubicBezTo>
                    <a:pt x="6" y="49"/>
                    <a:pt x="7" y="50"/>
                    <a:pt x="9" y="52"/>
                  </a:cubicBezTo>
                  <a:cubicBezTo>
                    <a:pt x="11" y="53"/>
                    <a:pt x="13" y="55"/>
                    <a:pt x="15" y="55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8" y="82"/>
                    <a:pt x="68" y="82"/>
                    <a:pt x="68" y="83"/>
                  </a:cubicBezTo>
                  <a:cubicBezTo>
                    <a:pt x="69" y="83"/>
                    <a:pt x="69" y="83"/>
                    <a:pt x="70" y="83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4"/>
                    <a:pt x="12" y="53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4" y="47"/>
                    <a:pt x="2" y="42"/>
                    <a:pt x="1" y="36"/>
                  </a:cubicBezTo>
                  <a:cubicBezTo>
                    <a:pt x="0" y="31"/>
                    <a:pt x="0" y="26"/>
                    <a:pt x="2" y="21"/>
                  </a:cubicBezTo>
                  <a:cubicBezTo>
                    <a:pt x="2" y="21"/>
                    <a:pt x="2" y="22"/>
                    <a:pt x="2" y="21"/>
                  </a:cubicBezTo>
                  <a:cubicBezTo>
                    <a:pt x="1" y="26"/>
                    <a:pt x="1" y="31"/>
                    <a:pt x="2" y="36"/>
                  </a:cubicBezTo>
                  <a:cubicBezTo>
                    <a:pt x="3" y="41"/>
                    <a:pt x="5" y="46"/>
                    <a:pt x="9" y="50"/>
                  </a:cubicBezTo>
                  <a:cubicBezTo>
                    <a:pt x="10" y="51"/>
                    <a:pt x="11" y="52"/>
                    <a:pt x="12" y="52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5" y="54"/>
                    <a:pt x="15" y="54"/>
                    <a:pt x="16" y="54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9" y="67"/>
                    <a:pt x="47" y="71"/>
                    <a:pt x="54" y="74"/>
                  </a:cubicBezTo>
                  <a:cubicBezTo>
                    <a:pt x="58" y="76"/>
                    <a:pt x="61" y="78"/>
                    <a:pt x="65" y="80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9" y="82"/>
                    <a:pt x="70" y="82"/>
                  </a:cubicBezTo>
                  <a:cubicBezTo>
                    <a:pt x="70" y="82"/>
                    <a:pt x="71" y="83"/>
                    <a:pt x="72" y="83"/>
                  </a:cubicBezTo>
                  <a:cubicBezTo>
                    <a:pt x="74" y="84"/>
                    <a:pt x="77" y="84"/>
                    <a:pt x="79" y="84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83" y="86"/>
                    <a:pt x="87" y="86"/>
                    <a:pt x="91" y="85"/>
                  </a:cubicBezTo>
                  <a:cubicBezTo>
                    <a:pt x="95" y="84"/>
                    <a:pt x="98" y="82"/>
                    <a:pt x="101" y="79"/>
                  </a:cubicBezTo>
                  <a:cubicBezTo>
                    <a:pt x="103" y="78"/>
                    <a:pt x="104" y="76"/>
                    <a:pt x="106" y="74"/>
                  </a:cubicBezTo>
                  <a:cubicBezTo>
                    <a:pt x="106" y="74"/>
                    <a:pt x="107" y="73"/>
                    <a:pt x="107" y="72"/>
                  </a:cubicBezTo>
                  <a:cubicBezTo>
                    <a:pt x="108" y="71"/>
                    <a:pt x="108" y="71"/>
                    <a:pt x="108" y="71"/>
                  </a:cubicBezTo>
                  <a:cubicBezTo>
                    <a:pt x="108" y="70"/>
                    <a:pt x="108" y="70"/>
                    <a:pt x="109" y="69"/>
                  </a:cubicBezTo>
                  <a:cubicBezTo>
                    <a:pt x="111" y="66"/>
                    <a:pt x="111" y="62"/>
                    <a:pt x="112" y="58"/>
                  </a:cubicBezTo>
                  <a:cubicBezTo>
                    <a:pt x="112" y="57"/>
                    <a:pt x="112" y="56"/>
                    <a:pt x="112" y="55"/>
                  </a:cubicBezTo>
                  <a:cubicBezTo>
                    <a:pt x="112" y="54"/>
                    <a:pt x="111" y="54"/>
                    <a:pt x="111" y="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Freeform 22">
              <a:extLst>
                <a:ext uri="{FF2B5EF4-FFF2-40B4-BE49-F238E27FC236}">
                  <a16:creationId xmlns:a16="http://schemas.microsoft.com/office/drawing/2014/main" id="{8DB37A3D-90E1-8DAF-A143-9363B54BD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1" y="3144838"/>
              <a:ext cx="417513" cy="315913"/>
            </a:xfrm>
            <a:custGeom>
              <a:avLst/>
              <a:gdLst>
                <a:gd name="T0" fmla="*/ 97 w 111"/>
                <a:gd name="T1" fmla="*/ 52 h 84"/>
                <a:gd name="T2" fmla="*/ 92 w 111"/>
                <a:gd name="T3" fmla="*/ 54 h 84"/>
                <a:gd name="T4" fmla="*/ 47 w 111"/>
                <a:gd name="T5" fmla="*/ 76 h 84"/>
                <a:gd name="T6" fmla="*/ 40 w 111"/>
                <a:gd name="T7" fmla="*/ 79 h 84"/>
                <a:gd name="T8" fmla="*/ 22 w 111"/>
                <a:gd name="T9" fmla="*/ 80 h 84"/>
                <a:gd name="T10" fmla="*/ 41 w 111"/>
                <a:gd name="T11" fmla="*/ 78 h 84"/>
                <a:gd name="T12" fmla="*/ 59 w 111"/>
                <a:gd name="T13" fmla="*/ 69 h 84"/>
                <a:gd name="T14" fmla="*/ 103 w 111"/>
                <a:gd name="T15" fmla="*/ 45 h 84"/>
                <a:gd name="T16" fmla="*/ 107 w 111"/>
                <a:gd name="T17" fmla="*/ 19 h 84"/>
                <a:gd name="T18" fmla="*/ 102 w 111"/>
                <a:gd name="T19" fmla="*/ 23 h 84"/>
                <a:gd name="T20" fmla="*/ 101 w 111"/>
                <a:gd name="T21" fmla="*/ 30 h 84"/>
                <a:gd name="T22" fmla="*/ 72 w 111"/>
                <a:gd name="T23" fmla="*/ 54 h 84"/>
                <a:gd name="T24" fmla="*/ 38 w 111"/>
                <a:gd name="T25" fmla="*/ 71 h 84"/>
                <a:gd name="T26" fmla="*/ 25 w 111"/>
                <a:gd name="T27" fmla="*/ 72 h 84"/>
                <a:gd name="T28" fmla="*/ 37 w 111"/>
                <a:gd name="T29" fmla="*/ 71 h 84"/>
                <a:gd name="T30" fmla="*/ 47 w 111"/>
                <a:gd name="T31" fmla="*/ 66 h 84"/>
                <a:gd name="T32" fmla="*/ 98 w 111"/>
                <a:gd name="T33" fmla="*/ 38 h 84"/>
                <a:gd name="T34" fmla="*/ 94 w 111"/>
                <a:gd name="T35" fmla="*/ 40 h 84"/>
                <a:gd name="T36" fmla="*/ 89 w 111"/>
                <a:gd name="T37" fmla="*/ 44 h 84"/>
                <a:gd name="T38" fmla="*/ 47 w 111"/>
                <a:gd name="T39" fmla="*/ 64 h 84"/>
                <a:gd name="T40" fmla="*/ 36 w 111"/>
                <a:gd name="T41" fmla="*/ 69 h 84"/>
                <a:gd name="T42" fmla="*/ 31 w 111"/>
                <a:gd name="T43" fmla="*/ 70 h 84"/>
                <a:gd name="T44" fmla="*/ 16 w 111"/>
                <a:gd name="T45" fmla="*/ 63 h 84"/>
                <a:gd name="T46" fmla="*/ 15 w 111"/>
                <a:gd name="T47" fmla="*/ 62 h 84"/>
                <a:gd name="T48" fmla="*/ 14 w 111"/>
                <a:gd name="T49" fmla="*/ 54 h 84"/>
                <a:gd name="T50" fmla="*/ 19 w 111"/>
                <a:gd name="T51" fmla="*/ 43 h 84"/>
                <a:gd name="T52" fmla="*/ 25 w 111"/>
                <a:gd name="T53" fmla="*/ 40 h 84"/>
                <a:gd name="T54" fmla="*/ 73 w 111"/>
                <a:gd name="T55" fmla="*/ 16 h 84"/>
                <a:gd name="T56" fmla="*/ 76 w 111"/>
                <a:gd name="T57" fmla="*/ 14 h 84"/>
                <a:gd name="T58" fmla="*/ 96 w 111"/>
                <a:gd name="T59" fmla="*/ 19 h 84"/>
                <a:gd name="T60" fmla="*/ 98 w 111"/>
                <a:gd name="T61" fmla="*/ 19 h 84"/>
                <a:gd name="T62" fmla="*/ 88 w 111"/>
                <a:gd name="T63" fmla="*/ 5 h 84"/>
                <a:gd name="T64" fmla="*/ 102 w 111"/>
                <a:gd name="T65" fmla="*/ 8 h 84"/>
                <a:gd name="T66" fmla="*/ 67 w 111"/>
                <a:gd name="T67" fmla="*/ 3 h 84"/>
                <a:gd name="T68" fmla="*/ 26 w 111"/>
                <a:gd name="T69" fmla="*/ 24 h 84"/>
                <a:gd name="T70" fmla="*/ 14 w 111"/>
                <a:gd name="T71" fmla="*/ 30 h 84"/>
                <a:gd name="T72" fmla="*/ 1 w 111"/>
                <a:gd name="T73" fmla="*/ 46 h 84"/>
                <a:gd name="T74" fmla="*/ 0 w 111"/>
                <a:gd name="T75" fmla="*/ 58 h 84"/>
                <a:gd name="T76" fmla="*/ 3 w 111"/>
                <a:gd name="T77" fmla="*/ 68 h 84"/>
                <a:gd name="T78" fmla="*/ 3 w 111"/>
                <a:gd name="T79" fmla="*/ 70 h 84"/>
                <a:gd name="T80" fmla="*/ 4 w 111"/>
                <a:gd name="T81" fmla="*/ 71 h 84"/>
                <a:gd name="T82" fmla="*/ 12 w 111"/>
                <a:gd name="T83" fmla="*/ 79 h 84"/>
                <a:gd name="T84" fmla="*/ 42 w 111"/>
                <a:gd name="T85" fmla="*/ 81 h 84"/>
                <a:gd name="T86" fmla="*/ 44 w 111"/>
                <a:gd name="T87" fmla="*/ 80 h 84"/>
                <a:gd name="T88" fmla="*/ 72 w 111"/>
                <a:gd name="T89" fmla="*/ 66 h 84"/>
                <a:gd name="T90" fmla="*/ 43 w 111"/>
                <a:gd name="T91" fmla="*/ 80 h 84"/>
                <a:gd name="T92" fmla="*/ 38 w 111"/>
                <a:gd name="T93" fmla="*/ 82 h 84"/>
                <a:gd name="T94" fmla="*/ 4 w 111"/>
                <a:gd name="T95" fmla="*/ 69 h 84"/>
                <a:gd name="T96" fmla="*/ 3 w 111"/>
                <a:gd name="T97" fmla="*/ 69 h 84"/>
                <a:gd name="T98" fmla="*/ 1 w 111"/>
                <a:gd name="T99" fmla="*/ 62 h 84"/>
                <a:gd name="T100" fmla="*/ 9 w 111"/>
                <a:gd name="T101" fmla="*/ 33 h 84"/>
                <a:gd name="T102" fmla="*/ 1 w 111"/>
                <a:gd name="T103" fmla="*/ 55 h 84"/>
                <a:gd name="T104" fmla="*/ 4 w 111"/>
                <a:gd name="T105" fmla="*/ 68 h 84"/>
                <a:gd name="T106" fmla="*/ 5 w 111"/>
                <a:gd name="T107" fmla="*/ 69 h 84"/>
                <a:gd name="T108" fmla="*/ 10 w 111"/>
                <a:gd name="T109" fmla="*/ 76 h 84"/>
                <a:gd name="T110" fmla="*/ 42 w 111"/>
                <a:gd name="T111" fmla="*/ 80 h 84"/>
                <a:gd name="T112" fmla="*/ 73 w 111"/>
                <a:gd name="T113" fmla="*/ 64 h 84"/>
                <a:gd name="T114" fmla="*/ 94 w 111"/>
                <a:gd name="T115" fmla="*/ 56 h 84"/>
                <a:gd name="T116" fmla="*/ 110 w 111"/>
                <a:gd name="T117" fmla="*/ 3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" h="84">
                  <a:moveTo>
                    <a:pt x="105" y="44"/>
                  </a:moveTo>
                  <a:cubicBezTo>
                    <a:pt x="104" y="47"/>
                    <a:pt x="101" y="49"/>
                    <a:pt x="99" y="50"/>
                  </a:cubicBezTo>
                  <a:cubicBezTo>
                    <a:pt x="98" y="51"/>
                    <a:pt x="98" y="51"/>
                    <a:pt x="97" y="52"/>
                  </a:cubicBezTo>
                  <a:cubicBezTo>
                    <a:pt x="97" y="52"/>
                    <a:pt x="96" y="52"/>
                    <a:pt x="96" y="52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83" y="58"/>
                    <a:pt x="75" y="62"/>
                    <a:pt x="66" y="66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1" y="78"/>
                    <a:pt x="41" y="79"/>
                    <a:pt x="40" y="79"/>
                  </a:cubicBezTo>
                  <a:cubicBezTo>
                    <a:pt x="35" y="81"/>
                    <a:pt x="29" y="82"/>
                    <a:pt x="24" y="81"/>
                  </a:cubicBezTo>
                  <a:cubicBezTo>
                    <a:pt x="19" y="80"/>
                    <a:pt x="15" y="78"/>
                    <a:pt x="12" y="76"/>
                  </a:cubicBezTo>
                  <a:cubicBezTo>
                    <a:pt x="15" y="78"/>
                    <a:pt x="18" y="79"/>
                    <a:pt x="22" y="80"/>
                  </a:cubicBezTo>
                  <a:cubicBezTo>
                    <a:pt x="26" y="81"/>
                    <a:pt x="31" y="81"/>
                    <a:pt x="36" y="80"/>
                  </a:cubicBezTo>
                  <a:cubicBezTo>
                    <a:pt x="37" y="80"/>
                    <a:pt x="38" y="79"/>
                    <a:pt x="40" y="79"/>
                  </a:cubicBezTo>
                  <a:cubicBezTo>
                    <a:pt x="40" y="79"/>
                    <a:pt x="41" y="78"/>
                    <a:pt x="41" y="78"/>
                  </a:cubicBezTo>
                  <a:cubicBezTo>
                    <a:pt x="42" y="78"/>
                    <a:pt x="42" y="77"/>
                    <a:pt x="43" y="7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3"/>
                    <a:pt x="56" y="71"/>
                    <a:pt x="59" y="69"/>
                  </a:cubicBezTo>
                  <a:cubicBezTo>
                    <a:pt x="70" y="64"/>
                    <a:pt x="79" y="60"/>
                    <a:pt x="89" y="55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9" y="50"/>
                    <a:pt x="101" y="48"/>
                    <a:pt x="103" y="45"/>
                  </a:cubicBezTo>
                  <a:cubicBezTo>
                    <a:pt x="107" y="40"/>
                    <a:pt x="109" y="34"/>
                    <a:pt x="109" y="28"/>
                  </a:cubicBezTo>
                  <a:cubicBezTo>
                    <a:pt x="109" y="26"/>
                    <a:pt x="109" y="25"/>
                    <a:pt x="109" y="24"/>
                  </a:cubicBezTo>
                  <a:cubicBezTo>
                    <a:pt x="108" y="22"/>
                    <a:pt x="107" y="21"/>
                    <a:pt x="107" y="19"/>
                  </a:cubicBezTo>
                  <a:cubicBezTo>
                    <a:pt x="105" y="17"/>
                    <a:pt x="103" y="16"/>
                    <a:pt x="103" y="16"/>
                  </a:cubicBezTo>
                  <a:cubicBezTo>
                    <a:pt x="102" y="16"/>
                    <a:pt x="102" y="17"/>
                    <a:pt x="102" y="18"/>
                  </a:cubicBezTo>
                  <a:cubicBezTo>
                    <a:pt x="102" y="19"/>
                    <a:pt x="102" y="21"/>
                    <a:pt x="102" y="23"/>
                  </a:cubicBezTo>
                  <a:cubicBezTo>
                    <a:pt x="103" y="24"/>
                    <a:pt x="103" y="26"/>
                    <a:pt x="103" y="27"/>
                  </a:cubicBezTo>
                  <a:cubicBezTo>
                    <a:pt x="103" y="29"/>
                    <a:pt x="103" y="30"/>
                    <a:pt x="103" y="30"/>
                  </a:cubicBezTo>
                  <a:cubicBezTo>
                    <a:pt x="102" y="31"/>
                    <a:pt x="102" y="30"/>
                    <a:pt x="101" y="30"/>
                  </a:cubicBezTo>
                  <a:cubicBezTo>
                    <a:pt x="101" y="33"/>
                    <a:pt x="100" y="36"/>
                    <a:pt x="98" y="39"/>
                  </a:cubicBezTo>
                  <a:cubicBezTo>
                    <a:pt x="97" y="41"/>
                    <a:pt x="95" y="44"/>
                    <a:pt x="92" y="4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64" y="58"/>
                    <a:pt x="55" y="62"/>
                    <a:pt x="47" y="6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1"/>
                    <a:pt x="36" y="72"/>
                    <a:pt x="35" y="72"/>
                  </a:cubicBezTo>
                  <a:cubicBezTo>
                    <a:pt x="32" y="73"/>
                    <a:pt x="28" y="73"/>
                    <a:pt x="25" y="72"/>
                  </a:cubicBezTo>
                  <a:cubicBezTo>
                    <a:pt x="28" y="73"/>
                    <a:pt x="32" y="73"/>
                    <a:pt x="35" y="72"/>
                  </a:cubicBezTo>
                  <a:cubicBezTo>
                    <a:pt x="36" y="71"/>
                    <a:pt x="36" y="71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8" y="71"/>
                    <a:pt x="38" y="71"/>
                    <a:pt x="38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3"/>
                    <a:pt x="97" y="41"/>
                    <a:pt x="98" y="38"/>
                  </a:cubicBezTo>
                  <a:cubicBezTo>
                    <a:pt x="100" y="36"/>
                    <a:pt x="100" y="32"/>
                    <a:pt x="100" y="29"/>
                  </a:cubicBezTo>
                  <a:cubicBezTo>
                    <a:pt x="100" y="29"/>
                    <a:pt x="99" y="29"/>
                    <a:pt x="98" y="31"/>
                  </a:cubicBezTo>
                  <a:cubicBezTo>
                    <a:pt x="98" y="33"/>
                    <a:pt x="97" y="37"/>
                    <a:pt x="94" y="40"/>
                  </a:cubicBezTo>
                  <a:cubicBezTo>
                    <a:pt x="94" y="41"/>
                    <a:pt x="93" y="41"/>
                    <a:pt x="92" y="42"/>
                  </a:cubicBezTo>
                  <a:cubicBezTo>
                    <a:pt x="92" y="42"/>
                    <a:pt x="91" y="43"/>
                    <a:pt x="91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6" y="45"/>
                    <a:pt x="84" y="46"/>
                    <a:pt x="82" y="47"/>
                  </a:cubicBezTo>
                  <a:cubicBezTo>
                    <a:pt x="76" y="50"/>
                    <a:pt x="70" y="52"/>
                    <a:pt x="64" y="55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5" y="69"/>
                    <a:pt x="35" y="69"/>
                    <a:pt x="34" y="70"/>
                  </a:cubicBezTo>
                  <a:cubicBezTo>
                    <a:pt x="33" y="70"/>
                    <a:pt x="32" y="70"/>
                    <a:pt x="31" y="70"/>
                  </a:cubicBezTo>
                  <a:cubicBezTo>
                    <a:pt x="26" y="71"/>
                    <a:pt x="21" y="69"/>
                    <a:pt x="19" y="67"/>
                  </a:cubicBezTo>
                  <a:cubicBezTo>
                    <a:pt x="18" y="66"/>
                    <a:pt x="17" y="65"/>
                    <a:pt x="16" y="64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2"/>
                    <a:pt x="16" y="62"/>
                    <a:pt x="15" y="62"/>
                  </a:cubicBezTo>
                  <a:cubicBezTo>
                    <a:pt x="15" y="62"/>
                    <a:pt x="15" y="61"/>
                    <a:pt x="15" y="61"/>
                  </a:cubicBezTo>
                  <a:cubicBezTo>
                    <a:pt x="15" y="60"/>
                    <a:pt x="15" y="60"/>
                    <a:pt x="14" y="59"/>
                  </a:cubicBezTo>
                  <a:cubicBezTo>
                    <a:pt x="14" y="58"/>
                    <a:pt x="14" y="56"/>
                    <a:pt x="14" y="54"/>
                  </a:cubicBezTo>
                  <a:cubicBezTo>
                    <a:pt x="14" y="53"/>
                    <a:pt x="14" y="53"/>
                    <a:pt x="14" y="52"/>
                  </a:cubicBezTo>
                  <a:cubicBezTo>
                    <a:pt x="14" y="51"/>
                    <a:pt x="14" y="50"/>
                    <a:pt x="15" y="50"/>
                  </a:cubicBezTo>
                  <a:cubicBezTo>
                    <a:pt x="16" y="47"/>
                    <a:pt x="17" y="44"/>
                    <a:pt x="19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42" y="31"/>
                    <a:pt x="54" y="25"/>
                    <a:pt x="65" y="20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6" y="15"/>
                    <a:pt x="76" y="14"/>
                  </a:cubicBezTo>
                  <a:cubicBezTo>
                    <a:pt x="77" y="14"/>
                    <a:pt x="78" y="14"/>
                    <a:pt x="79" y="14"/>
                  </a:cubicBezTo>
                  <a:cubicBezTo>
                    <a:pt x="84" y="13"/>
                    <a:pt x="88" y="14"/>
                    <a:pt x="91" y="15"/>
                  </a:cubicBezTo>
                  <a:cubicBezTo>
                    <a:pt x="93" y="17"/>
                    <a:pt x="95" y="18"/>
                    <a:pt x="96" y="19"/>
                  </a:cubicBezTo>
                  <a:cubicBezTo>
                    <a:pt x="96" y="19"/>
                    <a:pt x="96" y="19"/>
                    <a:pt x="97" y="19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8" y="18"/>
                    <a:pt x="98" y="16"/>
                    <a:pt x="97" y="13"/>
                  </a:cubicBezTo>
                  <a:cubicBezTo>
                    <a:pt x="95" y="11"/>
                    <a:pt x="92" y="8"/>
                    <a:pt x="88" y="7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93" y="7"/>
                    <a:pt x="96" y="9"/>
                    <a:pt x="97" y="10"/>
                  </a:cubicBezTo>
                  <a:cubicBezTo>
                    <a:pt x="99" y="11"/>
                    <a:pt x="100" y="11"/>
                    <a:pt x="100" y="11"/>
                  </a:cubicBezTo>
                  <a:cubicBezTo>
                    <a:pt x="101" y="10"/>
                    <a:pt x="100" y="8"/>
                    <a:pt x="102" y="8"/>
                  </a:cubicBezTo>
                  <a:cubicBezTo>
                    <a:pt x="98" y="4"/>
                    <a:pt x="92" y="2"/>
                    <a:pt x="87" y="1"/>
                  </a:cubicBezTo>
                  <a:cubicBezTo>
                    <a:pt x="81" y="0"/>
                    <a:pt x="75" y="0"/>
                    <a:pt x="70" y="2"/>
                  </a:cubicBezTo>
                  <a:cubicBezTo>
                    <a:pt x="69" y="2"/>
                    <a:pt x="68" y="2"/>
                    <a:pt x="67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0"/>
                    <a:pt x="13" y="30"/>
                    <a:pt x="12" y="30"/>
                  </a:cubicBezTo>
                  <a:cubicBezTo>
                    <a:pt x="10" y="32"/>
                    <a:pt x="9" y="33"/>
                    <a:pt x="7" y="35"/>
                  </a:cubicBezTo>
                  <a:cubicBezTo>
                    <a:pt x="4" y="38"/>
                    <a:pt x="2" y="42"/>
                    <a:pt x="1" y="46"/>
                  </a:cubicBezTo>
                  <a:cubicBezTo>
                    <a:pt x="0" y="48"/>
                    <a:pt x="0" y="50"/>
                    <a:pt x="0" y="52"/>
                  </a:cubicBezTo>
                  <a:cubicBezTo>
                    <a:pt x="0" y="53"/>
                    <a:pt x="0" y="54"/>
                    <a:pt x="0" y="55"/>
                  </a:cubicBezTo>
                  <a:cubicBezTo>
                    <a:pt x="0" y="56"/>
                    <a:pt x="0" y="57"/>
                    <a:pt x="0" y="58"/>
                  </a:cubicBezTo>
                  <a:cubicBezTo>
                    <a:pt x="0" y="60"/>
                    <a:pt x="0" y="62"/>
                    <a:pt x="1" y="64"/>
                  </a:cubicBezTo>
                  <a:cubicBezTo>
                    <a:pt x="1" y="65"/>
                    <a:pt x="2" y="66"/>
                    <a:pt x="2" y="67"/>
                  </a:cubicBezTo>
                  <a:cubicBezTo>
                    <a:pt x="2" y="67"/>
                    <a:pt x="2" y="68"/>
                    <a:pt x="3" y="68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5" y="72"/>
                    <a:pt x="5" y="72"/>
                  </a:cubicBezTo>
                  <a:cubicBezTo>
                    <a:pt x="5" y="73"/>
                    <a:pt x="6" y="74"/>
                    <a:pt x="7" y="75"/>
                  </a:cubicBezTo>
                  <a:cubicBezTo>
                    <a:pt x="8" y="77"/>
                    <a:pt x="10" y="78"/>
                    <a:pt x="12" y="79"/>
                  </a:cubicBezTo>
                  <a:cubicBezTo>
                    <a:pt x="15" y="82"/>
                    <a:pt x="19" y="83"/>
                    <a:pt x="23" y="84"/>
                  </a:cubicBezTo>
                  <a:cubicBezTo>
                    <a:pt x="27" y="84"/>
                    <a:pt x="32" y="84"/>
                    <a:pt x="36" y="83"/>
                  </a:cubicBezTo>
                  <a:cubicBezTo>
                    <a:pt x="38" y="83"/>
                    <a:pt x="40" y="82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0"/>
                    <a:pt x="44" y="80"/>
                    <a:pt x="44" y="80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2"/>
                    <a:pt x="39" y="82"/>
                    <a:pt x="38" y="82"/>
                  </a:cubicBezTo>
                  <a:cubicBezTo>
                    <a:pt x="33" y="84"/>
                    <a:pt x="27" y="84"/>
                    <a:pt x="22" y="83"/>
                  </a:cubicBezTo>
                  <a:cubicBezTo>
                    <a:pt x="17" y="82"/>
                    <a:pt x="12" y="80"/>
                    <a:pt x="9" y="76"/>
                  </a:cubicBezTo>
                  <a:cubicBezTo>
                    <a:pt x="7" y="74"/>
                    <a:pt x="5" y="72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70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8"/>
                    <a:pt x="3" y="68"/>
                  </a:cubicBezTo>
                  <a:cubicBezTo>
                    <a:pt x="3" y="67"/>
                    <a:pt x="2" y="67"/>
                    <a:pt x="2" y="66"/>
                  </a:cubicBezTo>
                  <a:cubicBezTo>
                    <a:pt x="2" y="65"/>
                    <a:pt x="1" y="64"/>
                    <a:pt x="1" y="62"/>
                  </a:cubicBezTo>
                  <a:cubicBezTo>
                    <a:pt x="0" y="60"/>
                    <a:pt x="0" y="57"/>
                    <a:pt x="0" y="55"/>
                  </a:cubicBezTo>
                  <a:cubicBezTo>
                    <a:pt x="0" y="52"/>
                    <a:pt x="0" y="50"/>
                    <a:pt x="1" y="47"/>
                  </a:cubicBezTo>
                  <a:cubicBezTo>
                    <a:pt x="2" y="42"/>
                    <a:pt x="5" y="37"/>
                    <a:pt x="9" y="33"/>
                  </a:cubicBezTo>
                  <a:cubicBezTo>
                    <a:pt x="9" y="34"/>
                    <a:pt x="9" y="34"/>
                    <a:pt x="10" y="34"/>
                  </a:cubicBezTo>
                  <a:cubicBezTo>
                    <a:pt x="6" y="37"/>
                    <a:pt x="3" y="42"/>
                    <a:pt x="2" y="47"/>
                  </a:cubicBezTo>
                  <a:cubicBezTo>
                    <a:pt x="1" y="50"/>
                    <a:pt x="1" y="52"/>
                    <a:pt x="1" y="55"/>
                  </a:cubicBezTo>
                  <a:cubicBezTo>
                    <a:pt x="1" y="57"/>
                    <a:pt x="1" y="60"/>
                    <a:pt x="2" y="62"/>
                  </a:cubicBezTo>
                  <a:cubicBezTo>
                    <a:pt x="2" y="64"/>
                    <a:pt x="3" y="65"/>
                    <a:pt x="3" y="66"/>
                  </a:cubicBezTo>
                  <a:cubicBezTo>
                    <a:pt x="3" y="67"/>
                    <a:pt x="4" y="67"/>
                    <a:pt x="4" y="68"/>
                  </a:cubicBezTo>
                  <a:cubicBezTo>
                    <a:pt x="4" y="68"/>
                    <a:pt x="4" y="68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6" y="72"/>
                    <a:pt x="8" y="74"/>
                    <a:pt x="10" y="76"/>
                  </a:cubicBezTo>
                  <a:cubicBezTo>
                    <a:pt x="13" y="79"/>
                    <a:pt x="18" y="81"/>
                    <a:pt x="23" y="82"/>
                  </a:cubicBezTo>
                  <a:cubicBezTo>
                    <a:pt x="28" y="83"/>
                    <a:pt x="33" y="83"/>
                    <a:pt x="38" y="81"/>
                  </a:cubicBezTo>
                  <a:cubicBezTo>
                    <a:pt x="40" y="81"/>
                    <a:pt x="41" y="81"/>
                    <a:pt x="42" y="80"/>
                  </a:cubicBezTo>
                  <a:cubicBezTo>
                    <a:pt x="43" y="79"/>
                    <a:pt x="44" y="79"/>
                    <a:pt x="45" y="79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58" y="72"/>
                    <a:pt x="65" y="68"/>
                    <a:pt x="73" y="64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5" y="55"/>
                    <a:pt x="96" y="55"/>
                    <a:pt x="98" y="53"/>
                  </a:cubicBezTo>
                  <a:cubicBezTo>
                    <a:pt x="102" y="51"/>
                    <a:pt x="105" y="48"/>
                    <a:pt x="107" y="44"/>
                  </a:cubicBezTo>
                  <a:cubicBezTo>
                    <a:pt x="109" y="41"/>
                    <a:pt x="110" y="38"/>
                    <a:pt x="110" y="35"/>
                  </a:cubicBezTo>
                  <a:cubicBezTo>
                    <a:pt x="111" y="33"/>
                    <a:pt x="110" y="30"/>
                    <a:pt x="110" y="28"/>
                  </a:cubicBezTo>
                  <a:cubicBezTo>
                    <a:pt x="110" y="33"/>
                    <a:pt x="109" y="39"/>
                    <a:pt x="105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Freeform 23">
              <a:extLst>
                <a:ext uri="{FF2B5EF4-FFF2-40B4-BE49-F238E27FC236}">
                  <a16:creationId xmlns:a16="http://schemas.microsoft.com/office/drawing/2014/main" id="{F51E87DD-CA15-3F99-933B-4A2FBAF5B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3026" y="2405063"/>
              <a:ext cx="4763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Freeform 24">
              <a:extLst>
                <a:ext uri="{FF2B5EF4-FFF2-40B4-BE49-F238E27FC236}">
                  <a16:creationId xmlns:a16="http://schemas.microsoft.com/office/drawing/2014/main" id="{507F65D5-4DD5-F61D-8EFB-5C4196127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2397126"/>
              <a:ext cx="11113" cy="7938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0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2"/>
                    <a:pt x="2" y="1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Freeform 25">
              <a:extLst>
                <a:ext uri="{FF2B5EF4-FFF2-40B4-BE49-F238E27FC236}">
                  <a16:creationId xmlns:a16="http://schemas.microsoft.com/office/drawing/2014/main" id="{D0F0039C-21E1-B5E2-0EB1-C7C2501E2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788" y="2201863"/>
              <a:ext cx="444500" cy="258763"/>
            </a:xfrm>
            <a:custGeom>
              <a:avLst/>
              <a:gdLst>
                <a:gd name="T0" fmla="*/ 95 w 118"/>
                <a:gd name="T1" fmla="*/ 0 h 69"/>
                <a:gd name="T2" fmla="*/ 111 w 118"/>
                <a:gd name="T3" fmla="*/ 43 h 69"/>
                <a:gd name="T4" fmla="*/ 95 w 118"/>
                <a:gd name="T5" fmla="*/ 53 h 69"/>
                <a:gd name="T6" fmla="*/ 83 w 118"/>
                <a:gd name="T7" fmla="*/ 56 h 69"/>
                <a:gd name="T8" fmla="*/ 90 w 118"/>
                <a:gd name="T9" fmla="*/ 54 h 69"/>
                <a:gd name="T10" fmla="*/ 96 w 118"/>
                <a:gd name="T11" fmla="*/ 53 h 69"/>
                <a:gd name="T12" fmla="*/ 113 w 118"/>
                <a:gd name="T13" fmla="*/ 39 h 69"/>
                <a:gd name="T14" fmla="*/ 95 w 118"/>
                <a:gd name="T15" fmla="*/ 1 h 69"/>
                <a:gd name="T16" fmla="*/ 82 w 118"/>
                <a:gd name="T17" fmla="*/ 4 h 69"/>
                <a:gd name="T18" fmla="*/ 93 w 118"/>
                <a:gd name="T19" fmla="*/ 7 h 69"/>
                <a:gd name="T20" fmla="*/ 106 w 118"/>
                <a:gd name="T21" fmla="*/ 23 h 69"/>
                <a:gd name="T22" fmla="*/ 98 w 118"/>
                <a:gd name="T23" fmla="*/ 44 h 69"/>
                <a:gd name="T24" fmla="*/ 79 w 118"/>
                <a:gd name="T25" fmla="*/ 48 h 69"/>
                <a:gd name="T26" fmla="*/ 92 w 118"/>
                <a:gd name="T27" fmla="*/ 45 h 69"/>
                <a:gd name="T28" fmla="*/ 102 w 118"/>
                <a:gd name="T29" fmla="*/ 41 h 69"/>
                <a:gd name="T30" fmla="*/ 94 w 118"/>
                <a:gd name="T31" fmla="*/ 10 h 69"/>
                <a:gd name="T32" fmla="*/ 102 w 118"/>
                <a:gd name="T33" fmla="*/ 19 h 69"/>
                <a:gd name="T34" fmla="*/ 97 w 118"/>
                <a:gd name="T35" fmla="*/ 42 h 69"/>
                <a:gd name="T36" fmla="*/ 79 w 118"/>
                <a:gd name="T37" fmla="*/ 46 h 69"/>
                <a:gd name="T38" fmla="*/ 30 w 118"/>
                <a:gd name="T39" fmla="*/ 55 h 69"/>
                <a:gd name="T40" fmla="*/ 28 w 118"/>
                <a:gd name="T41" fmla="*/ 55 h 69"/>
                <a:gd name="T42" fmla="*/ 25 w 118"/>
                <a:gd name="T43" fmla="*/ 54 h 69"/>
                <a:gd name="T44" fmla="*/ 16 w 118"/>
                <a:gd name="T45" fmla="*/ 36 h 69"/>
                <a:gd name="T46" fmla="*/ 25 w 118"/>
                <a:gd name="T47" fmla="*/ 25 h 69"/>
                <a:gd name="T48" fmla="*/ 31 w 118"/>
                <a:gd name="T49" fmla="*/ 24 h 69"/>
                <a:gd name="T50" fmla="*/ 66 w 118"/>
                <a:gd name="T51" fmla="*/ 9 h 69"/>
                <a:gd name="T52" fmla="*/ 49 w 118"/>
                <a:gd name="T53" fmla="*/ 6 h 69"/>
                <a:gd name="T54" fmla="*/ 25 w 118"/>
                <a:gd name="T55" fmla="*/ 11 h 69"/>
                <a:gd name="T56" fmla="*/ 9 w 118"/>
                <a:gd name="T57" fmla="*/ 19 h 69"/>
                <a:gd name="T58" fmla="*/ 2 w 118"/>
                <a:gd name="T59" fmla="*/ 31 h 69"/>
                <a:gd name="T60" fmla="*/ 25 w 118"/>
                <a:gd name="T61" fmla="*/ 69 h 69"/>
                <a:gd name="T62" fmla="*/ 27 w 118"/>
                <a:gd name="T63" fmla="*/ 69 h 69"/>
                <a:gd name="T64" fmla="*/ 37 w 118"/>
                <a:gd name="T65" fmla="*/ 69 h 69"/>
                <a:gd name="T66" fmla="*/ 84 w 118"/>
                <a:gd name="T67" fmla="*/ 58 h 69"/>
                <a:gd name="T68" fmla="*/ 99 w 118"/>
                <a:gd name="T69" fmla="*/ 55 h 69"/>
                <a:gd name="T70" fmla="*/ 94 w 118"/>
                <a:gd name="T71" fmla="*/ 56 h 69"/>
                <a:gd name="T72" fmla="*/ 55 w 118"/>
                <a:gd name="T73" fmla="*/ 64 h 69"/>
                <a:gd name="T74" fmla="*/ 29 w 118"/>
                <a:gd name="T75" fmla="*/ 69 h 69"/>
                <a:gd name="T76" fmla="*/ 27 w 118"/>
                <a:gd name="T77" fmla="*/ 69 h 69"/>
                <a:gd name="T78" fmla="*/ 14 w 118"/>
                <a:gd name="T79" fmla="*/ 65 h 69"/>
                <a:gd name="T80" fmla="*/ 15 w 118"/>
                <a:gd name="T81" fmla="*/ 64 h 69"/>
                <a:gd name="T82" fmla="*/ 27 w 118"/>
                <a:gd name="T83" fmla="*/ 67 h 69"/>
                <a:gd name="T84" fmla="*/ 29 w 118"/>
                <a:gd name="T85" fmla="*/ 68 h 69"/>
                <a:gd name="T86" fmla="*/ 55 w 118"/>
                <a:gd name="T87" fmla="*/ 63 h 69"/>
                <a:gd name="T88" fmla="*/ 95 w 118"/>
                <a:gd name="T89" fmla="*/ 55 h 69"/>
                <a:gd name="T90" fmla="*/ 105 w 118"/>
                <a:gd name="T91" fmla="*/ 50 h 69"/>
                <a:gd name="T92" fmla="*/ 118 w 118"/>
                <a:gd name="T93" fmla="*/ 3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8" h="69">
                  <a:moveTo>
                    <a:pt x="110" y="9"/>
                  </a:moveTo>
                  <a:cubicBezTo>
                    <a:pt x="108" y="6"/>
                    <a:pt x="106" y="4"/>
                    <a:pt x="103" y="3"/>
                  </a:cubicBezTo>
                  <a:cubicBezTo>
                    <a:pt x="101" y="1"/>
                    <a:pt x="98" y="0"/>
                    <a:pt x="95" y="0"/>
                  </a:cubicBezTo>
                  <a:cubicBezTo>
                    <a:pt x="101" y="2"/>
                    <a:pt x="106" y="6"/>
                    <a:pt x="109" y="10"/>
                  </a:cubicBezTo>
                  <a:cubicBezTo>
                    <a:pt x="113" y="15"/>
                    <a:pt x="115" y="20"/>
                    <a:pt x="115" y="26"/>
                  </a:cubicBezTo>
                  <a:cubicBezTo>
                    <a:pt x="116" y="32"/>
                    <a:pt x="115" y="38"/>
                    <a:pt x="111" y="43"/>
                  </a:cubicBezTo>
                  <a:cubicBezTo>
                    <a:pt x="110" y="45"/>
                    <a:pt x="108" y="47"/>
                    <a:pt x="105" y="49"/>
                  </a:cubicBezTo>
                  <a:cubicBezTo>
                    <a:pt x="103" y="51"/>
                    <a:pt x="100" y="52"/>
                    <a:pt x="97" y="53"/>
                  </a:cubicBezTo>
                  <a:cubicBezTo>
                    <a:pt x="97" y="53"/>
                    <a:pt x="96" y="53"/>
                    <a:pt x="95" y="53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56" y="61"/>
                    <a:pt x="74" y="57"/>
                    <a:pt x="90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5" y="53"/>
                    <a:pt x="96" y="53"/>
                    <a:pt x="96" y="53"/>
                  </a:cubicBezTo>
                  <a:cubicBezTo>
                    <a:pt x="97" y="53"/>
                    <a:pt x="98" y="52"/>
                    <a:pt x="98" y="52"/>
                  </a:cubicBezTo>
                  <a:cubicBezTo>
                    <a:pt x="102" y="51"/>
                    <a:pt x="105" y="50"/>
                    <a:pt x="107" y="47"/>
                  </a:cubicBezTo>
                  <a:cubicBezTo>
                    <a:pt x="110" y="45"/>
                    <a:pt x="112" y="42"/>
                    <a:pt x="113" y="39"/>
                  </a:cubicBezTo>
                  <a:cubicBezTo>
                    <a:pt x="114" y="36"/>
                    <a:pt x="115" y="33"/>
                    <a:pt x="115" y="30"/>
                  </a:cubicBezTo>
                  <a:cubicBezTo>
                    <a:pt x="115" y="24"/>
                    <a:pt x="113" y="17"/>
                    <a:pt x="110" y="12"/>
                  </a:cubicBezTo>
                  <a:cubicBezTo>
                    <a:pt x="106" y="7"/>
                    <a:pt x="101" y="3"/>
                    <a:pt x="95" y="1"/>
                  </a:cubicBezTo>
                  <a:cubicBezTo>
                    <a:pt x="94" y="1"/>
                    <a:pt x="92" y="0"/>
                    <a:pt x="91" y="0"/>
                  </a:cubicBezTo>
                  <a:cubicBezTo>
                    <a:pt x="89" y="0"/>
                    <a:pt x="88" y="0"/>
                    <a:pt x="86" y="1"/>
                  </a:cubicBezTo>
                  <a:cubicBezTo>
                    <a:pt x="84" y="2"/>
                    <a:pt x="82" y="3"/>
                    <a:pt x="82" y="4"/>
                  </a:cubicBezTo>
                  <a:cubicBezTo>
                    <a:pt x="82" y="5"/>
                    <a:pt x="83" y="5"/>
                    <a:pt x="84" y="5"/>
                  </a:cubicBezTo>
                  <a:cubicBezTo>
                    <a:pt x="85" y="5"/>
                    <a:pt x="87" y="6"/>
                    <a:pt x="89" y="6"/>
                  </a:cubicBezTo>
                  <a:cubicBezTo>
                    <a:pt x="90" y="6"/>
                    <a:pt x="91" y="6"/>
                    <a:pt x="93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6" y="8"/>
                    <a:pt x="95" y="9"/>
                    <a:pt x="94" y="9"/>
                  </a:cubicBezTo>
                  <a:cubicBezTo>
                    <a:pt x="100" y="12"/>
                    <a:pt x="105" y="17"/>
                    <a:pt x="106" y="23"/>
                  </a:cubicBezTo>
                  <a:cubicBezTo>
                    <a:pt x="107" y="27"/>
                    <a:pt x="107" y="30"/>
                    <a:pt x="107" y="33"/>
                  </a:cubicBezTo>
                  <a:cubicBezTo>
                    <a:pt x="106" y="36"/>
                    <a:pt x="105" y="39"/>
                    <a:pt x="102" y="41"/>
                  </a:cubicBezTo>
                  <a:cubicBezTo>
                    <a:pt x="101" y="42"/>
                    <a:pt x="100" y="43"/>
                    <a:pt x="98" y="44"/>
                  </a:cubicBezTo>
                  <a:cubicBezTo>
                    <a:pt x="97" y="44"/>
                    <a:pt x="96" y="45"/>
                    <a:pt x="95" y="45"/>
                  </a:cubicBezTo>
                  <a:cubicBezTo>
                    <a:pt x="94" y="45"/>
                    <a:pt x="93" y="45"/>
                    <a:pt x="92" y="46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0" y="50"/>
                    <a:pt x="61" y="52"/>
                    <a:pt x="52" y="53"/>
                  </a:cubicBezTo>
                  <a:cubicBezTo>
                    <a:pt x="61" y="52"/>
                    <a:pt x="70" y="50"/>
                    <a:pt x="79" y="48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3" y="45"/>
                    <a:pt x="94" y="45"/>
                    <a:pt x="95" y="45"/>
                  </a:cubicBezTo>
                  <a:cubicBezTo>
                    <a:pt x="96" y="45"/>
                    <a:pt x="97" y="44"/>
                    <a:pt x="98" y="44"/>
                  </a:cubicBezTo>
                  <a:cubicBezTo>
                    <a:pt x="100" y="43"/>
                    <a:pt x="101" y="42"/>
                    <a:pt x="102" y="41"/>
                  </a:cubicBezTo>
                  <a:cubicBezTo>
                    <a:pt x="105" y="39"/>
                    <a:pt x="106" y="36"/>
                    <a:pt x="106" y="33"/>
                  </a:cubicBezTo>
                  <a:cubicBezTo>
                    <a:pt x="107" y="30"/>
                    <a:pt x="107" y="27"/>
                    <a:pt x="106" y="23"/>
                  </a:cubicBezTo>
                  <a:cubicBezTo>
                    <a:pt x="104" y="17"/>
                    <a:pt x="100" y="12"/>
                    <a:pt x="94" y="10"/>
                  </a:cubicBezTo>
                  <a:cubicBezTo>
                    <a:pt x="93" y="10"/>
                    <a:pt x="93" y="11"/>
                    <a:pt x="95" y="12"/>
                  </a:cubicBezTo>
                  <a:cubicBezTo>
                    <a:pt x="96" y="13"/>
                    <a:pt x="97" y="14"/>
                    <a:pt x="98" y="15"/>
                  </a:cubicBezTo>
                  <a:cubicBezTo>
                    <a:pt x="99" y="16"/>
                    <a:pt x="101" y="17"/>
                    <a:pt x="102" y="19"/>
                  </a:cubicBezTo>
                  <a:cubicBezTo>
                    <a:pt x="103" y="21"/>
                    <a:pt x="104" y="24"/>
                    <a:pt x="105" y="26"/>
                  </a:cubicBezTo>
                  <a:cubicBezTo>
                    <a:pt x="105" y="28"/>
                    <a:pt x="105" y="30"/>
                    <a:pt x="105" y="32"/>
                  </a:cubicBezTo>
                  <a:cubicBezTo>
                    <a:pt x="104" y="36"/>
                    <a:pt x="101" y="40"/>
                    <a:pt x="97" y="42"/>
                  </a:cubicBezTo>
                  <a:cubicBezTo>
                    <a:pt x="96" y="42"/>
                    <a:pt x="94" y="43"/>
                    <a:pt x="93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66" y="48"/>
                    <a:pt x="53" y="51"/>
                    <a:pt x="41" y="53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3" y="55"/>
                    <a:pt x="31" y="55"/>
                    <a:pt x="30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6" y="54"/>
                    <a:pt x="25" y="54"/>
                    <a:pt x="25" y="54"/>
                  </a:cubicBezTo>
                  <a:cubicBezTo>
                    <a:pt x="23" y="54"/>
                    <a:pt x="22" y="53"/>
                    <a:pt x="21" y="52"/>
                  </a:cubicBezTo>
                  <a:cubicBezTo>
                    <a:pt x="19" y="51"/>
                    <a:pt x="17" y="48"/>
                    <a:pt x="16" y="45"/>
                  </a:cubicBezTo>
                  <a:cubicBezTo>
                    <a:pt x="15" y="42"/>
                    <a:pt x="15" y="39"/>
                    <a:pt x="16" y="36"/>
                  </a:cubicBezTo>
                  <a:cubicBezTo>
                    <a:pt x="16" y="33"/>
                    <a:pt x="17" y="32"/>
                    <a:pt x="18" y="30"/>
                  </a:cubicBezTo>
                  <a:cubicBezTo>
                    <a:pt x="20" y="28"/>
                    <a:pt x="21" y="27"/>
                    <a:pt x="23" y="26"/>
                  </a:cubicBezTo>
                  <a:cubicBezTo>
                    <a:pt x="24" y="26"/>
                    <a:pt x="24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52" y="20"/>
                    <a:pt x="64" y="17"/>
                    <a:pt x="74" y="15"/>
                  </a:cubicBezTo>
                  <a:cubicBezTo>
                    <a:pt x="91" y="10"/>
                    <a:pt x="84" y="7"/>
                    <a:pt x="66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83" y="5"/>
                    <a:pt x="74" y="3"/>
                    <a:pt x="76" y="1"/>
                  </a:cubicBezTo>
                  <a:cubicBezTo>
                    <a:pt x="67" y="3"/>
                    <a:pt x="58" y="5"/>
                    <a:pt x="49" y="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6" y="14"/>
                    <a:pt x="12" y="16"/>
                    <a:pt x="9" y="19"/>
                  </a:cubicBezTo>
                  <a:cubicBezTo>
                    <a:pt x="8" y="20"/>
                    <a:pt x="7" y="21"/>
                    <a:pt x="7" y="22"/>
                  </a:cubicBezTo>
                  <a:cubicBezTo>
                    <a:pt x="6" y="23"/>
                    <a:pt x="6" y="23"/>
                    <a:pt x="5" y="25"/>
                  </a:cubicBezTo>
                  <a:cubicBezTo>
                    <a:pt x="4" y="26"/>
                    <a:pt x="3" y="29"/>
                    <a:pt x="2" y="31"/>
                  </a:cubicBezTo>
                  <a:cubicBezTo>
                    <a:pt x="0" y="38"/>
                    <a:pt x="1" y="47"/>
                    <a:pt x="4" y="54"/>
                  </a:cubicBezTo>
                  <a:cubicBezTo>
                    <a:pt x="6" y="58"/>
                    <a:pt x="9" y="62"/>
                    <a:pt x="13" y="64"/>
                  </a:cubicBezTo>
                  <a:cubicBezTo>
                    <a:pt x="16" y="67"/>
                    <a:pt x="21" y="68"/>
                    <a:pt x="25" y="69"/>
                  </a:cubicBezTo>
                  <a:cubicBezTo>
                    <a:pt x="25" y="69"/>
                    <a:pt x="26" y="69"/>
                    <a:pt x="26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9"/>
                    <a:pt x="29" y="69"/>
                    <a:pt x="30" y="69"/>
                  </a:cubicBezTo>
                  <a:cubicBezTo>
                    <a:pt x="32" y="69"/>
                    <a:pt x="35" y="69"/>
                    <a:pt x="37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7" y="56"/>
                    <a:pt x="98" y="55"/>
                    <a:pt x="99" y="55"/>
                  </a:cubicBezTo>
                  <a:cubicBezTo>
                    <a:pt x="99" y="55"/>
                    <a:pt x="100" y="55"/>
                    <a:pt x="100" y="54"/>
                  </a:cubicBezTo>
                  <a:cubicBezTo>
                    <a:pt x="99" y="55"/>
                    <a:pt x="98" y="55"/>
                    <a:pt x="97" y="55"/>
                  </a:cubicBezTo>
                  <a:cubicBezTo>
                    <a:pt x="95" y="56"/>
                    <a:pt x="95" y="56"/>
                    <a:pt x="94" y="56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4" y="69"/>
                    <a:pt x="32" y="69"/>
                    <a:pt x="29" y="69"/>
                  </a:cubicBezTo>
                  <a:cubicBezTo>
                    <a:pt x="28" y="69"/>
                    <a:pt x="28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9"/>
                    <a:pt x="26" y="68"/>
                    <a:pt x="26" y="68"/>
                  </a:cubicBezTo>
                  <a:cubicBezTo>
                    <a:pt x="24" y="68"/>
                    <a:pt x="23" y="68"/>
                    <a:pt x="22" y="68"/>
                  </a:cubicBezTo>
                  <a:cubicBezTo>
                    <a:pt x="19" y="67"/>
                    <a:pt x="17" y="66"/>
                    <a:pt x="14" y="65"/>
                  </a:cubicBezTo>
                  <a:cubicBezTo>
                    <a:pt x="9" y="62"/>
                    <a:pt x="6" y="57"/>
                    <a:pt x="4" y="52"/>
                  </a:cubicBezTo>
                  <a:cubicBezTo>
                    <a:pt x="4" y="52"/>
                    <a:pt x="5" y="53"/>
                    <a:pt x="4" y="52"/>
                  </a:cubicBezTo>
                  <a:cubicBezTo>
                    <a:pt x="6" y="57"/>
                    <a:pt x="10" y="61"/>
                    <a:pt x="15" y="64"/>
                  </a:cubicBezTo>
                  <a:cubicBezTo>
                    <a:pt x="17" y="65"/>
                    <a:pt x="19" y="66"/>
                    <a:pt x="22" y="67"/>
                  </a:cubicBezTo>
                  <a:cubicBezTo>
                    <a:pt x="23" y="67"/>
                    <a:pt x="25" y="67"/>
                    <a:pt x="26" y="67"/>
                  </a:cubicBezTo>
                  <a:cubicBezTo>
                    <a:pt x="26" y="67"/>
                    <a:pt x="27" y="67"/>
                    <a:pt x="27" y="67"/>
                  </a:cubicBezTo>
                  <a:cubicBezTo>
                    <a:pt x="27" y="68"/>
                    <a:pt x="27" y="67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9" y="68"/>
                    <a:pt x="29" y="68"/>
                  </a:cubicBezTo>
                  <a:cubicBezTo>
                    <a:pt x="32" y="68"/>
                    <a:pt x="34" y="68"/>
                    <a:pt x="37" y="67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3" y="62"/>
                    <a:pt x="71" y="60"/>
                    <a:pt x="79" y="58"/>
                  </a:cubicBezTo>
                  <a:cubicBezTo>
                    <a:pt x="83" y="58"/>
                    <a:pt x="87" y="57"/>
                    <a:pt x="91" y="56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7" y="54"/>
                    <a:pt x="97" y="54"/>
                    <a:pt x="98" y="54"/>
                  </a:cubicBezTo>
                  <a:cubicBezTo>
                    <a:pt x="101" y="53"/>
                    <a:pt x="103" y="52"/>
                    <a:pt x="105" y="50"/>
                  </a:cubicBezTo>
                  <a:cubicBezTo>
                    <a:pt x="106" y="51"/>
                    <a:pt x="106" y="51"/>
                    <a:pt x="106" y="51"/>
                  </a:cubicBezTo>
                  <a:cubicBezTo>
                    <a:pt x="109" y="49"/>
                    <a:pt x="112" y="46"/>
                    <a:pt x="114" y="42"/>
                  </a:cubicBezTo>
                  <a:cubicBezTo>
                    <a:pt x="116" y="39"/>
                    <a:pt x="117" y="35"/>
                    <a:pt x="118" y="31"/>
                  </a:cubicBezTo>
                  <a:cubicBezTo>
                    <a:pt x="118" y="23"/>
                    <a:pt x="115" y="15"/>
                    <a:pt x="110" y="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Freeform 26">
              <a:extLst>
                <a:ext uri="{FF2B5EF4-FFF2-40B4-BE49-F238E27FC236}">
                  <a16:creationId xmlns:a16="http://schemas.microsoft.com/office/drawing/2014/main" id="{E6B77362-42B0-E068-20AA-48F640EB3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2193926"/>
              <a:ext cx="431800" cy="266700"/>
            </a:xfrm>
            <a:custGeom>
              <a:avLst/>
              <a:gdLst>
                <a:gd name="T0" fmla="*/ 26 w 115"/>
                <a:gd name="T1" fmla="*/ 58 h 71"/>
                <a:gd name="T2" fmla="*/ 20 w 115"/>
                <a:gd name="T3" fmla="*/ 56 h 71"/>
                <a:gd name="T4" fmla="*/ 1 w 115"/>
                <a:gd name="T5" fmla="*/ 25 h 71"/>
                <a:gd name="T6" fmla="*/ 13 w 115"/>
                <a:gd name="T7" fmla="*/ 5 h 71"/>
                <a:gd name="T8" fmla="*/ 13 w 115"/>
                <a:gd name="T9" fmla="*/ 6 h 71"/>
                <a:gd name="T10" fmla="*/ 2 w 115"/>
                <a:gd name="T11" fmla="*/ 26 h 71"/>
                <a:gd name="T12" fmla="*/ 21 w 115"/>
                <a:gd name="T13" fmla="*/ 56 h 71"/>
                <a:gd name="T14" fmla="*/ 24 w 115"/>
                <a:gd name="T15" fmla="*/ 57 h 71"/>
                <a:gd name="T16" fmla="*/ 58 w 115"/>
                <a:gd name="T17" fmla="*/ 64 h 71"/>
                <a:gd name="T18" fmla="*/ 80 w 115"/>
                <a:gd name="T19" fmla="*/ 70 h 71"/>
                <a:gd name="T20" fmla="*/ 97 w 115"/>
                <a:gd name="T21" fmla="*/ 70 h 71"/>
                <a:gd name="T22" fmla="*/ 96 w 115"/>
                <a:gd name="T23" fmla="*/ 68 h 71"/>
                <a:gd name="T24" fmla="*/ 81 w 115"/>
                <a:gd name="T25" fmla="*/ 68 h 71"/>
                <a:gd name="T26" fmla="*/ 23 w 115"/>
                <a:gd name="T27" fmla="*/ 55 h 71"/>
                <a:gd name="T28" fmla="*/ 19 w 115"/>
                <a:gd name="T29" fmla="*/ 54 h 71"/>
                <a:gd name="T30" fmla="*/ 4 w 115"/>
                <a:gd name="T31" fmla="*/ 31 h 71"/>
                <a:gd name="T32" fmla="*/ 21 w 115"/>
                <a:gd name="T33" fmla="*/ 54 h 71"/>
                <a:gd name="T34" fmla="*/ 32 w 115"/>
                <a:gd name="T35" fmla="*/ 57 h 71"/>
                <a:gd name="T36" fmla="*/ 80 w 115"/>
                <a:gd name="T37" fmla="*/ 68 h 71"/>
                <a:gd name="T38" fmla="*/ 109 w 115"/>
                <a:gd name="T39" fmla="*/ 57 h 71"/>
                <a:gd name="T40" fmla="*/ 111 w 115"/>
                <a:gd name="T41" fmla="*/ 44 h 71"/>
                <a:gd name="T42" fmla="*/ 105 w 115"/>
                <a:gd name="T43" fmla="*/ 53 h 71"/>
                <a:gd name="T44" fmla="*/ 94 w 115"/>
                <a:gd name="T45" fmla="*/ 60 h 71"/>
                <a:gd name="T46" fmla="*/ 80 w 115"/>
                <a:gd name="T47" fmla="*/ 59 h 71"/>
                <a:gd name="T48" fmla="*/ 37 w 115"/>
                <a:gd name="T49" fmla="*/ 50 h 71"/>
                <a:gd name="T50" fmla="*/ 25 w 115"/>
                <a:gd name="T51" fmla="*/ 47 h 71"/>
                <a:gd name="T52" fmla="*/ 24 w 115"/>
                <a:gd name="T53" fmla="*/ 46 h 71"/>
                <a:gd name="T54" fmla="*/ 74 w 115"/>
                <a:gd name="T55" fmla="*/ 58 h 71"/>
                <a:gd name="T56" fmla="*/ 85 w 115"/>
                <a:gd name="T57" fmla="*/ 60 h 71"/>
                <a:gd name="T58" fmla="*/ 99 w 115"/>
                <a:gd name="T59" fmla="*/ 54 h 71"/>
                <a:gd name="T60" fmla="*/ 76 w 115"/>
                <a:gd name="T61" fmla="*/ 56 h 71"/>
                <a:gd name="T62" fmla="*/ 26 w 115"/>
                <a:gd name="T63" fmla="*/ 45 h 71"/>
                <a:gd name="T64" fmla="*/ 24 w 115"/>
                <a:gd name="T65" fmla="*/ 44 h 71"/>
                <a:gd name="T66" fmla="*/ 15 w 115"/>
                <a:gd name="T67" fmla="*/ 27 h 71"/>
                <a:gd name="T68" fmla="*/ 21 w 115"/>
                <a:gd name="T69" fmla="*/ 16 h 71"/>
                <a:gd name="T70" fmla="*/ 33 w 115"/>
                <a:gd name="T71" fmla="*/ 14 h 71"/>
                <a:gd name="T72" fmla="*/ 42 w 115"/>
                <a:gd name="T73" fmla="*/ 16 h 71"/>
                <a:gd name="T74" fmla="*/ 93 w 115"/>
                <a:gd name="T75" fmla="*/ 27 h 71"/>
                <a:gd name="T76" fmla="*/ 104 w 115"/>
                <a:gd name="T77" fmla="*/ 42 h 71"/>
                <a:gd name="T78" fmla="*/ 106 w 115"/>
                <a:gd name="T79" fmla="*/ 44 h 71"/>
                <a:gd name="T80" fmla="*/ 107 w 115"/>
                <a:gd name="T81" fmla="*/ 27 h 71"/>
                <a:gd name="T82" fmla="*/ 112 w 115"/>
                <a:gd name="T83" fmla="*/ 39 h 71"/>
                <a:gd name="T84" fmla="*/ 109 w 115"/>
                <a:gd name="T85" fmla="*/ 22 h 71"/>
                <a:gd name="T86" fmla="*/ 96 w 115"/>
                <a:gd name="T87" fmla="*/ 14 h 71"/>
                <a:gd name="T88" fmla="*/ 47 w 115"/>
                <a:gd name="T89" fmla="*/ 3 h 71"/>
                <a:gd name="T90" fmla="*/ 34 w 115"/>
                <a:gd name="T91" fmla="*/ 0 h 71"/>
                <a:gd name="T92" fmla="*/ 14 w 115"/>
                <a:gd name="T93" fmla="*/ 4 h 71"/>
                <a:gd name="T94" fmla="*/ 1 w 115"/>
                <a:gd name="T95" fmla="*/ 25 h 71"/>
                <a:gd name="T96" fmla="*/ 17 w 115"/>
                <a:gd name="T97" fmla="*/ 56 h 71"/>
                <a:gd name="T98" fmla="*/ 23 w 115"/>
                <a:gd name="T99" fmla="*/ 58 h 71"/>
                <a:gd name="T100" fmla="*/ 56 w 115"/>
                <a:gd name="T101" fmla="*/ 6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5" h="71">
                  <a:moveTo>
                    <a:pt x="56" y="65"/>
                  </a:moveTo>
                  <a:cubicBezTo>
                    <a:pt x="32" y="59"/>
                    <a:pt x="32" y="59"/>
                    <a:pt x="32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1" y="57"/>
                    <a:pt x="20" y="57"/>
                    <a:pt x="20" y="56"/>
                  </a:cubicBezTo>
                  <a:cubicBezTo>
                    <a:pt x="14" y="55"/>
                    <a:pt x="10" y="51"/>
                    <a:pt x="7" y="47"/>
                  </a:cubicBezTo>
                  <a:cubicBezTo>
                    <a:pt x="4" y="43"/>
                    <a:pt x="2" y="38"/>
                    <a:pt x="1" y="33"/>
                  </a:cubicBezTo>
                  <a:cubicBezTo>
                    <a:pt x="1" y="30"/>
                    <a:pt x="1" y="28"/>
                    <a:pt x="1" y="25"/>
                  </a:cubicBezTo>
                  <a:cubicBezTo>
                    <a:pt x="1" y="24"/>
                    <a:pt x="1" y="23"/>
                    <a:pt x="2" y="22"/>
                  </a:cubicBezTo>
                  <a:cubicBezTo>
                    <a:pt x="2" y="20"/>
                    <a:pt x="2" y="19"/>
                    <a:pt x="3" y="18"/>
                  </a:cubicBezTo>
                  <a:cubicBezTo>
                    <a:pt x="5" y="13"/>
                    <a:pt x="9" y="8"/>
                    <a:pt x="13" y="5"/>
                  </a:cubicBezTo>
                  <a:cubicBezTo>
                    <a:pt x="17" y="2"/>
                    <a:pt x="22" y="1"/>
                    <a:pt x="28" y="0"/>
                  </a:cubicBezTo>
                  <a:cubicBezTo>
                    <a:pt x="27" y="0"/>
                    <a:pt x="26" y="1"/>
                    <a:pt x="28" y="1"/>
                  </a:cubicBezTo>
                  <a:cubicBezTo>
                    <a:pt x="23" y="1"/>
                    <a:pt x="18" y="3"/>
                    <a:pt x="13" y="6"/>
                  </a:cubicBezTo>
                  <a:cubicBezTo>
                    <a:pt x="9" y="9"/>
                    <a:pt x="6" y="13"/>
                    <a:pt x="4" y="18"/>
                  </a:cubicBezTo>
                  <a:cubicBezTo>
                    <a:pt x="3" y="19"/>
                    <a:pt x="3" y="21"/>
                    <a:pt x="3" y="22"/>
                  </a:cubicBezTo>
                  <a:cubicBezTo>
                    <a:pt x="2" y="23"/>
                    <a:pt x="2" y="24"/>
                    <a:pt x="2" y="26"/>
                  </a:cubicBezTo>
                  <a:cubicBezTo>
                    <a:pt x="2" y="28"/>
                    <a:pt x="2" y="31"/>
                    <a:pt x="2" y="33"/>
                  </a:cubicBezTo>
                  <a:cubicBezTo>
                    <a:pt x="3" y="38"/>
                    <a:pt x="5" y="43"/>
                    <a:pt x="8" y="47"/>
                  </a:cubicBezTo>
                  <a:cubicBezTo>
                    <a:pt x="11" y="51"/>
                    <a:pt x="15" y="55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41" y="61"/>
                    <a:pt x="49" y="62"/>
                    <a:pt x="58" y="64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1" y="71"/>
                    <a:pt x="82" y="71"/>
                  </a:cubicBezTo>
                  <a:cubicBezTo>
                    <a:pt x="83" y="71"/>
                    <a:pt x="84" y="71"/>
                    <a:pt x="85" y="71"/>
                  </a:cubicBezTo>
                  <a:cubicBezTo>
                    <a:pt x="89" y="71"/>
                    <a:pt x="93" y="71"/>
                    <a:pt x="97" y="70"/>
                  </a:cubicBezTo>
                  <a:cubicBezTo>
                    <a:pt x="101" y="68"/>
                    <a:pt x="103" y="66"/>
                    <a:pt x="105" y="64"/>
                  </a:cubicBezTo>
                  <a:cubicBezTo>
                    <a:pt x="107" y="62"/>
                    <a:pt x="109" y="60"/>
                    <a:pt x="110" y="58"/>
                  </a:cubicBezTo>
                  <a:cubicBezTo>
                    <a:pt x="106" y="63"/>
                    <a:pt x="102" y="66"/>
                    <a:pt x="96" y="68"/>
                  </a:cubicBezTo>
                  <a:cubicBezTo>
                    <a:pt x="93" y="69"/>
                    <a:pt x="90" y="69"/>
                    <a:pt x="87" y="69"/>
                  </a:cubicBezTo>
                  <a:cubicBezTo>
                    <a:pt x="86" y="69"/>
                    <a:pt x="84" y="69"/>
                    <a:pt x="83" y="69"/>
                  </a:cubicBezTo>
                  <a:cubicBezTo>
                    <a:pt x="82" y="69"/>
                    <a:pt x="82" y="68"/>
                    <a:pt x="81" y="68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0" y="66"/>
                    <a:pt x="61" y="63"/>
                    <a:pt x="51" y="61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8" y="53"/>
                    <a:pt x="17" y="53"/>
                    <a:pt x="16" y="52"/>
                  </a:cubicBezTo>
                  <a:cubicBezTo>
                    <a:pt x="13" y="50"/>
                    <a:pt x="11" y="48"/>
                    <a:pt x="9" y="46"/>
                  </a:cubicBezTo>
                  <a:cubicBezTo>
                    <a:pt x="6" y="42"/>
                    <a:pt x="4" y="36"/>
                    <a:pt x="4" y="31"/>
                  </a:cubicBezTo>
                  <a:cubicBezTo>
                    <a:pt x="4" y="35"/>
                    <a:pt x="5" y="40"/>
                    <a:pt x="8" y="44"/>
                  </a:cubicBezTo>
                  <a:cubicBezTo>
                    <a:pt x="11" y="48"/>
                    <a:pt x="15" y="52"/>
                    <a:pt x="20" y="54"/>
                  </a:cubicBezTo>
                  <a:cubicBezTo>
                    <a:pt x="20" y="54"/>
                    <a:pt x="21" y="54"/>
                    <a:pt x="21" y="54"/>
                  </a:cubicBezTo>
                  <a:cubicBezTo>
                    <a:pt x="22" y="54"/>
                    <a:pt x="23" y="54"/>
                    <a:pt x="23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7" y="58"/>
                    <a:pt x="41" y="58"/>
                    <a:pt x="44" y="59"/>
                  </a:cubicBezTo>
                  <a:cubicBezTo>
                    <a:pt x="55" y="62"/>
                    <a:pt x="66" y="64"/>
                    <a:pt x="76" y="67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1" y="68"/>
                    <a:pt x="83" y="68"/>
                    <a:pt x="84" y="68"/>
                  </a:cubicBezTo>
                  <a:cubicBezTo>
                    <a:pt x="87" y="69"/>
                    <a:pt x="91" y="69"/>
                    <a:pt x="94" y="68"/>
                  </a:cubicBezTo>
                  <a:cubicBezTo>
                    <a:pt x="100" y="66"/>
                    <a:pt x="105" y="62"/>
                    <a:pt x="109" y="57"/>
                  </a:cubicBezTo>
                  <a:cubicBezTo>
                    <a:pt x="110" y="56"/>
                    <a:pt x="111" y="55"/>
                    <a:pt x="111" y="54"/>
                  </a:cubicBezTo>
                  <a:cubicBezTo>
                    <a:pt x="112" y="52"/>
                    <a:pt x="112" y="51"/>
                    <a:pt x="112" y="49"/>
                  </a:cubicBezTo>
                  <a:cubicBezTo>
                    <a:pt x="112" y="47"/>
                    <a:pt x="112" y="45"/>
                    <a:pt x="111" y="44"/>
                  </a:cubicBezTo>
                  <a:cubicBezTo>
                    <a:pt x="110" y="44"/>
                    <a:pt x="110" y="45"/>
                    <a:pt x="109" y="46"/>
                  </a:cubicBezTo>
                  <a:cubicBezTo>
                    <a:pt x="109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5" y="53"/>
                  </a:cubicBezTo>
                  <a:cubicBezTo>
                    <a:pt x="104" y="55"/>
                    <a:pt x="103" y="55"/>
                    <a:pt x="103" y="55"/>
                  </a:cubicBezTo>
                  <a:cubicBezTo>
                    <a:pt x="102" y="56"/>
                    <a:pt x="102" y="55"/>
                    <a:pt x="102" y="54"/>
                  </a:cubicBezTo>
                  <a:cubicBezTo>
                    <a:pt x="100" y="57"/>
                    <a:pt x="97" y="58"/>
                    <a:pt x="94" y="60"/>
                  </a:cubicBezTo>
                  <a:cubicBezTo>
                    <a:pt x="91" y="61"/>
                    <a:pt x="88" y="61"/>
                    <a:pt x="85" y="60"/>
                  </a:cubicBezTo>
                  <a:cubicBezTo>
                    <a:pt x="84" y="60"/>
                    <a:pt x="83" y="60"/>
                    <a:pt x="82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54"/>
                    <a:pt x="46" y="52"/>
                    <a:pt x="37" y="50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0" y="45"/>
                    <a:pt x="18" y="43"/>
                    <a:pt x="16" y="40"/>
                  </a:cubicBezTo>
                  <a:cubicBezTo>
                    <a:pt x="18" y="43"/>
                    <a:pt x="21" y="45"/>
                    <a:pt x="24" y="46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3" y="60"/>
                    <a:pt x="84" y="60"/>
                    <a:pt x="85" y="60"/>
                  </a:cubicBezTo>
                  <a:cubicBezTo>
                    <a:pt x="88" y="61"/>
                    <a:pt x="91" y="60"/>
                    <a:pt x="94" y="59"/>
                  </a:cubicBezTo>
                  <a:cubicBezTo>
                    <a:pt x="97" y="58"/>
                    <a:pt x="99" y="56"/>
                    <a:pt x="101" y="53"/>
                  </a:cubicBezTo>
                  <a:cubicBezTo>
                    <a:pt x="101" y="53"/>
                    <a:pt x="101" y="52"/>
                    <a:pt x="99" y="54"/>
                  </a:cubicBezTo>
                  <a:cubicBezTo>
                    <a:pt x="97" y="55"/>
                    <a:pt x="94" y="57"/>
                    <a:pt x="90" y="58"/>
                  </a:cubicBezTo>
                  <a:cubicBezTo>
                    <a:pt x="88" y="58"/>
                    <a:pt x="85" y="58"/>
                    <a:pt x="83" y="58"/>
                  </a:cubicBezTo>
                  <a:cubicBezTo>
                    <a:pt x="81" y="57"/>
                    <a:pt x="78" y="57"/>
                    <a:pt x="76" y="56"/>
                  </a:cubicBezTo>
                  <a:cubicBezTo>
                    <a:pt x="64" y="53"/>
                    <a:pt x="51" y="50"/>
                    <a:pt x="38" y="47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4"/>
                    <a:pt x="22" y="43"/>
                    <a:pt x="21" y="43"/>
                  </a:cubicBezTo>
                  <a:cubicBezTo>
                    <a:pt x="18" y="41"/>
                    <a:pt x="16" y="37"/>
                    <a:pt x="15" y="32"/>
                  </a:cubicBezTo>
                  <a:cubicBezTo>
                    <a:pt x="15" y="30"/>
                    <a:pt x="15" y="29"/>
                    <a:pt x="15" y="27"/>
                  </a:cubicBezTo>
                  <a:cubicBezTo>
                    <a:pt x="15" y="26"/>
                    <a:pt x="15" y="25"/>
                    <a:pt x="15" y="25"/>
                  </a:cubicBezTo>
                  <a:cubicBezTo>
                    <a:pt x="15" y="24"/>
                    <a:pt x="16" y="23"/>
                    <a:pt x="16" y="23"/>
                  </a:cubicBezTo>
                  <a:cubicBezTo>
                    <a:pt x="17" y="20"/>
                    <a:pt x="19" y="18"/>
                    <a:pt x="21" y="16"/>
                  </a:cubicBezTo>
                  <a:cubicBezTo>
                    <a:pt x="24" y="15"/>
                    <a:pt x="27" y="14"/>
                    <a:pt x="30" y="14"/>
                  </a:cubicBezTo>
                  <a:cubicBezTo>
                    <a:pt x="31" y="14"/>
                    <a:pt x="32" y="14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55" y="19"/>
                    <a:pt x="67" y="22"/>
                    <a:pt x="79" y="24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4" y="28"/>
                    <a:pt x="95" y="28"/>
                    <a:pt x="96" y="28"/>
                  </a:cubicBezTo>
                  <a:cubicBezTo>
                    <a:pt x="99" y="30"/>
                    <a:pt x="101" y="32"/>
                    <a:pt x="102" y="36"/>
                  </a:cubicBezTo>
                  <a:cubicBezTo>
                    <a:pt x="103" y="39"/>
                    <a:pt x="104" y="41"/>
                    <a:pt x="104" y="42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3"/>
                    <a:pt x="105" y="44"/>
                    <a:pt x="105" y="44"/>
                  </a:cubicBezTo>
                  <a:cubicBezTo>
                    <a:pt x="105" y="44"/>
                    <a:pt x="105" y="44"/>
                    <a:pt x="106" y="44"/>
                  </a:cubicBezTo>
                  <a:cubicBezTo>
                    <a:pt x="107" y="43"/>
                    <a:pt x="108" y="41"/>
                    <a:pt x="108" y="38"/>
                  </a:cubicBezTo>
                  <a:cubicBezTo>
                    <a:pt x="109" y="36"/>
                    <a:pt x="109" y="32"/>
                    <a:pt x="106" y="28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9" y="29"/>
                    <a:pt x="110" y="31"/>
                    <a:pt x="110" y="32"/>
                  </a:cubicBezTo>
                  <a:cubicBezTo>
                    <a:pt x="111" y="34"/>
                    <a:pt x="111" y="35"/>
                    <a:pt x="111" y="36"/>
                  </a:cubicBezTo>
                  <a:cubicBezTo>
                    <a:pt x="112" y="38"/>
                    <a:pt x="112" y="39"/>
                    <a:pt x="112" y="39"/>
                  </a:cubicBezTo>
                  <a:cubicBezTo>
                    <a:pt x="113" y="39"/>
                    <a:pt x="114" y="37"/>
                    <a:pt x="115" y="38"/>
                  </a:cubicBezTo>
                  <a:cubicBezTo>
                    <a:pt x="115" y="35"/>
                    <a:pt x="115" y="33"/>
                    <a:pt x="114" y="30"/>
                  </a:cubicBezTo>
                  <a:cubicBezTo>
                    <a:pt x="113" y="27"/>
                    <a:pt x="111" y="24"/>
                    <a:pt x="109" y="22"/>
                  </a:cubicBezTo>
                  <a:cubicBezTo>
                    <a:pt x="107" y="20"/>
                    <a:pt x="105" y="18"/>
                    <a:pt x="102" y="16"/>
                  </a:cubicBezTo>
                  <a:cubicBezTo>
                    <a:pt x="101" y="16"/>
                    <a:pt x="99" y="15"/>
                    <a:pt x="98" y="14"/>
                  </a:cubicBezTo>
                  <a:cubicBezTo>
                    <a:pt x="97" y="14"/>
                    <a:pt x="97" y="14"/>
                    <a:pt x="96" y="14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9" y="0"/>
                    <a:pt x="27" y="0"/>
                    <a:pt x="25" y="0"/>
                  </a:cubicBezTo>
                  <a:cubicBezTo>
                    <a:pt x="21" y="1"/>
                    <a:pt x="17" y="2"/>
                    <a:pt x="14" y="4"/>
                  </a:cubicBezTo>
                  <a:cubicBezTo>
                    <a:pt x="10" y="6"/>
                    <a:pt x="7" y="9"/>
                    <a:pt x="5" y="13"/>
                  </a:cubicBezTo>
                  <a:cubicBezTo>
                    <a:pt x="4" y="15"/>
                    <a:pt x="3" y="17"/>
                    <a:pt x="2" y="19"/>
                  </a:cubicBezTo>
                  <a:cubicBezTo>
                    <a:pt x="1" y="21"/>
                    <a:pt x="1" y="23"/>
                    <a:pt x="1" y="25"/>
                  </a:cubicBezTo>
                  <a:cubicBezTo>
                    <a:pt x="0" y="29"/>
                    <a:pt x="1" y="33"/>
                    <a:pt x="2" y="37"/>
                  </a:cubicBezTo>
                  <a:cubicBezTo>
                    <a:pt x="3" y="41"/>
                    <a:pt x="4" y="45"/>
                    <a:pt x="7" y="48"/>
                  </a:cubicBezTo>
                  <a:cubicBezTo>
                    <a:pt x="10" y="51"/>
                    <a:pt x="13" y="54"/>
                    <a:pt x="17" y="56"/>
                  </a:cubicBezTo>
                  <a:cubicBezTo>
                    <a:pt x="18" y="56"/>
                    <a:pt x="19" y="57"/>
                    <a:pt x="20" y="57"/>
                  </a:cubicBezTo>
                  <a:cubicBezTo>
                    <a:pt x="21" y="57"/>
                    <a:pt x="21" y="57"/>
                    <a:pt x="22" y="57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37" y="61"/>
                    <a:pt x="37" y="61"/>
                    <a:pt x="37" y="61"/>
                  </a:cubicBezTo>
                  <a:lnTo>
                    <a:pt x="56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Freeform 27">
              <a:extLst>
                <a:ext uri="{FF2B5EF4-FFF2-40B4-BE49-F238E27FC236}">
                  <a16:creationId xmlns:a16="http://schemas.microsoft.com/office/drawing/2014/main" id="{C5464D60-7A63-E3B0-768A-047C2F0EA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3713" y="1300163"/>
              <a:ext cx="363538" cy="390525"/>
            </a:xfrm>
            <a:custGeom>
              <a:avLst/>
              <a:gdLst>
                <a:gd name="T0" fmla="*/ 86 w 97"/>
                <a:gd name="T1" fmla="*/ 48 h 104"/>
                <a:gd name="T2" fmla="*/ 56 w 97"/>
                <a:gd name="T3" fmla="*/ 83 h 104"/>
                <a:gd name="T4" fmla="*/ 48 w 97"/>
                <a:gd name="T5" fmla="*/ 93 h 104"/>
                <a:gd name="T6" fmla="*/ 31 w 97"/>
                <a:gd name="T7" fmla="*/ 101 h 104"/>
                <a:gd name="T8" fmla="*/ 43 w 97"/>
                <a:gd name="T9" fmla="*/ 97 h 104"/>
                <a:gd name="T10" fmla="*/ 49 w 97"/>
                <a:gd name="T11" fmla="*/ 92 h 104"/>
                <a:gd name="T12" fmla="*/ 82 w 97"/>
                <a:gd name="T13" fmla="*/ 52 h 104"/>
                <a:gd name="T14" fmla="*/ 86 w 97"/>
                <a:gd name="T15" fmla="*/ 47 h 104"/>
                <a:gd name="T16" fmla="*/ 93 w 97"/>
                <a:gd name="T17" fmla="*/ 20 h 104"/>
                <a:gd name="T18" fmla="*/ 83 w 97"/>
                <a:gd name="T19" fmla="*/ 11 h 104"/>
                <a:gd name="T20" fmla="*/ 87 w 97"/>
                <a:gd name="T21" fmla="*/ 21 h 104"/>
                <a:gd name="T22" fmla="*/ 80 w 97"/>
                <a:gd name="T23" fmla="*/ 42 h 104"/>
                <a:gd name="T24" fmla="*/ 44 w 97"/>
                <a:gd name="T25" fmla="*/ 85 h 104"/>
                <a:gd name="T26" fmla="*/ 40 w 97"/>
                <a:gd name="T27" fmla="*/ 89 h 104"/>
                <a:gd name="T28" fmla="*/ 41 w 97"/>
                <a:gd name="T29" fmla="*/ 88 h 104"/>
                <a:gd name="T30" fmla="*/ 44 w 97"/>
                <a:gd name="T31" fmla="*/ 85 h 104"/>
                <a:gd name="T32" fmla="*/ 80 w 97"/>
                <a:gd name="T33" fmla="*/ 42 h 104"/>
                <a:gd name="T34" fmla="*/ 83 w 97"/>
                <a:gd name="T35" fmla="*/ 30 h 104"/>
                <a:gd name="T36" fmla="*/ 78 w 97"/>
                <a:gd name="T37" fmla="*/ 41 h 104"/>
                <a:gd name="T38" fmla="*/ 47 w 97"/>
                <a:gd name="T39" fmla="*/ 77 h 104"/>
                <a:gd name="T40" fmla="*/ 38 w 97"/>
                <a:gd name="T41" fmla="*/ 87 h 104"/>
                <a:gd name="T42" fmla="*/ 20 w 97"/>
                <a:gd name="T43" fmla="*/ 87 h 104"/>
                <a:gd name="T44" fmla="*/ 19 w 97"/>
                <a:gd name="T45" fmla="*/ 86 h 104"/>
                <a:gd name="T46" fmla="*/ 18 w 97"/>
                <a:gd name="T47" fmla="*/ 85 h 104"/>
                <a:gd name="T48" fmla="*/ 15 w 97"/>
                <a:gd name="T49" fmla="*/ 74 h 104"/>
                <a:gd name="T50" fmla="*/ 20 w 97"/>
                <a:gd name="T51" fmla="*/ 62 h 104"/>
                <a:gd name="T52" fmla="*/ 50 w 97"/>
                <a:gd name="T53" fmla="*/ 24 h 104"/>
                <a:gd name="T54" fmla="*/ 56 w 97"/>
                <a:gd name="T55" fmla="*/ 17 h 104"/>
                <a:gd name="T56" fmla="*/ 60 w 97"/>
                <a:gd name="T57" fmla="*/ 14 h 104"/>
                <a:gd name="T58" fmla="*/ 79 w 97"/>
                <a:gd name="T59" fmla="*/ 16 h 104"/>
                <a:gd name="T60" fmla="*/ 66 w 97"/>
                <a:gd name="T61" fmla="*/ 6 h 104"/>
                <a:gd name="T62" fmla="*/ 79 w 97"/>
                <a:gd name="T63" fmla="*/ 7 h 104"/>
                <a:gd name="T64" fmla="*/ 55 w 97"/>
                <a:gd name="T65" fmla="*/ 1 h 104"/>
                <a:gd name="T66" fmla="*/ 43 w 97"/>
                <a:gd name="T67" fmla="*/ 10 h 104"/>
                <a:gd name="T68" fmla="*/ 10 w 97"/>
                <a:gd name="T69" fmla="*/ 52 h 104"/>
                <a:gd name="T70" fmla="*/ 7 w 97"/>
                <a:gd name="T71" fmla="*/ 56 h 104"/>
                <a:gd name="T72" fmla="*/ 2 w 97"/>
                <a:gd name="T73" fmla="*/ 85 h 104"/>
                <a:gd name="T74" fmla="*/ 11 w 97"/>
                <a:gd name="T75" fmla="*/ 98 h 104"/>
                <a:gd name="T76" fmla="*/ 31 w 97"/>
                <a:gd name="T77" fmla="*/ 103 h 104"/>
                <a:gd name="T78" fmla="*/ 50 w 97"/>
                <a:gd name="T79" fmla="*/ 95 h 104"/>
                <a:gd name="T80" fmla="*/ 58 w 97"/>
                <a:gd name="T81" fmla="*/ 84 h 104"/>
                <a:gd name="T82" fmla="*/ 51 w 97"/>
                <a:gd name="T83" fmla="*/ 93 h 104"/>
                <a:gd name="T84" fmla="*/ 49 w 97"/>
                <a:gd name="T85" fmla="*/ 96 h 104"/>
                <a:gd name="T86" fmla="*/ 16 w 97"/>
                <a:gd name="T87" fmla="*/ 100 h 104"/>
                <a:gd name="T88" fmla="*/ 10 w 97"/>
                <a:gd name="T89" fmla="*/ 97 h 104"/>
                <a:gd name="T90" fmla="*/ 4 w 97"/>
                <a:gd name="T91" fmla="*/ 89 h 104"/>
                <a:gd name="T92" fmla="*/ 6 w 97"/>
                <a:gd name="T93" fmla="*/ 59 h 104"/>
                <a:gd name="T94" fmla="*/ 7 w 97"/>
                <a:gd name="T95" fmla="*/ 92 h 104"/>
                <a:gd name="T96" fmla="*/ 10 w 97"/>
                <a:gd name="T97" fmla="*/ 95 h 104"/>
                <a:gd name="T98" fmla="*/ 13 w 97"/>
                <a:gd name="T99" fmla="*/ 97 h 104"/>
                <a:gd name="T100" fmla="*/ 46 w 97"/>
                <a:gd name="T101" fmla="*/ 97 h 104"/>
                <a:gd name="T102" fmla="*/ 55 w 97"/>
                <a:gd name="T103" fmla="*/ 87 h 104"/>
                <a:gd name="T104" fmla="*/ 83 w 97"/>
                <a:gd name="T105" fmla="*/ 55 h 104"/>
                <a:gd name="T106" fmla="*/ 88 w 97"/>
                <a:gd name="T107" fmla="*/ 48 h 104"/>
                <a:gd name="T108" fmla="*/ 94 w 97"/>
                <a:gd name="T109" fmla="*/ 2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7" h="104">
                  <a:moveTo>
                    <a:pt x="92" y="37"/>
                  </a:moveTo>
                  <a:cubicBezTo>
                    <a:pt x="91" y="40"/>
                    <a:pt x="90" y="42"/>
                    <a:pt x="89" y="44"/>
                  </a:cubicBezTo>
                  <a:cubicBezTo>
                    <a:pt x="88" y="45"/>
                    <a:pt x="87" y="47"/>
                    <a:pt x="86" y="48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78" y="57"/>
                    <a:pt x="72" y="65"/>
                    <a:pt x="65" y="72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3"/>
                    <a:pt x="48" y="93"/>
                    <a:pt x="48" y="93"/>
                  </a:cubicBezTo>
                  <a:cubicBezTo>
                    <a:pt x="48" y="93"/>
                    <a:pt x="47" y="94"/>
                    <a:pt x="47" y="94"/>
                  </a:cubicBezTo>
                  <a:cubicBezTo>
                    <a:pt x="45" y="96"/>
                    <a:pt x="42" y="98"/>
                    <a:pt x="39" y="99"/>
                  </a:cubicBezTo>
                  <a:cubicBezTo>
                    <a:pt x="37" y="100"/>
                    <a:pt x="34" y="101"/>
                    <a:pt x="31" y="101"/>
                  </a:cubicBezTo>
                  <a:cubicBezTo>
                    <a:pt x="26" y="101"/>
                    <a:pt x="20" y="99"/>
                    <a:pt x="16" y="97"/>
                  </a:cubicBezTo>
                  <a:cubicBezTo>
                    <a:pt x="20" y="99"/>
                    <a:pt x="24" y="100"/>
                    <a:pt x="29" y="100"/>
                  </a:cubicBezTo>
                  <a:cubicBezTo>
                    <a:pt x="34" y="101"/>
                    <a:pt x="39" y="100"/>
                    <a:pt x="43" y="97"/>
                  </a:cubicBezTo>
                  <a:cubicBezTo>
                    <a:pt x="44" y="96"/>
                    <a:pt x="45" y="95"/>
                    <a:pt x="46" y="94"/>
                  </a:cubicBezTo>
                  <a:cubicBezTo>
                    <a:pt x="47" y="94"/>
                    <a:pt x="47" y="93"/>
                    <a:pt x="48" y="93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5" y="84"/>
                    <a:pt x="58" y="80"/>
                    <a:pt x="61" y="77"/>
                  </a:cubicBezTo>
                  <a:cubicBezTo>
                    <a:pt x="68" y="69"/>
                    <a:pt x="75" y="61"/>
                    <a:pt x="82" y="52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8" y="44"/>
                    <a:pt x="90" y="41"/>
                    <a:pt x="91" y="38"/>
                  </a:cubicBezTo>
                  <a:cubicBezTo>
                    <a:pt x="93" y="33"/>
                    <a:pt x="94" y="27"/>
                    <a:pt x="93" y="20"/>
                  </a:cubicBezTo>
                  <a:cubicBezTo>
                    <a:pt x="93" y="19"/>
                    <a:pt x="92" y="18"/>
                    <a:pt x="92" y="16"/>
                  </a:cubicBezTo>
                  <a:cubicBezTo>
                    <a:pt x="91" y="15"/>
                    <a:pt x="89" y="13"/>
                    <a:pt x="88" y="12"/>
                  </a:cubicBezTo>
                  <a:cubicBezTo>
                    <a:pt x="86" y="11"/>
                    <a:pt x="84" y="10"/>
                    <a:pt x="83" y="11"/>
                  </a:cubicBezTo>
                  <a:cubicBezTo>
                    <a:pt x="83" y="11"/>
                    <a:pt x="83" y="12"/>
                    <a:pt x="83" y="13"/>
                  </a:cubicBezTo>
                  <a:cubicBezTo>
                    <a:pt x="84" y="14"/>
                    <a:pt x="84" y="15"/>
                    <a:pt x="85" y="18"/>
                  </a:cubicBezTo>
                  <a:cubicBezTo>
                    <a:pt x="86" y="18"/>
                    <a:pt x="87" y="20"/>
                    <a:pt x="87" y="21"/>
                  </a:cubicBezTo>
                  <a:cubicBezTo>
                    <a:pt x="87" y="23"/>
                    <a:pt x="87" y="24"/>
                    <a:pt x="87" y="24"/>
                  </a:cubicBezTo>
                  <a:cubicBezTo>
                    <a:pt x="87" y="25"/>
                    <a:pt x="86" y="24"/>
                    <a:pt x="86" y="24"/>
                  </a:cubicBezTo>
                  <a:cubicBezTo>
                    <a:pt x="86" y="30"/>
                    <a:pt x="84" y="37"/>
                    <a:pt x="80" y="42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0" y="66"/>
                    <a:pt x="54" y="73"/>
                    <a:pt x="48" y="80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89"/>
                    <a:pt x="40" y="89"/>
                    <a:pt x="40" y="89"/>
                  </a:cubicBezTo>
                  <a:cubicBezTo>
                    <a:pt x="37" y="91"/>
                    <a:pt x="34" y="92"/>
                    <a:pt x="30" y="92"/>
                  </a:cubicBezTo>
                  <a:cubicBezTo>
                    <a:pt x="34" y="92"/>
                    <a:pt x="37" y="91"/>
                    <a:pt x="40" y="89"/>
                  </a:cubicBezTo>
                  <a:cubicBezTo>
                    <a:pt x="40" y="89"/>
                    <a:pt x="41" y="88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84" y="37"/>
                    <a:pt x="86" y="30"/>
                    <a:pt x="85" y="23"/>
                  </a:cubicBezTo>
                  <a:cubicBezTo>
                    <a:pt x="84" y="23"/>
                    <a:pt x="84" y="24"/>
                    <a:pt x="83" y="26"/>
                  </a:cubicBezTo>
                  <a:cubicBezTo>
                    <a:pt x="83" y="27"/>
                    <a:pt x="83" y="28"/>
                    <a:pt x="83" y="30"/>
                  </a:cubicBezTo>
                  <a:cubicBezTo>
                    <a:pt x="82" y="32"/>
                    <a:pt x="82" y="34"/>
                    <a:pt x="81" y="36"/>
                  </a:cubicBezTo>
                  <a:cubicBezTo>
                    <a:pt x="80" y="37"/>
                    <a:pt x="80" y="38"/>
                    <a:pt x="79" y="39"/>
                  </a:cubicBezTo>
                  <a:cubicBezTo>
                    <a:pt x="79" y="40"/>
                    <a:pt x="79" y="40"/>
                    <a:pt x="78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5" y="44"/>
                    <a:pt x="73" y="46"/>
                    <a:pt x="72" y="48"/>
                  </a:cubicBezTo>
                  <a:cubicBezTo>
                    <a:pt x="64" y="57"/>
                    <a:pt x="55" y="67"/>
                    <a:pt x="47" y="77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86"/>
                    <a:pt x="40" y="86"/>
                    <a:pt x="39" y="87"/>
                  </a:cubicBezTo>
                  <a:cubicBezTo>
                    <a:pt x="39" y="87"/>
                    <a:pt x="39" y="87"/>
                    <a:pt x="38" y="87"/>
                  </a:cubicBezTo>
                  <a:cubicBezTo>
                    <a:pt x="38" y="88"/>
                    <a:pt x="37" y="88"/>
                    <a:pt x="36" y="89"/>
                  </a:cubicBezTo>
                  <a:cubicBezTo>
                    <a:pt x="32" y="90"/>
                    <a:pt x="27" y="90"/>
                    <a:pt x="22" y="88"/>
                  </a:cubicBezTo>
                  <a:cubicBezTo>
                    <a:pt x="22" y="88"/>
                    <a:pt x="21" y="87"/>
                    <a:pt x="20" y="87"/>
                  </a:cubicBezTo>
                  <a:cubicBezTo>
                    <a:pt x="20" y="87"/>
                    <a:pt x="20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8" y="85"/>
                    <a:pt x="18" y="84"/>
                    <a:pt x="18" y="84"/>
                  </a:cubicBezTo>
                  <a:cubicBezTo>
                    <a:pt x="17" y="84"/>
                    <a:pt x="17" y="83"/>
                    <a:pt x="16" y="82"/>
                  </a:cubicBezTo>
                  <a:cubicBezTo>
                    <a:pt x="15" y="80"/>
                    <a:pt x="14" y="77"/>
                    <a:pt x="15" y="74"/>
                  </a:cubicBezTo>
                  <a:cubicBezTo>
                    <a:pt x="15" y="70"/>
                    <a:pt x="16" y="67"/>
                    <a:pt x="18" y="65"/>
                  </a:cubicBezTo>
                  <a:cubicBezTo>
                    <a:pt x="18" y="64"/>
                    <a:pt x="19" y="64"/>
                    <a:pt x="19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34" y="44"/>
                    <a:pt x="42" y="34"/>
                    <a:pt x="50" y="24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6"/>
                    <a:pt x="56" y="16"/>
                    <a:pt x="57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8" y="15"/>
                    <a:pt x="59" y="14"/>
                    <a:pt x="60" y="14"/>
                  </a:cubicBezTo>
                  <a:cubicBezTo>
                    <a:pt x="63" y="13"/>
                    <a:pt x="67" y="13"/>
                    <a:pt x="71" y="14"/>
                  </a:cubicBezTo>
                  <a:cubicBezTo>
                    <a:pt x="74" y="15"/>
                    <a:pt x="76" y="16"/>
                    <a:pt x="78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5"/>
                  </a:cubicBezTo>
                  <a:cubicBezTo>
                    <a:pt x="80" y="14"/>
                    <a:pt x="79" y="12"/>
                    <a:pt x="77" y="10"/>
                  </a:cubicBezTo>
                  <a:cubicBezTo>
                    <a:pt x="74" y="8"/>
                    <a:pt x="71" y="6"/>
                    <a:pt x="66" y="6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5"/>
                    <a:pt x="74" y="6"/>
                    <a:pt x="76" y="7"/>
                  </a:cubicBezTo>
                  <a:cubicBezTo>
                    <a:pt x="78" y="7"/>
                    <a:pt x="78" y="7"/>
                    <a:pt x="79" y="7"/>
                  </a:cubicBezTo>
                  <a:cubicBezTo>
                    <a:pt x="79" y="6"/>
                    <a:pt x="78" y="4"/>
                    <a:pt x="80" y="4"/>
                  </a:cubicBezTo>
                  <a:cubicBezTo>
                    <a:pt x="75" y="2"/>
                    <a:pt x="70" y="0"/>
                    <a:pt x="64" y="0"/>
                  </a:cubicBezTo>
                  <a:cubicBezTo>
                    <a:pt x="61" y="0"/>
                    <a:pt x="58" y="0"/>
                    <a:pt x="55" y="1"/>
                  </a:cubicBezTo>
                  <a:cubicBezTo>
                    <a:pt x="52" y="2"/>
                    <a:pt x="49" y="4"/>
                    <a:pt x="47" y="6"/>
                  </a:cubicBezTo>
                  <a:cubicBezTo>
                    <a:pt x="46" y="6"/>
                    <a:pt x="46" y="7"/>
                    <a:pt x="45" y="8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6" y="57"/>
                    <a:pt x="5" y="59"/>
                    <a:pt x="4" y="61"/>
                  </a:cubicBezTo>
                  <a:cubicBezTo>
                    <a:pt x="2" y="64"/>
                    <a:pt x="1" y="68"/>
                    <a:pt x="0" y="73"/>
                  </a:cubicBezTo>
                  <a:cubicBezTo>
                    <a:pt x="0" y="77"/>
                    <a:pt x="0" y="81"/>
                    <a:pt x="2" y="85"/>
                  </a:cubicBezTo>
                  <a:cubicBezTo>
                    <a:pt x="3" y="89"/>
                    <a:pt x="6" y="92"/>
                    <a:pt x="8" y="95"/>
                  </a:cubicBezTo>
                  <a:cubicBezTo>
                    <a:pt x="9" y="96"/>
                    <a:pt x="9" y="96"/>
                    <a:pt x="10" y="97"/>
                  </a:cubicBezTo>
                  <a:cubicBezTo>
                    <a:pt x="11" y="97"/>
                    <a:pt x="11" y="98"/>
                    <a:pt x="11" y="98"/>
                  </a:cubicBezTo>
                  <a:cubicBezTo>
                    <a:pt x="12" y="98"/>
                    <a:pt x="13" y="99"/>
                    <a:pt x="14" y="99"/>
                  </a:cubicBezTo>
                  <a:cubicBezTo>
                    <a:pt x="16" y="100"/>
                    <a:pt x="18" y="101"/>
                    <a:pt x="20" y="102"/>
                  </a:cubicBezTo>
                  <a:cubicBezTo>
                    <a:pt x="23" y="103"/>
                    <a:pt x="27" y="104"/>
                    <a:pt x="31" y="103"/>
                  </a:cubicBezTo>
                  <a:cubicBezTo>
                    <a:pt x="35" y="103"/>
                    <a:pt x="40" y="102"/>
                    <a:pt x="44" y="100"/>
                  </a:cubicBezTo>
                  <a:cubicBezTo>
                    <a:pt x="46" y="99"/>
                    <a:pt x="47" y="98"/>
                    <a:pt x="49" y="96"/>
                  </a:cubicBezTo>
                  <a:cubicBezTo>
                    <a:pt x="49" y="95"/>
                    <a:pt x="50" y="95"/>
                    <a:pt x="50" y="95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52" y="92"/>
                    <a:pt x="52" y="92"/>
                    <a:pt x="52" y="92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9" y="95"/>
                    <a:pt x="49" y="96"/>
                  </a:cubicBezTo>
                  <a:cubicBezTo>
                    <a:pt x="48" y="97"/>
                    <a:pt x="47" y="98"/>
                    <a:pt x="45" y="99"/>
                  </a:cubicBezTo>
                  <a:cubicBezTo>
                    <a:pt x="41" y="102"/>
                    <a:pt x="35" y="103"/>
                    <a:pt x="30" y="103"/>
                  </a:cubicBezTo>
                  <a:cubicBezTo>
                    <a:pt x="25" y="103"/>
                    <a:pt x="20" y="102"/>
                    <a:pt x="16" y="100"/>
                  </a:cubicBezTo>
                  <a:cubicBezTo>
                    <a:pt x="15" y="99"/>
                    <a:pt x="14" y="99"/>
                    <a:pt x="12" y="98"/>
                  </a:cubicBezTo>
                  <a:cubicBezTo>
                    <a:pt x="12" y="98"/>
                    <a:pt x="11" y="97"/>
                    <a:pt x="11" y="97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9" y="96"/>
                    <a:pt x="9" y="95"/>
                  </a:cubicBezTo>
                  <a:cubicBezTo>
                    <a:pt x="7" y="93"/>
                    <a:pt x="6" y="91"/>
                    <a:pt x="4" y="89"/>
                  </a:cubicBezTo>
                  <a:cubicBezTo>
                    <a:pt x="2" y="84"/>
                    <a:pt x="1" y="79"/>
                    <a:pt x="1" y="74"/>
                  </a:cubicBezTo>
                  <a:cubicBezTo>
                    <a:pt x="1" y="69"/>
                    <a:pt x="3" y="64"/>
                    <a:pt x="5" y="59"/>
                  </a:cubicBezTo>
                  <a:cubicBezTo>
                    <a:pt x="5" y="59"/>
                    <a:pt x="5" y="60"/>
                    <a:pt x="6" y="59"/>
                  </a:cubicBezTo>
                  <a:cubicBezTo>
                    <a:pt x="3" y="64"/>
                    <a:pt x="2" y="69"/>
                    <a:pt x="2" y="74"/>
                  </a:cubicBezTo>
                  <a:cubicBezTo>
                    <a:pt x="2" y="79"/>
                    <a:pt x="3" y="84"/>
                    <a:pt x="5" y="89"/>
                  </a:cubicBezTo>
                  <a:cubicBezTo>
                    <a:pt x="6" y="90"/>
                    <a:pt x="7" y="91"/>
                    <a:pt x="7" y="92"/>
                  </a:cubicBezTo>
                  <a:cubicBezTo>
                    <a:pt x="8" y="92"/>
                    <a:pt x="8" y="93"/>
                    <a:pt x="9" y="93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9" y="94"/>
                    <a:pt x="10" y="94"/>
                    <a:pt x="10" y="95"/>
                  </a:cubicBezTo>
                  <a:cubicBezTo>
                    <a:pt x="10" y="95"/>
                    <a:pt x="11" y="95"/>
                    <a:pt x="11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97"/>
                    <a:pt x="13" y="97"/>
                    <a:pt x="13" y="97"/>
                  </a:cubicBezTo>
                  <a:cubicBezTo>
                    <a:pt x="14" y="98"/>
                    <a:pt x="16" y="99"/>
                    <a:pt x="17" y="99"/>
                  </a:cubicBezTo>
                  <a:cubicBezTo>
                    <a:pt x="21" y="101"/>
                    <a:pt x="26" y="102"/>
                    <a:pt x="31" y="102"/>
                  </a:cubicBezTo>
                  <a:cubicBezTo>
                    <a:pt x="36" y="102"/>
                    <a:pt x="41" y="101"/>
                    <a:pt x="46" y="97"/>
                  </a:cubicBezTo>
                  <a:cubicBezTo>
                    <a:pt x="47" y="96"/>
                    <a:pt x="48" y="96"/>
                    <a:pt x="49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1"/>
                    <a:pt x="66" y="74"/>
                    <a:pt x="71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9" y="48"/>
                    <a:pt x="89" y="48"/>
                    <a:pt x="89" y="47"/>
                  </a:cubicBezTo>
                  <a:cubicBezTo>
                    <a:pt x="92" y="44"/>
                    <a:pt x="93" y="41"/>
                    <a:pt x="95" y="37"/>
                  </a:cubicBezTo>
                  <a:cubicBezTo>
                    <a:pt x="97" y="31"/>
                    <a:pt x="96" y="25"/>
                    <a:pt x="94" y="20"/>
                  </a:cubicBezTo>
                  <a:cubicBezTo>
                    <a:pt x="95" y="26"/>
                    <a:pt x="94" y="32"/>
                    <a:pt x="92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Freeform 28">
              <a:extLst>
                <a:ext uri="{FF2B5EF4-FFF2-40B4-BE49-F238E27FC236}">
                  <a16:creationId xmlns:a16="http://schemas.microsoft.com/office/drawing/2014/main" id="{3EFF8CDD-674C-0E19-C631-894ED0A05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251" y="1671638"/>
              <a:ext cx="4763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Freeform 29">
              <a:extLst>
                <a:ext uri="{FF2B5EF4-FFF2-40B4-BE49-F238E27FC236}">
                  <a16:creationId xmlns:a16="http://schemas.microsoft.com/office/drawing/2014/main" id="{0C526288-2E49-0E4E-CF5B-A02558973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963" y="1660526"/>
              <a:ext cx="3175" cy="3175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Freeform 30">
              <a:extLst>
                <a:ext uri="{FF2B5EF4-FFF2-40B4-BE49-F238E27FC236}">
                  <a16:creationId xmlns:a16="http://schemas.microsoft.com/office/drawing/2014/main" id="{D8332131-CC8C-3963-F7BC-6014D8534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0013" y="1674813"/>
              <a:ext cx="11113" cy="4763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Freeform 31">
              <a:extLst>
                <a:ext uri="{FF2B5EF4-FFF2-40B4-BE49-F238E27FC236}">
                  <a16:creationId xmlns:a16="http://schemas.microsoft.com/office/drawing/2014/main" id="{4341F434-1EAB-23F3-D531-DDF918773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63701"/>
              <a:ext cx="7938" cy="4763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Freeform 32">
              <a:extLst>
                <a:ext uri="{FF2B5EF4-FFF2-40B4-BE49-F238E27FC236}">
                  <a16:creationId xmlns:a16="http://schemas.microsoft.com/office/drawing/2014/main" id="{F72390A7-6A61-1CB3-36B3-1D4E551B6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076" y="1668463"/>
              <a:ext cx="3175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Freeform 33">
              <a:extLst>
                <a:ext uri="{FF2B5EF4-FFF2-40B4-BE49-F238E27FC236}">
                  <a16:creationId xmlns:a16="http://schemas.microsoft.com/office/drawing/2014/main" id="{E98DE31D-E46D-AB41-124F-BD0850C12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926" y="1292226"/>
              <a:ext cx="360363" cy="398463"/>
            </a:xfrm>
            <a:custGeom>
              <a:avLst/>
              <a:gdLst>
                <a:gd name="T0" fmla="*/ 38 w 96"/>
                <a:gd name="T1" fmla="*/ 88 h 106"/>
                <a:gd name="T2" fmla="*/ 46 w 96"/>
                <a:gd name="T3" fmla="*/ 98 h 106"/>
                <a:gd name="T4" fmla="*/ 42 w 96"/>
                <a:gd name="T5" fmla="*/ 93 h 106"/>
                <a:gd name="T6" fmla="*/ 12 w 96"/>
                <a:gd name="T7" fmla="*/ 55 h 106"/>
                <a:gd name="T8" fmla="*/ 0 w 96"/>
                <a:gd name="T9" fmla="*/ 29 h 106"/>
                <a:gd name="T10" fmla="*/ 6 w 96"/>
                <a:gd name="T11" fmla="*/ 14 h 106"/>
                <a:gd name="T12" fmla="*/ 5 w 96"/>
                <a:gd name="T13" fmla="*/ 43 h 106"/>
                <a:gd name="T14" fmla="*/ 20 w 96"/>
                <a:gd name="T15" fmla="*/ 64 h 106"/>
                <a:gd name="T16" fmla="*/ 45 w 96"/>
                <a:gd name="T17" fmla="*/ 96 h 106"/>
                <a:gd name="T18" fmla="*/ 48 w 96"/>
                <a:gd name="T19" fmla="*/ 99 h 106"/>
                <a:gd name="T20" fmla="*/ 67 w 96"/>
                <a:gd name="T21" fmla="*/ 106 h 106"/>
                <a:gd name="T22" fmla="*/ 86 w 96"/>
                <a:gd name="T23" fmla="*/ 98 h 106"/>
                <a:gd name="T24" fmla="*/ 95 w 96"/>
                <a:gd name="T25" fmla="*/ 86 h 106"/>
                <a:gd name="T26" fmla="*/ 92 w 96"/>
                <a:gd name="T27" fmla="*/ 86 h 106"/>
                <a:gd name="T28" fmla="*/ 81 w 96"/>
                <a:gd name="T29" fmla="*/ 99 h 106"/>
                <a:gd name="T30" fmla="*/ 49 w 96"/>
                <a:gd name="T31" fmla="*/ 97 h 106"/>
                <a:gd name="T32" fmla="*/ 40 w 96"/>
                <a:gd name="T33" fmla="*/ 86 h 106"/>
                <a:gd name="T34" fmla="*/ 44 w 96"/>
                <a:gd name="T35" fmla="*/ 91 h 106"/>
                <a:gd name="T36" fmla="*/ 50 w 96"/>
                <a:gd name="T37" fmla="*/ 98 h 106"/>
                <a:gd name="T38" fmla="*/ 78 w 96"/>
                <a:gd name="T39" fmla="*/ 101 h 106"/>
                <a:gd name="T40" fmla="*/ 92 w 96"/>
                <a:gd name="T41" fmla="*/ 69 h 106"/>
                <a:gd name="T42" fmla="*/ 83 w 96"/>
                <a:gd name="T43" fmla="*/ 59 h 106"/>
                <a:gd name="T44" fmla="*/ 86 w 96"/>
                <a:gd name="T45" fmla="*/ 70 h 106"/>
                <a:gd name="T46" fmla="*/ 85 w 96"/>
                <a:gd name="T47" fmla="*/ 82 h 106"/>
                <a:gd name="T48" fmla="*/ 57 w 96"/>
                <a:gd name="T49" fmla="*/ 93 h 106"/>
                <a:gd name="T50" fmla="*/ 53 w 96"/>
                <a:gd name="T51" fmla="*/ 90 h 106"/>
                <a:gd name="T52" fmla="*/ 28 w 96"/>
                <a:gd name="T53" fmla="*/ 57 h 106"/>
                <a:gd name="T54" fmla="*/ 54 w 96"/>
                <a:gd name="T55" fmla="*/ 91 h 106"/>
                <a:gd name="T56" fmla="*/ 62 w 96"/>
                <a:gd name="T57" fmla="*/ 95 h 106"/>
                <a:gd name="T58" fmla="*/ 84 w 96"/>
                <a:gd name="T59" fmla="*/ 72 h 106"/>
                <a:gd name="T60" fmla="*/ 79 w 96"/>
                <a:gd name="T61" fmla="*/ 87 h 106"/>
                <a:gd name="T62" fmla="*/ 72 w 96"/>
                <a:gd name="T63" fmla="*/ 92 h 106"/>
                <a:gd name="T64" fmla="*/ 56 w 96"/>
                <a:gd name="T65" fmla="*/ 89 h 106"/>
                <a:gd name="T66" fmla="*/ 23 w 96"/>
                <a:gd name="T67" fmla="*/ 47 h 106"/>
                <a:gd name="T68" fmla="*/ 18 w 96"/>
                <a:gd name="T69" fmla="*/ 40 h 106"/>
                <a:gd name="T70" fmla="*/ 17 w 96"/>
                <a:gd name="T71" fmla="*/ 21 h 106"/>
                <a:gd name="T72" fmla="*/ 21 w 96"/>
                <a:gd name="T73" fmla="*/ 18 h 106"/>
                <a:gd name="T74" fmla="*/ 37 w 96"/>
                <a:gd name="T75" fmla="*/ 17 h 106"/>
                <a:gd name="T76" fmla="*/ 39 w 96"/>
                <a:gd name="T77" fmla="*/ 19 h 106"/>
                <a:gd name="T78" fmla="*/ 70 w 96"/>
                <a:gd name="T79" fmla="*/ 57 h 106"/>
                <a:gd name="T80" fmla="*/ 83 w 96"/>
                <a:gd name="T81" fmla="*/ 53 h 106"/>
                <a:gd name="T82" fmla="*/ 55 w 96"/>
                <a:gd name="T83" fmla="*/ 16 h 106"/>
                <a:gd name="T84" fmla="*/ 48 w 96"/>
                <a:gd name="T85" fmla="*/ 7 h 106"/>
                <a:gd name="T86" fmla="*/ 12 w 96"/>
                <a:gd name="T87" fmla="*/ 6 h 106"/>
                <a:gd name="T88" fmla="*/ 7 w 96"/>
                <a:gd name="T89" fmla="*/ 10 h 106"/>
                <a:gd name="T90" fmla="*/ 2 w 96"/>
                <a:gd name="T91" fmla="*/ 4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106">
                  <a:moveTo>
                    <a:pt x="14" y="58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5" y="97"/>
                    <a:pt x="45" y="97"/>
                    <a:pt x="45" y="97"/>
                  </a:cubicBezTo>
                  <a:cubicBezTo>
                    <a:pt x="46" y="97"/>
                    <a:pt x="46" y="98"/>
                    <a:pt x="46" y="98"/>
                  </a:cubicBezTo>
                  <a:cubicBezTo>
                    <a:pt x="46" y="98"/>
                    <a:pt x="45" y="97"/>
                    <a:pt x="45" y="97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2" y="93"/>
                    <a:pt x="42" y="93"/>
                    <a:pt x="42" y="9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6" y="48"/>
                    <a:pt x="5" y="46"/>
                    <a:pt x="4" y="44"/>
                  </a:cubicBezTo>
                  <a:cubicBezTo>
                    <a:pt x="2" y="39"/>
                    <a:pt x="0" y="34"/>
                    <a:pt x="0" y="29"/>
                  </a:cubicBezTo>
                  <a:cubicBezTo>
                    <a:pt x="0" y="27"/>
                    <a:pt x="0" y="24"/>
                    <a:pt x="1" y="21"/>
                  </a:cubicBezTo>
                  <a:cubicBezTo>
                    <a:pt x="2" y="18"/>
                    <a:pt x="3" y="16"/>
                    <a:pt x="5" y="13"/>
                  </a:cubicBezTo>
                  <a:cubicBezTo>
                    <a:pt x="5" y="14"/>
                    <a:pt x="4" y="15"/>
                    <a:pt x="6" y="14"/>
                  </a:cubicBezTo>
                  <a:cubicBezTo>
                    <a:pt x="4" y="16"/>
                    <a:pt x="3" y="18"/>
                    <a:pt x="2" y="21"/>
                  </a:cubicBezTo>
                  <a:cubicBezTo>
                    <a:pt x="1" y="24"/>
                    <a:pt x="1" y="27"/>
                    <a:pt x="1" y="29"/>
                  </a:cubicBezTo>
                  <a:cubicBezTo>
                    <a:pt x="1" y="34"/>
                    <a:pt x="3" y="39"/>
                    <a:pt x="5" y="43"/>
                  </a:cubicBezTo>
                  <a:cubicBezTo>
                    <a:pt x="6" y="46"/>
                    <a:pt x="7" y="48"/>
                    <a:pt x="9" y="5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5" y="71"/>
                    <a:pt x="30" y="77"/>
                    <a:pt x="36" y="84"/>
                  </a:cubicBezTo>
                  <a:cubicBezTo>
                    <a:pt x="38" y="87"/>
                    <a:pt x="41" y="90"/>
                    <a:pt x="43" y="93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6" y="97"/>
                    <a:pt x="47" y="97"/>
                    <a:pt x="47" y="97"/>
                  </a:cubicBezTo>
                  <a:cubicBezTo>
                    <a:pt x="47" y="98"/>
                    <a:pt x="48" y="98"/>
                    <a:pt x="48" y="99"/>
                  </a:cubicBezTo>
                  <a:cubicBezTo>
                    <a:pt x="51" y="101"/>
                    <a:pt x="53" y="102"/>
                    <a:pt x="56" y="103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9" y="106"/>
                    <a:pt x="63" y="106"/>
                    <a:pt x="67" y="106"/>
                  </a:cubicBezTo>
                  <a:cubicBezTo>
                    <a:pt x="71" y="106"/>
                    <a:pt x="75" y="105"/>
                    <a:pt x="78" y="103"/>
                  </a:cubicBezTo>
                  <a:cubicBezTo>
                    <a:pt x="80" y="102"/>
                    <a:pt x="82" y="101"/>
                    <a:pt x="84" y="100"/>
                  </a:cubicBezTo>
                  <a:cubicBezTo>
                    <a:pt x="84" y="100"/>
                    <a:pt x="85" y="99"/>
                    <a:pt x="86" y="98"/>
                  </a:cubicBezTo>
                  <a:cubicBezTo>
                    <a:pt x="86" y="98"/>
                    <a:pt x="87" y="98"/>
                    <a:pt x="87" y="97"/>
                  </a:cubicBezTo>
                  <a:cubicBezTo>
                    <a:pt x="88" y="97"/>
                    <a:pt x="88" y="97"/>
                    <a:pt x="88" y="96"/>
                  </a:cubicBezTo>
                  <a:cubicBezTo>
                    <a:pt x="91" y="93"/>
                    <a:pt x="93" y="90"/>
                    <a:pt x="95" y="86"/>
                  </a:cubicBezTo>
                  <a:cubicBezTo>
                    <a:pt x="96" y="82"/>
                    <a:pt x="96" y="79"/>
                    <a:pt x="95" y="76"/>
                  </a:cubicBezTo>
                  <a:cubicBezTo>
                    <a:pt x="95" y="73"/>
                    <a:pt x="94" y="71"/>
                    <a:pt x="93" y="69"/>
                  </a:cubicBezTo>
                  <a:cubicBezTo>
                    <a:pt x="95" y="74"/>
                    <a:pt x="95" y="80"/>
                    <a:pt x="92" y="86"/>
                  </a:cubicBezTo>
                  <a:cubicBezTo>
                    <a:pt x="91" y="89"/>
                    <a:pt x="90" y="91"/>
                    <a:pt x="88" y="93"/>
                  </a:cubicBezTo>
                  <a:cubicBezTo>
                    <a:pt x="87" y="94"/>
                    <a:pt x="86" y="95"/>
                    <a:pt x="85" y="96"/>
                  </a:cubicBezTo>
                  <a:cubicBezTo>
                    <a:pt x="84" y="97"/>
                    <a:pt x="83" y="98"/>
                    <a:pt x="81" y="99"/>
                  </a:cubicBezTo>
                  <a:cubicBezTo>
                    <a:pt x="76" y="102"/>
                    <a:pt x="71" y="103"/>
                    <a:pt x="65" y="103"/>
                  </a:cubicBezTo>
                  <a:cubicBezTo>
                    <a:pt x="62" y="103"/>
                    <a:pt x="60" y="103"/>
                    <a:pt x="57" y="102"/>
                  </a:cubicBezTo>
                  <a:cubicBezTo>
                    <a:pt x="54" y="101"/>
                    <a:pt x="51" y="100"/>
                    <a:pt x="49" y="97"/>
                  </a:cubicBezTo>
                  <a:cubicBezTo>
                    <a:pt x="48" y="96"/>
                    <a:pt x="47" y="95"/>
                    <a:pt x="46" y="94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0" y="86"/>
                    <a:pt x="40" y="86"/>
                    <a:pt x="40" y="86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23" y="64"/>
                    <a:pt x="35" y="78"/>
                    <a:pt x="44" y="91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47" y="95"/>
                    <a:pt x="48" y="96"/>
                    <a:pt x="48" y="96"/>
                  </a:cubicBezTo>
                  <a:cubicBezTo>
                    <a:pt x="49" y="97"/>
                    <a:pt x="49" y="98"/>
                    <a:pt x="50" y="98"/>
                  </a:cubicBezTo>
                  <a:cubicBezTo>
                    <a:pt x="53" y="100"/>
                    <a:pt x="56" y="102"/>
                    <a:pt x="59" y="103"/>
                  </a:cubicBezTo>
                  <a:cubicBezTo>
                    <a:pt x="63" y="103"/>
                    <a:pt x="66" y="103"/>
                    <a:pt x="69" y="103"/>
                  </a:cubicBezTo>
                  <a:cubicBezTo>
                    <a:pt x="72" y="103"/>
                    <a:pt x="75" y="102"/>
                    <a:pt x="78" y="101"/>
                  </a:cubicBezTo>
                  <a:cubicBezTo>
                    <a:pt x="81" y="99"/>
                    <a:pt x="83" y="97"/>
                    <a:pt x="86" y="95"/>
                  </a:cubicBezTo>
                  <a:cubicBezTo>
                    <a:pt x="88" y="93"/>
                    <a:pt x="90" y="90"/>
                    <a:pt x="91" y="87"/>
                  </a:cubicBezTo>
                  <a:cubicBezTo>
                    <a:pt x="94" y="81"/>
                    <a:pt x="94" y="75"/>
                    <a:pt x="92" y="69"/>
                  </a:cubicBezTo>
                  <a:cubicBezTo>
                    <a:pt x="92" y="68"/>
                    <a:pt x="91" y="66"/>
                    <a:pt x="91" y="65"/>
                  </a:cubicBezTo>
                  <a:cubicBezTo>
                    <a:pt x="90" y="64"/>
                    <a:pt x="89" y="62"/>
                    <a:pt x="88" y="61"/>
                  </a:cubicBezTo>
                  <a:cubicBezTo>
                    <a:pt x="86" y="60"/>
                    <a:pt x="84" y="59"/>
                    <a:pt x="83" y="59"/>
                  </a:cubicBezTo>
                  <a:cubicBezTo>
                    <a:pt x="83" y="60"/>
                    <a:pt x="83" y="60"/>
                    <a:pt x="83" y="61"/>
                  </a:cubicBezTo>
                  <a:cubicBezTo>
                    <a:pt x="83" y="62"/>
                    <a:pt x="84" y="64"/>
                    <a:pt x="84" y="66"/>
                  </a:cubicBezTo>
                  <a:cubicBezTo>
                    <a:pt x="85" y="67"/>
                    <a:pt x="86" y="69"/>
                    <a:pt x="86" y="70"/>
                  </a:cubicBezTo>
                  <a:cubicBezTo>
                    <a:pt x="87" y="71"/>
                    <a:pt x="87" y="72"/>
                    <a:pt x="87" y="72"/>
                  </a:cubicBezTo>
                  <a:cubicBezTo>
                    <a:pt x="86" y="73"/>
                    <a:pt x="86" y="73"/>
                    <a:pt x="85" y="73"/>
                  </a:cubicBezTo>
                  <a:cubicBezTo>
                    <a:pt x="86" y="76"/>
                    <a:pt x="86" y="79"/>
                    <a:pt x="85" y="82"/>
                  </a:cubicBezTo>
                  <a:cubicBezTo>
                    <a:pt x="84" y="85"/>
                    <a:pt x="82" y="88"/>
                    <a:pt x="80" y="90"/>
                  </a:cubicBezTo>
                  <a:cubicBezTo>
                    <a:pt x="75" y="94"/>
                    <a:pt x="68" y="96"/>
                    <a:pt x="62" y="95"/>
                  </a:cubicBezTo>
                  <a:cubicBezTo>
                    <a:pt x="60" y="95"/>
                    <a:pt x="58" y="94"/>
                    <a:pt x="57" y="93"/>
                  </a:cubicBezTo>
                  <a:cubicBezTo>
                    <a:pt x="56" y="93"/>
                    <a:pt x="55" y="92"/>
                    <a:pt x="55" y="92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54" y="90"/>
                    <a:pt x="53" y="90"/>
                    <a:pt x="53" y="90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39" y="71"/>
                    <a:pt x="33" y="64"/>
                    <a:pt x="28" y="57"/>
                  </a:cubicBezTo>
                  <a:cubicBezTo>
                    <a:pt x="34" y="64"/>
                    <a:pt x="39" y="72"/>
                    <a:pt x="45" y="7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90"/>
                    <a:pt x="54" y="90"/>
                    <a:pt x="54" y="91"/>
                  </a:cubicBezTo>
                  <a:cubicBezTo>
                    <a:pt x="54" y="91"/>
                    <a:pt x="54" y="91"/>
                    <a:pt x="55" y="92"/>
                  </a:cubicBezTo>
                  <a:cubicBezTo>
                    <a:pt x="55" y="92"/>
                    <a:pt x="56" y="93"/>
                    <a:pt x="57" y="93"/>
                  </a:cubicBezTo>
                  <a:cubicBezTo>
                    <a:pt x="58" y="94"/>
                    <a:pt x="60" y="95"/>
                    <a:pt x="62" y="95"/>
                  </a:cubicBezTo>
                  <a:cubicBezTo>
                    <a:pt x="68" y="96"/>
                    <a:pt x="75" y="94"/>
                    <a:pt x="79" y="90"/>
                  </a:cubicBezTo>
                  <a:cubicBezTo>
                    <a:pt x="82" y="87"/>
                    <a:pt x="83" y="85"/>
                    <a:pt x="84" y="82"/>
                  </a:cubicBezTo>
                  <a:cubicBezTo>
                    <a:pt x="85" y="79"/>
                    <a:pt x="85" y="76"/>
                    <a:pt x="84" y="72"/>
                  </a:cubicBezTo>
                  <a:cubicBezTo>
                    <a:pt x="83" y="72"/>
                    <a:pt x="83" y="72"/>
                    <a:pt x="83" y="75"/>
                  </a:cubicBezTo>
                  <a:cubicBezTo>
                    <a:pt x="83" y="77"/>
                    <a:pt x="83" y="81"/>
                    <a:pt x="81" y="84"/>
                  </a:cubicBezTo>
                  <a:cubicBezTo>
                    <a:pt x="80" y="85"/>
                    <a:pt x="80" y="86"/>
                    <a:pt x="79" y="87"/>
                  </a:cubicBezTo>
                  <a:cubicBezTo>
                    <a:pt x="79" y="88"/>
                    <a:pt x="78" y="88"/>
                    <a:pt x="78" y="88"/>
                  </a:cubicBezTo>
                  <a:cubicBezTo>
                    <a:pt x="78" y="89"/>
                    <a:pt x="77" y="89"/>
                    <a:pt x="77" y="89"/>
                  </a:cubicBezTo>
                  <a:cubicBezTo>
                    <a:pt x="75" y="91"/>
                    <a:pt x="73" y="92"/>
                    <a:pt x="72" y="92"/>
                  </a:cubicBezTo>
                  <a:cubicBezTo>
                    <a:pt x="69" y="93"/>
                    <a:pt x="67" y="93"/>
                    <a:pt x="64" y="93"/>
                  </a:cubicBezTo>
                  <a:cubicBezTo>
                    <a:pt x="62" y="93"/>
                    <a:pt x="60" y="92"/>
                    <a:pt x="58" y="91"/>
                  </a:cubicBezTo>
                  <a:cubicBezTo>
                    <a:pt x="57" y="90"/>
                    <a:pt x="56" y="90"/>
                    <a:pt x="56" y="89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39" y="67"/>
                    <a:pt x="31" y="57"/>
                    <a:pt x="23" y="47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17" y="38"/>
                    <a:pt x="16" y="37"/>
                  </a:cubicBezTo>
                  <a:cubicBezTo>
                    <a:pt x="15" y="34"/>
                    <a:pt x="14" y="31"/>
                    <a:pt x="14" y="28"/>
                  </a:cubicBezTo>
                  <a:cubicBezTo>
                    <a:pt x="14" y="25"/>
                    <a:pt x="15" y="23"/>
                    <a:pt x="17" y="21"/>
                  </a:cubicBezTo>
                  <a:cubicBezTo>
                    <a:pt x="17" y="21"/>
                    <a:pt x="17" y="20"/>
                    <a:pt x="18" y="20"/>
                  </a:cubicBezTo>
                  <a:cubicBezTo>
                    <a:pt x="18" y="20"/>
                    <a:pt x="18" y="20"/>
                    <a:pt x="19" y="19"/>
                  </a:cubicBezTo>
                  <a:cubicBezTo>
                    <a:pt x="19" y="19"/>
                    <a:pt x="20" y="18"/>
                    <a:pt x="21" y="18"/>
                  </a:cubicBezTo>
                  <a:cubicBezTo>
                    <a:pt x="22" y="17"/>
                    <a:pt x="24" y="16"/>
                    <a:pt x="26" y="16"/>
                  </a:cubicBezTo>
                  <a:cubicBezTo>
                    <a:pt x="28" y="15"/>
                    <a:pt x="30" y="15"/>
                    <a:pt x="32" y="15"/>
                  </a:cubicBezTo>
                  <a:cubicBezTo>
                    <a:pt x="34" y="15"/>
                    <a:pt x="36" y="16"/>
                    <a:pt x="37" y="17"/>
                  </a:cubicBezTo>
                  <a:cubicBezTo>
                    <a:pt x="38" y="17"/>
                    <a:pt x="38" y="17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6" y="40"/>
                    <a:pt x="63" y="49"/>
                    <a:pt x="70" y="57"/>
                  </a:cubicBezTo>
                  <a:cubicBezTo>
                    <a:pt x="82" y="70"/>
                    <a:pt x="82" y="62"/>
                    <a:pt x="72" y="47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83" y="61"/>
                    <a:pt x="80" y="52"/>
                    <a:pt x="83" y="53"/>
                  </a:cubicBezTo>
                  <a:cubicBezTo>
                    <a:pt x="77" y="45"/>
                    <a:pt x="72" y="38"/>
                    <a:pt x="67" y="30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8"/>
                    <a:pt x="48" y="7"/>
                  </a:cubicBezTo>
                  <a:cubicBezTo>
                    <a:pt x="45" y="4"/>
                    <a:pt x="40" y="2"/>
                    <a:pt x="36" y="1"/>
                  </a:cubicBezTo>
                  <a:cubicBezTo>
                    <a:pt x="31" y="0"/>
                    <a:pt x="27" y="1"/>
                    <a:pt x="23" y="2"/>
                  </a:cubicBezTo>
                  <a:cubicBezTo>
                    <a:pt x="19" y="3"/>
                    <a:pt x="16" y="4"/>
                    <a:pt x="12" y="6"/>
                  </a:cubicBezTo>
                  <a:cubicBezTo>
                    <a:pt x="11" y="7"/>
                    <a:pt x="11" y="7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9"/>
                    <a:pt x="8" y="10"/>
                    <a:pt x="7" y="10"/>
                  </a:cubicBezTo>
                  <a:cubicBezTo>
                    <a:pt x="6" y="12"/>
                    <a:pt x="4" y="13"/>
                    <a:pt x="3" y="15"/>
                  </a:cubicBezTo>
                  <a:cubicBezTo>
                    <a:pt x="1" y="19"/>
                    <a:pt x="0" y="24"/>
                    <a:pt x="0" y="28"/>
                  </a:cubicBezTo>
                  <a:cubicBezTo>
                    <a:pt x="0" y="32"/>
                    <a:pt x="0" y="36"/>
                    <a:pt x="2" y="40"/>
                  </a:cubicBezTo>
                  <a:cubicBezTo>
                    <a:pt x="3" y="43"/>
                    <a:pt x="5" y="47"/>
                    <a:pt x="7" y="50"/>
                  </a:cubicBezTo>
                  <a:lnTo>
                    <a:pt x="14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Freeform 34">
              <a:extLst>
                <a:ext uri="{FF2B5EF4-FFF2-40B4-BE49-F238E27FC236}">
                  <a16:creationId xmlns:a16="http://schemas.microsoft.com/office/drawing/2014/main" id="{24313190-9C0D-2EBE-F735-870DBE2EE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6" y="954088"/>
              <a:ext cx="222250" cy="431800"/>
            </a:xfrm>
            <a:custGeom>
              <a:avLst/>
              <a:gdLst>
                <a:gd name="T0" fmla="*/ 0 w 59"/>
                <a:gd name="T1" fmla="*/ 87 h 115"/>
                <a:gd name="T2" fmla="*/ 17 w 59"/>
                <a:gd name="T3" fmla="*/ 113 h 115"/>
                <a:gd name="T4" fmla="*/ 47 w 59"/>
                <a:gd name="T5" fmla="*/ 110 h 115"/>
                <a:gd name="T6" fmla="*/ 48 w 59"/>
                <a:gd name="T7" fmla="*/ 108 h 115"/>
                <a:gd name="T8" fmla="*/ 51 w 59"/>
                <a:gd name="T9" fmla="*/ 106 h 115"/>
                <a:gd name="T10" fmla="*/ 58 w 59"/>
                <a:gd name="T11" fmla="*/ 87 h 115"/>
                <a:gd name="T12" fmla="*/ 58 w 59"/>
                <a:gd name="T13" fmla="*/ 73 h 115"/>
                <a:gd name="T14" fmla="*/ 58 w 59"/>
                <a:gd name="T15" fmla="*/ 85 h 115"/>
                <a:gd name="T16" fmla="*/ 57 w 59"/>
                <a:gd name="T17" fmla="*/ 92 h 115"/>
                <a:gd name="T18" fmla="*/ 48 w 59"/>
                <a:gd name="T19" fmla="*/ 108 h 115"/>
                <a:gd name="T20" fmla="*/ 47 w 59"/>
                <a:gd name="T21" fmla="*/ 108 h 115"/>
                <a:gd name="T22" fmla="*/ 29 w 59"/>
                <a:gd name="T23" fmla="*/ 115 h 115"/>
                <a:gd name="T24" fmla="*/ 1 w 59"/>
                <a:gd name="T25" fmla="*/ 92 h 115"/>
                <a:gd name="T26" fmla="*/ 37 w 59"/>
                <a:gd name="T27" fmla="*/ 113 h 115"/>
                <a:gd name="T28" fmla="*/ 48 w 59"/>
                <a:gd name="T29" fmla="*/ 106 h 115"/>
                <a:gd name="T30" fmla="*/ 57 w 59"/>
                <a:gd name="T31" fmla="*/ 87 h 115"/>
                <a:gd name="T32" fmla="*/ 57 w 59"/>
                <a:gd name="T33" fmla="*/ 53 h 115"/>
                <a:gd name="T34" fmla="*/ 59 w 59"/>
                <a:gd name="T35" fmla="*/ 30 h 115"/>
                <a:gd name="T36" fmla="*/ 43 w 59"/>
                <a:gd name="T37" fmla="*/ 2 h 115"/>
                <a:gd name="T38" fmla="*/ 57 w 59"/>
                <a:gd name="T39" fmla="*/ 25 h 115"/>
                <a:gd name="T40" fmla="*/ 57 w 59"/>
                <a:gd name="T41" fmla="*/ 31 h 115"/>
                <a:gd name="T42" fmla="*/ 56 w 59"/>
                <a:gd name="T43" fmla="*/ 81 h 115"/>
                <a:gd name="T44" fmla="*/ 56 w 59"/>
                <a:gd name="T45" fmla="*/ 88 h 115"/>
                <a:gd name="T46" fmla="*/ 47 w 59"/>
                <a:gd name="T47" fmla="*/ 105 h 115"/>
                <a:gd name="T48" fmla="*/ 46 w 59"/>
                <a:gd name="T49" fmla="*/ 107 h 115"/>
                <a:gd name="T50" fmla="*/ 41 w 59"/>
                <a:gd name="T51" fmla="*/ 110 h 115"/>
                <a:gd name="T52" fmla="*/ 46 w 59"/>
                <a:gd name="T53" fmla="*/ 106 h 115"/>
                <a:gd name="T54" fmla="*/ 55 w 59"/>
                <a:gd name="T55" fmla="*/ 93 h 115"/>
                <a:gd name="T56" fmla="*/ 55 w 59"/>
                <a:gd name="T57" fmla="*/ 79 h 115"/>
                <a:gd name="T58" fmla="*/ 56 w 59"/>
                <a:gd name="T59" fmla="*/ 26 h 115"/>
                <a:gd name="T60" fmla="*/ 39 w 59"/>
                <a:gd name="T61" fmla="*/ 1 h 115"/>
                <a:gd name="T62" fmla="*/ 31 w 59"/>
                <a:gd name="T63" fmla="*/ 4 h 115"/>
                <a:gd name="T64" fmla="*/ 41 w 59"/>
                <a:gd name="T65" fmla="*/ 9 h 115"/>
                <a:gd name="T66" fmla="*/ 48 w 59"/>
                <a:gd name="T67" fmla="*/ 49 h 115"/>
                <a:gd name="T68" fmla="*/ 47 w 59"/>
                <a:gd name="T69" fmla="*/ 86 h 115"/>
                <a:gd name="T70" fmla="*/ 47 w 59"/>
                <a:gd name="T71" fmla="*/ 89 h 115"/>
                <a:gd name="T72" fmla="*/ 47 w 59"/>
                <a:gd name="T73" fmla="*/ 76 h 115"/>
                <a:gd name="T74" fmla="*/ 39 w 59"/>
                <a:gd name="T75" fmla="*/ 11 h 115"/>
                <a:gd name="T76" fmla="*/ 46 w 59"/>
                <a:gd name="T77" fmla="*/ 25 h 115"/>
                <a:gd name="T78" fmla="*/ 46 w 59"/>
                <a:gd name="T79" fmla="*/ 37 h 115"/>
                <a:gd name="T80" fmla="*/ 45 w 59"/>
                <a:gd name="T81" fmla="*/ 86 h 115"/>
                <a:gd name="T82" fmla="*/ 44 w 59"/>
                <a:gd name="T83" fmla="*/ 92 h 115"/>
                <a:gd name="T84" fmla="*/ 39 w 59"/>
                <a:gd name="T85" fmla="*/ 98 h 115"/>
                <a:gd name="T86" fmla="*/ 34 w 59"/>
                <a:gd name="T87" fmla="*/ 101 h 115"/>
                <a:gd name="T88" fmla="*/ 18 w 59"/>
                <a:gd name="T89" fmla="*/ 96 h 115"/>
                <a:gd name="T90" fmla="*/ 14 w 59"/>
                <a:gd name="T91" fmla="*/ 85 h 115"/>
                <a:gd name="T92" fmla="*/ 14 w 59"/>
                <a:gd name="T93" fmla="*/ 36 h 115"/>
                <a:gd name="T94" fmla="*/ 14 w 59"/>
                <a:gd name="T95" fmla="*/ 26 h 115"/>
                <a:gd name="T96" fmla="*/ 22 w 59"/>
                <a:gd name="T97" fmla="*/ 13 h 115"/>
                <a:gd name="T98" fmla="*/ 30 w 59"/>
                <a:gd name="T99" fmla="*/ 9 h 115"/>
                <a:gd name="T100" fmla="*/ 13 w 59"/>
                <a:gd name="T101" fmla="*/ 10 h 115"/>
                <a:gd name="T102" fmla="*/ 23 w 59"/>
                <a:gd name="T103" fmla="*/ 2 h 115"/>
                <a:gd name="T104" fmla="*/ 0 w 59"/>
                <a:gd name="T105" fmla="*/ 24 h 115"/>
                <a:gd name="T106" fmla="*/ 0 w 59"/>
                <a:gd name="T107" fmla="*/ 3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115">
                  <a:moveTo>
                    <a:pt x="0" y="83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8"/>
                    <a:pt x="0" y="88"/>
                  </a:cubicBezTo>
                  <a:cubicBezTo>
                    <a:pt x="0" y="90"/>
                    <a:pt x="0" y="92"/>
                    <a:pt x="1" y="94"/>
                  </a:cubicBezTo>
                  <a:cubicBezTo>
                    <a:pt x="3" y="103"/>
                    <a:pt x="9" y="109"/>
                    <a:pt x="17" y="113"/>
                  </a:cubicBezTo>
                  <a:cubicBezTo>
                    <a:pt x="21" y="115"/>
                    <a:pt x="25" y="115"/>
                    <a:pt x="29" y="115"/>
                  </a:cubicBezTo>
                  <a:cubicBezTo>
                    <a:pt x="33" y="115"/>
                    <a:pt x="37" y="115"/>
                    <a:pt x="41" y="113"/>
                  </a:cubicBezTo>
                  <a:cubicBezTo>
                    <a:pt x="43" y="112"/>
                    <a:pt x="45" y="111"/>
                    <a:pt x="47" y="110"/>
                  </a:cubicBezTo>
                  <a:cubicBezTo>
                    <a:pt x="47" y="109"/>
                    <a:pt x="48" y="109"/>
                    <a:pt x="48" y="109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9" y="108"/>
                    <a:pt x="49" y="108"/>
                    <a:pt x="49" y="108"/>
                  </a:cubicBezTo>
                  <a:cubicBezTo>
                    <a:pt x="50" y="107"/>
                    <a:pt x="50" y="106"/>
                    <a:pt x="51" y="106"/>
                  </a:cubicBezTo>
                  <a:cubicBezTo>
                    <a:pt x="54" y="103"/>
                    <a:pt x="56" y="99"/>
                    <a:pt x="57" y="94"/>
                  </a:cubicBezTo>
                  <a:cubicBezTo>
                    <a:pt x="58" y="92"/>
                    <a:pt x="58" y="90"/>
                    <a:pt x="58" y="88"/>
                  </a:cubicBezTo>
                  <a:cubicBezTo>
                    <a:pt x="58" y="88"/>
                    <a:pt x="58" y="87"/>
                    <a:pt x="58" y="87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3"/>
                    <a:pt x="58" y="83"/>
                    <a:pt x="58" y="8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7"/>
                    <a:pt x="58" y="88"/>
                    <a:pt x="58" y="88"/>
                  </a:cubicBezTo>
                  <a:cubicBezTo>
                    <a:pt x="58" y="90"/>
                    <a:pt x="58" y="91"/>
                    <a:pt x="57" y="92"/>
                  </a:cubicBezTo>
                  <a:cubicBezTo>
                    <a:pt x="57" y="97"/>
                    <a:pt x="54" y="102"/>
                    <a:pt x="50" y="106"/>
                  </a:cubicBezTo>
                  <a:cubicBezTo>
                    <a:pt x="50" y="107"/>
                    <a:pt x="49" y="107"/>
                    <a:pt x="49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7" y="108"/>
                    <a:pt x="47" y="108"/>
                    <a:pt x="47" y="108"/>
                  </a:cubicBezTo>
                  <a:cubicBezTo>
                    <a:pt x="46" y="109"/>
                    <a:pt x="45" y="110"/>
                    <a:pt x="44" y="111"/>
                  </a:cubicBezTo>
                  <a:cubicBezTo>
                    <a:pt x="42" y="112"/>
                    <a:pt x="39" y="113"/>
                    <a:pt x="37" y="114"/>
                  </a:cubicBezTo>
                  <a:cubicBezTo>
                    <a:pt x="34" y="115"/>
                    <a:pt x="32" y="115"/>
                    <a:pt x="29" y="115"/>
                  </a:cubicBezTo>
                  <a:cubicBezTo>
                    <a:pt x="27" y="115"/>
                    <a:pt x="24" y="115"/>
                    <a:pt x="21" y="114"/>
                  </a:cubicBezTo>
                  <a:cubicBezTo>
                    <a:pt x="11" y="111"/>
                    <a:pt x="3" y="103"/>
                    <a:pt x="1" y="92"/>
                  </a:cubicBezTo>
                  <a:cubicBezTo>
                    <a:pt x="1" y="92"/>
                    <a:pt x="1" y="93"/>
                    <a:pt x="1" y="92"/>
                  </a:cubicBezTo>
                  <a:cubicBezTo>
                    <a:pt x="4" y="102"/>
                    <a:pt x="12" y="110"/>
                    <a:pt x="22" y="113"/>
                  </a:cubicBezTo>
                  <a:cubicBezTo>
                    <a:pt x="24" y="114"/>
                    <a:pt x="27" y="114"/>
                    <a:pt x="30" y="114"/>
                  </a:cubicBezTo>
                  <a:cubicBezTo>
                    <a:pt x="32" y="114"/>
                    <a:pt x="35" y="114"/>
                    <a:pt x="37" y="113"/>
                  </a:cubicBezTo>
                  <a:cubicBezTo>
                    <a:pt x="40" y="112"/>
                    <a:pt x="42" y="111"/>
                    <a:pt x="44" y="110"/>
                  </a:cubicBezTo>
                  <a:cubicBezTo>
                    <a:pt x="45" y="109"/>
                    <a:pt x="46" y="108"/>
                    <a:pt x="47" y="107"/>
                  </a:cubicBezTo>
                  <a:cubicBezTo>
                    <a:pt x="47" y="107"/>
                    <a:pt x="48" y="107"/>
                    <a:pt x="48" y="106"/>
                  </a:cubicBezTo>
                  <a:cubicBezTo>
                    <a:pt x="49" y="106"/>
                    <a:pt x="49" y="106"/>
                    <a:pt x="50" y="105"/>
                  </a:cubicBezTo>
                  <a:cubicBezTo>
                    <a:pt x="54" y="101"/>
                    <a:pt x="56" y="96"/>
                    <a:pt x="57" y="91"/>
                  </a:cubicBezTo>
                  <a:cubicBezTo>
                    <a:pt x="57" y="90"/>
                    <a:pt x="57" y="89"/>
                    <a:pt x="57" y="87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57" y="78"/>
                    <a:pt x="57" y="78"/>
                    <a:pt x="57" y="78"/>
                  </a:cubicBezTo>
                  <a:cubicBezTo>
                    <a:pt x="58" y="70"/>
                    <a:pt x="58" y="61"/>
                    <a:pt x="57" y="53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28"/>
                    <a:pt x="59" y="27"/>
                    <a:pt x="59" y="25"/>
                  </a:cubicBezTo>
                  <a:cubicBezTo>
                    <a:pt x="59" y="21"/>
                    <a:pt x="58" y="17"/>
                    <a:pt x="56" y="13"/>
                  </a:cubicBezTo>
                  <a:cubicBezTo>
                    <a:pt x="53" y="7"/>
                    <a:pt x="48" y="4"/>
                    <a:pt x="43" y="2"/>
                  </a:cubicBezTo>
                  <a:cubicBezTo>
                    <a:pt x="48" y="5"/>
                    <a:pt x="52" y="10"/>
                    <a:pt x="54" y="15"/>
                  </a:cubicBezTo>
                  <a:cubicBezTo>
                    <a:pt x="55" y="17"/>
                    <a:pt x="56" y="20"/>
                    <a:pt x="57" y="23"/>
                  </a:cubicBezTo>
                  <a:cubicBezTo>
                    <a:pt x="57" y="24"/>
                    <a:pt x="57" y="25"/>
                    <a:pt x="57" y="25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6" y="40"/>
                    <a:pt x="56" y="50"/>
                    <a:pt x="56" y="59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6" y="81"/>
                    <a:pt x="56" y="81"/>
                    <a:pt x="56" y="81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6" y="86"/>
                    <a:pt x="56" y="86"/>
                    <a:pt x="56" y="86"/>
                  </a:cubicBezTo>
                  <a:cubicBezTo>
                    <a:pt x="56" y="87"/>
                    <a:pt x="56" y="88"/>
                    <a:pt x="56" y="88"/>
                  </a:cubicBezTo>
                  <a:cubicBezTo>
                    <a:pt x="55" y="91"/>
                    <a:pt x="55" y="94"/>
                    <a:pt x="54" y="97"/>
                  </a:cubicBezTo>
                  <a:cubicBezTo>
                    <a:pt x="53" y="99"/>
                    <a:pt x="51" y="102"/>
                    <a:pt x="49" y="104"/>
                  </a:cubicBezTo>
                  <a:cubicBezTo>
                    <a:pt x="48" y="104"/>
                    <a:pt x="48" y="105"/>
                    <a:pt x="47" y="105"/>
                  </a:cubicBezTo>
                  <a:cubicBezTo>
                    <a:pt x="47" y="106"/>
                    <a:pt x="47" y="106"/>
                    <a:pt x="47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5" y="107"/>
                    <a:pt x="44" y="108"/>
                    <a:pt x="43" y="109"/>
                  </a:cubicBezTo>
                  <a:cubicBezTo>
                    <a:pt x="40" y="110"/>
                    <a:pt x="37" y="111"/>
                    <a:pt x="35" y="112"/>
                  </a:cubicBezTo>
                  <a:cubicBezTo>
                    <a:pt x="37" y="111"/>
                    <a:pt x="39" y="111"/>
                    <a:pt x="41" y="110"/>
                  </a:cubicBezTo>
                  <a:cubicBezTo>
                    <a:pt x="42" y="109"/>
                    <a:pt x="44" y="108"/>
                    <a:pt x="45" y="108"/>
                  </a:cubicBezTo>
                  <a:cubicBezTo>
                    <a:pt x="45" y="107"/>
                    <a:pt x="46" y="107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7" y="105"/>
                    <a:pt x="47" y="105"/>
                    <a:pt x="47" y="105"/>
                  </a:cubicBezTo>
                  <a:cubicBezTo>
                    <a:pt x="51" y="102"/>
                    <a:pt x="54" y="97"/>
                    <a:pt x="55" y="93"/>
                  </a:cubicBezTo>
                  <a:cubicBezTo>
                    <a:pt x="55" y="91"/>
                    <a:pt x="55" y="90"/>
                    <a:pt x="55" y="89"/>
                  </a:cubicBezTo>
                  <a:cubicBezTo>
                    <a:pt x="55" y="88"/>
                    <a:pt x="55" y="86"/>
                    <a:pt x="55" y="85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75"/>
                    <a:pt x="55" y="71"/>
                    <a:pt x="56" y="67"/>
                  </a:cubicBezTo>
                  <a:cubicBezTo>
                    <a:pt x="56" y="55"/>
                    <a:pt x="56" y="45"/>
                    <a:pt x="56" y="34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3"/>
                    <a:pt x="56" y="20"/>
                    <a:pt x="54" y="17"/>
                  </a:cubicBezTo>
                  <a:cubicBezTo>
                    <a:pt x="52" y="11"/>
                    <a:pt x="48" y="6"/>
                    <a:pt x="43" y="3"/>
                  </a:cubicBezTo>
                  <a:cubicBezTo>
                    <a:pt x="41" y="2"/>
                    <a:pt x="40" y="1"/>
                    <a:pt x="39" y="1"/>
                  </a:cubicBezTo>
                  <a:cubicBezTo>
                    <a:pt x="37" y="0"/>
                    <a:pt x="35" y="0"/>
                    <a:pt x="34" y="0"/>
                  </a:cubicBezTo>
                  <a:cubicBezTo>
                    <a:pt x="31" y="1"/>
                    <a:pt x="29" y="2"/>
                    <a:pt x="29" y="3"/>
                  </a:cubicBezTo>
                  <a:cubicBezTo>
                    <a:pt x="29" y="3"/>
                    <a:pt x="30" y="4"/>
                    <a:pt x="31" y="4"/>
                  </a:cubicBezTo>
                  <a:cubicBezTo>
                    <a:pt x="32" y="5"/>
                    <a:pt x="33" y="5"/>
                    <a:pt x="35" y="6"/>
                  </a:cubicBezTo>
                  <a:cubicBezTo>
                    <a:pt x="36" y="6"/>
                    <a:pt x="38" y="7"/>
                    <a:pt x="39" y="8"/>
                  </a:cubicBezTo>
                  <a:cubicBezTo>
                    <a:pt x="40" y="8"/>
                    <a:pt x="41" y="9"/>
                    <a:pt x="41" y="9"/>
                  </a:cubicBezTo>
                  <a:cubicBezTo>
                    <a:pt x="41" y="10"/>
                    <a:pt x="41" y="10"/>
                    <a:pt x="40" y="10"/>
                  </a:cubicBezTo>
                  <a:cubicBezTo>
                    <a:pt x="45" y="14"/>
                    <a:pt x="49" y="21"/>
                    <a:pt x="48" y="27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8"/>
                    <a:pt x="48" y="67"/>
                    <a:pt x="48" y="7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7" y="87"/>
                    <a:pt x="47" y="88"/>
                    <a:pt x="47" y="89"/>
                  </a:cubicBezTo>
                  <a:cubicBezTo>
                    <a:pt x="46" y="93"/>
                    <a:pt x="45" y="96"/>
                    <a:pt x="42" y="98"/>
                  </a:cubicBezTo>
                  <a:cubicBezTo>
                    <a:pt x="45" y="96"/>
                    <a:pt x="46" y="93"/>
                    <a:pt x="47" y="89"/>
                  </a:cubicBezTo>
                  <a:cubicBezTo>
                    <a:pt x="47" y="88"/>
                    <a:pt x="47" y="87"/>
                    <a:pt x="47" y="8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0"/>
                    <a:pt x="45" y="14"/>
                    <a:pt x="39" y="11"/>
                  </a:cubicBezTo>
                  <a:cubicBezTo>
                    <a:pt x="38" y="11"/>
                    <a:pt x="38" y="12"/>
                    <a:pt x="40" y="14"/>
                  </a:cubicBezTo>
                  <a:cubicBezTo>
                    <a:pt x="41" y="15"/>
                    <a:pt x="44" y="18"/>
                    <a:pt x="45" y="22"/>
                  </a:cubicBezTo>
                  <a:cubicBezTo>
                    <a:pt x="46" y="23"/>
                    <a:pt x="46" y="24"/>
                    <a:pt x="46" y="25"/>
                  </a:cubicBezTo>
                  <a:cubicBezTo>
                    <a:pt x="46" y="26"/>
                    <a:pt x="46" y="26"/>
                    <a:pt x="46" y="2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32"/>
                    <a:pt x="46" y="35"/>
                    <a:pt x="46" y="37"/>
                  </a:cubicBezTo>
                  <a:cubicBezTo>
                    <a:pt x="45" y="49"/>
                    <a:pt x="45" y="62"/>
                    <a:pt x="45" y="7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5" y="86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45" y="88"/>
                    <a:pt x="45" y="89"/>
                    <a:pt x="45" y="89"/>
                  </a:cubicBezTo>
                  <a:cubicBezTo>
                    <a:pt x="44" y="90"/>
                    <a:pt x="44" y="91"/>
                    <a:pt x="44" y="92"/>
                  </a:cubicBezTo>
                  <a:cubicBezTo>
                    <a:pt x="43" y="94"/>
                    <a:pt x="42" y="96"/>
                    <a:pt x="40" y="97"/>
                  </a:cubicBezTo>
                  <a:cubicBezTo>
                    <a:pt x="40" y="97"/>
                    <a:pt x="40" y="97"/>
                    <a:pt x="40" y="97"/>
                  </a:cubicBezTo>
                  <a:cubicBezTo>
                    <a:pt x="40" y="98"/>
                    <a:pt x="39" y="98"/>
                    <a:pt x="39" y="98"/>
                  </a:cubicBezTo>
                  <a:cubicBezTo>
                    <a:pt x="39" y="98"/>
                    <a:pt x="39" y="98"/>
                    <a:pt x="38" y="99"/>
                  </a:cubicBezTo>
                  <a:cubicBezTo>
                    <a:pt x="38" y="99"/>
                    <a:pt x="38" y="99"/>
                    <a:pt x="37" y="99"/>
                  </a:cubicBezTo>
                  <a:cubicBezTo>
                    <a:pt x="36" y="100"/>
                    <a:pt x="35" y="100"/>
                    <a:pt x="34" y="101"/>
                  </a:cubicBezTo>
                  <a:cubicBezTo>
                    <a:pt x="33" y="101"/>
                    <a:pt x="31" y="101"/>
                    <a:pt x="30" y="101"/>
                  </a:cubicBezTo>
                  <a:cubicBezTo>
                    <a:pt x="28" y="101"/>
                    <a:pt x="27" y="101"/>
                    <a:pt x="25" y="101"/>
                  </a:cubicBezTo>
                  <a:cubicBezTo>
                    <a:pt x="22" y="100"/>
                    <a:pt x="20" y="98"/>
                    <a:pt x="18" y="96"/>
                  </a:cubicBezTo>
                  <a:cubicBezTo>
                    <a:pt x="16" y="93"/>
                    <a:pt x="14" y="90"/>
                    <a:pt x="14" y="87"/>
                  </a:cubicBezTo>
                  <a:cubicBezTo>
                    <a:pt x="14" y="87"/>
                    <a:pt x="14" y="87"/>
                    <a:pt x="14" y="86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62"/>
                    <a:pt x="14" y="49"/>
                    <a:pt x="14" y="3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5"/>
                    <a:pt x="14" y="25"/>
                    <a:pt x="14" y="24"/>
                  </a:cubicBezTo>
                  <a:cubicBezTo>
                    <a:pt x="14" y="23"/>
                    <a:pt x="14" y="22"/>
                    <a:pt x="15" y="21"/>
                  </a:cubicBezTo>
                  <a:cubicBezTo>
                    <a:pt x="16" y="18"/>
                    <a:pt x="19" y="15"/>
                    <a:pt x="22" y="13"/>
                  </a:cubicBezTo>
                  <a:cubicBezTo>
                    <a:pt x="25" y="11"/>
                    <a:pt x="27" y="10"/>
                    <a:pt x="28" y="10"/>
                  </a:cubicBezTo>
                  <a:cubicBezTo>
                    <a:pt x="29" y="10"/>
                    <a:pt x="29" y="9"/>
                    <a:pt x="29" y="9"/>
                  </a:cubicBezTo>
                  <a:cubicBezTo>
                    <a:pt x="29" y="9"/>
                    <a:pt x="30" y="9"/>
                    <a:pt x="30" y="9"/>
                  </a:cubicBezTo>
                  <a:cubicBezTo>
                    <a:pt x="30" y="8"/>
                    <a:pt x="30" y="8"/>
                    <a:pt x="29" y="8"/>
                  </a:cubicBezTo>
                  <a:cubicBezTo>
                    <a:pt x="28" y="7"/>
                    <a:pt x="27" y="6"/>
                    <a:pt x="24" y="6"/>
                  </a:cubicBezTo>
                  <a:cubicBezTo>
                    <a:pt x="21" y="6"/>
                    <a:pt x="17" y="7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6"/>
                    <a:pt x="19" y="5"/>
                    <a:pt x="21" y="4"/>
                  </a:cubicBezTo>
                  <a:cubicBezTo>
                    <a:pt x="22" y="3"/>
                    <a:pt x="23" y="3"/>
                    <a:pt x="23" y="2"/>
                  </a:cubicBezTo>
                  <a:cubicBezTo>
                    <a:pt x="23" y="1"/>
                    <a:pt x="21" y="1"/>
                    <a:pt x="22" y="0"/>
                  </a:cubicBezTo>
                  <a:cubicBezTo>
                    <a:pt x="17" y="1"/>
                    <a:pt x="12" y="4"/>
                    <a:pt x="8" y="8"/>
                  </a:cubicBezTo>
                  <a:cubicBezTo>
                    <a:pt x="4" y="12"/>
                    <a:pt x="1" y="18"/>
                    <a:pt x="0" y="24"/>
                  </a:cubicBezTo>
                  <a:cubicBezTo>
                    <a:pt x="0" y="25"/>
                    <a:pt x="0" y="26"/>
                    <a:pt x="0" y="2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Freeform 35">
              <a:extLst>
                <a:ext uri="{FF2B5EF4-FFF2-40B4-BE49-F238E27FC236}">
                  <a16:creationId xmlns:a16="http://schemas.microsoft.com/office/drawing/2014/main" id="{52987482-BB00-05D2-53AA-39C4011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2851" y="2822576"/>
              <a:ext cx="49213" cy="33338"/>
            </a:xfrm>
            <a:custGeom>
              <a:avLst/>
              <a:gdLst>
                <a:gd name="T0" fmla="*/ 13 w 13"/>
                <a:gd name="T1" fmla="*/ 0 h 9"/>
                <a:gd name="T2" fmla="*/ 9 w 13"/>
                <a:gd name="T3" fmla="*/ 3 h 9"/>
                <a:gd name="T4" fmla="*/ 0 w 13"/>
                <a:gd name="T5" fmla="*/ 9 h 9"/>
                <a:gd name="T6" fmla="*/ 0 w 13"/>
                <a:gd name="T7" fmla="*/ 9 h 9"/>
                <a:gd name="T8" fmla="*/ 9 w 13"/>
                <a:gd name="T9" fmla="*/ 3 h 9"/>
                <a:gd name="T10" fmla="*/ 13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12" y="1"/>
                    <a:pt x="10" y="2"/>
                    <a:pt x="9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2"/>
                    <a:pt x="12" y="1"/>
                    <a:pt x="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Freeform 36">
              <a:extLst>
                <a:ext uri="{FF2B5EF4-FFF2-40B4-BE49-F238E27FC236}">
                  <a16:creationId xmlns:a16="http://schemas.microsoft.com/office/drawing/2014/main" id="{A1B627BD-49EB-D305-84F8-C970376AE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6" y="2833688"/>
              <a:ext cx="3175" cy="22225"/>
            </a:xfrm>
            <a:custGeom>
              <a:avLst/>
              <a:gdLst>
                <a:gd name="T0" fmla="*/ 2 w 2"/>
                <a:gd name="T1" fmla="*/ 14 h 14"/>
                <a:gd name="T2" fmla="*/ 2 w 2"/>
                <a:gd name="T3" fmla="*/ 14 h 14"/>
                <a:gd name="T4" fmla="*/ 0 w 2"/>
                <a:gd name="T5" fmla="*/ 0 h 14"/>
                <a:gd name="T6" fmla="*/ 2 w 2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4">
                  <a:moveTo>
                    <a:pt x="2" y="14"/>
                  </a:moveTo>
                  <a:lnTo>
                    <a:pt x="2" y="14"/>
                  </a:lnTo>
                  <a:lnTo>
                    <a:pt x="0" y="0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Freeform 37">
              <a:extLst>
                <a:ext uri="{FF2B5EF4-FFF2-40B4-BE49-F238E27FC236}">
                  <a16:creationId xmlns:a16="http://schemas.microsoft.com/office/drawing/2014/main" id="{8935AA0A-7564-43BC-D940-724964A9C8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6501" y="2674938"/>
              <a:ext cx="120650" cy="177800"/>
            </a:xfrm>
            <a:custGeom>
              <a:avLst/>
              <a:gdLst>
                <a:gd name="T0" fmla="*/ 1 w 32"/>
                <a:gd name="T1" fmla="*/ 18 h 47"/>
                <a:gd name="T2" fmla="*/ 3 w 32"/>
                <a:gd name="T3" fmla="*/ 14 h 47"/>
                <a:gd name="T4" fmla="*/ 3 w 32"/>
                <a:gd name="T5" fmla="*/ 13 h 47"/>
                <a:gd name="T6" fmla="*/ 5 w 32"/>
                <a:gd name="T7" fmla="*/ 12 h 47"/>
                <a:gd name="T8" fmla="*/ 2 w 32"/>
                <a:gd name="T9" fmla="*/ 19 h 47"/>
                <a:gd name="T10" fmla="*/ 1 w 32"/>
                <a:gd name="T11" fmla="*/ 38 h 47"/>
                <a:gd name="T12" fmla="*/ 11 w 32"/>
                <a:gd name="T13" fmla="*/ 41 h 47"/>
                <a:gd name="T14" fmla="*/ 15 w 32"/>
                <a:gd name="T15" fmla="*/ 39 h 47"/>
                <a:gd name="T16" fmla="*/ 25 w 32"/>
                <a:gd name="T17" fmla="*/ 27 h 47"/>
                <a:gd name="T18" fmla="*/ 4 w 32"/>
                <a:gd name="T19" fmla="*/ 44 h 47"/>
                <a:gd name="T20" fmla="*/ 10 w 32"/>
                <a:gd name="T21" fmla="*/ 40 h 47"/>
                <a:gd name="T22" fmla="*/ 18 w 32"/>
                <a:gd name="T23" fmla="*/ 34 h 47"/>
                <a:gd name="T24" fmla="*/ 25 w 32"/>
                <a:gd name="T25" fmla="*/ 26 h 47"/>
                <a:gd name="T26" fmla="*/ 20 w 32"/>
                <a:gd name="T27" fmla="*/ 22 h 47"/>
                <a:gd name="T28" fmla="*/ 17 w 32"/>
                <a:gd name="T29" fmla="*/ 23 h 47"/>
                <a:gd name="T30" fmla="*/ 14 w 32"/>
                <a:gd name="T31" fmla="*/ 26 h 47"/>
                <a:gd name="T32" fmla="*/ 15 w 32"/>
                <a:gd name="T33" fmla="*/ 22 h 47"/>
                <a:gd name="T34" fmla="*/ 16 w 32"/>
                <a:gd name="T35" fmla="*/ 20 h 47"/>
                <a:gd name="T36" fmla="*/ 16 w 32"/>
                <a:gd name="T37" fmla="*/ 19 h 47"/>
                <a:gd name="T38" fmla="*/ 17 w 32"/>
                <a:gd name="T39" fmla="*/ 19 h 47"/>
                <a:gd name="T40" fmla="*/ 21 w 32"/>
                <a:gd name="T41" fmla="*/ 20 h 47"/>
                <a:gd name="T42" fmla="*/ 24 w 32"/>
                <a:gd name="T43" fmla="*/ 17 h 47"/>
                <a:gd name="T44" fmla="*/ 27 w 32"/>
                <a:gd name="T45" fmla="*/ 22 h 47"/>
                <a:gd name="T46" fmla="*/ 28 w 32"/>
                <a:gd name="T47" fmla="*/ 8 h 47"/>
                <a:gd name="T48" fmla="*/ 27 w 32"/>
                <a:gd name="T49" fmla="*/ 5 h 47"/>
                <a:gd name="T50" fmla="*/ 26 w 32"/>
                <a:gd name="T51" fmla="*/ 5 h 47"/>
                <a:gd name="T52" fmla="*/ 20 w 32"/>
                <a:gd name="T53" fmla="*/ 1 h 47"/>
                <a:gd name="T54" fmla="*/ 20 w 32"/>
                <a:gd name="T55" fmla="*/ 1 h 47"/>
                <a:gd name="T56" fmla="*/ 15 w 32"/>
                <a:gd name="T57" fmla="*/ 2 h 47"/>
                <a:gd name="T58" fmla="*/ 5 w 32"/>
                <a:gd name="T59" fmla="*/ 10 h 47"/>
                <a:gd name="T60" fmla="*/ 3 w 32"/>
                <a:gd name="T61" fmla="*/ 14 h 47"/>
                <a:gd name="T62" fmla="*/ 2 w 32"/>
                <a:gd name="T63" fmla="*/ 16 h 47"/>
                <a:gd name="T64" fmla="*/ 0 w 32"/>
                <a:gd name="T65" fmla="*/ 38 h 47"/>
                <a:gd name="T66" fmla="*/ 1 w 32"/>
                <a:gd name="T67" fmla="*/ 38 h 47"/>
                <a:gd name="T68" fmla="*/ 11 w 32"/>
                <a:gd name="T69" fmla="*/ 29 h 47"/>
                <a:gd name="T70" fmla="*/ 11 w 32"/>
                <a:gd name="T71" fmla="*/ 29 h 47"/>
                <a:gd name="T72" fmla="*/ 11 w 32"/>
                <a:gd name="T73" fmla="*/ 29 h 47"/>
                <a:gd name="T74" fmla="*/ 3 w 32"/>
                <a:gd name="T75" fmla="*/ 24 h 47"/>
                <a:gd name="T76" fmla="*/ 4 w 32"/>
                <a:gd name="T77" fmla="*/ 42 h 47"/>
                <a:gd name="T78" fmla="*/ 6 w 32"/>
                <a:gd name="T79" fmla="*/ 32 h 47"/>
                <a:gd name="T80" fmla="*/ 5 w 32"/>
                <a:gd name="T81" fmla="*/ 33 h 47"/>
                <a:gd name="T82" fmla="*/ 6 w 32"/>
                <a:gd name="T83" fmla="*/ 32 h 47"/>
                <a:gd name="T84" fmla="*/ 11 w 32"/>
                <a:gd name="T85" fmla="*/ 34 h 47"/>
                <a:gd name="T86" fmla="*/ 11 w 32"/>
                <a:gd name="T87" fmla="*/ 36 h 47"/>
                <a:gd name="T88" fmla="*/ 21 w 32"/>
                <a:gd name="T89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" h="47">
                  <a:moveTo>
                    <a:pt x="0" y="25"/>
                  </a:moveTo>
                  <a:cubicBezTo>
                    <a:pt x="0" y="23"/>
                    <a:pt x="1" y="21"/>
                    <a:pt x="1" y="18"/>
                  </a:cubicBezTo>
                  <a:cubicBezTo>
                    <a:pt x="2" y="17"/>
                    <a:pt x="2" y="16"/>
                    <a:pt x="3" y="1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2"/>
                    <a:pt x="4" y="12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4" y="13"/>
                    <a:pt x="4" y="14"/>
                    <a:pt x="3" y="15"/>
                  </a:cubicBezTo>
                  <a:cubicBezTo>
                    <a:pt x="3" y="16"/>
                    <a:pt x="3" y="18"/>
                    <a:pt x="2" y="19"/>
                  </a:cubicBezTo>
                  <a:cubicBezTo>
                    <a:pt x="2" y="21"/>
                    <a:pt x="1" y="23"/>
                    <a:pt x="1" y="25"/>
                  </a:cubicBezTo>
                  <a:cubicBezTo>
                    <a:pt x="1" y="29"/>
                    <a:pt x="1" y="34"/>
                    <a:pt x="1" y="38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3" y="39"/>
                    <a:pt x="15" y="3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8" y="37"/>
                    <a:pt x="21" y="34"/>
                    <a:pt x="24" y="32"/>
                  </a:cubicBezTo>
                  <a:cubicBezTo>
                    <a:pt x="25" y="30"/>
                    <a:pt x="25" y="29"/>
                    <a:pt x="25" y="27"/>
                  </a:cubicBezTo>
                  <a:cubicBezTo>
                    <a:pt x="20" y="32"/>
                    <a:pt x="15" y="36"/>
                    <a:pt x="10" y="40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3" y="38"/>
                    <a:pt x="16" y="36"/>
                    <a:pt x="18" y="34"/>
                  </a:cubicBezTo>
                  <a:cubicBezTo>
                    <a:pt x="20" y="31"/>
                    <a:pt x="22" y="29"/>
                    <a:pt x="24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5"/>
                    <a:pt x="25" y="25"/>
                    <a:pt x="25" y="24"/>
                  </a:cubicBezTo>
                  <a:cubicBezTo>
                    <a:pt x="24" y="22"/>
                    <a:pt x="22" y="21"/>
                    <a:pt x="20" y="22"/>
                  </a:cubicBezTo>
                  <a:cubicBezTo>
                    <a:pt x="19" y="23"/>
                    <a:pt x="19" y="24"/>
                    <a:pt x="19" y="24"/>
                  </a:cubicBezTo>
                  <a:cubicBezTo>
                    <a:pt x="18" y="24"/>
                    <a:pt x="18" y="23"/>
                    <a:pt x="17" y="23"/>
                  </a:cubicBezTo>
                  <a:cubicBezTo>
                    <a:pt x="16" y="24"/>
                    <a:pt x="15" y="26"/>
                    <a:pt x="14" y="27"/>
                  </a:cubicBezTo>
                  <a:cubicBezTo>
                    <a:pt x="14" y="27"/>
                    <a:pt x="14" y="26"/>
                    <a:pt x="14" y="26"/>
                  </a:cubicBezTo>
                  <a:cubicBezTo>
                    <a:pt x="15" y="25"/>
                    <a:pt x="16" y="24"/>
                    <a:pt x="17" y="22"/>
                  </a:cubicBezTo>
                  <a:cubicBezTo>
                    <a:pt x="16" y="22"/>
                    <a:pt x="16" y="22"/>
                    <a:pt x="15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20"/>
                    <a:pt x="20" y="20"/>
                    <a:pt x="21" y="20"/>
                  </a:cubicBezTo>
                  <a:cubicBezTo>
                    <a:pt x="21" y="19"/>
                    <a:pt x="22" y="18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20"/>
                    <a:pt x="24" y="20"/>
                    <a:pt x="25" y="21"/>
                  </a:cubicBezTo>
                  <a:cubicBezTo>
                    <a:pt x="25" y="21"/>
                    <a:pt x="27" y="21"/>
                    <a:pt x="27" y="22"/>
                  </a:cubicBezTo>
                  <a:cubicBezTo>
                    <a:pt x="28" y="18"/>
                    <a:pt x="28" y="15"/>
                    <a:pt x="29" y="11"/>
                  </a:cubicBezTo>
                  <a:cubicBezTo>
                    <a:pt x="29" y="11"/>
                    <a:pt x="28" y="9"/>
                    <a:pt x="28" y="8"/>
                  </a:cubicBezTo>
                  <a:cubicBezTo>
                    <a:pt x="28" y="8"/>
                    <a:pt x="28" y="7"/>
                    <a:pt x="27" y="6"/>
                  </a:cubicBezTo>
                  <a:cubicBezTo>
                    <a:pt x="27" y="6"/>
                    <a:pt x="27" y="6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32" y="8"/>
                    <a:pt x="19" y="0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1" y="4"/>
                    <a:pt x="10" y="5"/>
                  </a:cubicBezTo>
                  <a:cubicBezTo>
                    <a:pt x="8" y="7"/>
                    <a:pt x="7" y="8"/>
                    <a:pt x="5" y="10"/>
                  </a:cubicBezTo>
                  <a:cubicBezTo>
                    <a:pt x="4" y="11"/>
                    <a:pt x="4" y="12"/>
                    <a:pt x="3" y="13"/>
                  </a:cubicBezTo>
                  <a:cubicBezTo>
                    <a:pt x="3" y="13"/>
                    <a:pt x="3" y="13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0" y="20"/>
                    <a:pt x="0" y="23"/>
                    <a:pt x="0" y="27"/>
                  </a:cubicBezTo>
                  <a:cubicBezTo>
                    <a:pt x="0" y="31"/>
                    <a:pt x="0" y="34"/>
                    <a:pt x="0" y="38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0" y="34"/>
                    <a:pt x="0" y="29"/>
                    <a:pt x="0" y="25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3" y="37"/>
                  </a:moveTo>
                  <a:cubicBezTo>
                    <a:pt x="2" y="33"/>
                    <a:pt x="2" y="28"/>
                    <a:pt x="3" y="24"/>
                  </a:cubicBezTo>
                  <a:cubicBezTo>
                    <a:pt x="2" y="28"/>
                    <a:pt x="3" y="33"/>
                    <a:pt x="3" y="37"/>
                  </a:cubicBezTo>
                  <a:cubicBezTo>
                    <a:pt x="4" y="42"/>
                    <a:pt x="4" y="42"/>
                    <a:pt x="4" y="42"/>
                  </a:cubicBezTo>
                  <a:lnTo>
                    <a:pt x="3" y="37"/>
                  </a:lnTo>
                  <a:close/>
                  <a:moveTo>
                    <a:pt x="6" y="32"/>
                  </a:moveTo>
                  <a:cubicBezTo>
                    <a:pt x="6" y="32"/>
                    <a:pt x="6" y="32"/>
                    <a:pt x="6" y="32"/>
                  </a:cubicBezTo>
                  <a:cubicBezTo>
                    <a:pt x="6" y="33"/>
                    <a:pt x="5" y="33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6" y="33"/>
                    <a:pt x="6" y="32"/>
                  </a:cubicBezTo>
                  <a:close/>
                  <a:moveTo>
                    <a:pt x="11" y="36"/>
                  </a:move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5"/>
                    <a:pt x="11" y="35"/>
                    <a:pt x="11" y="36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Freeform 38">
              <a:extLst>
                <a:ext uri="{FF2B5EF4-FFF2-40B4-BE49-F238E27FC236}">
                  <a16:creationId xmlns:a16="http://schemas.microsoft.com/office/drawing/2014/main" id="{F4EF6677-5842-CA9F-2393-08DE27C3A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426" y="2652713"/>
              <a:ext cx="112713" cy="173038"/>
            </a:xfrm>
            <a:custGeom>
              <a:avLst/>
              <a:gdLst>
                <a:gd name="T0" fmla="*/ 15 w 30"/>
                <a:gd name="T1" fmla="*/ 42 h 46"/>
                <a:gd name="T2" fmla="*/ 16 w 30"/>
                <a:gd name="T3" fmla="*/ 41 h 46"/>
                <a:gd name="T4" fmla="*/ 17 w 30"/>
                <a:gd name="T5" fmla="*/ 36 h 46"/>
                <a:gd name="T6" fmla="*/ 14 w 30"/>
                <a:gd name="T7" fmla="*/ 36 h 46"/>
                <a:gd name="T8" fmla="*/ 10 w 30"/>
                <a:gd name="T9" fmla="*/ 40 h 46"/>
                <a:gd name="T10" fmla="*/ 7 w 30"/>
                <a:gd name="T11" fmla="*/ 43 h 46"/>
                <a:gd name="T12" fmla="*/ 6 w 30"/>
                <a:gd name="T13" fmla="*/ 41 h 46"/>
                <a:gd name="T14" fmla="*/ 5 w 30"/>
                <a:gd name="T15" fmla="*/ 36 h 46"/>
                <a:gd name="T16" fmla="*/ 4 w 30"/>
                <a:gd name="T17" fmla="*/ 37 h 46"/>
                <a:gd name="T18" fmla="*/ 3 w 30"/>
                <a:gd name="T19" fmla="*/ 31 h 46"/>
                <a:gd name="T20" fmla="*/ 4 w 30"/>
                <a:gd name="T21" fmla="*/ 36 h 46"/>
                <a:gd name="T22" fmla="*/ 4 w 30"/>
                <a:gd name="T23" fmla="*/ 36 h 46"/>
                <a:gd name="T24" fmla="*/ 5 w 30"/>
                <a:gd name="T25" fmla="*/ 36 h 46"/>
                <a:gd name="T26" fmla="*/ 5 w 30"/>
                <a:gd name="T27" fmla="*/ 37 h 46"/>
                <a:gd name="T28" fmla="*/ 7 w 30"/>
                <a:gd name="T29" fmla="*/ 43 h 46"/>
                <a:gd name="T30" fmla="*/ 12 w 30"/>
                <a:gd name="T31" fmla="*/ 38 h 46"/>
                <a:gd name="T32" fmla="*/ 14 w 30"/>
                <a:gd name="T33" fmla="*/ 36 h 46"/>
                <a:gd name="T34" fmla="*/ 15 w 30"/>
                <a:gd name="T35" fmla="*/ 38 h 46"/>
                <a:gd name="T36" fmla="*/ 15 w 30"/>
                <a:gd name="T37" fmla="*/ 38 h 46"/>
                <a:gd name="T38" fmla="*/ 25 w 30"/>
                <a:gd name="T39" fmla="*/ 26 h 46"/>
                <a:gd name="T40" fmla="*/ 24 w 30"/>
                <a:gd name="T41" fmla="*/ 20 h 46"/>
                <a:gd name="T42" fmla="*/ 19 w 30"/>
                <a:gd name="T43" fmla="*/ 20 h 46"/>
                <a:gd name="T44" fmla="*/ 12 w 30"/>
                <a:gd name="T45" fmla="*/ 27 h 46"/>
                <a:gd name="T46" fmla="*/ 12 w 30"/>
                <a:gd name="T47" fmla="*/ 27 h 46"/>
                <a:gd name="T48" fmla="*/ 12 w 30"/>
                <a:gd name="T49" fmla="*/ 27 h 46"/>
                <a:gd name="T50" fmla="*/ 13 w 30"/>
                <a:gd name="T51" fmla="*/ 26 h 46"/>
                <a:gd name="T52" fmla="*/ 17 w 30"/>
                <a:gd name="T53" fmla="*/ 18 h 46"/>
                <a:gd name="T54" fmla="*/ 15 w 30"/>
                <a:gd name="T55" fmla="*/ 20 h 46"/>
                <a:gd name="T56" fmla="*/ 14 w 30"/>
                <a:gd name="T57" fmla="*/ 19 h 46"/>
                <a:gd name="T58" fmla="*/ 15 w 30"/>
                <a:gd name="T59" fmla="*/ 16 h 46"/>
                <a:gd name="T60" fmla="*/ 16 w 30"/>
                <a:gd name="T61" fmla="*/ 15 h 46"/>
                <a:gd name="T62" fmla="*/ 18 w 30"/>
                <a:gd name="T63" fmla="*/ 16 h 46"/>
                <a:gd name="T64" fmla="*/ 20 w 30"/>
                <a:gd name="T65" fmla="*/ 17 h 46"/>
                <a:gd name="T66" fmla="*/ 25 w 30"/>
                <a:gd name="T67" fmla="*/ 13 h 46"/>
                <a:gd name="T68" fmla="*/ 29 w 30"/>
                <a:gd name="T69" fmla="*/ 18 h 46"/>
                <a:gd name="T70" fmla="*/ 28 w 30"/>
                <a:gd name="T71" fmla="*/ 2 h 46"/>
                <a:gd name="T72" fmla="*/ 18 w 30"/>
                <a:gd name="T73" fmla="*/ 0 h 46"/>
                <a:gd name="T74" fmla="*/ 0 w 30"/>
                <a:gd name="T75" fmla="*/ 28 h 46"/>
                <a:gd name="T76" fmla="*/ 2 w 30"/>
                <a:gd name="T77" fmla="*/ 40 h 46"/>
                <a:gd name="T78" fmla="*/ 2 w 30"/>
                <a:gd name="T79" fmla="*/ 40 h 46"/>
                <a:gd name="T80" fmla="*/ 3 w 30"/>
                <a:gd name="T81" fmla="*/ 39 h 46"/>
                <a:gd name="T82" fmla="*/ 6 w 30"/>
                <a:gd name="T83" fmla="*/ 44 h 46"/>
                <a:gd name="T84" fmla="*/ 11 w 30"/>
                <a:gd name="T85" fmla="*/ 41 h 46"/>
                <a:gd name="T86" fmla="*/ 6 w 30"/>
                <a:gd name="T87" fmla="*/ 45 h 46"/>
                <a:gd name="T88" fmla="*/ 4 w 30"/>
                <a:gd name="T89" fmla="*/ 40 h 46"/>
                <a:gd name="T90" fmla="*/ 4 w 30"/>
                <a:gd name="T91" fmla="*/ 38 h 46"/>
                <a:gd name="T92" fmla="*/ 2 w 30"/>
                <a:gd name="T93" fmla="*/ 40 h 46"/>
                <a:gd name="T94" fmla="*/ 2 w 30"/>
                <a:gd name="T95" fmla="*/ 38 h 46"/>
                <a:gd name="T96" fmla="*/ 3 w 30"/>
                <a:gd name="T97" fmla="*/ 17 h 46"/>
                <a:gd name="T98" fmla="*/ 4 w 30"/>
                <a:gd name="T99" fmla="*/ 38 h 46"/>
                <a:gd name="T100" fmla="*/ 4 w 30"/>
                <a:gd name="T101" fmla="*/ 38 h 46"/>
                <a:gd name="T102" fmla="*/ 6 w 30"/>
                <a:gd name="T103" fmla="*/ 44 h 46"/>
                <a:gd name="T104" fmla="*/ 7 w 30"/>
                <a:gd name="T105" fmla="*/ 44 h 46"/>
                <a:gd name="T106" fmla="*/ 11 w 30"/>
                <a:gd name="T107" fmla="*/ 41 h 46"/>
                <a:gd name="T108" fmla="*/ 14 w 30"/>
                <a:gd name="T109" fmla="*/ 38 h 46"/>
                <a:gd name="T110" fmla="*/ 15 w 30"/>
                <a:gd name="T111" fmla="*/ 4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" h="46">
                  <a:moveTo>
                    <a:pt x="15" y="42"/>
                  </a:move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8" y="39"/>
                    <a:pt x="20" y="36"/>
                    <a:pt x="22" y="34"/>
                  </a:cubicBezTo>
                  <a:cubicBezTo>
                    <a:pt x="24" y="32"/>
                    <a:pt x="25" y="29"/>
                    <a:pt x="25" y="27"/>
                  </a:cubicBezTo>
                  <a:cubicBezTo>
                    <a:pt x="22" y="30"/>
                    <a:pt x="20" y="33"/>
                    <a:pt x="17" y="36"/>
                  </a:cubicBezTo>
                  <a:cubicBezTo>
                    <a:pt x="16" y="37"/>
                    <a:pt x="16" y="38"/>
                    <a:pt x="15" y="38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9" y="41"/>
                    <a:pt x="8" y="42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0"/>
                    <a:pt x="6" y="40"/>
                    <a:pt x="5" y="39"/>
                  </a:cubicBezTo>
                  <a:cubicBezTo>
                    <a:pt x="5" y="38"/>
                    <a:pt x="5" y="37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6"/>
                    <a:pt x="3" y="36"/>
                    <a:pt x="3" y="36"/>
                  </a:cubicBezTo>
                  <a:cubicBezTo>
                    <a:pt x="3" y="34"/>
                    <a:pt x="3" y="32"/>
                    <a:pt x="3" y="31"/>
                  </a:cubicBezTo>
                  <a:cubicBezTo>
                    <a:pt x="3" y="32"/>
                    <a:pt x="3" y="33"/>
                    <a:pt x="3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7"/>
                    <a:pt x="4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6" y="39"/>
                    <a:pt x="6" y="40"/>
                    <a:pt x="7" y="41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2"/>
                    <a:pt x="8" y="42"/>
                  </a:cubicBezTo>
                  <a:cubicBezTo>
                    <a:pt x="8" y="42"/>
                    <a:pt x="8" y="42"/>
                    <a:pt x="9" y="41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9" y="33"/>
                    <a:pt x="22" y="30"/>
                    <a:pt x="25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4"/>
                    <a:pt x="26" y="23"/>
                    <a:pt x="26" y="22"/>
                  </a:cubicBezTo>
                  <a:cubicBezTo>
                    <a:pt x="26" y="21"/>
                    <a:pt x="25" y="20"/>
                    <a:pt x="24" y="20"/>
                  </a:cubicBezTo>
                  <a:cubicBezTo>
                    <a:pt x="23" y="19"/>
                    <a:pt x="22" y="19"/>
                    <a:pt x="21" y="20"/>
                  </a:cubicBezTo>
                  <a:cubicBezTo>
                    <a:pt x="21" y="20"/>
                    <a:pt x="20" y="22"/>
                    <a:pt x="20" y="22"/>
                  </a:cubicBezTo>
                  <a:cubicBezTo>
                    <a:pt x="20" y="21"/>
                    <a:pt x="19" y="20"/>
                    <a:pt x="19" y="20"/>
                  </a:cubicBezTo>
                  <a:cubicBezTo>
                    <a:pt x="17" y="22"/>
                    <a:pt x="16" y="24"/>
                    <a:pt x="14" y="25"/>
                  </a:cubicBezTo>
                  <a:cubicBezTo>
                    <a:pt x="14" y="25"/>
                    <a:pt x="13" y="26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5"/>
                    <a:pt x="12" y="23"/>
                    <a:pt x="12" y="21"/>
                  </a:cubicBezTo>
                  <a:cubicBezTo>
                    <a:pt x="12" y="23"/>
                    <a:pt x="12" y="24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4" y="25"/>
                    <a:pt x="14" y="25"/>
                  </a:cubicBezTo>
                  <a:cubicBezTo>
                    <a:pt x="16" y="23"/>
                    <a:pt x="17" y="21"/>
                    <a:pt x="19" y="19"/>
                  </a:cubicBezTo>
                  <a:cubicBezTo>
                    <a:pt x="18" y="19"/>
                    <a:pt x="18" y="18"/>
                    <a:pt x="17" y="18"/>
                  </a:cubicBezTo>
                  <a:cubicBezTo>
                    <a:pt x="17" y="18"/>
                    <a:pt x="17" y="18"/>
                    <a:pt x="16" y="19"/>
                  </a:cubicBezTo>
                  <a:cubicBezTo>
                    <a:pt x="16" y="19"/>
                    <a:pt x="16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5"/>
                    <a:pt x="15" y="15"/>
                  </a:cubicBezTo>
                  <a:cubicBezTo>
                    <a:pt x="15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7" y="16"/>
                  </a:cubicBezTo>
                  <a:cubicBezTo>
                    <a:pt x="17" y="16"/>
                    <a:pt x="17" y="16"/>
                    <a:pt x="18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7"/>
                  </a:cubicBezTo>
                  <a:cubicBezTo>
                    <a:pt x="20" y="18"/>
                    <a:pt x="21" y="17"/>
                    <a:pt x="22" y="17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6" y="18"/>
                    <a:pt x="26" y="18"/>
                  </a:cubicBezTo>
                  <a:cubicBezTo>
                    <a:pt x="27" y="18"/>
                    <a:pt x="28" y="18"/>
                    <a:pt x="29" y="18"/>
                  </a:cubicBezTo>
                  <a:cubicBezTo>
                    <a:pt x="29" y="16"/>
                    <a:pt x="30" y="14"/>
                    <a:pt x="30" y="11"/>
                  </a:cubicBezTo>
                  <a:cubicBezTo>
                    <a:pt x="30" y="9"/>
                    <a:pt x="30" y="6"/>
                    <a:pt x="29" y="4"/>
                  </a:cubicBezTo>
                  <a:cubicBezTo>
                    <a:pt x="29" y="4"/>
                    <a:pt x="29" y="3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0"/>
                    <a:pt x="24" y="0"/>
                    <a:pt x="23" y="0"/>
                  </a:cubicBezTo>
                  <a:cubicBezTo>
                    <a:pt x="21" y="0"/>
                    <a:pt x="20" y="0"/>
                    <a:pt x="18" y="0"/>
                  </a:cubicBezTo>
                  <a:cubicBezTo>
                    <a:pt x="15" y="1"/>
                    <a:pt x="11" y="3"/>
                    <a:pt x="8" y="7"/>
                  </a:cubicBezTo>
                  <a:cubicBezTo>
                    <a:pt x="4" y="10"/>
                    <a:pt x="2" y="15"/>
                    <a:pt x="1" y="18"/>
                  </a:cubicBezTo>
                  <a:cubicBezTo>
                    <a:pt x="0" y="22"/>
                    <a:pt x="0" y="25"/>
                    <a:pt x="0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1"/>
                    <a:pt x="5" y="42"/>
                    <a:pt x="5" y="43"/>
                  </a:cubicBezTo>
                  <a:cubicBezTo>
                    <a:pt x="5" y="43"/>
                    <a:pt x="5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6"/>
                    <a:pt x="7" y="45"/>
                  </a:cubicBezTo>
                  <a:cubicBezTo>
                    <a:pt x="8" y="44"/>
                    <a:pt x="9" y="42"/>
                    <a:pt x="11" y="41"/>
                  </a:cubicBezTo>
                  <a:cubicBezTo>
                    <a:pt x="10" y="42"/>
                    <a:pt x="9" y="43"/>
                    <a:pt x="8" y="44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1"/>
                    <a:pt x="4" y="40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5"/>
                    <a:pt x="0" y="33"/>
                    <a:pt x="0" y="29"/>
                  </a:cubicBezTo>
                  <a:cubicBezTo>
                    <a:pt x="0" y="26"/>
                    <a:pt x="0" y="22"/>
                    <a:pt x="2" y="17"/>
                  </a:cubicBezTo>
                  <a:cubicBezTo>
                    <a:pt x="2" y="17"/>
                    <a:pt x="2" y="18"/>
                    <a:pt x="3" y="17"/>
                  </a:cubicBezTo>
                  <a:cubicBezTo>
                    <a:pt x="2" y="22"/>
                    <a:pt x="1" y="25"/>
                    <a:pt x="1" y="28"/>
                  </a:cubicBezTo>
                  <a:cubicBezTo>
                    <a:pt x="1" y="32"/>
                    <a:pt x="2" y="35"/>
                    <a:pt x="2" y="37"/>
                  </a:cubicBezTo>
                  <a:cubicBezTo>
                    <a:pt x="2" y="38"/>
                    <a:pt x="2" y="40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5" y="41"/>
                    <a:pt x="5" y="42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10" y="42"/>
                    <a:pt x="11" y="41"/>
                    <a:pt x="12" y="40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2"/>
                    <a:pt x="15" y="42"/>
                    <a:pt x="15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Freeform 39">
              <a:extLst>
                <a:ext uri="{FF2B5EF4-FFF2-40B4-BE49-F238E27FC236}">
                  <a16:creationId xmlns:a16="http://schemas.microsoft.com/office/drawing/2014/main" id="{10EE66AE-8EDE-5B10-6AB0-AF933613D8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4026" y="2908301"/>
              <a:ext cx="160338" cy="146050"/>
            </a:xfrm>
            <a:custGeom>
              <a:avLst/>
              <a:gdLst>
                <a:gd name="T0" fmla="*/ 42 w 43"/>
                <a:gd name="T1" fmla="*/ 30 h 39"/>
                <a:gd name="T2" fmla="*/ 38 w 43"/>
                <a:gd name="T3" fmla="*/ 23 h 39"/>
                <a:gd name="T4" fmla="*/ 43 w 43"/>
                <a:gd name="T5" fmla="*/ 33 h 39"/>
                <a:gd name="T6" fmla="*/ 42 w 43"/>
                <a:gd name="T7" fmla="*/ 36 h 39"/>
                <a:gd name="T8" fmla="*/ 40 w 43"/>
                <a:gd name="T9" fmla="*/ 37 h 39"/>
                <a:gd name="T10" fmla="*/ 23 w 43"/>
                <a:gd name="T11" fmla="*/ 35 h 39"/>
                <a:gd name="T12" fmla="*/ 39 w 43"/>
                <a:gd name="T13" fmla="*/ 36 h 39"/>
                <a:gd name="T14" fmla="*/ 40 w 43"/>
                <a:gd name="T15" fmla="*/ 36 h 39"/>
                <a:gd name="T16" fmla="*/ 41 w 43"/>
                <a:gd name="T17" fmla="*/ 35 h 39"/>
                <a:gd name="T18" fmla="*/ 42 w 43"/>
                <a:gd name="T19" fmla="*/ 34 h 39"/>
                <a:gd name="T20" fmla="*/ 41 w 43"/>
                <a:gd name="T21" fmla="*/ 32 h 39"/>
                <a:gd name="T22" fmla="*/ 39 w 43"/>
                <a:gd name="T23" fmla="*/ 27 h 39"/>
                <a:gd name="T24" fmla="*/ 34 w 43"/>
                <a:gd name="T25" fmla="*/ 14 h 39"/>
                <a:gd name="T26" fmla="*/ 27 w 43"/>
                <a:gd name="T27" fmla="*/ 7 h 39"/>
                <a:gd name="T28" fmla="*/ 36 w 43"/>
                <a:gd name="T29" fmla="*/ 23 h 39"/>
                <a:gd name="T30" fmla="*/ 38 w 43"/>
                <a:gd name="T31" fmla="*/ 29 h 39"/>
                <a:gd name="T32" fmla="*/ 39 w 43"/>
                <a:gd name="T33" fmla="*/ 32 h 39"/>
                <a:gd name="T34" fmla="*/ 39 w 43"/>
                <a:gd name="T35" fmla="*/ 33 h 39"/>
                <a:gd name="T36" fmla="*/ 38 w 43"/>
                <a:gd name="T37" fmla="*/ 35 h 39"/>
                <a:gd name="T38" fmla="*/ 39 w 43"/>
                <a:gd name="T39" fmla="*/ 33 h 39"/>
                <a:gd name="T40" fmla="*/ 39 w 43"/>
                <a:gd name="T41" fmla="*/ 32 h 39"/>
                <a:gd name="T42" fmla="*/ 38 w 43"/>
                <a:gd name="T43" fmla="*/ 28 h 39"/>
                <a:gd name="T44" fmla="*/ 31 w 43"/>
                <a:gd name="T45" fmla="*/ 14 h 39"/>
                <a:gd name="T46" fmla="*/ 17 w 43"/>
                <a:gd name="T47" fmla="*/ 2 h 39"/>
                <a:gd name="T48" fmla="*/ 18 w 43"/>
                <a:gd name="T49" fmla="*/ 8 h 39"/>
                <a:gd name="T50" fmla="*/ 23 w 43"/>
                <a:gd name="T51" fmla="*/ 19 h 39"/>
                <a:gd name="T52" fmla="*/ 22 w 43"/>
                <a:gd name="T53" fmla="*/ 21 h 39"/>
                <a:gd name="T54" fmla="*/ 22 w 43"/>
                <a:gd name="T55" fmla="*/ 21 h 39"/>
                <a:gd name="T56" fmla="*/ 22 w 43"/>
                <a:gd name="T57" fmla="*/ 20 h 39"/>
                <a:gd name="T58" fmla="*/ 17 w 43"/>
                <a:gd name="T59" fmla="*/ 10 h 39"/>
                <a:gd name="T60" fmla="*/ 17 w 43"/>
                <a:gd name="T61" fmla="*/ 14 h 39"/>
                <a:gd name="T62" fmla="*/ 16 w 43"/>
                <a:gd name="T63" fmla="*/ 16 h 39"/>
                <a:gd name="T64" fmla="*/ 14 w 43"/>
                <a:gd name="T65" fmla="*/ 14 h 39"/>
                <a:gd name="T66" fmla="*/ 13 w 43"/>
                <a:gd name="T67" fmla="*/ 13 h 39"/>
                <a:gd name="T68" fmla="*/ 13 w 43"/>
                <a:gd name="T69" fmla="*/ 13 h 39"/>
                <a:gd name="T70" fmla="*/ 13 w 43"/>
                <a:gd name="T71" fmla="*/ 13 h 39"/>
                <a:gd name="T72" fmla="*/ 13 w 43"/>
                <a:gd name="T73" fmla="*/ 13 h 39"/>
                <a:gd name="T74" fmla="*/ 15 w 43"/>
                <a:gd name="T75" fmla="*/ 9 h 39"/>
                <a:gd name="T76" fmla="*/ 9 w 43"/>
                <a:gd name="T77" fmla="*/ 6 h 39"/>
                <a:gd name="T78" fmla="*/ 12 w 43"/>
                <a:gd name="T79" fmla="*/ 0 h 39"/>
                <a:gd name="T80" fmla="*/ 1 w 43"/>
                <a:gd name="T81" fmla="*/ 9 h 39"/>
                <a:gd name="T82" fmla="*/ 7 w 43"/>
                <a:gd name="T83" fmla="*/ 27 h 39"/>
                <a:gd name="T84" fmla="*/ 35 w 43"/>
                <a:gd name="T85" fmla="*/ 39 h 39"/>
                <a:gd name="T86" fmla="*/ 40 w 43"/>
                <a:gd name="T87" fmla="*/ 37 h 39"/>
                <a:gd name="T88" fmla="*/ 43 w 43"/>
                <a:gd name="T89" fmla="*/ 36 h 39"/>
                <a:gd name="T90" fmla="*/ 43 w 43"/>
                <a:gd name="T91" fmla="*/ 34 h 39"/>
                <a:gd name="T92" fmla="*/ 12 w 43"/>
                <a:gd name="T93" fmla="*/ 1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3" h="39">
                  <a:moveTo>
                    <a:pt x="43" y="33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4"/>
                    <a:pt x="40" y="26"/>
                    <a:pt x="41" y="28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4"/>
                    <a:pt x="43" y="34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9"/>
                    <a:pt x="35" y="38"/>
                    <a:pt x="32" y="38"/>
                  </a:cubicBezTo>
                  <a:cubicBezTo>
                    <a:pt x="30" y="38"/>
                    <a:pt x="26" y="37"/>
                    <a:pt x="23" y="36"/>
                  </a:cubicBezTo>
                  <a:cubicBezTo>
                    <a:pt x="23" y="36"/>
                    <a:pt x="23" y="36"/>
                    <a:pt x="23" y="35"/>
                  </a:cubicBezTo>
                  <a:cubicBezTo>
                    <a:pt x="26" y="36"/>
                    <a:pt x="29" y="37"/>
                    <a:pt x="32" y="37"/>
                  </a:cubicBezTo>
                  <a:cubicBezTo>
                    <a:pt x="33" y="37"/>
                    <a:pt x="35" y="37"/>
                    <a:pt x="36" y="37"/>
                  </a:cubicBezTo>
                  <a:cubicBezTo>
                    <a:pt x="37" y="37"/>
                    <a:pt x="39" y="37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1" y="31"/>
                    <a:pt x="41" y="30"/>
                    <a:pt x="41" y="3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5"/>
                    <a:pt x="37" y="23"/>
                    <a:pt x="36" y="21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7" y="19"/>
                    <a:pt x="36" y="17"/>
                    <a:pt x="34" y="14"/>
                  </a:cubicBezTo>
                  <a:cubicBezTo>
                    <a:pt x="33" y="11"/>
                    <a:pt x="31" y="8"/>
                    <a:pt x="29" y="6"/>
                  </a:cubicBezTo>
                  <a:cubicBezTo>
                    <a:pt x="27" y="3"/>
                    <a:pt x="24" y="2"/>
                    <a:pt x="22" y="2"/>
                  </a:cubicBezTo>
                  <a:cubicBezTo>
                    <a:pt x="24" y="3"/>
                    <a:pt x="26" y="5"/>
                    <a:pt x="27" y="7"/>
                  </a:cubicBezTo>
                  <a:cubicBezTo>
                    <a:pt x="28" y="9"/>
                    <a:pt x="30" y="11"/>
                    <a:pt x="31" y="12"/>
                  </a:cubicBezTo>
                  <a:cubicBezTo>
                    <a:pt x="32" y="14"/>
                    <a:pt x="33" y="16"/>
                    <a:pt x="33" y="18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9"/>
                    <a:pt x="38" y="29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5"/>
                    <a:pt x="39" y="35"/>
                    <a:pt x="38" y="35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5" y="36"/>
                    <a:pt x="36" y="36"/>
                    <a:pt x="37" y="35"/>
                  </a:cubicBezTo>
                  <a:cubicBezTo>
                    <a:pt x="38" y="35"/>
                    <a:pt x="38" y="34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8" y="31"/>
                    <a:pt x="38" y="30"/>
                  </a:cubicBezTo>
                  <a:cubicBezTo>
                    <a:pt x="38" y="30"/>
                    <a:pt x="38" y="29"/>
                    <a:pt x="38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4"/>
                    <a:pt x="35" y="22"/>
                    <a:pt x="34" y="20"/>
                  </a:cubicBezTo>
                  <a:cubicBezTo>
                    <a:pt x="33" y="18"/>
                    <a:pt x="32" y="16"/>
                    <a:pt x="31" y="14"/>
                  </a:cubicBezTo>
                  <a:cubicBezTo>
                    <a:pt x="28" y="10"/>
                    <a:pt x="26" y="6"/>
                    <a:pt x="21" y="3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6" y="2"/>
                    <a:pt x="15" y="3"/>
                    <a:pt x="15" y="4"/>
                  </a:cubicBezTo>
                  <a:cubicBezTo>
                    <a:pt x="15" y="5"/>
                    <a:pt x="15" y="6"/>
                    <a:pt x="16" y="7"/>
                  </a:cubicBezTo>
                  <a:cubicBezTo>
                    <a:pt x="17" y="7"/>
                    <a:pt x="18" y="8"/>
                    <a:pt x="18" y="8"/>
                  </a:cubicBezTo>
                  <a:cubicBezTo>
                    <a:pt x="18" y="9"/>
                    <a:pt x="17" y="9"/>
                    <a:pt x="17" y="9"/>
                  </a:cubicBezTo>
                  <a:cubicBezTo>
                    <a:pt x="19" y="11"/>
                    <a:pt x="21" y="14"/>
                    <a:pt x="21" y="16"/>
                  </a:cubicBezTo>
                  <a:cubicBezTo>
                    <a:pt x="22" y="17"/>
                    <a:pt x="23" y="18"/>
                    <a:pt x="23" y="19"/>
                  </a:cubicBezTo>
                  <a:cubicBezTo>
                    <a:pt x="23" y="20"/>
                    <a:pt x="23" y="20"/>
                    <a:pt x="23" y="21"/>
                  </a:cubicBezTo>
                  <a:cubicBezTo>
                    <a:pt x="23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0"/>
                    <a:pt x="22" y="20"/>
                  </a:cubicBezTo>
                  <a:cubicBezTo>
                    <a:pt x="22" y="20"/>
                    <a:pt x="22" y="20"/>
                    <a:pt x="22" y="19"/>
                  </a:cubicBezTo>
                  <a:cubicBezTo>
                    <a:pt x="22" y="18"/>
                    <a:pt x="22" y="17"/>
                    <a:pt x="21" y="16"/>
                  </a:cubicBezTo>
                  <a:cubicBezTo>
                    <a:pt x="20" y="14"/>
                    <a:pt x="19" y="11"/>
                    <a:pt x="17" y="10"/>
                  </a:cubicBezTo>
                  <a:cubicBezTo>
                    <a:pt x="16" y="10"/>
                    <a:pt x="16" y="11"/>
                    <a:pt x="16" y="12"/>
                  </a:cubicBezTo>
                  <a:cubicBezTo>
                    <a:pt x="16" y="12"/>
                    <a:pt x="16" y="12"/>
                    <a:pt x="16" y="13"/>
                  </a:cubicBezTo>
                  <a:cubicBezTo>
                    <a:pt x="17" y="13"/>
                    <a:pt x="17" y="13"/>
                    <a:pt x="17" y="14"/>
                  </a:cubicBezTo>
                  <a:cubicBezTo>
                    <a:pt x="17" y="15"/>
                    <a:pt x="17" y="15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5"/>
                  </a:cubicBezTo>
                  <a:cubicBezTo>
                    <a:pt x="16" y="15"/>
                    <a:pt x="15" y="15"/>
                    <a:pt x="15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5"/>
                    <a:pt x="13" y="14"/>
                    <a:pt x="13" y="14"/>
                  </a:cubicBezTo>
                  <a:cubicBezTo>
                    <a:pt x="13" y="14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2"/>
                    <a:pt x="14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5" y="9"/>
                  </a:cubicBezTo>
                  <a:cubicBezTo>
                    <a:pt x="15" y="8"/>
                    <a:pt x="14" y="8"/>
                    <a:pt x="13" y="7"/>
                  </a:cubicBezTo>
                  <a:cubicBezTo>
                    <a:pt x="12" y="7"/>
                    <a:pt x="11" y="6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5"/>
                    <a:pt x="11" y="5"/>
                    <a:pt x="12" y="4"/>
                  </a:cubicBezTo>
                  <a:cubicBezTo>
                    <a:pt x="12" y="4"/>
                    <a:pt x="13" y="4"/>
                    <a:pt x="13" y="3"/>
                  </a:cubicBezTo>
                  <a:cubicBezTo>
                    <a:pt x="13" y="2"/>
                    <a:pt x="12" y="1"/>
                    <a:pt x="12" y="0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1"/>
                    <a:pt x="7" y="2"/>
                    <a:pt x="5" y="3"/>
                  </a:cubicBezTo>
                  <a:cubicBezTo>
                    <a:pt x="3" y="4"/>
                    <a:pt x="2" y="6"/>
                    <a:pt x="1" y="9"/>
                  </a:cubicBezTo>
                  <a:cubicBezTo>
                    <a:pt x="1" y="10"/>
                    <a:pt x="0" y="11"/>
                    <a:pt x="0" y="12"/>
                  </a:cubicBezTo>
                  <a:cubicBezTo>
                    <a:pt x="0" y="13"/>
                    <a:pt x="1" y="14"/>
                    <a:pt x="1" y="15"/>
                  </a:cubicBezTo>
                  <a:cubicBezTo>
                    <a:pt x="2" y="20"/>
                    <a:pt x="4" y="24"/>
                    <a:pt x="7" y="27"/>
                  </a:cubicBezTo>
                  <a:cubicBezTo>
                    <a:pt x="10" y="30"/>
                    <a:pt x="13" y="32"/>
                    <a:pt x="16" y="33"/>
                  </a:cubicBezTo>
                  <a:cubicBezTo>
                    <a:pt x="21" y="37"/>
                    <a:pt x="27" y="38"/>
                    <a:pt x="32" y="39"/>
                  </a:cubicBezTo>
                  <a:cubicBezTo>
                    <a:pt x="33" y="39"/>
                    <a:pt x="34" y="39"/>
                    <a:pt x="35" y="39"/>
                  </a:cubicBezTo>
                  <a:cubicBezTo>
                    <a:pt x="36" y="39"/>
                    <a:pt x="37" y="39"/>
                    <a:pt x="38" y="39"/>
                  </a:cubicBezTo>
                  <a:cubicBezTo>
                    <a:pt x="39" y="39"/>
                    <a:pt x="40" y="38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33"/>
                  </a:lnTo>
                  <a:close/>
                  <a:moveTo>
                    <a:pt x="12" y="11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Freeform 40">
              <a:extLst>
                <a:ext uri="{FF2B5EF4-FFF2-40B4-BE49-F238E27FC236}">
                  <a16:creationId xmlns:a16="http://schemas.microsoft.com/office/drawing/2014/main" id="{4AE86A1F-DA3F-3C73-B79A-34D98ACAD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3175"/>
            </a:xfrm>
            <a:custGeom>
              <a:avLst/>
              <a:gdLst>
                <a:gd name="T0" fmla="*/ 1 h 1"/>
                <a:gd name="T1" fmla="*/ 1 h 1"/>
                <a:gd name="T2" fmla="*/ 0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Freeform 41">
              <a:extLst>
                <a:ext uri="{FF2B5EF4-FFF2-40B4-BE49-F238E27FC236}">
                  <a16:creationId xmlns:a16="http://schemas.microsoft.com/office/drawing/2014/main" id="{A455D15E-FB86-892E-574D-FB613156C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Freeform 42">
              <a:extLst>
                <a:ext uri="{FF2B5EF4-FFF2-40B4-BE49-F238E27FC236}">
                  <a16:creationId xmlns:a16="http://schemas.microsoft.com/office/drawing/2014/main" id="{3732183C-A786-4ADF-BC0A-4E0BEF3DA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6701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Freeform 43">
              <a:extLst>
                <a:ext uri="{FF2B5EF4-FFF2-40B4-BE49-F238E27FC236}">
                  <a16:creationId xmlns:a16="http://schemas.microsoft.com/office/drawing/2014/main" id="{F5CBB0C8-D1D0-7492-F7E5-7963595C7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03988" y="2938463"/>
              <a:ext cx="150813" cy="153988"/>
            </a:xfrm>
            <a:custGeom>
              <a:avLst/>
              <a:gdLst>
                <a:gd name="T0" fmla="*/ 32 w 40"/>
                <a:gd name="T1" fmla="*/ 31 h 41"/>
                <a:gd name="T2" fmla="*/ 32 w 40"/>
                <a:gd name="T3" fmla="*/ 31 h 41"/>
                <a:gd name="T4" fmla="*/ 12 w 40"/>
                <a:gd name="T5" fmla="*/ 39 h 41"/>
                <a:gd name="T6" fmla="*/ 6 w 40"/>
                <a:gd name="T7" fmla="*/ 30 h 41"/>
                <a:gd name="T8" fmla="*/ 9 w 40"/>
                <a:gd name="T9" fmla="*/ 26 h 41"/>
                <a:gd name="T10" fmla="*/ 3 w 40"/>
                <a:gd name="T11" fmla="*/ 39 h 41"/>
                <a:gd name="T12" fmla="*/ 26 w 40"/>
                <a:gd name="T13" fmla="*/ 35 h 41"/>
                <a:gd name="T14" fmla="*/ 36 w 40"/>
                <a:gd name="T15" fmla="*/ 23 h 41"/>
                <a:gd name="T16" fmla="*/ 39 w 40"/>
                <a:gd name="T17" fmla="*/ 10 h 41"/>
                <a:gd name="T18" fmla="*/ 38 w 40"/>
                <a:gd name="T19" fmla="*/ 10 h 41"/>
                <a:gd name="T20" fmla="*/ 37 w 40"/>
                <a:gd name="T21" fmla="*/ 15 h 41"/>
                <a:gd name="T22" fmla="*/ 27 w 40"/>
                <a:gd name="T23" fmla="*/ 32 h 41"/>
                <a:gd name="T24" fmla="*/ 19 w 40"/>
                <a:gd name="T25" fmla="*/ 35 h 41"/>
                <a:gd name="T26" fmla="*/ 37 w 40"/>
                <a:gd name="T27" fmla="*/ 16 h 41"/>
                <a:gd name="T28" fmla="*/ 36 w 40"/>
                <a:gd name="T29" fmla="*/ 5 h 41"/>
                <a:gd name="T30" fmla="*/ 34 w 40"/>
                <a:gd name="T31" fmla="*/ 3 h 41"/>
                <a:gd name="T32" fmla="*/ 30 w 40"/>
                <a:gd name="T33" fmla="*/ 3 h 41"/>
                <a:gd name="T34" fmla="*/ 30 w 40"/>
                <a:gd name="T35" fmla="*/ 6 h 41"/>
                <a:gd name="T36" fmla="*/ 30 w 40"/>
                <a:gd name="T37" fmla="*/ 8 h 41"/>
                <a:gd name="T38" fmla="*/ 30 w 40"/>
                <a:gd name="T39" fmla="*/ 6 h 41"/>
                <a:gd name="T40" fmla="*/ 25 w 40"/>
                <a:gd name="T41" fmla="*/ 7 h 41"/>
                <a:gd name="T42" fmla="*/ 26 w 40"/>
                <a:gd name="T43" fmla="*/ 3 h 41"/>
                <a:gd name="T44" fmla="*/ 20 w 40"/>
                <a:gd name="T45" fmla="*/ 4 h 41"/>
                <a:gd name="T46" fmla="*/ 15 w 40"/>
                <a:gd name="T47" fmla="*/ 10 h 41"/>
                <a:gd name="T48" fmla="*/ 15 w 40"/>
                <a:gd name="T49" fmla="*/ 11 h 41"/>
                <a:gd name="T50" fmla="*/ 14 w 40"/>
                <a:gd name="T51" fmla="*/ 13 h 41"/>
                <a:gd name="T52" fmla="*/ 10 w 40"/>
                <a:gd name="T53" fmla="*/ 20 h 41"/>
                <a:gd name="T54" fmla="*/ 0 w 40"/>
                <a:gd name="T55" fmla="*/ 41 h 41"/>
                <a:gd name="T56" fmla="*/ 26 w 40"/>
                <a:gd name="T57" fmla="*/ 36 h 41"/>
                <a:gd name="T58" fmla="*/ 18 w 40"/>
                <a:gd name="T59" fmla="*/ 36 h 41"/>
                <a:gd name="T60" fmla="*/ 25 w 40"/>
                <a:gd name="T61" fmla="*/ 24 h 41"/>
                <a:gd name="T62" fmla="*/ 24 w 40"/>
                <a:gd name="T63" fmla="*/ 24 h 41"/>
                <a:gd name="T64" fmla="*/ 28 w 40"/>
                <a:gd name="T65" fmla="*/ 19 h 41"/>
                <a:gd name="T66" fmla="*/ 29 w 40"/>
                <a:gd name="T67" fmla="*/ 15 h 41"/>
                <a:gd name="T68" fmla="*/ 25 w 40"/>
                <a:gd name="T69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" h="41">
                  <a:moveTo>
                    <a:pt x="26" y="36"/>
                  </a:moveTo>
                  <a:cubicBezTo>
                    <a:pt x="28" y="35"/>
                    <a:pt x="30" y="33"/>
                    <a:pt x="32" y="31"/>
                  </a:cubicBezTo>
                  <a:cubicBezTo>
                    <a:pt x="34" y="29"/>
                    <a:pt x="36" y="27"/>
                    <a:pt x="37" y="24"/>
                  </a:cubicBezTo>
                  <a:cubicBezTo>
                    <a:pt x="36" y="27"/>
                    <a:pt x="34" y="29"/>
                    <a:pt x="32" y="31"/>
                  </a:cubicBezTo>
                  <a:cubicBezTo>
                    <a:pt x="30" y="33"/>
                    <a:pt x="28" y="34"/>
                    <a:pt x="26" y="35"/>
                  </a:cubicBezTo>
                  <a:cubicBezTo>
                    <a:pt x="21" y="38"/>
                    <a:pt x="17" y="39"/>
                    <a:pt x="12" y="39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9" y="26"/>
                    <a:pt x="9" y="26"/>
                  </a:cubicBezTo>
                  <a:cubicBezTo>
                    <a:pt x="8" y="27"/>
                    <a:pt x="8" y="29"/>
                    <a:pt x="7" y="31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7" y="37"/>
                    <a:pt x="21" y="37"/>
                    <a:pt x="26" y="35"/>
                  </a:cubicBezTo>
                  <a:cubicBezTo>
                    <a:pt x="28" y="34"/>
                    <a:pt x="30" y="32"/>
                    <a:pt x="32" y="30"/>
                  </a:cubicBezTo>
                  <a:cubicBezTo>
                    <a:pt x="34" y="28"/>
                    <a:pt x="36" y="26"/>
                    <a:pt x="36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40" y="19"/>
                    <a:pt x="40" y="14"/>
                    <a:pt x="39" y="10"/>
                  </a:cubicBezTo>
                  <a:cubicBezTo>
                    <a:pt x="39" y="8"/>
                    <a:pt x="38" y="6"/>
                    <a:pt x="37" y="5"/>
                  </a:cubicBezTo>
                  <a:cubicBezTo>
                    <a:pt x="37" y="7"/>
                    <a:pt x="37" y="9"/>
                    <a:pt x="38" y="10"/>
                  </a:cubicBezTo>
                  <a:cubicBezTo>
                    <a:pt x="38" y="11"/>
                    <a:pt x="37" y="12"/>
                    <a:pt x="37" y="13"/>
                  </a:cubicBezTo>
                  <a:cubicBezTo>
                    <a:pt x="37" y="13"/>
                    <a:pt x="37" y="14"/>
                    <a:pt x="37" y="15"/>
                  </a:cubicBezTo>
                  <a:cubicBezTo>
                    <a:pt x="37" y="18"/>
                    <a:pt x="36" y="22"/>
                    <a:pt x="34" y="25"/>
                  </a:cubicBezTo>
                  <a:cubicBezTo>
                    <a:pt x="32" y="28"/>
                    <a:pt x="30" y="31"/>
                    <a:pt x="27" y="32"/>
                  </a:cubicBezTo>
                  <a:cubicBezTo>
                    <a:pt x="24" y="34"/>
                    <a:pt x="22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4" y="34"/>
                    <a:pt x="29" y="31"/>
                    <a:pt x="32" y="27"/>
                  </a:cubicBezTo>
                  <a:cubicBezTo>
                    <a:pt x="35" y="24"/>
                    <a:pt x="36" y="20"/>
                    <a:pt x="37" y="16"/>
                  </a:cubicBezTo>
                  <a:cubicBezTo>
                    <a:pt x="37" y="14"/>
                    <a:pt x="37" y="12"/>
                    <a:pt x="37" y="11"/>
                  </a:cubicBezTo>
                  <a:cubicBezTo>
                    <a:pt x="37" y="9"/>
                    <a:pt x="37" y="7"/>
                    <a:pt x="36" y="5"/>
                  </a:cubicBezTo>
                  <a:cubicBezTo>
                    <a:pt x="36" y="5"/>
                    <a:pt x="36" y="4"/>
                    <a:pt x="36" y="4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3" y="2"/>
                    <a:pt x="32" y="2"/>
                    <a:pt x="32" y="2"/>
                  </a:cubicBezTo>
                  <a:cubicBezTo>
                    <a:pt x="31" y="2"/>
                    <a:pt x="30" y="2"/>
                    <a:pt x="30" y="3"/>
                  </a:cubicBezTo>
                  <a:cubicBezTo>
                    <a:pt x="30" y="3"/>
                    <a:pt x="30" y="4"/>
                    <a:pt x="30" y="4"/>
                  </a:cubicBezTo>
                  <a:cubicBezTo>
                    <a:pt x="30" y="5"/>
                    <a:pt x="30" y="5"/>
                    <a:pt x="30" y="6"/>
                  </a:cubicBezTo>
                  <a:cubicBezTo>
                    <a:pt x="30" y="7"/>
                    <a:pt x="31" y="8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7"/>
                    <a:pt x="30" y="7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6" y="6"/>
                    <a:pt x="25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4"/>
                    <a:pt x="27" y="3"/>
                    <a:pt x="26" y="3"/>
                  </a:cubicBezTo>
                  <a:cubicBezTo>
                    <a:pt x="26" y="2"/>
                    <a:pt x="24" y="1"/>
                    <a:pt x="24" y="0"/>
                  </a:cubicBezTo>
                  <a:cubicBezTo>
                    <a:pt x="23" y="2"/>
                    <a:pt x="22" y="3"/>
                    <a:pt x="20" y="4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7" y="8"/>
                    <a:pt x="16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7" y="39"/>
                    <a:pt x="22" y="38"/>
                    <a:pt x="26" y="36"/>
                  </a:cubicBezTo>
                  <a:close/>
                  <a:moveTo>
                    <a:pt x="18" y="36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lose/>
                  <a:moveTo>
                    <a:pt x="25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6" y="22"/>
                    <a:pt x="27" y="21"/>
                    <a:pt x="28" y="19"/>
                  </a:cubicBezTo>
                  <a:cubicBezTo>
                    <a:pt x="28" y="18"/>
                    <a:pt x="29" y="17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8"/>
                    <a:pt x="28" y="19"/>
                  </a:cubicBezTo>
                  <a:cubicBezTo>
                    <a:pt x="27" y="21"/>
                    <a:pt x="26" y="23"/>
                    <a:pt x="25" y="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Freeform 44">
              <a:extLst>
                <a:ext uri="{FF2B5EF4-FFF2-40B4-BE49-F238E27FC236}">
                  <a16:creationId xmlns:a16="http://schemas.microsoft.com/office/drawing/2014/main" id="{DAA08B73-2289-3A1B-D0EA-6AA82A67F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Freeform 45">
              <a:extLst>
                <a:ext uri="{FF2B5EF4-FFF2-40B4-BE49-F238E27FC236}">
                  <a16:creationId xmlns:a16="http://schemas.microsoft.com/office/drawing/2014/main" id="{DD5C4D2B-5B0E-4AF9-8391-29C86DBAA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Freeform 46">
              <a:extLst>
                <a:ext uri="{FF2B5EF4-FFF2-40B4-BE49-F238E27FC236}">
                  <a16:creationId xmlns:a16="http://schemas.microsoft.com/office/drawing/2014/main" id="{EF3F1771-087C-C7C2-D53F-8FC5E47FF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9038" y="1544638"/>
              <a:ext cx="2201863" cy="3138488"/>
            </a:xfrm>
            <a:custGeom>
              <a:avLst/>
              <a:gdLst>
                <a:gd name="T0" fmla="*/ 329 w 585"/>
                <a:gd name="T1" fmla="*/ 617 h 835"/>
                <a:gd name="T2" fmla="*/ 393 w 585"/>
                <a:gd name="T3" fmla="*/ 406 h 835"/>
                <a:gd name="T4" fmla="*/ 334 w 585"/>
                <a:gd name="T5" fmla="*/ 317 h 835"/>
                <a:gd name="T6" fmla="*/ 383 w 585"/>
                <a:gd name="T7" fmla="*/ 401 h 835"/>
                <a:gd name="T8" fmla="*/ 359 w 585"/>
                <a:gd name="T9" fmla="*/ 523 h 835"/>
                <a:gd name="T10" fmla="*/ 535 w 585"/>
                <a:gd name="T11" fmla="*/ 440 h 835"/>
                <a:gd name="T12" fmla="*/ 406 w 585"/>
                <a:gd name="T13" fmla="*/ 544 h 835"/>
                <a:gd name="T14" fmla="*/ 404 w 585"/>
                <a:gd name="T15" fmla="*/ 430 h 835"/>
                <a:gd name="T16" fmla="*/ 385 w 585"/>
                <a:gd name="T17" fmla="*/ 393 h 835"/>
                <a:gd name="T18" fmla="*/ 408 w 585"/>
                <a:gd name="T19" fmla="*/ 429 h 835"/>
                <a:gd name="T20" fmla="*/ 406 w 585"/>
                <a:gd name="T21" fmla="*/ 570 h 835"/>
                <a:gd name="T22" fmla="*/ 413 w 585"/>
                <a:gd name="T23" fmla="*/ 536 h 835"/>
                <a:gd name="T24" fmla="*/ 407 w 585"/>
                <a:gd name="T25" fmla="*/ 431 h 835"/>
                <a:gd name="T26" fmla="*/ 363 w 585"/>
                <a:gd name="T27" fmla="*/ 361 h 835"/>
                <a:gd name="T28" fmla="*/ 289 w 585"/>
                <a:gd name="T29" fmla="*/ 345 h 835"/>
                <a:gd name="T30" fmla="*/ 217 w 585"/>
                <a:gd name="T31" fmla="*/ 366 h 835"/>
                <a:gd name="T32" fmla="*/ 206 w 585"/>
                <a:gd name="T33" fmla="*/ 480 h 835"/>
                <a:gd name="T34" fmla="*/ 40 w 585"/>
                <a:gd name="T35" fmla="*/ 170 h 835"/>
                <a:gd name="T36" fmla="*/ 157 w 585"/>
                <a:gd name="T37" fmla="*/ 545 h 835"/>
                <a:gd name="T38" fmla="*/ 185 w 585"/>
                <a:gd name="T39" fmla="*/ 719 h 835"/>
                <a:gd name="T40" fmla="*/ 249 w 585"/>
                <a:gd name="T41" fmla="*/ 831 h 835"/>
                <a:gd name="T42" fmla="*/ 245 w 585"/>
                <a:gd name="T43" fmla="*/ 829 h 835"/>
                <a:gd name="T44" fmla="*/ 224 w 585"/>
                <a:gd name="T45" fmla="*/ 805 h 835"/>
                <a:gd name="T46" fmla="*/ 360 w 585"/>
                <a:gd name="T47" fmla="*/ 812 h 835"/>
                <a:gd name="T48" fmla="*/ 382 w 585"/>
                <a:gd name="T49" fmla="*/ 767 h 835"/>
                <a:gd name="T50" fmla="*/ 375 w 585"/>
                <a:gd name="T51" fmla="*/ 779 h 835"/>
                <a:gd name="T52" fmla="*/ 354 w 585"/>
                <a:gd name="T53" fmla="*/ 801 h 835"/>
                <a:gd name="T54" fmla="*/ 358 w 585"/>
                <a:gd name="T55" fmla="*/ 789 h 835"/>
                <a:gd name="T56" fmla="*/ 180 w 585"/>
                <a:gd name="T57" fmla="*/ 750 h 835"/>
                <a:gd name="T58" fmla="*/ 296 w 585"/>
                <a:gd name="T59" fmla="*/ 716 h 835"/>
                <a:gd name="T60" fmla="*/ 397 w 585"/>
                <a:gd name="T61" fmla="*/ 709 h 835"/>
                <a:gd name="T62" fmla="*/ 362 w 585"/>
                <a:gd name="T63" fmla="*/ 675 h 835"/>
                <a:gd name="T64" fmla="*/ 414 w 585"/>
                <a:gd name="T65" fmla="*/ 634 h 835"/>
                <a:gd name="T66" fmla="*/ 397 w 585"/>
                <a:gd name="T67" fmla="*/ 658 h 835"/>
                <a:gd name="T68" fmla="*/ 405 w 585"/>
                <a:gd name="T69" fmla="*/ 620 h 835"/>
                <a:gd name="T70" fmla="*/ 416 w 585"/>
                <a:gd name="T71" fmla="*/ 599 h 835"/>
                <a:gd name="T72" fmla="*/ 256 w 585"/>
                <a:gd name="T73" fmla="*/ 820 h 835"/>
                <a:gd name="T74" fmla="*/ 228 w 585"/>
                <a:gd name="T75" fmla="*/ 811 h 835"/>
                <a:gd name="T76" fmla="*/ 185 w 585"/>
                <a:gd name="T77" fmla="*/ 718 h 835"/>
                <a:gd name="T78" fmla="*/ 225 w 585"/>
                <a:gd name="T79" fmla="*/ 376 h 835"/>
                <a:gd name="T80" fmla="*/ 270 w 585"/>
                <a:gd name="T81" fmla="*/ 353 h 835"/>
                <a:gd name="T82" fmla="*/ 358 w 585"/>
                <a:gd name="T83" fmla="*/ 348 h 835"/>
                <a:gd name="T84" fmla="*/ 446 w 585"/>
                <a:gd name="T85" fmla="*/ 390 h 835"/>
                <a:gd name="T86" fmla="*/ 407 w 585"/>
                <a:gd name="T87" fmla="*/ 418 h 835"/>
                <a:gd name="T88" fmla="*/ 355 w 585"/>
                <a:gd name="T89" fmla="*/ 374 h 835"/>
                <a:gd name="T90" fmla="*/ 332 w 585"/>
                <a:gd name="T91" fmla="*/ 354 h 835"/>
                <a:gd name="T92" fmla="*/ 242 w 585"/>
                <a:gd name="T93" fmla="*/ 333 h 835"/>
                <a:gd name="T94" fmla="*/ 139 w 585"/>
                <a:gd name="T95" fmla="*/ 387 h 835"/>
                <a:gd name="T96" fmla="*/ 182 w 585"/>
                <a:gd name="T97" fmla="*/ 623 h 835"/>
                <a:gd name="T98" fmla="*/ 372 w 585"/>
                <a:gd name="T99" fmla="*/ 434 h 835"/>
                <a:gd name="T100" fmla="*/ 255 w 585"/>
                <a:gd name="T101" fmla="*/ 373 h 835"/>
                <a:gd name="T102" fmla="*/ 374 w 585"/>
                <a:gd name="T103" fmla="*/ 423 h 835"/>
                <a:gd name="T104" fmla="*/ 235 w 585"/>
                <a:gd name="T105" fmla="*/ 391 h 835"/>
                <a:gd name="T106" fmla="*/ 368 w 585"/>
                <a:gd name="T107" fmla="*/ 468 h 835"/>
                <a:gd name="T108" fmla="*/ 263 w 585"/>
                <a:gd name="T109" fmla="*/ 358 h 835"/>
                <a:gd name="T110" fmla="*/ 343 w 585"/>
                <a:gd name="T111" fmla="*/ 372 h 835"/>
                <a:gd name="T112" fmla="*/ 339 w 585"/>
                <a:gd name="T113" fmla="*/ 361 h 835"/>
                <a:gd name="T114" fmla="*/ 240 w 585"/>
                <a:gd name="T115" fmla="*/ 513 h 835"/>
                <a:gd name="T116" fmla="*/ 185 w 585"/>
                <a:gd name="T117" fmla="*/ 382 h 835"/>
                <a:gd name="T118" fmla="*/ 287 w 585"/>
                <a:gd name="T119" fmla="*/ 300 h 835"/>
                <a:gd name="T120" fmla="*/ 336 w 585"/>
                <a:gd name="T121" fmla="*/ 336 h 835"/>
                <a:gd name="T122" fmla="*/ 382 w 585"/>
                <a:gd name="T123" fmla="*/ 404 h 835"/>
                <a:gd name="T124" fmla="*/ 333 w 585"/>
                <a:gd name="T125" fmla="*/ 593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5" h="835">
                  <a:moveTo>
                    <a:pt x="542" y="139"/>
                  </a:moveTo>
                  <a:cubicBezTo>
                    <a:pt x="526" y="111"/>
                    <a:pt x="507" y="89"/>
                    <a:pt x="486" y="71"/>
                  </a:cubicBezTo>
                  <a:cubicBezTo>
                    <a:pt x="466" y="53"/>
                    <a:pt x="445" y="39"/>
                    <a:pt x="425" y="29"/>
                  </a:cubicBezTo>
                  <a:cubicBezTo>
                    <a:pt x="460" y="48"/>
                    <a:pt x="492" y="74"/>
                    <a:pt x="517" y="106"/>
                  </a:cubicBezTo>
                  <a:cubicBezTo>
                    <a:pt x="542" y="138"/>
                    <a:pt x="561" y="175"/>
                    <a:pt x="571" y="215"/>
                  </a:cubicBezTo>
                  <a:cubicBezTo>
                    <a:pt x="581" y="255"/>
                    <a:pt x="583" y="297"/>
                    <a:pt x="575" y="338"/>
                  </a:cubicBezTo>
                  <a:cubicBezTo>
                    <a:pt x="568" y="378"/>
                    <a:pt x="552" y="418"/>
                    <a:pt x="528" y="452"/>
                  </a:cubicBezTo>
                  <a:cubicBezTo>
                    <a:pt x="504" y="486"/>
                    <a:pt x="472" y="515"/>
                    <a:pt x="436" y="536"/>
                  </a:cubicBezTo>
                  <a:cubicBezTo>
                    <a:pt x="432" y="539"/>
                    <a:pt x="427" y="541"/>
                    <a:pt x="422" y="544"/>
                  </a:cubicBezTo>
                  <a:cubicBezTo>
                    <a:pt x="419" y="545"/>
                    <a:pt x="419" y="545"/>
                    <a:pt x="419" y="545"/>
                  </a:cubicBezTo>
                  <a:cubicBezTo>
                    <a:pt x="416" y="547"/>
                    <a:pt x="416" y="547"/>
                    <a:pt x="416" y="547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9"/>
                    <a:pt x="414" y="549"/>
                    <a:pt x="414" y="549"/>
                  </a:cubicBezTo>
                  <a:cubicBezTo>
                    <a:pt x="414" y="580"/>
                    <a:pt x="414" y="580"/>
                    <a:pt x="414" y="580"/>
                  </a:cubicBezTo>
                  <a:cubicBezTo>
                    <a:pt x="414" y="595"/>
                    <a:pt x="414" y="595"/>
                    <a:pt x="414" y="595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600"/>
                    <a:pt x="414" y="601"/>
                    <a:pt x="414" y="601"/>
                  </a:cubicBezTo>
                  <a:cubicBezTo>
                    <a:pt x="414" y="602"/>
                    <a:pt x="414" y="603"/>
                    <a:pt x="414" y="604"/>
                  </a:cubicBezTo>
                  <a:cubicBezTo>
                    <a:pt x="413" y="607"/>
                    <a:pt x="412" y="610"/>
                    <a:pt x="410" y="613"/>
                  </a:cubicBezTo>
                  <a:cubicBezTo>
                    <a:pt x="406" y="618"/>
                    <a:pt x="400" y="621"/>
                    <a:pt x="393" y="621"/>
                  </a:cubicBezTo>
                  <a:cubicBezTo>
                    <a:pt x="377" y="621"/>
                    <a:pt x="377" y="621"/>
                    <a:pt x="377" y="621"/>
                  </a:cubicBezTo>
                  <a:cubicBezTo>
                    <a:pt x="346" y="621"/>
                    <a:pt x="346" y="621"/>
                    <a:pt x="346" y="621"/>
                  </a:cubicBezTo>
                  <a:cubicBezTo>
                    <a:pt x="336" y="621"/>
                    <a:pt x="336" y="621"/>
                    <a:pt x="336" y="621"/>
                  </a:cubicBezTo>
                  <a:cubicBezTo>
                    <a:pt x="330" y="621"/>
                    <a:pt x="330" y="621"/>
                    <a:pt x="330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32" y="606"/>
                    <a:pt x="332" y="606"/>
                    <a:pt x="332" y="606"/>
                  </a:cubicBezTo>
                  <a:cubicBezTo>
                    <a:pt x="334" y="598"/>
                    <a:pt x="334" y="598"/>
                    <a:pt x="334" y="598"/>
                  </a:cubicBezTo>
                  <a:cubicBezTo>
                    <a:pt x="340" y="578"/>
                    <a:pt x="346" y="558"/>
                    <a:pt x="353" y="539"/>
                  </a:cubicBezTo>
                  <a:cubicBezTo>
                    <a:pt x="360" y="519"/>
                    <a:pt x="367" y="499"/>
                    <a:pt x="374" y="480"/>
                  </a:cubicBezTo>
                  <a:cubicBezTo>
                    <a:pt x="378" y="470"/>
                    <a:pt x="382" y="460"/>
                    <a:pt x="386" y="451"/>
                  </a:cubicBezTo>
                  <a:cubicBezTo>
                    <a:pt x="388" y="446"/>
                    <a:pt x="390" y="441"/>
                    <a:pt x="392" y="437"/>
                  </a:cubicBezTo>
                  <a:cubicBezTo>
                    <a:pt x="395" y="429"/>
                    <a:pt x="395" y="429"/>
                    <a:pt x="395" y="429"/>
                  </a:cubicBezTo>
                  <a:cubicBezTo>
                    <a:pt x="397" y="425"/>
                    <a:pt x="397" y="425"/>
                    <a:pt x="397" y="425"/>
                  </a:cubicBezTo>
                  <a:cubicBezTo>
                    <a:pt x="398" y="423"/>
                    <a:pt x="399" y="421"/>
                    <a:pt x="400" y="420"/>
                  </a:cubicBezTo>
                  <a:cubicBezTo>
                    <a:pt x="404" y="420"/>
                    <a:pt x="404" y="420"/>
                    <a:pt x="404" y="420"/>
                  </a:cubicBezTo>
                  <a:cubicBezTo>
                    <a:pt x="405" y="420"/>
                    <a:pt x="405" y="420"/>
                    <a:pt x="406" y="420"/>
                  </a:cubicBezTo>
                  <a:cubicBezTo>
                    <a:pt x="407" y="420"/>
                    <a:pt x="407" y="420"/>
                    <a:pt x="407" y="420"/>
                  </a:cubicBezTo>
                  <a:cubicBezTo>
                    <a:pt x="408" y="420"/>
                    <a:pt x="408" y="420"/>
                    <a:pt x="408" y="420"/>
                  </a:cubicBezTo>
                  <a:cubicBezTo>
                    <a:pt x="410" y="420"/>
                    <a:pt x="411" y="420"/>
                    <a:pt x="413" y="420"/>
                  </a:cubicBezTo>
                  <a:cubicBezTo>
                    <a:pt x="417" y="420"/>
                    <a:pt x="420" y="419"/>
                    <a:pt x="423" y="418"/>
                  </a:cubicBezTo>
                  <a:cubicBezTo>
                    <a:pt x="430" y="416"/>
                    <a:pt x="435" y="413"/>
                    <a:pt x="440" y="408"/>
                  </a:cubicBezTo>
                  <a:cubicBezTo>
                    <a:pt x="442" y="406"/>
                    <a:pt x="444" y="403"/>
                    <a:pt x="445" y="400"/>
                  </a:cubicBezTo>
                  <a:cubicBezTo>
                    <a:pt x="446" y="397"/>
                    <a:pt x="447" y="394"/>
                    <a:pt x="448" y="390"/>
                  </a:cubicBezTo>
                  <a:cubicBezTo>
                    <a:pt x="449" y="384"/>
                    <a:pt x="448" y="377"/>
                    <a:pt x="445" y="371"/>
                  </a:cubicBezTo>
                  <a:cubicBezTo>
                    <a:pt x="443" y="365"/>
                    <a:pt x="438" y="360"/>
                    <a:pt x="432" y="359"/>
                  </a:cubicBezTo>
                  <a:cubicBezTo>
                    <a:pt x="431" y="359"/>
                    <a:pt x="430" y="359"/>
                    <a:pt x="428" y="359"/>
                  </a:cubicBezTo>
                  <a:cubicBezTo>
                    <a:pt x="427" y="359"/>
                    <a:pt x="425" y="360"/>
                    <a:pt x="424" y="361"/>
                  </a:cubicBezTo>
                  <a:cubicBezTo>
                    <a:pt x="421" y="362"/>
                    <a:pt x="419" y="364"/>
                    <a:pt x="416" y="366"/>
                  </a:cubicBezTo>
                  <a:cubicBezTo>
                    <a:pt x="414" y="368"/>
                    <a:pt x="411" y="371"/>
                    <a:pt x="409" y="374"/>
                  </a:cubicBezTo>
                  <a:cubicBezTo>
                    <a:pt x="409" y="375"/>
                    <a:pt x="408" y="375"/>
                    <a:pt x="408" y="376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7" y="378"/>
                    <a:pt x="407" y="378"/>
                    <a:pt x="407" y="378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399" y="393"/>
                    <a:pt x="399" y="393"/>
                    <a:pt x="399" y="393"/>
                  </a:cubicBezTo>
                  <a:cubicBezTo>
                    <a:pt x="393" y="406"/>
                    <a:pt x="393" y="406"/>
                    <a:pt x="393" y="406"/>
                  </a:cubicBezTo>
                  <a:cubicBezTo>
                    <a:pt x="393" y="406"/>
                    <a:pt x="392" y="406"/>
                    <a:pt x="392" y="406"/>
                  </a:cubicBezTo>
                  <a:cubicBezTo>
                    <a:pt x="391" y="405"/>
                    <a:pt x="391" y="405"/>
                    <a:pt x="391" y="405"/>
                  </a:cubicBezTo>
                  <a:cubicBezTo>
                    <a:pt x="388" y="404"/>
                    <a:pt x="388" y="404"/>
                    <a:pt x="388" y="404"/>
                  </a:cubicBezTo>
                  <a:cubicBezTo>
                    <a:pt x="386" y="403"/>
                    <a:pt x="385" y="403"/>
                    <a:pt x="383" y="402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1" y="400"/>
                    <a:pt x="381" y="400"/>
                    <a:pt x="381" y="400"/>
                  </a:cubicBezTo>
                  <a:cubicBezTo>
                    <a:pt x="380" y="400"/>
                    <a:pt x="380" y="400"/>
                    <a:pt x="379" y="399"/>
                  </a:cubicBezTo>
                  <a:cubicBezTo>
                    <a:pt x="378" y="398"/>
                    <a:pt x="377" y="398"/>
                    <a:pt x="376" y="397"/>
                  </a:cubicBezTo>
                  <a:cubicBezTo>
                    <a:pt x="372" y="394"/>
                    <a:pt x="368" y="390"/>
                    <a:pt x="365" y="386"/>
                  </a:cubicBezTo>
                  <a:cubicBezTo>
                    <a:pt x="362" y="381"/>
                    <a:pt x="359" y="377"/>
                    <a:pt x="357" y="373"/>
                  </a:cubicBezTo>
                  <a:cubicBezTo>
                    <a:pt x="356" y="370"/>
                    <a:pt x="355" y="368"/>
                    <a:pt x="354" y="366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1" y="359"/>
                    <a:pt x="350" y="357"/>
                    <a:pt x="350" y="356"/>
                  </a:cubicBezTo>
                  <a:cubicBezTo>
                    <a:pt x="352" y="354"/>
                    <a:pt x="354" y="353"/>
                    <a:pt x="356" y="352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9" y="350"/>
                    <a:pt x="359" y="350"/>
                    <a:pt x="359" y="350"/>
                  </a:cubicBezTo>
                  <a:cubicBezTo>
                    <a:pt x="359" y="349"/>
                    <a:pt x="360" y="349"/>
                    <a:pt x="360" y="349"/>
                  </a:cubicBezTo>
                  <a:cubicBezTo>
                    <a:pt x="363" y="347"/>
                    <a:pt x="365" y="345"/>
                    <a:pt x="367" y="342"/>
                  </a:cubicBezTo>
                  <a:cubicBezTo>
                    <a:pt x="372" y="338"/>
                    <a:pt x="376" y="333"/>
                    <a:pt x="378" y="328"/>
                  </a:cubicBezTo>
                  <a:cubicBezTo>
                    <a:pt x="380" y="322"/>
                    <a:pt x="382" y="317"/>
                    <a:pt x="380" y="311"/>
                  </a:cubicBezTo>
                  <a:cubicBezTo>
                    <a:pt x="380" y="308"/>
                    <a:pt x="379" y="306"/>
                    <a:pt x="377" y="303"/>
                  </a:cubicBezTo>
                  <a:cubicBezTo>
                    <a:pt x="377" y="302"/>
                    <a:pt x="376" y="301"/>
                    <a:pt x="375" y="300"/>
                  </a:cubicBezTo>
                  <a:cubicBezTo>
                    <a:pt x="374" y="299"/>
                    <a:pt x="373" y="297"/>
                    <a:pt x="372" y="297"/>
                  </a:cubicBezTo>
                  <a:cubicBezTo>
                    <a:pt x="368" y="293"/>
                    <a:pt x="362" y="292"/>
                    <a:pt x="357" y="293"/>
                  </a:cubicBezTo>
                  <a:cubicBezTo>
                    <a:pt x="354" y="294"/>
                    <a:pt x="352" y="295"/>
                    <a:pt x="349" y="296"/>
                  </a:cubicBezTo>
                  <a:cubicBezTo>
                    <a:pt x="347" y="298"/>
                    <a:pt x="345" y="300"/>
                    <a:pt x="343" y="302"/>
                  </a:cubicBezTo>
                  <a:cubicBezTo>
                    <a:pt x="338" y="306"/>
                    <a:pt x="336" y="311"/>
                    <a:pt x="334" y="317"/>
                  </a:cubicBezTo>
                  <a:cubicBezTo>
                    <a:pt x="332" y="323"/>
                    <a:pt x="332" y="329"/>
                    <a:pt x="333" y="335"/>
                  </a:cubicBezTo>
                  <a:cubicBezTo>
                    <a:pt x="332" y="329"/>
                    <a:pt x="332" y="323"/>
                    <a:pt x="334" y="317"/>
                  </a:cubicBezTo>
                  <a:cubicBezTo>
                    <a:pt x="335" y="312"/>
                    <a:pt x="338" y="307"/>
                    <a:pt x="342" y="302"/>
                  </a:cubicBezTo>
                  <a:cubicBezTo>
                    <a:pt x="343" y="301"/>
                    <a:pt x="344" y="300"/>
                    <a:pt x="345" y="299"/>
                  </a:cubicBezTo>
                  <a:cubicBezTo>
                    <a:pt x="346" y="299"/>
                    <a:pt x="346" y="298"/>
                    <a:pt x="347" y="298"/>
                  </a:cubicBezTo>
                  <a:cubicBezTo>
                    <a:pt x="348" y="297"/>
                    <a:pt x="348" y="297"/>
                    <a:pt x="349" y="297"/>
                  </a:cubicBezTo>
                  <a:cubicBezTo>
                    <a:pt x="351" y="295"/>
                    <a:pt x="354" y="294"/>
                    <a:pt x="356" y="293"/>
                  </a:cubicBezTo>
                  <a:cubicBezTo>
                    <a:pt x="362" y="292"/>
                    <a:pt x="368" y="293"/>
                    <a:pt x="372" y="296"/>
                  </a:cubicBezTo>
                  <a:cubicBezTo>
                    <a:pt x="372" y="297"/>
                    <a:pt x="373" y="297"/>
                    <a:pt x="373" y="297"/>
                  </a:cubicBezTo>
                  <a:cubicBezTo>
                    <a:pt x="374" y="298"/>
                    <a:pt x="374" y="299"/>
                    <a:pt x="375" y="299"/>
                  </a:cubicBezTo>
                  <a:cubicBezTo>
                    <a:pt x="375" y="300"/>
                    <a:pt x="376" y="301"/>
                    <a:pt x="377" y="303"/>
                  </a:cubicBezTo>
                  <a:cubicBezTo>
                    <a:pt x="379" y="305"/>
                    <a:pt x="380" y="308"/>
                    <a:pt x="380" y="310"/>
                  </a:cubicBezTo>
                  <a:cubicBezTo>
                    <a:pt x="382" y="316"/>
                    <a:pt x="381" y="322"/>
                    <a:pt x="378" y="327"/>
                  </a:cubicBezTo>
                  <a:cubicBezTo>
                    <a:pt x="376" y="333"/>
                    <a:pt x="372" y="338"/>
                    <a:pt x="368" y="342"/>
                  </a:cubicBezTo>
                  <a:cubicBezTo>
                    <a:pt x="366" y="345"/>
                    <a:pt x="363" y="347"/>
                    <a:pt x="361" y="349"/>
                  </a:cubicBezTo>
                  <a:cubicBezTo>
                    <a:pt x="360" y="349"/>
                    <a:pt x="359" y="350"/>
                    <a:pt x="359" y="350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4" y="353"/>
                    <a:pt x="352" y="354"/>
                    <a:pt x="350" y="356"/>
                  </a:cubicBezTo>
                  <a:cubicBezTo>
                    <a:pt x="350" y="356"/>
                    <a:pt x="350" y="356"/>
                    <a:pt x="350" y="356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8"/>
                    <a:pt x="351" y="358"/>
                    <a:pt x="351" y="358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4" y="366"/>
                    <a:pt x="354" y="366"/>
                    <a:pt x="354" y="366"/>
                  </a:cubicBezTo>
                  <a:cubicBezTo>
                    <a:pt x="355" y="368"/>
                    <a:pt x="356" y="370"/>
                    <a:pt x="357" y="372"/>
                  </a:cubicBezTo>
                  <a:cubicBezTo>
                    <a:pt x="359" y="377"/>
                    <a:pt x="362" y="381"/>
                    <a:pt x="365" y="385"/>
                  </a:cubicBezTo>
                  <a:cubicBezTo>
                    <a:pt x="368" y="389"/>
                    <a:pt x="372" y="393"/>
                    <a:pt x="376" y="397"/>
                  </a:cubicBezTo>
                  <a:cubicBezTo>
                    <a:pt x="377" y="397"/>
                    <a:pt x="378" y="398"/>
                    <a:pt x="379" y="399"/>
                  </a:cubicBezTo>
                  <a:cubicBezTo>
                    <a:pt x="380" y="399"/>
                    <a:pt x="380" y="400"/>
                    <a:pt x="381" y="400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3" y="401"/>
                    <a:pt x="383" y="401"/>
                    <a:pt x="383" y="401"/>
                  </a:cubicBezTo>
                  <a:cubicBezTo>
                    <a:pt x="385" y="402"/>
                    <a:pt x="386" y="403"/>
                    <a:pt x="388" y="404"/>
                  </a:cubicBezTo>
                  <a:cubicBezTo>
                    <a:pt x="390" y="405"/>
                    <a:pt x="390" y="405"/>
                    <a:pt x="390" y="405"/>
                  </a:cubicBezTo>
                  <a:cubicBezTo>
                    <a:pt x="392" y="405"/>
                    <a:pt x="392" y="405"/>
                    <a:pt x="392" y="405"/>
                  </a:cubicBezTo>
                  <a:cubicBezTo>
                    <a:pt x="392" y="405"/>
                    <a:pt x="393" y="406"/>
                    <a:pt x="393" y="406"/>
                  </a:cubicBezTo>
                  <a:cubicBezTo>
                    <a:pt x="399" y="392"/>
                    <a:pt x="399" y="392"/>
                    <a:pt x="399" y="392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406" y="378"/>
                    <a:pt x="406" y="378"/>
                    <a:pt x="406" y="378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8" y="376"/>
                    <a:pt x="408" y="376"/>
                    <a:pt x="408" y="376"/>
                  </a:cubicBezTo>
                  <a:cubicBezTo>
                    <a:pt x="408" y="375"/>
                    <a:pt x="409" y="374"/>
                    <a:pt x="409" y="374"/>
                  </a:cubicBezTo>
                  <a:cubicBezTo>
                    <a:pt x="411" y="371"/>
                    <a:pt x="414" y="368"/>
                    <a:pt x="416" y="366"/>
                  </a:cubicBezTo>
                  <a:cubicBezTo>
                    <a:pt x="421" y="361"/>
                    <a:pt x="427" y="358"/>
                    <a:pt x="432" y="359"/>
                  </a:cubicBezTo>
                  <a:cubicBezTo>
                    <a:pt x="435" y="360"/>
                    <a:pt x="438" y="361"/>
                    <a:pt x="440" y="363"/>
                  </a:cubicBezTo>
                  <a:cubicBezTo>
                    <a:pt x="443" y="365"/>
                    <a:pt x="444" y="368"/>
                    <a:pt x="446" y="371"/>
                  </a:cubicBezTo>
                  <a:cubicBezTo>
                    <a:pt x="448" y="377"/>
                    <a:pt x="449" y="384"/>
                    <a:pt x="448" y="390"/>
                  </a:cubicBezTo>
                  <a:cubicBezTo>
                    <a:pt x="447" y="394"/>
                    <a:pt x="447" y="397"/>
                    <a:pt x="445" y="400"/>
                  </a:cubicBezTo>
                  <a:cubicBezTo>
                    <a:pt x="444" y="403"/>
                    <a:pt x="442" y="406"/>
                    <a:pt x="440" y="408"/>
                  </a:cubicBezTo>
                  <a:cubicBezTo>
                    <a:pt x="436" y="413"/>
                    <a:pt x="430" y="417"/>
                    <a:pt x="423" y="419"/>
                  </a:cubicBezTo>
                  <a:cubicBezTo>
                    <a:pt x="420" y="420"/>
                    <a:pt x="416" y="420"/>
                    <a:pt x="413" y="420"/>
                  </a:cubicBezTo>
                  <a:cubicBezTo>
                    <a:pt x="411" y="421"/>
                    <a:pt x="410" y="421"/>
                    <a:pt x="408" y="421"/>
                  </a:cubicBezTo>
                  <a:cubicBezTo>
                    <a:pt x="407" y="421"/>
                    <a:pt x="407" y="421"/>
                    <a:pt x="407" y="421"/>
                  </a:cubicBezTo>
                  <a:cubicBezTo>
                    <a:pt x="407" y="421"/>
                    <a:pt x="407" y="421"/>
                    <a:pt x="406" y="421"/>
                  </a:cubicBezTo>
                  <a:cubicBezTo>
                    <a:pt x="405" y="421"/>
                    <a:pt x="405" y="421"/>
                    <a:pt x="404" y="420"/>
                  </a:cubicBezTo>
                  <a:cubicBezTo>
                    <a:pt x="400" y="420"/>
                    <a:pt x="400" y="420"/>
                    <a:pt x="400" y="420"/>
                  </a:cubicBezTo>
                  <a:cubicBezTo>
                    <a:pt x="399" y="422"/>
                    <a:pt x="399" y="423"/>
                    <a:pt x="398" y="425"/>
                  </a:cubicBezTo>
                  <a:cubicBezTo>
                    <a:pt x="396" y="429"/>
                    <a:pt x="396" y="429"/>
                    <a:pt x="396" y="429"/>
                  </a:cubicBezTo>
                  <a:cubicBezTo>
                    <a:pt x="393" y="435"/>
                    <a:pt x="393" y="435"/>
                    <a:pt x="393" y="435"/>
                  </a:cubicBezTo>
                  <a:cubicBezTo>
                    <a:pt x="388" y="447"/>
                    <a:pt x="388" y="447"/>
                    <a:pt x="388" y="447"/>
                  </a:cubicBezTo>
                  <a:cubicBezTo>
                    <a:pt x="384" y="456"/>
                    <a:pt x="381" y="464"/>
                    <a:pt x="378" y="472"/>
                  </a:cubicBezTo>
                  <a:cubicBezTo>
                    <a:pt x="371" y="489"/>
                    <a:pt x="365" y="506"/>
                    <a:pt x="359" y="523"/>
                  </a:cubicBezTo>
                  <a:cubicBezTo>
                    <a:pt x="353" y="539"/>
                    <a:pt x="347" y="556"/>
                    <a:pt x="342" y="573"/>
                  </a:cubicBezTo>
                  <a:cubicBezTo>
                    <a:pt x="340" y="581"/>
                    <a:pt x="337" y="590"/>
                    <a:pt x="335" y="598"/>
                  </a:cubicBezTo>
                  <a:cubicBezTo>
                    <a:pt x="330" y="612"/>
                    <a:pt x="330" y="612"/>
                    <a:pt x="330" y="612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39" y="621"/>
                    <a:pt x="339" y="621"/>
                    <a:pt x="339" y="621"/>
                  </a:cubicBezTo>
                  <a:cubicBezTo>
                    <a:pt x="392" y="621"/>
                    <a:pt x="392" y="621"/>
                    <a:pt x="392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4" y="621"/>
                    <a:pt x="395" y="621"/>
                    <a:pt x="395" y="621"/>
                  </a:cubicBezTo>
                  <a:cubicBezTo>
                    <a:pt x="397" y="621"/>
                    <a:pt x="398" y="620"/>
                    <a:pt x="399" y="620"/>
                  </a:cubicBezTo>
                  <a:cubicBezTo>
                    <a:pt x="402" y="619"/>
                    <a:pt x="404" y="618"/>
                    <a:pt x="406" y="616"/>
                  </a:cubicBezTo>
                  <a:cubicBezTo>
                    <a:pt x="410" y="613"/>
                    <a:pt x="413" y="608"/>
                    <a:pt x="414" y="603"/>
                  </a:cubicBezTo>
                  <a:cubicBezTo>
                    <a:pt x="414" y="602"/>
                    <a:pt x="414" y="601"/>
                    <a:pt x="414" y="601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596"/>
                    <a:pt x="414" y="596"/>
                    <a:pt x="414" y="596"/>
                  </a:cubicBezTo>
                  <a:cubicBezTo>
                    <a:pt x="414" y="590"/>
                    <a:pt x="414" y="590"/>
                    <a:pt x="414" y="590"/>
                  </a:cubicBezTo>
                  <a:cubicBezTo>
                    <a:pt x="414" y="577"/>
                    <a:pt x="414" y="577"/>
                    <a:pt x="414" y="577"/>
                  </a:cubicBezTo>
                  <a:cubicBezTo>
                    <a:pt x="414" y="552"/>
                    <a:pt x="414" y="552"/>
                    <a:pt x="414" y="552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7"/>
                    <a:pt x="415" y="547"/>
                    <a:pt x="415" y="547"/>
                  </a:cubicBezTo>
                  <a:cubicBezTo>
                    <a:pt x="416" y="546"/>
                    <a:pt x="416" y="546"/>
                    <a:pt x="416" y="546"/>
                  </a:cubicBezTo>
                  <a:cubicBezTo>
                    <a:pt x="420" y="545"/>
                    <a:pt x="424" y="543"/>
                    <a:pt x="428" y="541"/>
                  </a:cubicBezTo>
                  <a:cubicBezTo>
                    <a:pt x="442" y="533"/>
                    <a:pt x="456" y="523"/>
                    <a:pt x="470" y="513"/>
                  </a:cubicBezTo>
                  <a:cubicBezTo>
                    <a:pt x="496" y="493"/>
                    <a:pt x="518" y="468"/>
                    <a:pt x="535" y="440"/>
                  </a:cubicBezTo>
                  <a:cubicBezTo>
                    <a:pt x="553" y="412"/>
                    <a:pt x="565" y="382"/>
                    <a:pt x="572" y="350"/>
                  </a:cubicBezTo>
                  <a:cubicBezTo>
                    <a:pt x="580" y="319"/>
                    <a:pt x="581" y="286"/>
                    <a:pt x="578" y="255"/>
                  </a:cubicBezTo>
                  <a:cubicBezTo>
                    <a:pt x="574" y="223"/>
                    <a:pt x="566" y="192"/>
                    <a:pt x="552" y="164"/>
                  </a:cubicBezTo>
                  <a:cubicBezTo>
                    <a:pt x="539" y="135"/>
                    <a:pt x="521" y="109"/>
                    <a:pt x="499" y="86"/>
                  </a:cubicBezTo>
                  <a:cubicBezTo>
                    <a:pt x="477" y="63"/>
                    <a:pt x="451" y="44"/>
                    <a:pt x="424" y="30"/>
                  </a:cubicBezTo>
                  <a:cubicBezTo>
                    <a:pt x="412" y="23"/>
                    <a:pt x="399" y="18"/>
                    <a:pt x="386" y="13"/>
                  </a:cubicBezTo>
                  <a:cubicBezTo>
                    <a:pt x="369" y="8"/>
                    <a:pt x="353" y="4"/>
                    <a:pt x="339" y="2"/>
                  </a:cubicBezTo>
                  <a:cubicBezTo>
                    <a:pt x="325" y="0"/>
                    <a:pt x="313" y="0"/>
                    <a:pt x="305" y="0"/>
                  </a:cubicBezTo>
                  <a:cubicBezTo>
                    <a:pt x="296" y="0"/>
                    <a:pt x="291" y="0"/>
                    <a:pt x="291" y="1"/>
                  </a:cubicBezTo>
                  <a:cubicBezTo>
                    <a:pt x="291" y="1"/>
                    <a:pt x="296" y="2"/>
                    <a:pt x="308" y="3"/>
                  </a:cubicBezTo>
                  <a:cubicBezTo>
                    <a:pt x="314" y="3"/>
                    <a:pt x="322" y="4"/>
                    <a:pt x="331" y="6"/>
                  </a:cubicBezTo>
                  <a:cubicBezTo>
                    <a:pt x="341" y="7"/>
                    <a:pt x="352" y="10"/>
                    <a:pt x="365" y="13"/>
                  </a:cubicBezTo>
                  <a:cubicBezTo>
                    <a:pt x="372" y="15"/>
                    <a:pt x="380" y="18"/>
                    <a:pt x="388" y="21"/>
                  </a:cubicBezTo>
                  <a:cubicBezTo>
                    <a:pt x="397" y="24"/>
                    <a:pt x="405" y="28"/>
                    <a:pt x="413" y="31"/>
                  </a:cubicBezTo>
                  <a:cubicBezTo>
                    <a:pt x="429" y="39"/>
                    <a:pt x="440" y="46"/>
                    <a:pt x="440" y="46"/>
                  </a:cubicBezTo>
                  <a:cubicBezTo>
                    <a:pt x="445" y="49"/>
                    <a:pt x="445" y="50"/>
                    <a:pt x="444" y="50"/>
                  </a:cubicBezTo>
                  <a:cubicBezTo>
                    <a:pt x="443" y="50"/>
                    <a:pt x="440" y="48"/>
                    <a:pt x="437" y="47"/>
                  </a:cubicBezTo>
                  <a:cubicBezTo>
                    <a:pt x="475" y="70"/>
                    <a:pt x="507" y="102"/>
                    <a:pt x="530" y="139"/>
                  </a:cubicBezTo>
                  <a:cubicBezTo>
                    <a:pt x="553" y="176"/>
                    <a:pt x="567" y="219"/>
                    <a:pt x="571" y="263"/>
                  </a:cubicBezTo>
                  <a:cubicBezTo>
                    <a:pt x="572" y="285"/>
                    <a:pt x="572" y="307"/>
                    <a:pt x="568" y="329"/>
                  </a:cubicBezTo>
                  <a:cubicBezTo>
                    <a:pt x="565" y="350"/>
                    <a:pt x="559" y="371"/>
                    <a:pt x="551" y="392"/>
                  </a:cubicBezTo>
                  <a:cubicBezTo>
                    <a:pt x="535" y="432"/>
                    <a:pt x="509" y="469"/>
                    <a:pt x="475" y="498"/>
                  </a:cubicBezTo>
                  <a:cubicBezTo>
                    <a:pt x="462" y="510"/>
                    <a:pt x="448" y="520"/>
                    <a:pt x="432" y="529"/>
                  </a:cubicBezTo>
                  <a:cubicBezTo>
                    <a:pt x="428" y="531"/>
                    <a:pt x="425" y="533"/>
                    <a:pt x="421" y="535"/>
                  </a:cubicBezTo>
                  <a:cubicBezTo>
                    <a:pt x="419" y="536"/>
                    <a:pt x="417" y="537"/>
                    <a:pt x="415" y="538"/>
                  </a:cubicBezTo>
                  <a:cubicBezTo>
                    <a:pt x="413" y="539"/>
                    <a:pt x="410" y="541"/>
                    <a:pt x="407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4"/>
                    <a:pt x="406" y="544"/>
                    <a:pt x="406" y="544"/>
                  </a:cubicBezTo>
                  <a:cubicBezTo>
                    <a:pt x="406" y="547"/>
                    <a:pt x="406" y="547"/>
                    <a:pt x="406" y="547"/>
                  </a:cubicBezTo>
                  <a:cubicBezTo>
                    <a:pt x="406" y="551"/>
                    <a:pt x="406" y="551"/>
                    <a:pt x="406" y="551"/>
                  </a:cubicBezTo>
                  <a:cubicBezTo>
                    <a:pt x="406" y="558"/>
                    <a:pt x="406" y="558"/>
                    <a:pt x="406" y="558"/>
                  </a:cubicBezTo>
                  <a:cubicBezTo>
                    <a:pt x="406" y="571"/>
                    <a:pt x="406" y="571"/>
                    <a:pt x="406" y="571"/>
                  </a:cubicBezTo>
                  <a:cubicBezTo>
                    <a:pt x="406" y="598"/>
                    <a:pt x="406" y="598"/>
                    <a:pt x="406" y="598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1"/>
                    <a:pt x="406" y="601"/>
                    <a:pt x="406" y="601"/>
                  </a:cubicBezTo>
                  <a:cubicBezTo>
                    <a:pt x="406" y="602"/>
                    <a:pt x="406" y="603"/>
                    <a:pt x="406" y="604"/>
                  </a:cubicBezTo>
                  <a:cubicBezTo>
                    <a:pt x="405" y="605"/>
                    <a:pt x="404" y="607"/>
                    <a:pt x="403" y="608"/>
                  </a:cubicBezTo>
                  <a:cubicBezTo>
                    <a:pt x="401" y="611"/>
                    <a:pt x="398" y="613"/>
                    <a:pt x="394" y="613"/>
                  </a:cubicBezTo>
                  <a:cubicBezTo>
                    <a:pt x="394" y="613"/>
                    <a:pt x="393" y="613"/>
                    <a:pt x="393" y="613"/>
                  </a:cubicBezTo>
                  <a:cubicBezTo>
                    <a:pt x="391" y="613"/>
                    <a:pt x="391" y="613"/>
                    <a:pt x="391" y="613"/>
                  </a:cubicBezTo>
                  <a:cubicBezTo>
                    <a:pt x="388" y="613"/>
                    <a:pt x="388" y="613"/>
                    <a:pt x="388" y="613"/>
                  </a:cubicBezTo>
                  <a:cubicBezTo>
                    <a:pt x="381" y="613"/>
                    <a:pt x="381" y="613"/>
                    <a:pt x="381" y="613"/>
                  </a:cubicBezTo>
                  <a:cubicBezTo>
                    <a:pt x="368" y="613"/>
                    <a:pt x="368" y="613"/>
                    <a:pt x="368" y="613"/>
                  </a:cubicBezTo>
                  <a:cubicBezTo>
                    <a:pt x="342" y="613"/>
                    <a:pt x="342" y="613"/>
                    <a:pt x="342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8" y="613"/>
                    <a:pt x="339" y="613"/>
                    <a:pt x="339" y="613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0"/>
                    <a:pt x="339" y="610"/>
                    <a:pt x="339" y="610"/>
                  </a:cubicBezTo>
                  <a:cubicBezTo>
                    <a:pt x="342" y="599"/>
                    <a:pt x="342" y="599"/>
                    <a:pt x="342" y="599"/>
                  </a:cubicBezTo>
                  <a:cubicBezTo>
                    <a:pt x="345" y="591"/>
                    <a:pt x="348" y="582"/>
                    <a:pt x="350" y="574"/>
                  </a:cubicBezTo>
                  <a:cubicBezTo>
                    <a:pt x="355" y="557"/>
                    <a:pt x="361" y="540"/>
                    <a:pt x="367" y="524"/>
                  </a:cubicBezTo>
                  <a:cubicBezTo>
                    <a:pt x="373" y="507"/>
                    <a:pt x="379" y="490"/>
                    <a:pt x="385" y="474"/>
                  </a:cubicBezTo>
                  <a:cubicBezTo>
                    <a:pt x="389" y="466"/>
                    <a:pt x="392" y="458"/>
                    <a:pt x="396" y="450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403" y="432"/>
                    <a:pt x="403" y="432"/>
                    <a:pt x="403" y="432"/>
                  </a:cubicBezTo>
                  <a:cubicBezTo>
                    <a:pt x="404" y="430"/>
                    <a:pt x="404" y="430"/>
                    <a:pt x="404" y="430"/>
                  </a:cubicBezTo>
                  <a:cubicBezTo>
                    <a:pt x="405" y="429"/>
                    <a:pt x="405" y="429"/>
                    <a:pt x="405" y="428"/>
                  </a:cubicBezTo>
                  <a:cubicBezTo>
                    <a:pt x="405" y="428"/>
                    <a:pt x="406" y="428"/>
                    <a:pt x="406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8" y="429"/>
                    <a:pt x="408" y="429"/>
                    <a:pt x="408" y="429"/>
                  </a:cubicBezTo>
                  <a:cubicBezTo>
                    <a:pt x="410" y="429"/>
                    <a:pt x="412" y="429"/>
                    <a:pt x="414" y="428"/>
                  </a:cubicBezTo>
                  <a:cubicBezTo>
                    <a:pt x="418" y="428"/>
                    <a:pt x="422" y="427"/>
                    <a:pt x="426" y="426"/>
                  </a:cubicBezTo>
                  <a:cubicBezTo>
                    <a:pt x="433" y="424"/>
                    <a:pt x="441" y="420"/>
                    <a:pt x="446" y="413"/>
                  </a:cubicBezTo>
                  <a:cubicBezTo>
                    <a:pt x="449" y="410"/>
                    <a:pt x="451" y="407"/>
                    <a:pt x="453" y="403"/>
                  </a:cubicBezTo>
                  <a:cubicBezTo>
                    <a:pt x="454" y="399"/>
                    <a:pt x="455" y="395"/>
                    <a:pt x="456" y="391"/>
                  </a:cubicBezTo>
                  <a:cubicBezTo>
                    <a:pt x="457" y="383"/>
                    <a:pt x="457" y="375"/>
                    <a:pt x="453" y="367"/>
                  </a:cubicBezTo>
                  <a:cubicBezTo>
                    <a:pt x="451" y="363"/>
                    <a:pt x="449" y="360"/>
                    <a:pt x="446" y="357"/>
                  </a:cubicBezTo>
                  <a:cubicBezTo>
                    <a:pt x="442" y="354"/>
                    <a:pt x="438" y="352"/>
                    <a:pt x="434" y="351"/>
                  </a:cubicBezTo>
                  <a:cubicBezTo>
                    <a:pt x="433" y="351"/>
                    <a:pt x="431" y="351"/>
                    <a:pt x="430" y="351"/>
                  </a:cubicBezTo>
                  <a:cubicBezTo>
                    <a:pt x="429" y="351"/>
                    <a:pt x="428" y="351"/>
                    <a:pt x="427" y="351"/>
                  </a:cubicBezTo>
                  <a:cubicBezTo>
                    <a:pt x="424" y="351"/>
                    <a:pt x="422" y="352"/>
                    <a:pt x="420" y="353"/>
                  </a:cubicBezTo>
                  <a:cubicBezTo>
                    <a:pt x="416" y="355"/>
                    <a:pt x="413" y="357"/>
                    <a:pt x="410" y="360"/>
                  </a:cubicBezTo>
                  <a:cubicBezTo>
                    <a:pt x="407" y="363"/>
                    <a:pt x="405" y="366"/>
                    <a:pt x="402" y="369"/>
                  </a:cubicBezTo>
                  <a:cubicBezTo>
                    <a:pt x="402" y="369"/>
                    <a:pt x="401" y="370"/>
                    <a:pt x="401" y="371"/>
                  </a:cubicBezTo>
                  <a:cubicBezTo>
                    <a:pt x="400" y="372"/>
                    <a:pt x="400" y="372"/>
                    <a:pt x="400" y="372"/>
                  </a:cubicBezTo>
                  <a:cubicBezTo>
                    <a:pt x="400" y="373"/>
                    <a:pt x="400" y="373"/>
                    <a:pt x="400" y="373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5"/>
                    <a:pt x="389" y="395"/>
                    <a:pt x="389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7" y="394"/>
                    <a:pt x="387" y="394"/>
                    <a:pt x="387" y="394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5" y="393"/>
                    <a:pt x="385" y="393"/>
                    <a:pt x="385" y="393"/>
                  </a:cubicBezTo>
                  <a:cubicBezTo>
                    <a:pt x="385" y="392"/>
                    <a:pt x="384" y="392"/>
                    <a:pt x="383" y="391"/>
                  </a:cubicBezTo>
                  <a:cubicBezTo>
                    <a:pt x="380" y="389"/>
                    <a:pt x="377" y="386"/>
                    <a:pt x="375" y="383"/>
                  </a:cubicBezTo>
                  <a:cubicBezTo>
                    <a:pt x="369" y="377"/>
                    <a:pt x="365" y="370"/>
                    <a:pt x="362" y="363"/>
                  </a:cubicBezTo>
                  <a:cubicBezTo>
                    <a:pt x="365" y="370"/>
                    <a:pt x="369" y="377"/>
                    <a:pt x="375" y="383"/>
                  </a:cubicBezTo>
                  <a:cubicBezTo>
                    <a:pt x="377" y="386"/>
                    <a:pt x="380" y="389"/>
                    <a:pt x="383" y="391"/>
                  </a:cubicBezTo>
                  <a:cubicBezTo>
                    <a:pt x="384" y="392"/>
                    <a:pt x="385" y="392"/>
                    <a:pt x="385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7" y="393"/>
                    <a:pt x="387" y="393"/>
                    <a:pt x="387" y="393"/>
                  </a:cubicBezTo>
                  <a:cubicBezTo>
                    <a:pt x="387" y="394"/>
                    <a:pt x="387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4"/>
                    <a:pt x="389" y="395"/>
                    <a:pt x="389" y="394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9" y="373"/>
                    <a:pt x="399" y="373"/>
                    <a:pt x="400" y="372"/>
                  </a:cubicBezTo>
                  <a:cubicBezTo>
                    <a:pt x="401" y="371"/>
                    <a:pt x="401" y="371"/>
                    <a:pt x="401" y="371"/>
                  </a:cubicBezTo>
                  <a:cubicBezTo>
                    <a:pt x="401" y="370"/>
                    <a:pt x="402" y="369"/>
                    <a:pt x="402" y="369"/>
                  </a:cubicBezTo>
                  <a:cubicBezTo>
                    <a:pt x="405" y="365"/>
                    <a:pt x="407" y="362"/>
                    <a:pt x="410" y="360"/>
                  </a:cubicBezTo>
                  <a:cubicBezTo>
                    <a:pt x="413" y="357"/>
                    <a:pt x="417" y="354"/>
                    <a:pt x="421" y="353"/>
                  </a:cubicBezTo>
                  <a:cubicBezTo>
                    <a:pt x="423" y="352"/>
                    <a:pt x="425" y="351"/>
                    <a:pt x="427" y="351"/>
                  </a:cubicBezTo>
                  <a:cubicBezTo>
                    <a:pt x="429" y="350"/>
                    <a:pt x="432" y="350"/>
                    <a:pt x="434" y="351"/>
                  </a:cubicBezTo>
                  <a:cubicBezTo>
                    <a:pt x="439" y="352"/>
                    <a:pt x="443" y="354"/>
                    <a:pt x="446" y="357"/>
                  </a:cubicBezTo>
                  <a:cubicBezTo>
                    <a:pt x="449" y="360"/>
                    <a:pt x="452" y="364"/>
                    <a:pt x="453" y="368"/>
                  </a:cubicBezTo>
                  <a:cubicBezTo>
                    <a:pt x="457" y="375"/>
                    <a:pt x="457" y="384"/>
                    <a:pt x="456" y="392"/>
                  </a:cubicBezTo>
                  <a:cubicBezTo>
                    <a:pt x="455" y="396"/>
                    <a:pt x="454" y="400"/>
                    <a:pt x="453" y="403"/>
                  </a:cubicBezTo>
                  <a:cubicBezTo>
                    <a:pt x="451" y="407"/>
                    <a:pt x="449" y="411"/>
                    <a:pt x="446" y="414"/>
                  </a:cubicBezTo>
                  <a:cubicBezTo>
                    <a:pt x="441" y="420"/>
                    <a:pt x="433" y="424"/>
                    <a:pt x="425" y="426"/>
                  </a:cubicBezTo>
                  <a:cubicBezTo>
                    <a:pt x="422" y="428"/>
                    <a:pt x="418" y="428"/>
                    <a:pt x="414" y="429"/>
                  </a:cubicBezTo>
                  <a:cubicBezTo>
                    <a:pt x="412" y="429"/>
                    <a:pt x="410" y="429"/>
                    <a:pt x="408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6" y="429"/>
                    <a:pt x="406" y="429"/>
                    <a:pt x="406" y="429"/>
                  </a:cubicBezTo>
                  <a:cubicBezTo>
                    <a:pt x="406" y="429"/>
                    <a:pt x="405" y="429"/>
                    <a:pt x="405" y="429"/>
                  </a:cubicBezTo>
                  <a:cubicBezTo>
                    <a:pt x="405" y="429"/>
                    <a:pt x="405" y="429"/>
                    <a:pt x="404" y="430"/>
                  </a:cubicBezTo>
                  <a:cubicBezTo>
                    <a:pt x="404" y="432"/>
                    <a:pt x="404" y="432"/>
                    <a:pt x="404" y="432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396" y="450"/>
                    <a:pt x="396" y="450"/>
                    <a:pt x="396" y="450"/>
                  </a:cubicBezTo>
                  <a:cubicBezTo>
                    <a:pt x="392" y="458"/>
                    <a:pt x="389" y="466"/>
                    <a:pt x="385" y="475"/>
                  </a:cubicBezTo>
                  <a:cubicBezTo>
                    <a:pt x="379" y="491"/>
                    <a:pt x="373" y="508"/>
                    <a:pt x="367" y="525"/>
                  </a:cubicBezTo>
                  <a:cubicBezTo>
                    <a:pt x="361" y="541"/>
                    <a:pt x="355" y="558"/>
                    <a:pt x="350" y="575"/>
                  </a:cubicBezTo>
                  <a:cubicBezTo>
                    <a:pt x="347" y="584"/>
                    <a:pt x="345" y="592"/>
                    <a:pt x="342" y="601"/>
                  </a:cubicBezTo>
                  <a:cubicBezTo>
                    <a:pt x="339" y="611"/>
                    <a:pt x="339" y="611"/>
                    <a:pt x="339" y="611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40" y="613"/>
                    <a:pt x="340" y="613"/>
                    <a:pt x="340" y="613"/>
                  </a:cubicBezTo>
                  <a:cubicBezTo>
                    <a:pt x="343" y="613"/>
                    <a:pt x="343" y="613"/>
                    <a:pt x="343" y="613"/>
                  </a:cubicBezTo>
                  <a:cubicBezTo>
                    <a:pt x="369" y="613"/>
                    <a:pt x="369" y="613"/>
                    <a:pt x="369" y="613"/>
                  </a:cubicBezTo>
                  <a:cubicBezTo>
                    <a:pt x="382" y="613"/>
                    <a:pt x="382" y="613"/>
                    <a:pt x="382" y="613"/>
                  </a:cubicBezTo>
                  <a:cubicBezTo>
                    <a:pt x="389" y="613"/>
                    <a:pt x="389" y="613"/>
                    <a:pt x="389" y="613"/>
                  </a:cubicBezTo>
                  <a:cubicBezTo>
                    <a:pt x="392" y="613"/>
                    <a:pt x="392" y="613"/>
                    <a:pt x="392" y="613"/>
                  </a:cubicBezTo>
                  <a:cubicBezTo>
                    <a:pt x="393" y="613"/>
                    <a:pt x="393" y="613"/>
                    <a:pt x="394" y="613"/>
                  </a:cubicBezTo>
                  <a:cubicBezTo>
                    <a:pt x="394" y="613"/>
                    <a:pt x="395" y="613"/>
                    <a:pt x="395" y="613"/>
                  </a:cubicBezTo>
                  <a:cubicBezTo>
                    <a:pt x="398" y="612"/>
                    <a:pt x="402" y="610"/>
                    <a:pt x="404" y="607"/>
                  </a:cubicBezTo>
                  <a:cubicBezTo>
                    <a:pt x="405" y="606"/>
                    <a:pt x="405" y="604"/>
                    <a:pt x="406" y="603"/>
                  </a:cubicBezTo>
                  <a:cubicBezTo>
                    <a:pt x="406" y="602"/>
                    <a:pt x="406" y="601"/>
                    <a:pt x="406" y="600"/>
                  </a:cubicBezTo>
                  <a:cubicBezTo>
                    <a:pt x="406" y="597"/>
                    <a:pt x="406" y="597"/>
                    <a:pt x="406" y="597"/>
                  </a:cubicBezTo>
                  <a:cubicBezTo>
                    <a:pt x="406" y="570"/>
                    <a:pt x="406" y="570"/>
                    <a:pt x="406" y="570"/>
                  </a:cubicBezTo>
                  <a:cubicBezTo>
                    <a:pt x="406" y="557"/>
                    <a:pt x="406" y="557"/>
                    <a:pt x="406" y="557"/>
                  </a:cubicBezTo>
                  <a:cubicBezTo>
                    <a:pt x="406" y="550"/>
                    <a:pt x="406" y="550"/>
                    <a:pt x="406" y="550"/>
                  </a:cubicBezTo>
                  <a:cubicBezTo>
                    <a:pt x="406" y="545"/>
                    <a:pt x="406" y="545"/>
                    <a:pt x="406" y="545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7" y="542"/>
                    <a:pt x="407" y="542"/>
                    <a:pt x="407" y="542"/>
                  </a:cubicBezTo>
                  <a:cubicBezTo>
                    <a:pt x="408" y="542"/>
                    <a:pt x="408" y="542"/>
                    <a:pt x="408" y="542"/>
                  </a:cubicBezTo>
                  <a:cubicBezTo>
                    <a:pt x="412" y="540"/>
                    <a:pt x="412" y="540"/>
                    <a:pt x="412" y="540"/>
                  </a:cubicBezTo>
                  <a:cubicBezTo>
                    <a:pt x="415" y="538"/>
                    <a:pt x="415" y="538"/>
                    <a:pt x="415" y="538"/>
                  </a:cubicBezTo>
                  <a:cubicBezTo>
                    <a:pt x="417" y="537"/>
                    <a:pt x="419" y="536"/>
                    <a:pt x="421" y="535"/>
                  </a:cubicBezTo>
                  <a:cubicBezTo>
                    <a:pt x="425" y="533"/>
                    <a:pt x="429" y="531"/>
                    <a:pt x="433" y="529"/>
                  </a:cubicBezTo>
                  <a:cubicBezTo>
                    <a:pt x="448" y="520"/>
                    <a:pt x="462" y="509"/>
                    <a:pt x="475" y="498"/>
                  </a:cubicBezTo>
                  <a:cubicBezTo>
                    <a:pt x="509" y="469"/>
                    <a:pt x="535" y="432"/>
                    <a:pt x="551" y="391"/>
                  </a:cubicBezTo>
                  <a:cubicBezTo>
                    <a:pt x="568" y="350"/>
                    <a:pt x="574" y="305"/>
                    <a:pt x="570" y="261"/>
                  </a:cubicBezTo>
                  <a:cubicBezTo>
                    <a:pt x="566" y="217"/>
                    <a:pt x="552" y="174"/>
                    <a:pt x="528" y="136"/>
                  </a:cubicBezTo>
                  <a:cubicBezTo>
                    <a:pt x="504" y="99"/>
                    <a:pt x="471" y="67"/>
                    <a:pt x="432" y="44"/>
                  </a:cubicBezTo>
                  <a:cubicBezTo>
                    <a:pt x="430" y="43"/>
                    <a:pt x="429" y="43"/>
                    <a:pt x="432" y="45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6" y="55"/>
                    <a:pt x="452" y="59"/>
                    <a:pt x="460" y="65"/>
                  </a:cubicBezTo>
                  <a:cubicBezTo>
                    <a:pt x="470" y="73"/>
                    <a:pt x="487" y="88"/>
                    <a:pt x="505" y="108"/>
                  </a:cubicBezTo>
                  <a:cubicBezTo>
                    <a:pt x="513" y="119"/>
                    <a:pt x="522" y="131"/>
                    <a:pt x="530" y="144"/>
                  </a:cubicBezTo>
                  <a:cubicBezTo>
                    <a:pt x="538" y="157"/>
                    <a:pt x="545" y="172"/>
                    <a:pt x="551" y="188"/>
                  </a:cubicBezTo>
                  <a:cubicBezTo>
                    <a:pt x="557" y="203"/>
                    <a:pt x="562" y="220"/>
                    <a:pt x="565" y="237"/>
                  </a:cubicBezTo>
                  <a:cubicBezTo>
                    <a:pt x="568" y="254"/>
                    <a:pt x="569" y="271"/>
                    <a:pt x="569" y="288"/>
                  </a:cubicBezTo>
                  <a:cubicBezTo>
                    <a:pt x="569" y="305"/>
                    <a:pt x="568" y="321"/>
                    <a:pt x="565" y="337"/>
                  </a:cubicBezTo>
                  <a:cubicBezTo>
                    <a:pt x="562" y="352"/>
                    <a:pt x="558" y="366"/>
                    <a:pt x="554" y="379"/>
                  </a:cubicBezTo>
                  <a:cubicBezTo>
                    <a:pt x="539" y="422"/>
                    <a:pt x="513" y="461"/>
                    <a:pt x="478" y="492"/>
                  </a:cubicBezTo>
                  <a:cubicBezTo>
                    <a:pt x="461" y="508"/>
                    <a:pt x="442" y="521"/>
                    <a:pt x="421" y="532"/>
                  </a:cubicBezTo>
                  <a:cubicBezTo>
                    <a:pt x="419" y="534"/>
                    <a:pt x="416" y="535"/>
                    <a:pt x="413" y="536"/>
                  </a:cubicBezTo>
                  <a:cubicBezTo>
                    <a:pt x="408" y="539"/>
                    <a:pt x="408" y="539"/>
                    <a:pt x="408" y="539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2"/>
                    <a:pt x="404" y="542"/>
                    <a:pt x="404" y="542"/>
                  </a:cubicBezTo>
                  <a:cubicBezTo>
                    <a:pt x="404" y="543"/>
                    <a:pt x="404" y="543"/>
                    <a:pt x="404" y="543"/>
                  </a:cubicBezTo>
                  <a:cubicBezTo>
                    <a:pt x="404" y="545"/>
                    <a:pt x="404" y="545"/>
                    <a:pt x="404" y="545"/>
                  </a:cubicBezTo>
                  <a:cubicBezTo>
                    <a:pt x="404" y="565"/>
                    <a:pt x="404" y="565"/>
                    <a:pt x="404" y="565"/>
                  </a:cubicBezTo>
                  <a:cubicBezTo>
                    <a:pt x="404" y="600"/>
                    <a:pt x="404" y="600"/>
                    <a:pt x="404" y="600"/>
                  </a:cubicBezTo>
                  <a:cubicBezTo>
                    <a:pt x="403" y="602"/>
                    <a:pt x="403" y="604"/>
                    <a:pt x="402" y="606"/>
                  </a:cubicBezTo>
                  <a:cubicBezTo>
                    <a:pt x="401" y="607"/>
                    <a:pt x="399" y="609"/>
                    <a:pt x="397" y="609"/>
                  </a:cubicBezTo>
                  <a:cubicBezTo>
                    <a:pt x="397" y="610"/>
                    <a:pt x="396" y="610"/>
                    <a:pt x="395" y="610"/>
                  </a:cubicBezTo>
                  <a:cubicBezTo>
                    <a:pt x="394" y="610"/>
                    <a:pt x="393" y="610"/>
                    <a:pt x="391" y="610"/>
                  </a:cubicBezTo>
                  <a:cubicBezTo>
                    <a:pt x="382" y="610"/>
                    <a:pt x="382" y="610"/>
                    <a:pt x="382" y="610"/>
                  </a:cubicBezTo>
                  <a:cubicBezTo>
                    <a:pt x="346" y="610"/>
                    <a:pt x="346" y="610"/>
                    <a:pt x="346" y="610"/>
                  </a:cubicBezTo>
                  <a:cubicBezTo>
                    <a:pt x="343" y="610"/>
                    <a:pt x="343" y="610"/>
                    <a:pt x="343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09"/>
                    <a:pt x="342" y="609"/>
                    <a:pt x="342" y="609"/>
                  </a:cubicBezTo>
                  <a:cubicBezTo>
                    <a:pt x="346" y="596"/>
                    <a:pt x="346" y="596"/>
                    <a:pt x="346" y="596"/>
                  </a:cubicBezTo>
                  <a:cubicBezTo>
                    <a:pt x="350" y="584"/>
                    <a:pt x="353" y="573"/>
                    <a:pt x="357" y="561"/>
                  </a:cubicBezTo>
                  <a:cubicBezTo>
                    <a:pt x="364" y="539"/>
                    <a:pt x="372" y="516"/>
                    <a:pt x="381" y="493"/>
                  </a:cubicBezTo>
                  <a:cubicBezTo>
                    <a:pt x="385" y="482"/>
                    <a:pt x="389" y="471"/>
                    <a:pt x="394" y="460"/>
                  </a:cubicBezTo>
                  <a:cubicBezTo>
                    <a:pt x="396" y="454"/>
                    <a:pt x="399" y="449"/>
                    <a:pt x="401" y="443"/>
                  </a:cubicBezTo>
                  <a:cubicBezTo>
                    <a:pt x="405" y="435"/>
                    <a:pt x="405" y="435"/>
                    <a:pt x="405" y="435"/>
                  </a:cubicBezTo>
                  <a:cubicBezTo>
                    <a:pt x="406" y="432"/>
                    <a:pt x="406" y="432"/>
                    <a:pt x="406" y="432"/>
                  </a:cubicBezTo>
                  <a:cubicBezTo>
                    <a:pt x="406" y="431"/>
                    <a:pt x="406" y="431"/>
                    <a:pt x="406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8" y="431"/>
                    <a:pt x="408" y="431"/>
                    <a:pt x="408" y="431"/>
                  </a:cubicBezTo>
                  <a:cubicBezTo>
                    <a:pt x="410" y="431"/>
                    <a:pt x="412" y="431"/>
                    <a:pt x="414" y="431"/>
                  </a:cubicBezTo>
                  <a:cubicBezTo>
                    <a:pt x="418" y="430"/>
                    <a:pt x="422" y="430"/>
                    <a:pt x="426" y="429"/>
                  </a:cubicBezTo>
                  <a:cubicBezTo>
                    <a:pt x="434" y="426"/>
                    <a:pt x="442" y="422"/>
                    <a:pt x="448" y="415"/>
                  </a:cubicBezTo>
                  <a:cubicBezTo>
                    <a:pt x="451" y="412"/>
                    <a:pt x="453" y="408"/>
                    <a:pt x="455" y="404"/>
                  </a:cubicBezTo>
                  <a:cubicBezTo>
                    <a:pt x="457" y="400"/>
                    <a:pt x="458" y="396"/>
                    <a:pt x="458" y="392"/>
                  </a:cubicBezTo>
                  <a:cubicBezTo>
                    <a:pt x="460" y="383"/>
                    <a:pt x="459" y="374"/>
                    <a:pt x="455" y="366"/>
                  </a:cubicBezTo>
                  <a:cubicBezTo>
                    <a:pt x="453" y="362"/>
                    <a:pt x="450" y="358"/>
                    <a:pt x="447" y="355"/>
                  </a:cubicBezTo>
                  <a:cubicBezTo>
                    <a:pt x="444" y="352"/>
                    <a:pt x="439" y="350"/>
                    <a:pt x="434" y="349"/>
                  </a:cubicBezTo>
                  <a:cubicBezTo>
                    <a:pt x="433" y="348"/>
                    <a:pt x="432" y="348"/>
                    <a:pt x="430" y="348"/>
                  </a:cubicBezTo>
                  <a:cubicBezTo>
                    <a:pt x="429" y="348"/>
                    <a:pt x="428" y="348"/>
                    <a:pt x="426" y="349"/>
                  </a:cubicBezTo>
                  <a:cubicBezTo>
                    <a:pt x="424" y="349"/>
                    <a:pt x="421" y="350"/>
                    <a:pt x="419" y="351"/>
                  </a:cubicBezTo>
                  <a:cubicBezTo>
                    <a:pt x="415" y="353"/>
                    <a:pt x="412" y="355"/>
                    <a:pt x="409" y="358"/>
                  </a:cubicBezTo>
                  <a:cubicBezTo>
                    <a:pt x="406" y="361"/>
                    <a:pt x="403" y="364"/>
                    <a:pt x="401" y="367"/>
                  </a:cubicBezTo>
                  <a:cubicBezTo>
                    <a:pt x="400" y="368"/>
                    <a:pt x="399" y="369"/>
                    <a:pt x="399" y="370"/>
                  </a:cubicBezTo>
                  <a:cubicBezTo>
                    <a:pt x="398" y="370"/>
                    <a:pt x="398" y="370"/>
                    <a:pt x="398" y="370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5" y="378"/>
                    <a:pt x="395" y="378"/>
                    <a:pt x="395" y="378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2"/>
                    <a:pt x="387" y="391"/>
                    <a:pt x="387" y="391"/>
                  </a:cubicBezTo>
                  <a:cubicBezTo>
                    <a:pt x="387" y="391"/>
                    <a:pt x="387" y="391"/>
                    <a:pt x="387" y="391"/>
                  </a:cubicBezTo>
                  <a:cubicBezTo>
                    <a:pt x="385" y="390"/>
                    <a:pt x="385" y="390"/>
                    <a:pt x="385" y="390"/>
                  </a:cubicBezTo>
                  <a:cubicBezTo>
                    <a:pt x="384" y="390"/>
                    <a:pt x="384" y="389"/>
                    <a:pt x="383" y="388"/>
                  </a:cubicBezTo>
                  <a:cubicBezTo>
                    <a:pt x="379" y="386"/>
                    <a:pt x="376" y="382"/>
                    <a:pt x="374" y="379"/>
                  </a:cubicBezTo>
                  <a:cubicBezTo>
                    <a:pt x="371" y="375"/>
                    <a:pt x="369" y="372"/>
                    <a:pt x="367" y="367"/>
                  </a:cubicBezTo>
                  <a:cubicBezTo>
                    <a:pt x="366" y="365"/>
                    <a:pt x="365" y="363"/>
                    <a:pt x="364" y="361"/>
                  </a:cubicBezTo>
                  <a:cubicBezTo>
                    <a:pt x="363" y="361"/>
                    <a:pt x="363" y="361"/>
                    <a:pt x="363" y="361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5" y="359"/>
                    <a:pt x="365" y="359"/>
                    <a:pt x="365" y="359"/>
                  </a:cubicBezTo>
                  <a:cubicBezTo>
                    <a:pt x="368" y="357"/>
                    <a:pt x="370" y="355"/>
                    <a:pt x="372" y="353"/>
                  </a:cubicBezTo>
                  <a:cubicBezTo>
                    <a:pt x="376" y="349"/>
                    <a:pt x="380" y="345"/>
                    <a:pt x="383" y="340"/>
                  </a:cubicBezTo>
                  <a:cubicBezTo>
                    <a:pt x="387" y="336"/>
                    <a:pt x="390" y="330"/>
                    <a:pt x="391" y="324"/>
                  </a:cubicBezTo>
                  <a:cubicBezTo>
                    <a:pt x="392" y="318"/>
                    <a:pt x="392" y="311"/>
                    <a:pt x="390" y="305"/>
                  </a:cubicBezTo>
                  <a:cubicBezTo>
                    <a:pt x="389" y="302"/>
                    <a:pt x="388" y="299"/>
                    <a:pt x="386" y="296"/>
                  </a:cubicBezTo>
                  <a:cubicBezTo>
                    <a:pt x="385" y="295"/>
                    <a:pt x="384" y="294"/>
                    <a:pt x="383" y="292"/>
                  </a:cubicBezTo>
                  <a:cubicBezTo>
                    <a:pt x="383" y="292"/>
                    <a:pt x="382" y="291"/>
                    <a:pt x="382" y="291"/>
                  </a:cubicBezTo>
                  <a:cubicBezTo>
                    <a:pt x="381" y="290"/>
                    <a:pt x="381" y="290"/>
                    <a:pt x="381" y="290"/>
                  </a:cubicBezTo>
                  <a:cubicBezTo>
                    <a:pt x="380" y="289"/>
                    <a:pt x="380" y="289"/>
                    <a:pt x="380" y="289"/>
                  </a:cubicBezTo>
                  <a:cubicBezTo>
                    <a:pt x="377" y="287"/>
                    <a:pt x="374" y="285"/>
                    <a:pt x="371" y="283"/>
                  </a:cubicBezTo>
                  <a:cubicBezTo>
                    <a:pt x="368" y="282"/>
                    <a:pt x="364" y="282"/>
                    <a:pt x="361" y="282"/>
                  </a:cubicBezTo>
                  <a:cubicBezTo>
                    <a:pt x="354" y="282"/>
                    <a:pt x="348" y="284"/>
                    <a:pt x="343" y="287"/>
                  </a:cubicBezTo>
                  <a:cubicBezTo>
                    <a:pt x="340" y="289"/>
                    <a:pt x="338" y="291"/>
                    <a:pt x="336" y="293"/>
                  </a:cubicBezTo>
                  <a:cubicBezTo>
                    <a:pt x="333" y="295"/>
                    <a:pt x="331" y="298"/>
                    <a:pt x="330" y="300"/>
                  </a:cubicBezTo>
                  <a:cubicBezTo>
                    <a:pt x="327" y="304"/>
                    <a:pt x="325" y="308"/>
                    <a:pt x="324" y="312"/>
                  </a:cubicBezTo>
                  <a:cubicBezTo>
                    <a:pt x="322" y="316"/>
                    <a:pt x="322" y="321"/>
                    <a:pt x="321" y="325"/>
                  </a:cubicBezTo>
                  <a:cubicBezTo>
                    <a:pt x="321" y="329"/>
                    <a:pt x="321" y="333"/>
                    <a:pt x="322" y="337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3" y="343"/>
                    <a:pt x="323" y="343"/>
                    <a:pt x="323" y="343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2" y="344"/>
                    <a:pt x="322" y="344"/>
                    <a:pt x="322" y="344"/>
                  </a:cubicBezTo>
                  <a:cubicBezTo>
                    <a:pt x="320" y="344"/>
                    <a:pt x="318" y="345"/>
                    <a:pt x="315" y="345"/>
                  </a:cubicBezTo>
                  <a:cubicBezTo>
                    <a:pt x="311" y="346"/>
                    <a:pt x="307" y="347"/>
                    <a:pt x="302" y="347"/>
                  </a:cubicBezTo>
                  <a:cubicBezTo>
                    <a:pt x="298" y="346"/>
                    <a:pt x="293" y="346"/>
                    <a:pt x="289" y="345"/>
                  </a:cubicBezTo>
                  <a:cubicBezTo>
                    <a:pt x="287" y="345"/>
                    <a:pt x="287" y="345"/>
                    <a:pt x="287" y="345"/>
                  </a:cubicBezTo>
                  <a:cubicBezTo>
                    <a:pt x="286" y="345"/>
                    <a:pt x="286" y="345"/>
                    <a:pt x="286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4"/>
                    <a:pt x="285" y="344"/>
                    <a:pt x="285" y="344"/>
                  </a:cubicBezTo>
                  <a:cubicBezTo>
                    <a:pt x="286" y="343"/>
                    <a:pt x="286" y="343"/>
                    <a:pt x="286" y="343"/>
                  </a:cubicBezTo>
                  <a:cubicBezTo>
                    <a:pt x="290" y="339"/>
                    <a:pt x="293" y="334"/>
                    <a:pt x="295" y="330"/>
                  </a:cubicBezTo>
                  <a:cubicBezTo>
                    <a:pt x="298" y="325"/>
                    <a:pt x="300" y="320"/>
                    <a:pt x="302" y="314"/>
                  </a:cubicBezTo>
                  <a:cubicBezTo>
                    <a:pt x="302" y="311"/>
                    <a:pt x="303" y="308"/>
                    <a:pt x="302" y="305"/>
                  </a:cubicBezTo>
                  <a:cubicBezTo>
                    <a:pt x="302" y="301"/>
                    <a:pt x="302" y="298"/>
                    <a:pt x="300" y="295"/>
                  </a:cubicBezTo>
                  <a:cubicBezTo>
                    <a:pt x="298" y="289"/>
                    <a:pt x="293" y="284"/>
                    <a:pt x="289" y="280"/>
                  </a:cubicBezTo>
                  <a:cubicBezTo>
                    <a:pt x="284" y="277"/>
                    <a:pt x="278" y="274"/>
                    <a:pt x="271" y="274"/>
                  </a:cubicBezTo>
                  <a:cubicBezTo>
                    <a:pt x="268" y="273"/>
                    <a:pt x="264" y="274"/>
                    <a:pt x="261" y="275"/>
                  </a:cubicBezTo>
                  <a:cubicBezTo>
                    <a:pt x="258" y="276"/>
                    <a:pt x="255" y="277"/>
                    <a:pt x="252" y="279"/>
                  </a:cubicBezTo>
                  <a:cubicBezTo>
                    <a:pt x="247" y="282"/>
                    <a:pt x="243" y="287"/>
                    <a:pt x="240" y="291"/>
                  </a:cubicBezTo>
                  <a:cubicBezTo>
                    <a:pt x="237" y="296"/>
                    <a:pt x="234" y="301"/>
                    <a:pt x="232" y="306"/>
                  </a:cubicBezTo>
                  <a:cubicBezTo>
                    <a:pt x="230" y="311"/>
                    <a:pt x="229" y="316"/>
                    <a:pt x="228" y="322"/>
                  </a:cubicBezTo>
                  <a:cubicBezTo>
                    <a:pt x="228" y="325"/>
                    <a:pt x="228" y="328"/>
                    <a:pt x="228" y="331"/>
                  </a:cubicBezTo>
                  <a:cubicBezTo>
                    <a:pt x="228" y="331"/>
                    <a:pt x="228" y="332"/>
                    <a:pt x="228" y="333"/>
                  </a:cubicBezTo>
                  <a:cubicBezTo>
                    <a:pt x="228" y="334"/>
                    <a:pt x="228" y="334"/>
                    <a:pt x="228" y="335"/>
                  </a:cubicBezTo>
                  <a:cubicBezTo>
                    <a:pt x="229" y="337"/>
                    <a:pt x="229" y="338"/>
                    <a:pt x="229" y="339"/>
                  </a:cubicBezTo>
                  <a:cubicBezTo>
                    <a:pt x="230" y="342"/>
                    <a:pt x="231" y="345"/>
                    <a:pt x="232" y="348"/>
                  </a:cubicBezTo>
                  <a:cubicBezTo>
                    <a:pt x="233" y="348"/>
                    <a:pt x="233" y="349"/>
                    <a:pt x="233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3" y="351"/>
                    <a:pt x="233" y="351"/>
                    <a:pt x="233" y="351"/>
                  </a:cubicBezTo>
                  <a:cubicBezTo>
                    <a:pt x="231" y="353"/>
                    <a:pt x="229" y="355"/>
                    <a:pt x="228" y="357"/>
                  </a:cubicBezTo>
                  <a:cubicBezTo>
                    <a:pt x="224" y="360"/>
                    <a:pt x="221" y="363"/>
                    <a:pt x="217" y="366"/>
                  </a:cubicBezTo>
                  <a:cubicBezTo>
                    <a:pt x="213" y="369"/>
                    <a:pt x="209" y="372"/>
                    <a:pt x="205" y="375"/>
                  </a:cubicBezTo>
                  <a:cubicBezTo>
                    <a:pt x="204" y="376"/>
                    <a:pt x="203" y="376"/>
                    <a:pt x="202" y="377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196" y="370"/>
                    <a:pt x="196" y="370"/>
                    <a:pt x="196" y="370"/>
                  </a:cubicBezTo>
                  <a:cubicBezTo>
                    <a:pt x="195" y="368"/>
                    <a:pt x="194" y="366"/>
                    <a:pt x="192" y="365"/>
                  </a:cubicBezTo>
                  <a:cubicBezTo>
                    <a:pt x="188" y="358"/>
                    <a:pt x="182" y="351"/>
                    <a:pt x="174" y="346"/>
                  </a:cubicBezTo>
                  <a:cubicBezTo>
                    <a:pt x="170" y="344"/>
                    <a:pt x="166" y="342"/>
                    <a:pt x="161" y="342"/>
                  </a:cubicBezTo>
                  <a:cubicBezTo>
                    <a:pt x="157" y="341"/>
                    <a:pt x="152" y="341"/>
                    <a:pt x="147" y="342"/>
                  </a:cubicBezTo>
                  <a:cubicBezTo>
                    <a:pt x="145" y="343"/>
                    <a:pt x="142" y="344"/>
                    <a:pt x="140" y="345"/>
                  </a:cubicBezTo>
                  <a:cubicBezTo>
                    <a:pt x="138" y="346"/>
                    <a:pt x="136" y="347"/>
                    <a:pt x="134" y="348"/>
                  </a:cubicBezTo>
                  <a:cubicBezTo>
                    <a:pt x="131" y="351"/>
                    <a:pt x="127" y="355"/>
                    <a:pt x="125" y="359"/>
                  </a:cubicBezTo>
                  <a:cubicBezTo>
                    <a:pt x="123" y="364"/>
                    <a:pt x="122" y="369"/>
                    <a:pt x="122" y="374"/>
                  </a:cubicBezTo>
                  <a:cubicBezTo>
                    <a:pt x="122" y="379"/>
                    <a:pt x="123" y="383"/>
                    <a:pt x="125" y="387"/>
                  </a:cubicBezTo>
                  <a:cubicBezTo>
                    <a:pt x="126" y="391"/>
                    <a:pt x="128" y="395"/>
                    <a:pt x="131" y="399"/>
                  </a:cubicBezTo>
                  <a:cubicBezTo>
                    <a:pt x="133" y="402"/>
                    <a:pt x="136" y="405"/>
                    <a:pt x="139" y="408"/>
                  </a:cubicBezTo>
                  <a:cubicBezTo>
                    <a:pt x="146" y="414"/>
                    <a:pt x="154" y="418"/>
                    <a:pt x="162" y="421"/>
                  </a:cubicBezTo>
                  <a:cubicBezTo>
                    <a:pt x="166" y="422"/>
                    <a:pt x="171" y="422"/>
                    <a:pt x="175" y="422"/>
                  </a:cubicBezTo>
                  <a:cubicBezTo>
                    <a:pt x="177" y="422"/>
                    <a:pt x="179" y="422"/>
                    <a:pt x="181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6" y="432"/>
                    <a:pt x="186" y="432"/>
                    <a:pt x="186" y="432"/>
                  </a:cubicBezTo>
                  <a:cubicBezTo>
                    <a:pt x="189" y="438"/>
                    <a:pt x="191" y="443"/>
                    <a:pt x="193" y="448"/>
                  </a:cubicBezTo>
                  <a:cubicBezTo>
                    <a:pt x="198" y="458"/>
                    <a:pt x="202" y="469"/>
                    <a:pt x="206" y="480"/>
                  </a:cubicBezTo>
                  <a:cubicBezTo>
                    <a:pt x="215" y="501"/>
                    <a:pt x="222" y="522"/>
                    <a:pt x="230" y="544"/>
                  </a:cubicBezTo>
                  <a:cubicBezTo>
                    <a:pt x="236" y="562"/>
                    <a:pt x="241" y="580"/>
                    <a:pt x="247" y="598"/>
                  </a:cubicBezTo>
                  <a:cubicBezTo>
                    <a:pt x="250" y="609"/>
                    <a:pt x="250" y="609"/>
                    <a:pt x="250" y="609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24" y="610"/>
                    <a:pt x="224" y="610"/>
                    <a:pt x="224" y="610"/>
                  </a:cubicBezTo>
                  <a:cubicBezTo>
                    <a:pt x="196" y="610"/>
                    <a:pt x="196" y="610"/>
                    <a:pt x="196" y="610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187" y="610"/>
                    <a:pt x="186" y="609"/>
                    <a:pt x="184" y="609"/>
                  </a:cubicBezTo>
                  <a:cubicBezTo>
                    <a:pt x="182" y="608"/>
                    <a:pt x="180" y="605"/>
                    <a:pt x="179" y="603"/>
                  </a:cubicBezTo>
                  <a:cubicBezTo>
                    <a:pt x="179" y="602"/>
                    <a:pt x="179" y="601"/>
                    <a:pt x="179" y="600"/>
                  </a:cubicBezTo>
                  <a:cubicBezTo>
                    <a:pt x="179" y="600"/>
                    <a:pt x="179" y="600"/>
                    <a:pt x="179" y="600"/>
                  </a:cubicBezTo>
                  <a:cubicBezTo>
                    <a:pt x="179" y="599"/>
                    <a:pt x="179" y="599"/>
                    <a:pt x="179" y="599"/>
                  </a:cubicBezTo>
                  <a:cubicBezTo>
                    <a:pt x="179" y="597"/>
                    <a:pt x="179" y="597"/>
                    <a:pt x="179" y="597"/>
                  </a:cubicBezTo>
                  <a:cubicBezTo>
                    <a:pt x="179" y="590"/>
                    <a:pt x="179" y="590"/>
                    <a:pt x="179" y="590"/>
                  </a:cubicBezTo>
                  <a:cubicBezTo>
                    <a:pt x="179" y="576"/>
                    <a:pt x="179" y="576"/>
                    <a:pt x="179" y="576"/>
                  </a:cubicBezTo>
                  <a:cubicBezTo>
                    <a:pt x="179" y="544"/>
                    <a:pt x="179" y="544"/>
                    <a:pt x="179" y="544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8" y="540"/>
                    <a:pt x="178" y="540"/>
                    <a:pt x="178" y="540"/>
                  </a:cubicBezTo>
                  <a:cubicBezTo>
                    <a:pt x="177" y="540"/>
                    <a:pt x="177" y="540"/>
                    <a:pt x="177" y="540"/>
                  </a:cubicBezTo>
                  <a:cubicBezTo>
                    <a:pt x="176" y="539"/>
                    <a:pt x="176" y="539"/>
                    <a:pt x="176" y="539"/>
                  </a:cubicBezTo>
                  <a:cubicBezTo>
                    <a:pt x="170" y="536"/>
                    <a:pt x="170" y="536"/>
                    <a:pt x="170" y="536"/>
                  </a:cubicBezTo>
                  <a:cubicBezTo>
                    <a:pt x="168" y="535"/>
                    <a:pt x="166" y="534"/>
                    <a:pt x="164" y="533"/>
                  </a:cubicBezTo>
                  <a:cubicBezTo>
                    <a:pt x="160" y="531"/>
                    <a:pt x="155" y="528"/>
                    <a:pt x="151" y="526"/>
                  </a:cubicBezTo>
                  <a:cubicBezTo>
                    <a:pt x="143" y="521"/>
                    <a:pt x="135" y="516"/>
                    <a:pt x="128" y="511"/>
                  </a:cubicBezTo>
                  <a:cubicBezTo>
                    <a:pt x="113" y="500"/>
                    <a:pt x="99" y="487"/>
                    <a:pt x="86" y="473"/>
                  </a:cubicBezTo>
                  <a:cubicBezTo>
                    <a:pt x="61" y="446"/>
                    <a:pt x="41" y="413"/>
                    <a:pt x="29" y="378"/>
                  </a:cubicBezTo>
                  <a:cubicBezTo>
                    <a:pt x="17" y="344"/>
                    <a:pt x="12" y="307"/>
                    <a:pt x="14" y="271"/>
                  </a:cubicBezTo>
                  <a:cubicBezTo>
                    <a:pt x="16" y="235"/>
                    <a:pt x="25" y="201"/>
                    <a:pt x="40" y="170"/>
                  </a:cubicBezTo>
                  <a:cubicBezTo>
                    <a:pt x="54" y="139"/>
                    <a:pt x="74" y="111"/>
                    <a:pt x="97" y="89"/>
                  </a:cubicBezTo>
                  <a:cubicBezTo>
                    <a:pt x="120" y="66"/>
                    <a:pt x="147" y="48"/>
                    <a:pt x="174" y="35"/>
                  </a:cubicBezTo>
                  <a:cubicBezTo>
                    <a:pt x="198" y="24"/>
                    <a:pt x="220" y="18"/>
                    <a:pt x="237" y="14"/>
                  </a:cubicBezTo>
                  <a:cubicBezTo>
                    <a:pt x="255" y="10"/>
                    <a:pt x="268" y="9"/>
                    <a:pt x="278" y="8"/>
                  </a:cubicBezTo>
                  <a:cubicBezTo>
                    <a:pt x="283" y="8"/>
                    <a:pt x="287" y="8"/>
                    <a:pt x="290" y="8"/>
                  </a:cubicBezTo>
                  <a:cubicBezTo>
                    <a:pt x="293" y="7"/>
                    <a:pt x="295" y="7"/>
                    <a:pt x="296" y="7"/>
                  </a:cubicBezTo>
                  <a:cubicBezTo>
                    <a:pt x="298" y="7"/>
                    <a:pt x="296" y="6"/>
                    <a:pt x="291" y="6"/>
                  </a:cubicBezTo>
                  <a:cubicBezTo>
                    <a:pt x="286" y="6"/>
                    <a:pt x="277" y="5"/>
                    <a:pt x="266" y="6"/>
                  </a:cubicBezTo>
                  <a:cubicBezTo>
                    <a:pt x="254" y="7"/>
                    <a:pt x="239" y="8"/>
                    <a:pt x="222" y="12"/>
                  </a:cubicBezTo>
                  <a:cubicBezTo>
                    <a:pt x="205" y="16"/>
                    <a:pt x="186" y="22"/>
                    <a:pt x="165" y="32"/>
                  </a:cubicBezTo>
                  <a:cubicBezTo>
                    <a:pt x="145" y="42"/>
                    <a:pt x="123" y="56"/>
                    <a:pt x="102" y="74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22" y="55"/>
                    <a:pt x="141" y="43"/>
                    <a:pt x="157" y="34"/>
                  </a:cubicBezTo>
                  <a:cubicBezTo>
                    <a:pt x="173" y="26"/>
                    <a:pt x="186" y="20"/>
                    <a:pt x="196" y="17"/>
                  </a:cubicBezTo>
                  <a:cubicBezTo>
                    <a:pt x="206" y="13"/>
                    <a:pt x="213" y="11"/>
                    <a:pt x="218" y="10"/>
                  </a:cubicBezTo>
                  <a:cubicBezTo>
                    <a:pt x="222" y="8"/>
                    <a:pt x="225" y="8"/>
                    <a:pt x="225" y="7"/>
                  </a:cubicBezTo>
                  <a:cubicBezTo>
                    <a:pt x="227" y="6"/>
                    <a:pt x="223" y="7"/>
                    <a:pt x="220" y="7"/>
                  </a:cubicBezTo>
                  <a:cubicBezTo>
                    <a:pt x="217" y="8"/>
                    <a:pt x="215" y="7"/>
                    <a:pt x="221" y="5"/>
                  </a:cubicBezTo>
                  <a:cubicBezTo>
                    <a:pt x="194" y="12"/>
                    <a:pt x="168" y="23"/>
                    <a:pt x="144" y="37"/>
                  </a:cubicBezTo>
                  <a:cubicBezTo>
                    <a:pt x="120" y="51"/>
                    <a:pt x="98" y="69"/>
                    <a:pt x="78" y="89"/>
                  </a:cubicBezTo>
                  <a:cubicBezTo>
                    <a:pt x="59" y="110"/>
                    <a:pt x="43" y="133"/>
                    <a:pt x="30" y="158"/>
                  </a:cubicBezTo>
                  <a:cubicBezTo>
                    <a:pt x="18" y="183"/>
                    <a:pt x="9" y="210"/>
                    <a:pt x="4" y="237"/>
                  </a:cubicBezTo>
                  <a:cubicBezTo>
                    <a:pt x="3" y="244"/>
                    <a:pt x="1" y="253"/>
                    <a:pt x="1" y="263"/>
                  </a:cubicBezTo>
                  <a:cubicBezTo>
                    <a:pt x="0" y="272"/>
                    <a:pt x="0" y="283"/>
                    <a:pt x="0" y="293"/>
                  </a:cubicBezTo>
                  <a:cubicBezTo>
                    <a:pt x="0" y="304"/>
                    <a:pt x="1" y="314"/>
                    <a:pt x="2" y="324"/>
                  </a:cubicBezTo>
                  <a:cubicBezTo>
                    <a:pt x="3" y="334"/>
                    <a:pt x="5" y="342"/>
                    <a:pt x="6" y="349"/>
                  </a:cubicBezTo>
                  <a:cubicBezTo>
                    <a:pt x="12" y="376"/>
                    <a:pt x="22" y="402"/>
                    <a:pt x="35" y="426"/>
                  </a:cubicBezTo>
                  <a:cubicBezTo>
                    <a:pt x="48" y="450"/>
                    <a:pt x="64" y="472"/>
                    <a:pt x="83" y="491"/>
                  </a:cubicBezTo>
                  <a:cubicBezTo>
                    <a:pt x="102" y="510"/>
                    <a:pt x="124" y="527"/>
                    <a:pt x="148" y="540"/>
                  </a:cubicBezTo>
                  <a:cubicBezTo>
                    <a:pt x="151" y="542"/>
                    <a:pt x="154" y="544"/>
                    <a:pt x="157" y="545"/>
                  </a:cubicBezTo>
                  <a:cubicBezTo>
                    <a:pt x="161" y="547"/>
                    <a:pt x="161" y="547"/>
                    <a:pt x="161" y="547"/>
                  </a:cubicBezTo>
                  <a:cubicBezTo>
                    <a:pt x="164" y="549"/>
                    <a:pt x="164" y="549"/>
                    <a:pt x="164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51"/>
                    <a:pt x="165" y="551"/>
                    <a:pt x="165" y="551"/>
                  </a:cubicBezTo>
                  <a:cubicBezTo>
                    <a:pt x="165" y="561"/>
                    <a:pt x="165" y="561"/>
                    <a:pt x="165" y="561"/>
                  </a:cubicBezTo>
                  <a:cubicBezTo>
                    <a:pt x="165" y="601"/>
                    <a:pt x="165" y="601"/>
                    <a:pt x="165" y="601"/>
                  </a:cubicBezTo>
                  <a:cubicBezTo>
                    <a:pt x="165" y="605"/>
                    <a:pt x="167" y="610"/>
                    <a:pt x="169" y="614"/>
                  </a:cubicBezTo>
                  <a:cubicBezTo>
                    <a:pt x="172" y="618"/>
                    <a:pt x="176" y="621"/>
                    <a:pt x="180" y="622"/>
                  </a:cubicBezTo>
                  <a:cubicBezTo>
                    <a:pt x="180" y="622"/>
                    <a:pt x="180" y="622"/>
                    <a:pt x="181" y="622"/>
                  </a:cubicBezTo>
                  <a:cubicBezTo>
                    <a:pt x="176" y="623"/>
                    <a:pt x="172" y="626"/>
                    <a:pt x="169" y="629"/>
                  </a:cubicBezTo>
                  <a:cubicBezTo>
                    <a:pt x="166" y="633"/>
                    <a:pt x="164" y="637"/>
                    <a:pt x="164" y="641"/>
                  </a:cubicBezTo>
                  <a:cubicBezTo>
                    <a:pt x="163" y="646"/>
                    <a:pt x="163" y="650"/>
                    <a:pt x="165" y="654"/>
                  </a:cubicBezTo>
                  <a:cubicBezTo>
                    <a:pt x="166" y="658"/>
                    <a:pt x="169" y="662"/>
                    <a:pt x="172" y="665"/>
                  </a:cubicBezTo>
                  <a:cubicBezTo>
                    <a:pt x="174" y="667"/>
                    <a:pt x="176" y="668"/>
                    <a:pt x="178" y="669"/>
                  </a:cubicBezTo>
                  <a:cubicBezTo>
                    <a:pt x="181" y="670"/>
                    <a:pt x="183" y="670"/>
                    <a:pt x="185" y="670"/>
                  </a:cubicBezTo>
                  <a:cubicBezTo>
                    <a:pt x="205" y="670"/>
                    <a:pt x="205" y="670"/>
                    <a:pt x="205" y="670"/>
                  </a:cubicBezTo>
                  <a:cubicBezTo>
                    <a:pt x="244" y="670"/>
                    <a:pt x="244" y="670"/>
                    <a:pt x="244" y="670"/>
                  </a:cubicBezTo>
                  <a:cubicBezTo>
                    <a:pt x="268" y="670"/>
                    <a:pt x="268" y="670"/>
                    <a:pt x="268" y="670"/>
                  </a:cubicBezTo>
                  <a:cubicBezTo>
                    <a:pt x="232" y="670"/>
                    <a:pt x="232" y="670"/>
                    <a:pt x="232" y="670"/>
                  </a:cubicBezTo>
                  <a:cubicBezTo>
                    <a:pt x="192" y="670"/>
                    <a:pt x="192" y="670"/>
                    <a:pt x="192" y="670"/>
                  </a:cubicBezTo>
                  <a:cubicBezTo>
                    <a:pt x="188" y="670"/>
                    <a:pt x="188" y="670"/>
                    <a:pt x="188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3" y="671"/>
                    <a:pt x="181" y="671"/>
                  </a:cubicBezTo>
                  <a:cubicBezTo>
                    <a:pt x="177" y="672"/>
                    <a:pt x="172" y="674"/>
                    <a:pt x="169" y="678"/>
                  </a:cubicBezTo>
                  <a:cubicBezTo>
                    <a:pt x="166" y="681"/>
                    <a:pt x="164" y="686"/>
                    <a:pt x="164" y="690"/>
                  </a:cubicBezTo>
                  <a:cubicBezTo>
                    <a:pt x="163" y="694"/>
                    <a:pt x="163" y="699"/>
                    <a:pt x="165" y="703"/>
                  </a:cubicBezTo>
                  <a:cubicBezTo>
                    <a:pt x="166" y="707"/>
                    <a:pt x="169" y="711"/>
                    <a:pt x="172" y="714"/>
                  </a:cubicBezTo>
                  <a:cubicBezTo>
                    <a:pt x="174" y="715"/>
                    <a:pt x="176" y="717"/>
                    <a:pt x="178" y="717"/>
                  </a:cubicBezTo>
                  <a:cubicBezTo>
                    <a:pt x="181" y="718"/>
                    <a:pt x="183" y="719"/>
                    <a:pt x="18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44" y="719"/>
                    <a:pt x="244" y="719"/>
                    <a:pt x="244" y="719"/>
                  </a:cubicBezTo>
                  <a:cubicBezTo>
                    <a:pt x="265" y="719"/>
                    <a:pt x="265" y="719"/>
                    <a:pt x="26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193" y="719"/>
                    <a:pt x="193" y="719"/>
                    <a:pt x="193" y="719"/>
                  </a:cubicBezTo>
                  <a:cubicBezTo>
                    <a:pt x="187" y="719"/>
                    <a:pt x="187" y="719"/>
                    <a:pt x="187" y="719"/>
                  </a:cubicBezTo>
                  <a:cubicBezTo>
                    <a:pt x="186" y="719"/>
                    <a:pt x="186" y="719"/>
                    <a:pt x="186" y="719"/>
                  </a:cubicBezTo>
                  <a:cubicBezTo>
                    <a:pt x="185" y="719"/>
                    <a:pt x="185" y="719"/>
                    <a:pt x="185" y="719"/>
                  </a:cubicBezTo>
                  <a:cubicBezTo>
                    <a:pt x="184" y="719"/>
                    <a:pt x="184" y="719"/>
                    <a:pt x="184" y="719"/>
                  </a:cubicBezTo>
                  <a:cubicBezTo>
                    <a:pt x="182" y="719"/>
                    <a:pt x="181" y="719"/>
                    <a:pt x="179" y="720"/>
                  </a:cubicBezTo>
                  <a:cubicBezTo>
                    <a:pt x="174" y="722"/>
                    <a:pt x="169" y="726"/>
                    <a:pt x="167" y="730"/>
                  </a:cubicBezTo>
                  <a:cubicBezTo>
                    <a:pt x="164" y="735"/>
                    <a:pt x="163" y="740"/>
                    <a:pt x="163" y="746"/>
                  </a:cubicBezTo>
                  <a:cubicBezTo>
                    <a:pt x="164" y="751"/>
                    <a:pt x="166" y="756"/>
                    <a:pt x="169" y="760"/>
                  </a:cubicBezTo>
                  <a:cubicBezTo>
                    <a:pt x="171" y="762"/>
                    <a:pt x="173" y="764"/>
                    <a:pt x="176" y="765"/>
                  </a:cubicBezTo>
                  <a:cubicBezTo>
                    <a:pt x="179" y="766"/>
                    <a:pt x="181" y="767"/>
                    <a:pt x="184" y="767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22" y="805"/>
                    <a:pt x="222" y="805"/>
                    <a:pt x="222" y="805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5" y="810"/>
                    <a:pt x="225" y="810"/>
                    <a:pt x="225" y="810"/>
                  </a:cubicBezTo>
                  <a:cubicBezTo>
                    <a:pt x="225" y="810"/>
                    <a:pt x="225" y="811"/>
                    <a:pt x="225" y="811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9" y="815"/>
                    <a:pt x="229" y="815"/>
                    <a:pt x="229" y="815"/>
                  </a:cubicBezTo>
                  <a:cubicBezTo>
                    <a:pt x="230" y="817"/>
                    <a:pt x="231" y="818"/>
                    <a:pt x="232" y="820"/>
                  </a:cubicBezTo>
                  <a:cubicBezTo>
                    <a:pt x="234" y="821"/>
                    <a:pt x="235" y="822"/>
                    <a:pt x="236" y="824"/>
                  </a:cubicBezTo>
                  <a:cubicBezTo>
                    <a:pt x="238" y="825"/>
                    <a:pt x="239" y="826"/>
                    <a:pt x="241" y="828"/>
                  </a:cubicBezTo>
                  <a:cubicBezTo>
                    <a:pt x="242" y="828"/>
                    <a:pt x="243" y="829"/>
                    <a:pt x="245" y="830"/>
                  </a:cubicBezTo>
                  <a:cubicBezTo>
                    <a:pt x="246" y="830"/>
                    <a:pt x="247" y="830"/>
                    <a:pt x="247" y="830"/>
                  </a:cubicBezTo>
                  <a:cubicBezTo>
                    <a:pt x="249" y="831"/>
                    <a:pt x="249" y="831"/>
                    <a:pt x="249" y="831"/>
                  </a:cubicBezTo>
                  <a:cubicBezTo>
                    <a:pt x="250" y="831"/>
                    <a:pt x="252" y="831"/>
                    <a:pt x="254" y="831"/>
                  </a:cubicBezTo>
                  <a:cubicBezTo>
                    <a:pt x="268" y="833"/>
                    <a:pt x="282" y="834"/>
                    <a:pt x="296" y="834"/>
                  </a:cubicBezTo>
                  <a:cubicBezTo>
                    <a:pt x="303" y="835"/>
                    <a:pt x="310" y="835"/>
                    <a:pt x="318" y="834"/>
                  </a:cubicBezTo>
                  <a:cubicBezTo>
                    <a:pt x="321" y="834"/>
                    <a:pt x="325" y="834"/>
                    <a:pt x="329" y="833"/>
                  </a:cubicBezTo>
                  <a:cubicBezTo>
                    <a:pt x="331" y="833"/>
                    <a:pt x="332" y="832"/>
                    <a:pt x="334" y="832"/>
                  </a:cubicBezTo>
                  <a:cubicBezTo>
                    <a:pt x="335" y="832"/>
                    <a:pt x="336" y="831"/>
                    <a:pt x="337" y="831"/>
                  </a:cubicBezTo>
                  <a:cubicBezTo>
                    <a:pt x="338" y="831"/>
                    <a:pt x="338" y="831"/>
                    <a:pt x="339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2" y="829"/>
                    <a:pt x="342" y="829"/>
                    <a:pt x="343" y="829"/>
                  </a:cubicBezTo>
                  <a:cubicBezTo>
                    <a:pt x="342" y="829"/>
                    <a:pt x="342" y="829"/>
                    <a:pt x="341" y="829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39" y="830"/>
                    <a:pt x="339" y="830"/>
                    <a:pt x="339" y="830"/>
                  </a:cubicBezTo>
                  <a:cubicBezTo>
                    <a:pt x="338" y="831"/>
                    <a:pt x="338" y="831"/>
                    <a:pt x="337" y="831"/>
                  </a:cubicBezTo>
                  <a:cubicBezTo>
                    <a:pt x="336" y="831"/>
                    <a:pt x="335" y="832"/>
                    <a:pt x="334" y="832"/>
                  </a:cubicBezTo>
                  <a:cubicBezTo>
                    <a:pt x="332" y="832"/>
                    <a:pt x="330" y="833"/>
                    <a:pt x="329" y="833"/>
                  </a:cubicBezTo>
                  <a:cubicBezTo>
                    <a:pt x="325" y="834"/>
                    <a:pt x="321" y="834"/>
                    <a:pt x="317" y="834"/>
                  </a:cubicBezTo>
                  <a:cubicBezTo>
                    <a:pt x="310" y="834"/>
                    <a:pt x="303" y="834"/>
                    <a:pt x="296" y="834"/>
                  </a:cubicBezTo>
                  <a:cubicBezTo>
                    <a:pt x="282" y="834"/>
                    <a:pt x="268" y="833"/>
                    <a:pt x="254" y="831"/>
                  </a:cubicBezTo>
                  <a:cubicBezTo>
                    <a:pt x="252" y="831"/>
                    <a:pt x="250" y="830"/>
                    <a:pt x="248" y="830"/>
                  </a:cubicBezTo>
                  <a:cubicBezTo>
                    <a:pt x="247" y="830"/>
                    <a:pt x="247" y="830"/>
                    <a:pt x="247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5" y="829"/>
                    <a:pt x="245" y="829"/>
                    <a:pt x="245" y="829"/>
                  </a:cubicBezTo>
                  <a:cubicBezTo>
                    <a:pt x="243" y="829"/>
                    <a:pt x="242" y="828"/>
                    <a:pt x="241" y="827"/>
                  </a:cubicBezTo>
                  <a:cubicBezTo>
                    <a:pt x="239" y="826"/>
                    <a:pt x="238" y="825"/>
                    <a:pt x="236" y="823"/>
                  </a:cubicBezTo>
                  <a:cubicBezTo>
                    <a:pt x="235" y="822"/>
                    <a:pt x="234" y="821"/>
                    <a:pt x="232" y="819"/>
                  </a:cubicBezTo>
                  <a:cubicBezTo>
                    <a:pt x="231" y="818"/>
                    <a:pt x="230" y="817"/>
                    <a:pt x="229" y="815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5" y="811"/>
                    <a:pt x="225" y="811"/>
                    <a:pt x="225" y="811"/>
                  </a:cubicBezTo>
                  <a:cubicBezTo>
                    <a:pt x="225" y="810"/>
                    <a:pt x="225" y="810"/>
                    <a:pt x="225" y="809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3" y="805"/>
                    <a:pt x="223" y="805"/>
                    <a:pt x="223" y="805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194" y="767"/>
                    <a:pt x="194" y="767"/>
                    <a:pt x="194" y="767"/>
                  </a:cubicBezTo>
                  <a:cubicBezTo>
                    <a:pt x="187" y="767"/>
                    <a:pt x="187" y="767"/>
                    <a:pt x="187" y="767"/>
                  </a:cubicBezTo>
                  <a:cubicBezTo>
                    <a:pt x="186" y="767"/>
                    <a:pt x="184" y="767"/>
                    <a:pt x="182" y="767"/>
                  </a:cubicBezTo>
                  <a:cubicBezTo>
                    <a:pt x="180" y="766"/>
                    <a:pt x="178" y="766"/>
                    <a:pt x="177" y="765"/>
                  </a:cubicBezTo>
                  <a:cubicBezTo>
                    <a:pt x="171" y="762"/>
                    <a:pt x="166" y="756"/>
                    <a:pt x="165" y="750"/>
                  </a:cubicBezTo>
                  <a:cubicBezTo>
                    <a:pt x="163" y="744"/>
                    <a:pt x="164" y="737"/>
                    <a:pt x="167" y="731"/>
                  </a:cubicBezTo>
                  <a:cubicBezTo>
                    <a:pt x="166" y="732"/>
                    <a:pt x="166" y="733"/>
                    <a:pt x="166" y="733"/>
                  </a:cubicBezTo>
                  <a:cubicBezTo>
                    <a:pt x="166" y="733"/>
                    <a:pt x="167" y="733"/>
                    <a:pt x="167" y="731"/>
                  </a:cubicBezTo>
                  <a:cubicBezTo>
                    <a:pt x="164" y="737"/>
                    <a:pt x="164" y="743"/>
                    <a:pt x="165" y="749"/>
                  </a:cubicBezTo>
                  <a:cubicBezTo>
                    <a:pt x="167" y="755"/>
                    <a:pt x="171" y="761"/>
                    <a:pt x="177" y="764"/>
                  </a:cubicBezTo>
                  <a:cubicBezTo>
                    <a:pt x="178" y="765"/>
                    <a:pt x="180" y="765"/>
                    <a:pt x="182" y="766"/>
                  </a:cubicBezTo>
                  <a:cubicBezTo>
                    <a:pt x="183" y="766"/>
                    <a:pt x="183" y="766"/>
                    <a:pt x="184" y="766"/>
                  </a:cubicBezTo>
                  <a:cubicBezTo>
                    <a:pt x="185" y="766"/>
                    <a:pt x="185" y="766"/>
                    <a:pt x="185" y="766"/>
                  </a:cubicBezTo>
                  <a:cubicBezTo>
                    <a:pt x="186" y="766"/>
                    <a:pt x="186" y="766"/>
                    <a:pt x="186" y="766"/>
                  </a:cubicBezTo>
                  <a:cubicBezTo>
                    <a:pt x="194" y="766"/>
                    <a:pt x="194" y="766"/>
                    <a:pt x="194" y="766"/>
                  </a:cubicBezTo>
                  <a:cubicBezTo>
                    <a:pt x="205" y="766"/>
                    <a:pt x="205" y="766"/>
                    <a:pt x="205" y="766"/>
                  </a:cubicBezTo>
                  <a:cubicBezTo>
                    <a:pt x="221" y="800"/>
                    <a:pt x="221" y="800"/>
                    <a:pt x="221" y="800"/>
                  </a:cubicBezTo>
                  <a:cubicBezTo>
                    <a:pt x="224" y="805"/>
                    <a:pt x="224" y="805"/>
                    <a:pt x="224" y="805"/>
                  </a:cubicBezTo>
                  <a:cubicBezTo>
                    <a:pt x="225" y="807"/>
                    <a:pt x="225" y="807"/>
                    <a:pt x="225" y="807"/>
                  </a:cubicBezTo>
                  <a:cubicBezTo>
                    <a:pt x="225" y="808"/>
                    <a:pt x="225" y="808"/>
                    <a:pt x="225" y="808"/>
                  </a:cubicBezTo>
                  <a:cubicBezTo>
                    <a:pt x="226" y="809"/>
                    <a:pt x="226" y="809"/>
                    <a:pt x="226" y="809"/>
                  </a:cubicBezTo>
                  <a:cubicBezTo>
                    <a:pt x="226" y="809"/>
                    <a:pt x="226" y="810"/>
                    <a:pt x="226" y="810"/>
                  </a:cubicBezTo>
                  <a:cubicBezTo>
                    <a:pt x="228" y="812"/>
                    <a:pt x="228" y="812"/>
                    <a:pt x="228" y="812"/>
                  </a:cubicBezTo>
                  <a:cubicBezTo>
                    <a:pt x="230" y="815"/>
                    <a:pt x="230" y="815"/>
                    <a:pt x="230" y="815"/>
                  </a:cubicBezTo>
                  <a:cubicBezTo>
                    <a:pt x="231" y="816"/>
                    <a:pt x="232" y="817"/>
                    <a:pt x="233" y="819"/>
                  </a:cubicBezTo>
                  <a:cubicBezTo>
                    <a:pt x="234" y="820"/>
                    <a:pt x="236" y="821"/>
                    <a:pt x="237" y="823"/>
                  </a:cubicBezTo>
                  <a:cubicBezTo>
                    <a:pt x="238" y="824"/>
                    <a:pt x="240" y="825"/>
                    <a:pt x="242" y="827"/>
                  </a:cubicBezTo>
                  <a:cubicBezTo>
                    <a:pt x="243" y="827"/>
                    <a:pt x="244" y="828"/>
                    <a:pt x="245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7" y="829"/>
                    <a:pt x="247" y="829"/>
                    <a:pt x="247" y="829"/>
                  </a:cubicBezTo>
                  <a:cubicBezTo>
                    <a:pt x="249" y="829"/>
                    <a:pt x="249" y="829"/>
                    <a:pt x="249" y="829"/>
                  </a:cubicBezTo>
                  <a:cubicBezTo>
                    <a:pt x="250" y="830"/>
                    <a:pt x="252" y="830"/>
                    <a:pt x="254" y="830"/>
                  </a:cubicBezTo>
                  <a:cubicBezTo>
                    <a:pt x="268" y="832"/>
                    <a:pt x="282" y="833"/>
                    <a:pt x="296" y="834"/>
                  </a:cubicBezTo>
                  <a:cubicBezTo>
                    <a:pt x="303" y="834"/>
                    <a:pt x="310" y="834"/>
                    <a:pt x="317" y="833"/>
                  </a:cubicBezTo>
                  <a:cubicBezTo>
                    <a:pt x="321" y="833"/>
                    <a:pt x="325" y="833"/>
                    <a:pt x="328" y="832"/>
                  </a:cubicBezTo>
                  <a:cubicBezTo>
                    <a:pt x="330" y="832"/>
                    <a:pt x="332" y="831"/>
                    <a:pt x="334" y="831"/>
                  </a:cubicBezTo>
                  <a:cubicBezTo>
                    <a:pt x="335" y="831"/>
                    <a:pt x="336" y="830"/>
                    <a:pt x="337" y="830"/>
                  </a:cubicBezTo>
                  <a:cubicBezTo>
                    <a:pt x="337" y="830"/>
                    <a:pt x="338" y="830"/>
                    <a:pt x="338" y="829"/>
                  </a:cubicBezTo>
                  <a:cubicBezTo>
                    <a:pt x="339" y="829"/>
                    <a:pt x="339" y="829"/>
                    <a:pt x="339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1" y="828"/>
                    <a:pt x="341" y="828"/>
                    <a:pt x="341" y="828"/>
                  </a:cubicBezTo>
                  <a:cubicBezTo>
                    <a:pt x="342" y="828"/>
                    <a:pt x="342" y="828"/>
                    <a:pt x="343" y="827"/>
                  </a:cubicBezTo>
                  <a:cubicBezTo>
                    <a:pt x="344" y="827"/>
                    <a:pt x="345" y="826"/>
                    <a:pt x="346" y="826"/>
                  </a:cubicBezTo>
                  <a:cubicBezTo>
                    <a:pt x="346" y="827"/>
                    <a:pt x="346" y="827"/>
                    <a:pt x="346" y="827"/>
                  </a:cubicBezTo>
                  <a:cubicBezTo>
                    <a:pt x="352" y="823"/>
                    <a:pt x="357" y="817"/>
                    <a:pt x="360" y="812"/>
                  </a:cubicBezTo>
                  <a:cubicBezTo>
                    <a:pt x="369" y="796"/>
                    <a:pt x="369" y="796"/>
                    <a:pt x="369" y="796"/>
                  </a:cubicBezTo>
                  <a:cubicBezTo>
                    <a:pt x="377" y="780"/>
                    <a:pt x="377" y="780"/>
                    <a:pt x="377" y="780"/>
                  </a:cubicBezTo>
                  <a:cubicBezTo>
                    <a:pt x="382" y="772"/>
                    <a:pt x="382" y="772"/>
                    <a:pt x="382" y="772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5" y="768"/>
                    <a:pt x="385" y="768"/>
                    <a:pt x="385" y="768"/>
                  </a:cubicBezTo>
                  <a:cubicBezTo>
                    <a:pt x="391" y="768"/>
                    <a:pt x="391" y="768"/>
                    <a:pt x="391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7" y="768"/>
                    <a:pt x="397" y="768"/>
                    <a:pt x="397" y="768"/>
                  </a:cubicBezTo>
                  <a:cubicBezTo>
                    <a:pt x="398" y="768"/>
                    <a:pt x="398" y="768"/>
                    <a:pt x="399" y="768"/>
                  </a:cubicBezTo>
                  <a:cubicBezTo>
                    <a:pt x="400" y="768"/>
                    <a:pt x="401" y="768"/>
                    <a:pt x="402" y="767"/>
                  </a:cubicBezTo>
                  <a:cubicBezTo>
                    <a:pt x="406" y="766"/>
                    <a:pt x="409" y="764"/>
                    <a:pt x="412" y="761"/>
                  </a:cubicBezTo>
                  <a:cubicBezTo>
                    <a:pt x="416" y="756"/>
                    <a:pt x="418" y="749"/>
                    <a:pt x="418" y="744"/>
                  </a:cubicBezTo>
                  <a:cubicBezTo>
                    <a:pt x="417" y="748"/>
                    <a:pt x="416" y="753"/>
                    <a:pt x="414" y="757"/>
                  </a:cubicBezTo>
                  <a:cubicBezTo>
                    <a:pt x="411" y="761"/>
                    <a:pt x="407" y="764"/>
                    <a:pt x="402" y="765"/>
                  </a:cubicBezTo>
                  <a:cubicBezTo>
                    <a:pt x="401" y="766"/>
                    <a:pt x="400" y="766"/>
                    <a:pt x="399" y="766"/>
                  </a:cubicBezTo>
                  <a:cubicBezTo>
                    <a:pt x="398" y="766"/>
                    <a:pt x="397" y="766"/>
                    <a:pt x="397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85" y="766"/>
                    <a:pt x="385" y="766"/>
                    <a:pt x="385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2" y="767"/>
                    <a:pt x="382" y="767"/>
                    <a:pt x="382" y="767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75" y="780"/>
                    <a:pt x="375" y="780"/>
                    <a:pt x="375" y="780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61" y="805"/>
                    <a:pt x="361" y="805"/>
                    <a:pt x="361" y="805"/>
                  </a:cubicBezTo>
                  <a:cubicBezTo>
                    <a:pt x="359" y="809"/>
                    <a:pt x="359" y="809"/>
                    <a:pt x="359" y="809"/>
                  </a:cubicBezTo>
                  <a:cubicBezTo>
                    <a:pt x="358" y="811"/>
                    <a:pt x="357" y="812"/>
                    <a:pt x="356" y="814"/>
                  </a:cubicBezTo>
                  <a:cubicBezTo>
                    <a:pt x="354" y="816"/>
                    <a:pt x="352" y="819"/>
                    <a:pt x="349" y="822"/>
                  </a:cubicBezTo>
                  <a:cubicBezTo>
                    <a:pt x="346" y="824"/>
                    <a:pt x="343" y="826"/>
                    <a:pt x="339" y="828"/>
                  </a:cubicBezTo>
                  <a:cubicBezTo>
                    <a:pt x="339" y="828"/>
                    <a:pt x="339" y="828"/>
                    <a:pt x="339" y="828"/>
                  </a:cubicBezTo>
                  <a:cubicBezTo>
                    <a:pt x="336" y="829"/>
                    <a:pt x="333" y="830"/>
                    <a:pt x="330" y="830"/>
                  </a:cubicBezTo>
                  <a:cubicBezTo>
                    <a:pt x="327" y="831"/>
                    <a:pt x="324" y="831"/>
                    <a:pt x="321" y="831"/>
                  </a:cubicBezTo>
                  <a:cubicBezTo>
                    <a:pt x="315" y="832"/>
                    <a:pt x="309" y="832"/>
                    <a:pt x="303" y="832"/>
                  </a:cubicBezTo>
                  <a:cubicBezTo>
                    <a:pt x="291" y="832"/>
                    <a:pt x="279" y="831"/>
                    <a:pt x="267" y="830"/>
                  </a:cubicBezTo>
                  <a:cubicBezTo>
                    <a:pt x="261" y="829"/>
                    <a:pt x="255" y="829"/>
                    <a:pt x="249" y="828"/>
                  </a:cubicBezTo>
                  <a:cubicBezTo>
                    <a:pt x="248" y="828"/>
                    <a:pt x="247" y="828"/>
                    <a:pt x="246" y="827"/>
                  </a:cubicBezTo>
                  <a:cubicBezTo>
                    <a:pt x="245" y="827"/>
                    <a:pt x="244" y="826"/>
                    <a:pt x="243" y="826"/>
                  </a:cubicBezTo>
                  <a:cubicBezTo>
                    <a:pt x="241" y="825"/>
                    <a:pt x="240" y="824"/>
                    <a:pt x="239" y="823"/>
                  </a:cubicBezTo>
                  <a:cubicBezTo>
                    <a:pt x="238" y="822"/>
                    <a:pt x="237" y="820"/>
                    <a:pt x="236" y="819"/>
                  </a:cubicBezTo>
                  <a:cubicBezTo>
                    <a:pt x="240" y="823"/>
                    <a:pt x="246" y="827"/>
                    <a:pt x="253" y="828"/>
                  </a:cubicBezTo>
                  <a:cubicBezTo>
                    <a:pt x="263" y="829"/>
                    <a:pt x="273" y="830"/>
                    <a:pt x="283" y="831"/>
                  </a:cubicBezTo>
                  <a:cubicBezTo>
                    <a:pt x="292" y="831"/>
                    <a:pt x="302" y="832"/>
                    <a:pt x="311" y="832"/>
                  </a:cubicBezTo>
                  <a:cubicBezTo>
                    <a:pt x="316" y="832"/>
                    <a:pt x="321" y="831"/>
                    <a:pt x="325" y="831"/>
                  </a:cubicBezTo>
                  <a:cubicBezTo>
                    <a:pt x="330" y="830"/>
                    <a:pt x="335" y="829"/>
                    <a:pt x="339" y="827"/>
                  </a:cubicBezTo>
                  <a:cubicBezTo>
                    <a:pt x="339" y="827"/>
                    <a:pt x="339" y="827"/>
                    <a:pt x="339" y="827"/>
                  </a:cubicBezTo>
                  <a:cubicBezTo>
                    <a:pt x="343" y="826"/>
                    <a:pt x="346" y="824"/>
                    <a:pt x="349" y="821"/>
                  </a:cubicBezTo>
                  <a:cubicBezTo>
                    <a:pt x="352" y="819"/>
                    <a:pt x="354" y="816"/>
                    <a:pt x="356" y="813"/>
                  </a:cubicBezTo>
                  <a:cubicBezTo>
                    <a:pt x="357" y="812"/>
                    <a:pt x="358" y="810"/>
                    <a:pt x="359" y="809"/>
                  </a:cubicBezTo>
                  <a:cubicBezTo>
                    <a:pt x="361" y="804"/>
                    <a:pt x="361" y="804"/>
                    <a:pt x="361" y="804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75" y="779"/>
                    <a:pt x="375" y="779"/>
                    <a:pt x="375" y="779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81" y="767"/>
                    <a:pt x="381" y="767"/>
                    <a:pt x="381" y="767"/>
                  </a:cubicBezTo>
                  <a:cubicBezTo>
                    <a:pt x="382" y="765"/>
                    <a:pt x="382" y="765"/>
                    <a:pt x="382" y="765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7" y="766"/>
                    <a:pt x="397" y="766"/>
                    <a:pt x="397" y="766"/>
                  </a:cubicBezTo>
                  <a:cubicBezTo>
                    <a:pt x="397" y="766"/>
                    <a:pt x="398" y="766"/>
                    <a:pt x="398" y="765"/>
                  </a:cubicBezTo>
                  <a:cubicBezTo>
                    <a:pt x="400" y="765"/>
                    <a:pt x="401" y="765"/>
                    <a:pt x="402" y="765"/>
                  </a:cubicBezTo>
                  <a:cubicBezTo>
                    <a:pt x="407" y="763"/>
                    <a:pt x="410" y="760"/>
                    <a:pt x="413" y="756"/>
                  </a:cubicBezTo>
                  <a:cubicBezTo>
                    <a:pt x="415" y="752"/>
                    <a:pt x="417" y="748"/>
                    <a:pt x="417" y="743"/>
                  </a:cubicBezTo>
                  <a:cubicBezTo>
                    <a:pt x="417" y="740"/>
                    <a:pt x="416" y="737"/>
                    <a:pt x="415" y="734"/>
                  </a:cubicBezTo>
                  <a:cubicBezTo>
                    <a:pt x="413" y="730"/>
                    <a:pt x="410" y="727"/>
                    <a:pt x="407" y="725"/>
                  </a:cubicBezTo>
                  <a:cubicBezTo>
                    <a:pt x="405" y="723"/>
                    <a:pt x="402" y="723"/>
                    <a:pt x="399" y="723"/>
                  </a:cubicBezTo>
                  <a:cubicBezTo>
                    <a:pt x="397" y="723"/>
                    <a:pt x="396" y="723"/>
                    <a:pt x="396" y="724"/>
                  </a:cubicBezTo>
                  <a:cubicBezTo>
                    <a:pt x="396" y="724"/>
                    <a:pt x="397" y="725"/>
                    <a:pt x="400" y="726"/>
                  </a:cubicBezTo>
                  <a:cubicBezTo>
                    <a:pt x="402" y="727"/>
                    <a:pt x="405" y="729"/>
                    <a:pt x="408" y="733"/>
                  </a:cubicBezTo>
                  <a:cubicBezTo>
                    <a:pt x="408" y="734"/>
                    <a:pt x="409" y="735"/>
                    <a:pt x="410" y="737"/>
                  </a:cubicBezTo>
                  <a:cubicBezTo>
                    <a:pt x="410" y="739"/>
                    <a:pt x="410" y="740"/>
                    <a:pt x="411" y="742"/>
                  </a:cubicBezTo>
                  <a:cubicBezTo>
                    <a:pt x="411" y="745"/>
                    <a:pt x="410" y="747"/>
                    <a:pt x="410" y="747"/>
                  </a:cubicBezTo>
                  <a:cubicBezTo>
                    <a:pt x="409" y="749"/>
                    <a:pt x="409" y="748"/>
                    <a:pt x="408" y="747"/>
                  </a:cubicBezTo>
                  <a:cubicBezTo>
                    <a:pt x="408" y="749"/>
                    <a:pt x="406" y="752"/>
                    <a:pt x="405" y="754"/>
                  </a:cubicBezTo>
                  <a:cubicBezTo>
                    <a:pt x="403" y="756"/>
                    <a:pt x="401" y="757"/>
                    <a:pt x="398" y="758"/>
                  </a:cubicBezTo>
                  <a:cubicBezTo>
                    <a:pt x="397" y="758"/>
                    <a:pt x="397" y="758"/>
                    <a:pt x="396" y="758"/>
                  </a:cubicBezTo>
                  <a:cubicBezTo>
                    <a:pt x="394" y="758"/>
                    <a:pt x="394" y="758"/>
                    <a:pt x="394" y="758"/>
                  </a:cubicBezTo>
                  <a:cubicBezTo>
                    <a:pt x="389" y="758"/>
                    <a:pt x="389" y="758"/>
                    <a:pt x="389" y="758"/>
                  </a:cubicBezTo>
                  <a:cubicBezTo>
                    <a:pt x="377" y="758"/>
                    <a:pt x="377" y="758"/>
                    <a:pt x="377" y="758"/>
                  </a:cubicBezTo>
                  <a:cubicBezTo>
                    <a:pt x="362" y="787"/>
                    <a:pt x="362" y="787"/>
                    <a:pt x="362" y="787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52" y="804"/>
                    <a:pt x="352" y="804"/>
                    <a:pt x="352" y="804"/>
                  </a:cubicBezTo>
                  <a:cubicBezTo>
                    <a:pt x="352" y="805"/>
                    <a:pt x="351" y="806"/>
                    <a:pt x="350" y="807"/>
                  </a:cubicBezTo>
                  <a:cubicBezTo>
                    <a:pt x="349" y="809"/>
                    <a:pt x="348" y="811"/>
                    <a:pt x="346" y="813"/>
                  </a:cubicBezTo>
                  <a:cubicBezTo>
                    <a:pt x="345" y="815"/>
                    <a:pt x="343" y="816"/>
                    <a:pt x="342" y="817"/>
                  </a:cubicBezTo>
                  <a:cubicBezTo>
                    <a:pt x="341" y="817"/>
                    <a:pt x="341" y="818"/>
                    <a:pt x="341" y="818"/>
                  </a:cubicBezTo>
                  <a:cubicBezTo>
                    <a:pt x="341" y="818"/>
                    <a:pt x="341" y="817"/>
                    <a:pt x="342" y="817"/>
                  </a:cubicBezTo>
                  <a:cubicBezTo>
                    <a:pt x="343" y="816"/>
                    <a:pt x="345" y="815"/>
                    <a:pt x="346" y="813"/>
                  </a:cubicBezTo>
                  <a:cubicBezTo>
                    <a:pt x="348" y="811"/>
                    <a:pt x="349" y="809"/>
                    <a:pt x="350" y="807"/>
                  </a:cubicBezTo>
                  <a:cubicBezTo>
                    <a:pt x="351" y="806"/>
                    <a:pt x="352" y="805"/>
                    <a:pt x="352" y="804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61" y="787"/>
                    <a:pt x="361" y="787"/>
                    <a:pt x="361" y="787"/>
                  </a:cubicBezTo>
                  <a:cubicBezTo>
                    <a:pt x="377" y="757"/>
                    <a:pt x="377" y="757"/>
                    <a:pt x="377" y="757"/>
                  </a:cubicBezTo>
                  <a:cubicBezTo>
                    <a:pt x="389" y="757"/>
                    <a:pt x="389" y="757"/>
                    <a:pt x="389" y="757"/>
                  </a:cubicBezTo>
                  <a:cubicBezTo>
                    <a:pt x="394" y="757"/>
                    <a:pt x="394" y="757"/>
                    <a:pt x="394" y="757"/>
                  </a:cubicBezTo>
                  <a:cubicBezTo>
                    <a:pt x="396" y="757"/>
                    <a:pt x="396" y="757"/>
                    <a:pt x="396" y="757"/>
                  </a:cubicBezTo>
                  <a:cubicBezTo>
                    <a:pt x="397" y="757"/>
                    <a:pt x="398" y="757"/>
                    <a:pt x="398" y="757"/>
                  </a:cubicBezTo>
                  <a:cubicBezTo>
                    <a:pt x="401" y="757"/>
                    <a:pt x="403" y="755"/>
                    <a:pt x="405" y="753"/>
                  </a:cubicBezTo>
                  <a:cubicBezTo>
                    <a:pt x="406" y="751"/>
                    <a:pt x="407" y="748"/>
                    <a:pt x="408" y="746"/>
                  </a:cubicBezTo>
                  <a:cubicBezTo>
                    <a:pt x="408" y="745"/>
                    <a:pt x="407" y="745"/>
                    <a:pt x="407" y="746"/>
                  </a:cubicBezTo>
                  <a:cubicBezTo>
                    <a:pt x="406" y="746"/>
                    <a:pt x="406" y="748"/>
                    <a:pt x="405" y="750"/>
                  </a:cubicBezTo>
                  <a:cubicBezTo>
                    <a:pt x="404" y="751"/>
                    <a:pt x="403" y="752"/>
                    <a:pt x="402" y="753"/>
                  </a:cubicBezTo>
                  <a:cubicBezTo>
                    <a:pt x="401" y="754"/>
                    <a:pt x="399" y="755"/>
                    <a:pt x="398" y="755"/>
                  </a:cubicBezTo>
                  <a:cubicBezTo>
                    <a:pt x="397" y="755"/>
                    <a:pt x="397" y="755"/>
                    <a:pt x="397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4" y="755"/>
                    <a:pt x="394" y="755"/>
                    <a:pt x="394" y="755"/>
                  </a:cubicBezTo>
                  <a:cubicBezTo>
                    <a:pt x="390" y="755"/>
                    <a:pt x="390" y="755"/>
                    <a:pt x="390" y="755"/>
                  </a:cubicBezTo>
                  <a:cubicBezTo>
                    <a:pt x="376" y="755"/>
                    <a:pt x="376" y="755"/>
                    <a:pt x="376" y="755"/>
                  </a:cubicBezTo>
                  <a:cubicBezTo>
                    <a:pt x="366" y="774"/>
                    <a:pt x="366" y="774"/>
                    <a:pt x="366" y="774"/>
                  </a:cubicBezTo>
                  <a:cubicBezTo>
                    <a:pt x="363" y="780"/>
                    <a:pt x="360" y="785"/>
                    <a:pt x="358" y="789"/>
                  </a:cubicBezTo>
                  <a:cubicBezTo>
                    <a:pt x="353" y="798"/>
                    <a:pt x="353" y="798"/>
                    <a:pt x="353" y="798"/>
                  </a:cubicBezTo>
                  <a:cubicBezTo>
                    <a:pt x="351" y="802"/>
                    <a:pt x="351" y="802"/>
                    <a:pt x="351" y="802"/>
                  </a:cubicBezTo>
                  <a:cubicBezTo>
                    <a:pt x="350" y="803"/>
                    <a:pt x="350" y="804"/>
                    <a:pt x="349" y="804"/>
                  </a:cubicBezTo>
                  <a:cubicBezTo>
                    <a:pt x="349" y="805"/>
                    <a:pt x="349" y="806"/>
                    <a:pt x="348" y="806"/>
                  </a:cubicBezTo>
                  <a:cubicBezTo>
                    <a:pt x="347" y="809"/>
                    <a:pt x="345" y="811"/>
                    <a:pt x="342" y="813"/>
                  </a:cubicBezTo>
                  <a:cubicBezTo>
                    <a:pt x="340" y="815"/>
                    <a:pt x="338" y="817"/>
                    <a:pt x="336" y="818"/>
                  </a:cubicBezTo>
                  <a:cubicBezTo>
                    <a:pt x="335" y="818"/>
                    <a:pt x="335" y="818"/>
                    <a:pt x="335" y="818"/>
                  </a:cubicBezTo>
                  <a:cubicBezTo>
                    <a:pt x="331" y="819"/>
                    <a:pt x="326" y="820"/>
                    <a:pt x="320" y="821"/>
                  </a:cubicBezTo>
                  <a:cubicBezTo>
                    <a:pt x="315" y="821"/>
                    <a:pt x="310" y="821"/>
                    <a:pt x="304" y="821"/>
                  </a:cubicBezTo>
                  <a:cubicBezTo>
                    <a:pt x="293" y="821"/>
                    <a:pt x="282" y="821"/>
                    <a:pt x="270" y="820"/>
                  </a:cubicBezTo>
                  <a:cubicBezTo>
                    <a:pt x="265" y="819"/>
                    <a:pt x="259" y="818"/>
                    <a:pt x="254" y="818"/>
                  </a:cubicBezTo>
                  <a:cubicBezTo>
                    <a:pt x="252" y="817"/>
                    <a:pt x="251" y="817"/>
                    <a:pt x="250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6"/>
                  </a:cubicBezTo>
                  <a:cubicBezTo>
                    <a:pt x="247" y="815"/>
                    <a:pt x="245" y="814"/>
                    <a:pt x="244" y="812"/>
                  </a:cubicBezTo>
                  <a:cubicBezTo>
                    <a:pt x="242" y="810"/>
                    <a:pt x="240" y="808"/>
                    <a:pt x="239" y="806"/>
                  </a:cubicBezTo>
                  <a:cubicBezTo>
                    <a:pt x="237" y="804"/>
                    <a:pt x="237" y="804"/>
                    <a:pt x="237" y="804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5" y="800"/>
                    <a:pt x="235" y="800"/>
                    <a:pt x="235" y="800"/>
                  </a:cubicBezTo>
                  <a:cubicBezTo>
                    <a:pt x="228" y="785"/>
                    <a:pt x="228" y="785"/>
                    <a:pt x="228" y="785"/>
                  </a:cubicBezTo>
                  <a:cubicBezTo>
                    <a:pt x="221" y="771"/>
                    <a:pt x="221" y="771"/>
                    <a:pt x="221" y="771"/>
                  </a:cubicBezTo>
                  <a:cubicBezTo>
                    <a:pt x="213" y="753"/>
                    <a:pt x="213" y="753"/>
                    <a:pt x="213" y="753"/>
                  </a:cubicBezTo>
                  <a:cubicBezTo>
                    <a:pt x="185" y="753"/>
                    <a:pt x="185" y="753"/>
                    <a:pt x="185" y="753"/>
                  </a:cubicBezTo>
                  <a:cubicBezTo>
                    <a:pt x="183" y="753"/>
                    <a:pt x="182" y="752"/>
                    <a:pt x="180" y="750"/>
                  </a:cubicBezTo>
                  <a:cubicBezTo>
                    <a:pt x="179" y="749"/>
                    <a:pt x="178" y="746"/>
                    <a:pt x="178" y="744"/>
                  </a:cubicBezTo>
                  <a:cubicBezTo>
                    <a:pt x="178" y="741"/>
                    <a:pt x="178" y="739"/>
                    <a:pt x="179" y="737"/>
                  </a:cubicBezTo>
                  <a:cubicBezTo>
                    <a:pt x="181" y="735"/>
                    <a:pt x="182" y="734"/>
                    <a:pt x="184" y="733"/>
                  </a:cubicBezTo>
                  <a:cubicBezTo>
                    <a:pt x="184" y="733"/>
                    <a:pt x="185" y="733"/>
                    <a:pt x="185" y="733"/>
                  </a:cubicBezTo>
                  <a:cubicBezTo>
                    <a:pt x="188" y="733"/>
                    <a:pt x="188" y="733"/>
                    <a:pt x="188" y="733"/>
                  </a:cubicBezTo>
                  <a:cubicBezTo>
                    <a:pt x="194" y="733"/>
                    <a:pt x="194" y="733"/>
                    <a:pt x="194" y="733"/>
                  </a:cubicBezTo>
                  <a:cubicBezTo>
                    <a:pt x="206" y="733"/>
                    <a:pt x="206" y="733"/>
                    <a:pt x="206" y="733"/>
                  </a:cubicBezTo>
                  <a:cubicBezTo>
                    <a:pt x="263" y="732"/>
                    <a:pt x="326" y="734"/>
                    <a:pt x="373" y="732"/>
                  </a:cubicBezTo>
                  <a:cubicBezTo>
                    <a:pt x="414" y="731"/>
                    <a:pt x="399" y="727"/>
                    <a:pt x="357" y="725"/>
                  </a:cubicBezTo>
                  <a:cubicBezTo>
                    <a:pt x="357" y="724"/>
                    <a:pt x="357" y="724"/>
                    <a:pt x="357" y="724"/>
                  </a:cubicBezTo>
                  <a:cubicBezTo>
                    <a:pt x="399" y="725"/>
                    <a:pt x="378" y="722"/>
                    <a:pt x="383" y="720"/>
                  </a:cubicBezTo>
                  <a:cubicBezTo>
                    <a:pt x="364" y="720"/>
                    <a:pt x="346" y="720"/>
                    <a:pt x="327" y="719"/>
                  </a:cubicBezTo>
                  <a:cubicBezTo>
                    <a:pt x="361" y="719"/>
                    <a:pt x="361" y="719"/>
                    <a:pt x="361" y="719"/>
                  </a:cubicBezTo>
                  <a:cubicBezTo>
                    <a:pt x="380" y="719"/>
                    <a:pt x="380" y="719"/>
                    <a:pt x="380" y="719"/>
                  </a:cubicBezTo>
                  <a:cubicBezTo>
                    <a:pt x="389" y="720"/>
                    <a:pt x="389" y="720"/>
                    <a:pt x="389" y="720"/>
                  </a:cubicBezTo>
                  <a:cubicBezTo>
                    <a:pt x="393" y="720"/>
                    <a:pt x="393" y="720"/>
                    <a:pt x="393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7" y="720"/>
                    <a:pt x="397" y="720"/>
                    <a:pt x="397" y="720"/>
                  </a:cubicBezTo>
                  <a:cubicBezTo>
                    <a:pt x="398" y="720"/>
                    <a:pt x="398" y="720"/>
                    <a:pt x="399" y="719"/>
                  </a:cubicBezTo>
                  <a:cubicBezTo>
                    <a:pt x="403" y="719"/>
                    <a:pt x="407" y="717"/>
                    <a:pt x="409" y="715"/>
                  </a:cubicBezTo>
                  <a:cubicBezTo>
                    <a:pt x="412" y="713"/>
                    <a:pt x="414" y="710"/>
                    <a:pt x="416" y="707"/>
                  </a:cubicBezTo>
                  <a:cubicBezTo>
                    <a:pt x="418" y="701"/>
                    <a:pt x="418" y="696"/>
                    <a:pt x="417" y="691"/>
                  </a:cubicBezTo>
                  <a:cubicBezTo>
                    <a:pt x="418" y="697"/>
                    <a:pt x="417" y="703"/>
                    <a:pt x="413" y="708"/>
                  </a:cubicBezTo>
                  <a:cubicBezTo>
                    <a:pt x="412" y="711"/>
                    <a:pt x="409" y="713"/>
                    <a:pt x="406" y="715"/>
                  </a:cubicBezTo>
                  <a:cubicBezTo>
                    <a:pt x="404" y="716"/>
                    <a:pt x="400" y="717"/>
                    <a:pt x="397" y="718"/>
                  </a:cubicBezTo>
                  <a:cubicBezTo>
                    <a:pt x="369" y="717"/>
                    <a:pt x="369" y="717"/>
                    <a:pt x="369" y="717"/>
                  </a:cubicBezTo>
                  <a:cubicBezTo>
                    <a:pt x="350" y="717"/>
                    <a:pt x="330" y="717"/>
                    <a:pt x="311" y="716"/>
                  </a:cubicBezTo>
                  <a:cubicBezTo>
                    <a:pt x="195" y="716"/>
                    <a:pt x="195" y="716"/>
                    <a:pt x="195" y="716"/>
                  </a:cubicBezTo>
                  <a:cubicBezTo>
                    <a:pt x="227" y="716"/>
                    <a:pt x="264" y="715"/>
                    <a:pt x="296" y="716"/>
                  </a:cubicBezTo>
                  <a:cubicBezTo>
                    <a:pt x="319" y="716"/>
                    <a:pt x="341" y="717"/>
                    <a:pt x="362" y="717"/>
                  </a:cubicBezTo>
                  <a:cubicBezTo>
                    <a:pt x="394" y="717"/>
                    <a:pt x="394" y="717"/>
                    <a:pt x="394" y="717"/>
                  </a:cubicBezTo>
                  <a:cubicBezTo>
                    <a:pt x="395" y="717"/>
                    <a:pt x="396" y="717"/>
                    <a:pt x="398" y="717"/>
                  </a:cubicBezTo>
                  <a:cubicBezTo>
                    <a:pt x="400" y="717"/>
                    <a:pt x="402" y="716"/>
                    <a:pt x="403" y="716"/>
                  </a:cubicBezTo>
                  <a:cubicBezTo>
                    <a:pt x="406" y="714"/>
                    <a:pt x="409" y="712"/>
                    <a:pt x="411" y="709"/>
                  </a:cubicBezTo>
                  <a:cubicBezTo>
                    <a:pt x="416" y="704"/>
                    <a:pt x="417" y="697"/>
                    <a:pt x="416" y="691"/>
                  </a:cubicBezTo>
                  <a:cubicBezTo>
                    <a:pt x="416" y="688"/>
                    <a:pt x="415" y="685"/>
                    <a:pt x="414" y="683"/>
                  </a:cubicBezTo>
                  <a:cubicBezTo>
                    <a:pt x="412" y="679"/>
                    <a:pt x="409" y="677"/>
                    <a:pt x="406" y="676"/>
                  </a:cubicBezTo>
                  <a:cubicBezTo>
                    <a:pt x="404" y="674"/>
                    <a:pt x="401" y="674"/>
                    <a:pt x="399" y="674"/>
                  </a:cubicBezTo>
                  <a:cubicBezTo>
                    <a:pt x="397" y="674"/>
                    <a:pt x="396" y="675"/>
                    <a:pt x="396" y="675"/>
                  </a:cubicBezTo>
                  <a:cubicBezTo>
                    <a:pt x="396" y="676"/>
                    <a:pt x="397" y="676"/>
                    <a:pt x="399" y="677"/>
                  </a:cubicBezTo>
                  <a:cubicBezTo>
                    <a:pt x="401" y="678"/>
                    <a:pt x="404" y="679"/>
                    <a:pt x="407" y="683"/>
                  </a:cubicBezTo>
                  <a:cubicBezTo>
                    <a:pt x="408" y="685"/>
                    <a:pt x="410" y="688"/>
                    <a:pt x="410" y="690"/>
                  </a:cubicBezTo>
                  <a:cubicBezTo>
                    <a:pt x="411" y="693"/>
                    <a:pt x="411" y="695"/>
                    <a:pt x="411" y="695"/>
                  </a:cubicBezTo>
                  <a:cubicBezTo>
                    <a:pt x="410" y="697"/>
                    <a:pt x="409" y="696"/>
                    <a:pt x="409" y="695"/>
                  </a:cubicBezTo>
                  <a:cubicBezTo>
                    <a:pt x="409" y="698"/>
                    <a:pt x="408" y="701"/>
                    <a:pt x="406" y="704"/>
                  </a:cubicBezTo>
                  <a:cubicBezTo>
                    <a:pt x="404" y="706"/>
                    <a:pt x="401" y="708"/>
                    <a:pt x="398" y="709"/>
                  </a:cubicBezTo>
                  <a:cubicBezTo>
                    <a:pt x="398" y="709"/>
                    <a:pt x="397" y="709"/>
                    <a:pt x="396" y="709"/>
                  </a:cubicBezTo>
                  <a:cubicBezTo>
                    <a:pt x="393" y="709"/>
                    <a:pt x="393" y="709"/>
                    <a:pt x="393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32" y="708"/>
                    <a:pt x="332" y="708"/>
                    <a:pt x="332" y="708"/>
                  </a:cubicBezTo>
                  <a:cubicBezTo>
                    <a:pt x="295" y="708"/>
                    <a:pt x="259" y="708"/>
                    <a:pt x="223" y="707"/>
                  </a:cubicBezTo>
                  <a:cubicBezTo>
                    <a:pt x="259" y="708"/>
                    <a:pt x="296" y="708"/>
                    <a:pt x="332" y="708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94" y="709"/>
                    <a:pt x="394" y="709"/>
                    <a:pt x="394" y="709"/>
                  </a:cubicBezTo>
                  <a:cubicBezTo>
                    <a:pt x="395" y="709"/>
                    <a:pt x="395" y="709"/>
                    <a:pt x="395" y="709"/>
                  </a:cubicBezTo>
                  <a:cubicBezTo>
                    <a:pt x="396" y="709"/>
                    <a:pt x="396" y="709"/>
                    <a:pt x="396" y="709"/>
                  </a:cubicBezTo>
                  <a:cubicBezTo>
                    <a:pt x="397" y="709"/>
                    <a:pt x="397" y="709"/>
                    <a:pt x="397" y="709"/>
                  </a:cubicBezTo>
                  <a:cubicBezTo>
                    <a:pt x="397" y="709"/>
                    <a:pt x="398" y="708"/>
                    <a:pt x="399" y="708"/>
                  </a:cubicBezTo>
                  <a:cubicBezTo>
                    <a:pt x="401" y="708"/>
                    <a:pt x="404" y="706"/>
                    <a:pt x="406" y="703"/>
                  </a:cubicBezTo>
                  <a:cubicBezTo>
                    <a:pt x="407" y="701"/>
                    <a:pt x="408" y="697"/>
                    <a:pt x="408" y="694"/>
                  </a:cubicBezTo>
                  <a:cubicBezTo>
                    <a:pt x="408" y="694"/>
                    <a:pt x="407" y="694"/>
                    <a:pt x="407" y="694"/>
                  </a:cubicBezTo>
                  <a:cubicBezTo>
                    <a:pt x="407" y="695"/>
                    <a:pt x="407" y="696"/>
                    <a:pt x="406" y="699"/>
                  </a:cubicBezTo>
                  <a:cubicBezTo>
                    <a:pt x="405" y="700"/>
                    <a:pt x="404" y="703"/>
                    <a:pt x="402" y="704"/>
                  </a:cubicBezTo>
                  <a:cubicBezTo>
                    <a:pt x="400" y="705"/>
                    <a:pt x="399" y="706"/>
                    <a:pt x="397" y="706"/>
                  </a:cubicBezTo>
                  <a:cubicBezTo>
                    <a:pt x="397" y="706"/>
                    <a:pt x="397" y="706"/>
                    <a:pt x="396" y="706"/>
                  </a:cubicBezTo>
                  <a:cubicBezTo>
                    <a:pt x="394" y="706"/>
                    <a:pt x="394" y="706"/>
                    <a:pt x="394" y="706"/>
                  </a:cubicBezTo>
                  <a:cubicBezTo>
                    <a:pt x="390" y="706"/>
                    <a:pt x="390" y="706"/>
                    <a:pt x="390" y="706"/>
                  </a:cubicBezTo>
                  <a:cubicBezTo>
                    <a:pt x="379" y="707"/>
                    <a:pt x="366" y="707"/>
                    <a:pt x="357" y="707"/>
                  </a:cubicBezTo>
                  <a:cubicBezTo>
                    <a:pt x="306" y="705"/>
                    <a:pt x="251" y="706"/>
                    <a:pt x="201" y="705"/>
                  </a:cubicBezTo>
                  <a:cubicBezTo>
                    <a:pt x="187" y="705"/>
                    <a:pt x="187" y="705"/>
                    <a:pt x="187" y="705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4" y="704"/>
                    <a:pt x="184" y="704"/>
                    <a:pt x="183" y="704"/>
                  </a:cubicBezTo>
                  <a:cubicBezTo>
                    <a:pt x="182" y="704"/>
                    <a:pt x="181" y="703"/>
                    <a:pt x="180" y="702"/>
                  </a:cubicBezTo>
                  <a:cubicBezTo>
                    <a:pt x="179" y="700"/>
                    <a:pt x="178" y="697"/>
                    <a:pt x="178" y="694"/>
                  </a:cubicBezTo>
                  <a:cubicBezTo>
                    <a:pt x="178" y="692"/>
                    <a:pt x="179" y="689"/>
                    <a:pt x="181" y="687"/>
                  </a:cubicBezTo>
                  <a:cubicBezTo>
                    <a:pt x="181" y="686"/>
                    <a:pt x="182" y="686"/>
                    <a:pt x="183" y="685"/>
                  </a:cubicBezTo>
                  <a:cubicBezTo>
                    <a:pt x="184" y="685"/>
                    <a:pt x="184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6" y="685"/>
                    <a:pt x="186" y="685"/>
                    <a:pt x="186" y="685"/>
                  </a:cubicBezTo>
                  <a:cubicBezTo>
                    <a:pt x="187" y="685"/>
                    <a:pt x="187" y="685"/>
                    <a:pt x="187" y="685"/>
                  </a:cubicBezTo>
                  <a:cubicBezTo>
                    <a:pt x="201" y="685"/>
                    <a:pt x="201" y="685"/>
                    <a:pt x="201" y="685"/>
                  </a:cubicBezTo>
                  <a:cubicBezTo>
                    <a:pt x="229" y="685"/>
                    <a:pt x="229" y="685"/>
                    <a:pt x="229" y="685"/>
                  </a:cubicBezTo>
                  <a:cubicBezTo>
                    <a:pt x="279" y="684"/>
                    <a:pt x="334" y="685"/>
                    <a:pt x="376" y="684"/>
                  </a:cubicBezTo>
                  <a:cubicBezTo>
                    <a:pt x="412" y="683"/>
                    <a:pt x="398" y="678"/>
                    <a:pt x="362" y="677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98" y="676"/>
                    <a:pt x="380" y="673"/>
                    <a:pt x="385" y="671"/>
                  </a:cubicBezTo>
                  <a:cubicBezTo>
                    <a:pt x="369" y="671"/>
                    <a:pt x="353" y="671"/>
                    <a:pt x="337" y="671"/>
                  </a:cubicBezTo>
                  <a:cubicBezTo>
                    <a:pt x="361" y="671"/>
                    <a:pt x="361" y="671"/>
                    <a:pt x="361" y="671"/>
                  </a:cubicBezTo>
                  <a:cubicBezTo>
                    <a:pt x="380" y="671"/>
                    <a:pt x="380" y="671"/>
                    <a:pt x="380" y="671"/>
                  </a:cubicBezTo>
                  <a:cubicBezTo>
                    <a:pt x="389" y="671"/>
                    <a:pt x="389" y="671"/>
                    <a:pt x="389" y="671"/>
                  </a:cubicBezTo>
                  <a:cubicBezTo>
                    <a:pt x="393" y="671"/>
                    <a:pt x="393" y="671"/>
                    <a:pt x="393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7" y="671"/>
                    <a:pt x="397" y="671"/>
                    <a:pt x="397" y="671"/>
                  </a:cubicBezTo>
                  <a:cubicBezTo>
                    <a:pt x="398" y="671"/>
                    <a:pt x="399" y="671"/>
                    <a:pt x="399" y="671"/>
                  </a:cubicBezTo>
                  <a:cubicBezTo>
                    <a:pt x="403" y="670"/>
                    <a:pt x="407" y="668"/>
                    <a:pt x="409" y="666"/>
                  </a:cubicBezTo>
                  <a:cubicBezTo>
                    <a:pt x="412" y="664"/>
                    <a:pt x="414" y="661"/>
                    <a:pt x="416" y="658"/>
                  </a:cubicBezTo>
                  <a:cubicBezTo>
                    <a:pt x="418" y="653"/>
                    <a:pt x="418" y="647"/>
                    <a:pt x="417" y="642"/>
                  </a:cubicBezTo>
                  <a:cubicBezTo>
                    <a:pt x="418" y="648"/>
                    <a:pt x="417" y="655"/>
                    <a:pt x="413" y="660"/>
                  </a:cubicBezTo>
                  <a:cubicBezTo>
                    <a:pt x="412" y="662"/>
                    <a:pt x="409" y="665"/>
                    <a:pt x="407" y="666"/>
                  </a:cubicBezTo>
                  <a:cubicBezTo>
                    <a:pt x="404" y="668"/>
                    <a:pt x="400" y="669"/>
                    <a:pt x="397" y="669"/>
                  </a:cubicBezTo>
                  <a:cubicBezTo>
                    <a:pt x="369" y="669"/>
                    <a:pt x="369" y="669"/>
                    <a:pt x="369" y="669"/>
                  </a:cubicBezTo>
                  <a:cubicBezTo>
                    <a:pt x="350" y="668"/>
                    <a:pt x="330" y="668"/>
                    <a:pt x="311" y="668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227" y="667"/>
                    <a:pt x="264" y="667"/>
                    <a:pt x="296" y="668"/>
                  </a:cubicBezTo>
                  <a:cubicBezTo>
                    <a:pt x="319" y="668"/>
                    <a:pt x="341" y="668"/>
                    <a:pt x="362" y="668"/>
                  </a:cubicBezTo>
                  <a:cubicBezTo>
                    <a:pt x="394" y="668"/>
                    <a:pt x="394" y="668"/>
                    <a:pt x="394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7" y="668"/>
                    <a:pt x="397" y="668"/>
                    <a:pt x="397" y="668"/>
                  </a:cubicBezTo>
                  <a:cubicBezTo>
                    <a:pt x="397" y="668"/>
                    <a:pt x="398" y="668"/>
                    <a:pt x="398" y="668"/>
                  </a:cubicBezTo>
                  <a:cubicBezTo>
                    <a:pt x="400" y="668"/>
                    <a:pt x="402" y="668"/>
                    <a:pt x="403" y="667"/>
                  </a:cubicBezTo>
                  <a:cubicBezTo>
                    <a:pt x="407" y="666"/>
                    <a:pt x="409" y="663"/>
                    <a:pt x="411" y="661"/>
                  </a:cubicBezTo>
                  <a:cubicBezTo>
                    <a:pt x="416" y="656"/>
                    <a:pt x="417" y="649"/>
                    <a:pt x="416" y="642"/>
                  </a:cubicBezTo>
                  <a:cubicBezTo>
                    <a:pt x="416" y="639"/>
                    <a:pt x="415" y="637"/>
                    <a:pt x="414" y="634"/>
                  </a:cubicBezTo>
                  <a:cubicBezTo>
                    <a:pt x="412" y="631"/>
                    <a:pt x="409" y="629"/>
                    <a:pt x="406" y="627"/>
                  </a:cubicBezTo>
                  <a:cubicBezTo>
                    <a:pt x="404" y="626"/>
                    <a:pt x="401" y="625"/>
                    <a:pt x="399" y="626"/>
                  </a:cubicBezTo>
                  <a:cubicBezTo>
                    <a:pt x="397" y="626"/>
                    <a:pt x="396" y="626"/>
                    <a:pt x="396" y="627"/>
                  </a:cubicBezTo>
                  <a:cubicBezTo>
                    <a:pt x="396" y="627"/>
                    <a:pt x="397" y="628"/>
                    <a:pt x="399" y="628"/>
                  </a:cubicBezTo>
                  <a:cubicBezTo>
                    <a:pt x="401" y="629"/>
                    <a:pt x="404" y="631"/>
                    <a:pt x="407" y="634"/>
                  </a:cubicBezTo>
                  <a:cubicBezTo>
                    <a:pt x="408" y="636"/>
                    <a:pt x="410" y="639"/>
                    <a:pt x="410" y="642"/>
                  </a:cubicBezTo>
                  <a:cubicBezTo>
                    <a:pt x="411" y="645"/>
                    <a:pt x="411" y="647"/>
                    <a:pt x="411" y="647"/>
                  </a:cubicBezTo>
                  <a:cubicBezTo>
                    <a:pt x="410" y="648"/>
                    <a:pt x="409" y="647"/>
                    <a:pt x="409" y="646"/>
                  </a:cubicBezTo>
                  <a:cubicBezTo>
                    <a:pt x="409" y="650"/>
                    <a:pt x="408" y="653"/>
                    <a:pt x="406" y="655"/>
                  </a:cubicBezTo>
                  <a:cubicBezTo>
                    <a:pt x="404" y="658"/>
                    <a:pt x="401" y="660"/>
                    <a:pt x="398" y="660"/>
                  </a:cubicBezTo>
                  <a:cubicBezTo>
                    <a:pt x="398" y="660"/>
                    <a:pt x="397" y="660"/>
                    <a:pt x="396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32" y="660"/>
                    <a:pt x="332" y="660"/>
                    <a:pt x="332" y="660"/>
                  </a:cubicBezTo>
                  <a:cubicBezTo>
                    <a:pt x="295" y="660"/>
                    <a:pt x="259" y="659"/>
                    <a:pt x="223" y="658"/>
                  </a:cubicBezTo>
                  <a:cubicBezTo>
                    <a:pt x="259" y="659"/>
                    <a:pt x="296" y="660"/>
                    <a:pt x="332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95" y="660"/>
                    <a:pt x="395" y="660"/>
                    <a:pt x="395" y="660"/>
                  </a:cubicBezTo>
                  <a:cubicBezTo>
                    <a:pt x="396" y="660"/>
                    <a:pt x="396" y="660"/>
                    <a:pt x="396" y="660"/>
                  </a:cubicBezTo>
                  <a:cubicBezTo>
                    <a:pt x="397" y="660"/>
                    <a:pt x="397" y="660"/>
                    <a:pt x="397" y="660"/>
                  </a:cubicBezTo>
                  <a:cubicBezTo>
                    <a:pt x="397" y="660"/>
                    <a:pt x="398" y="660"/>
                    <a:pt x="399" y="660"/>
                  </a:cubicBezTo>
                  <a:cubicBezTo>
                    <a:pt x="402" y="659"/>
                    <a:pt x="404" y="657"/>
                    <a:pt x="406" y="654"/>
                  </a:cubicBezTo>
                  <a:cubicBezTo>
                    <a:pt x="407" y="652"/>
                    <a:pt x="408" y="649"/>
                    <a:pt x="408" y="646"/>
                  </a:cubicBezTo>
                  <a:cubicBezTo>
                    <a:pt x="408" y="645"/>
                    <a:pt x="407" y="645"/>
                    <a:pt x="407" y="646"/>
                  </a:cubicBezTo>
                  <a:cubicBezTo>
                    <a:pt x="407" y="646"/>
                    <a:pt x="407" y="648"/>
                    <a:pt x="406" y="650"/>
                  </a:cubicBezTo>
                  <a:cubicBezTo>
                    <a:pt x="405" y="651"/>
                    <a:pt x="404" y="654"/>
                    <a:pt x="402" y="656"/>
                  </a:cubicBezTo>
                  <a:cubicBezTo>
                    <a:pt x="400" y="657"/>
                    <a:pt x="399" y="658"/>
                    <a:pt x="397" y="658"/>
                  </a:cubicBezTo>
                  <a:cubicBezTo>
                    <a:pt x="397" y="658"/>
                    <a:pt x="397" y="658"/>
                    <a:pt x="396" y="658"/>
                  </a:cubicBezTo>
                  <a:cubicBezTo>
                    <a:pt x="394" y="658"/>
                    <a:pt x="394" y="658"/>
                    <a:pt x="394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79" y="658"/>
                    <a:pt x="366" y="658"/>
                    <a:pt x="357" y="658"/>
                  </a:cubicBezTo>
                  <a:cubicBezTo>
                    <a:pt x="306" y="657"/>
                    <a:pt x="251" y="657"/>
                    <a:pt x="201" y="656"/>
                  </a:cubicBezTo>
                  <a:cubicBezTo>
                    <a:pt x="187" y="656"/>
                    <a:pt x="187" y="656"/>
                    <a:pt x="187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4" y="656"/>
                    <a:pt x="184" y="656"/>
                    <a:pt x="183" y="655"/>
                  </a:cubicBezTo>
                  <a:cubicBezTo>
                    <a:pt x="182" y="655"/>
                    <a:pt x="181" y="654"/>
                    <a:pt x="180" y="653"/>
                  </a:cubicBezTo>
                  <a:cubicBezTo>
                    <a:pt x="179" y="652"/>
                    <a:pt x="178" y="649"/>
                    <a:pt x="178" y="646"/>
                  </a:cubicBezTo>
                  <a:cubicBezTo>
                    <a:pt x="178" y="643"/>
                    <a:pt x="179" y="640"/>
                    <a:pt x="181" y="638"/>
                  </a:cubicBezTo>
                  <a:cubicBezTo>
                    <a:pt x="181" y="638"/>
                    <a:pt x="182" y="637"/>
                    <a:pt x="183" y="637"/>
                  </a:cubicBezTo>
                  <a:cubicBezTo>
                    <a:pt x="184" y="636"/>
                    <a:pt x="184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6" y="636"/>
                    <a:pt x="186" y="636"/>
                    <a:pt x="186" y="636"/>
                  </a:cubicBezTo>
                  <a:cubicBezTo>
                    <a:pt x="187" y="636"/>
                    <a:pt x="187" y="636"/>
                    <a:pt x="187" y="636"/>
                  </a:cubicBezTo>
                  <a:cubicBezTo>
                    <a:pt x="201" y="636"/>
                    <a:pt x="201" y="636"/>
                    <a:pt x="201" y="636"/>
                  </a:cubicBezTo>
                  <a:cubicBezTo>
                    <a:pt x="229" y="636"/>
                    <a:pt x="229" y="636"/>
                    <a:pt x="229" y="636"/>
                  </a:cubicBezTo>
                  <a:cubicBezTo>
                    <a:pt x="279" y="635"/>
                    <a:pt x="334" y="636"/>
                    <a:pt x="376" y="635"/>
                  </a:cubicBezTo>
                  <a:cubicBezTo>
                    <a:pt x="412" y="634"/>
                    <a:pt x="398" y="630"/>
                    <a:pt x="362" y="628"/>
                  </a:cubicBezTo>
                  <a:cubicBezTo>
                    <a:pt x="362" y="627"/>
                    <a:pt x="362" y="627"/>
                    <a:pt x="362" y="627"/>
                  </a:cubicBezTo>
                  <a:cubicBezTo>
                    <a:pt x="393" y="627"/>
                    <a:pt x="385" y="625"/>
                    <a:pt x="384" y="624"/>
                  </a:cubicBezTo>
                  <a:cubicBezTo>
                    <a:pt x="391" y="624"/>
                    <a:pt x="391" y="624"/>
                    <a:pt x="391" y="624"/>
                  </a:cubicBezTo>
                  <a:cubicBezTo>
                    <a:pt x="392" y="624"/>
                    <a:pt x="392" y="624"/>
                    <a:pt x="392" y="624"/>
                  </a:cubicBezTo>
                  <a:cubicBezTo>
                    <a:pt x="393" y="624"/>
                    <a:pt x="393" y="624"/>
                    <a:pt x="393" y="624"/>
                  </a:cubicBezTo>
                  <a:cubicBezTo>
                    <a:pt x="394" y="624"/>
                    <a:pt x="394" y="624"/>
                    <a:pt x="394" y="624"/>
                  </a:cubicBezTo>
                  <a:cubicBezTo>
                    <a:pt x="395" y="624"/>
                    <a:pt x="397" y="623"/>
                    <a:pt x="398" y="623"/>
                  </a:cubicBezTo>
                  <a:cubicBezTo>
                    <a:pt x="400" y="623"/>
                    <a:pt x="403" y="622"/>
                    <a:pt x="405" y="620"/>
                  </a:cubicBezTo>
                  <a:cubicBezTo>
                    <a:pt x="410" y="617"/>
                    <a:pt x="414" y="613"/>
                    <a:pt x="415" y="608"/>
                  </a:cubicBezTo>
                  <a:cubicBezTo>
                    <a:pt x="416" y="605"/>
                    <a:pt x="417" y="603"/>
                    <a:pt x="417" y="600"/>
                  </a:cubicBezTo>
                  <a:cubicBezTo>
                    <a:pt x="417" y="594"/>
                    <a:pt x="417" y="594"/>
                    <a:pt x="417" y="594"/>
                  </a:cubicBezTo>
                  <a:cubicBezTo>
                    <a:pt x="417" y="571"/>
                    <a:pt x="417" y="571"/>
                    <a:pt x="417" y="571"/>
                  </a:cubicBezTo>
                  <a:cubicBezTo>
                    <a:pt x="417" y="550"/>
                    <a:pt x="417" y="550"/>
                    <a:pt x="417" y="550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20" y="548"/>
                    <a:pt x="420" y="548"/>
                    <a:pt x="420" y="548"/>
                  </a:cubicBezTo>
                  <a:cubicBezTo>
                    <a:pt x="423" y="546"/>
                    <a:pt x="427" y="544"/>
                    <a:pt x="430" y="542"/>
                  </a:cubicBezTo>
                  <a:cubicBezTo>
                    <a:pt x="427" y="544"/>
                    <a:pt x="423" y="546"/>
                    <a:pt x="420" y="548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17" y="549"/>
                    <a:pt x="417" y="549"/>
                    <a:pt x="417" y="550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95"/>
                    <a:pt x="417" y="595"/>
                    <a:pt x="417" y="595"/>
                  </a:cubicBezTo>
                  <a:cubicBezTo>
                    <a:pt x="417" y="601"/>
                    <a:pt x="417" y="601"/>
                    <a:pt x="417" y="601"/>
                  </a:cubicBezTo>
                  <a:cubicBezTo>
                    <a:pt x="417" y="603"/>
                    <a:pt x="416" y="606"/>
                    <a:pt x="415" y="609"/>
                  </a:cubicBezTo>
                  <a:cubicBezTo>
                    <a:pt x="413" y="614"/>
                    <a:pt x="409" y="618"/>
                    <a:pt x="405" y="621"/>
                  </a:cubicBezTo>
                  <a:cubicBezTo>
                    <a:pt x="402" y="622"/>
                    <a:pt x="400" y="623"/>
                    <a:pt x="397" y="623"/>
                  </a:cubicBezTo>
                  <a:cubicBezTo>
                    <a:pt x="396" y="623"/>
                    <a:pt x="394" y="624"/>
                    <a:pt x="393" y="624"/>
                  </a:cubicBezTo>
                  <a:cubicBezTo>
                    <a:pt x="390" y="624"/>
                    <a:pt x="390" y="624"/>
                    <a:pt x="390" y="624"/>
                  </a:cubicBezTo>
                  <a:cubicBezTo>
                    <a:pt x="384" y="624"/>
                    <a:pt x="384" y="624"/>
                    <a:pt x="384" y="624"/>
                  </a:cubicBezTo>
                  <a:cubicBezTo>
                    <a:pt x="384" y="623"/>
                    <a:pt x="384" y="623"/>
                    <a:pt x="385" y="623"/>
                  </a:cubicBezTo>
                  <a:cubicBezTo>
                    <a:pt x="379" y="623"/>
                    <a:pt x="374" y="623"/>
                    <a:pt x="369" y="623"/>
                  </a:cubicBezTo>
                  <a:cubicBezTo>
                    <a:pt x="390" y="623"/>
                    <a:pt x="390" y="623"/>
                    <a:pt x="390" y="623"/>
                  </a:cubicBezTo>
                  <a:cubicBezTo>
                    <a:pt x="393" y="623"/>
                    <a:pt x="393" y="623"/>
                    <a:pt x="393" y="623"/>
                  </a:cubicBezTo>
                  <a:cubicBezTo>
                    <a:pt x="394" y="623"/>
                    <a:pt x="395" y="623"/>
                    <a:pt x="397" y="622"/>
                  </a:cubicBezTo>
                  <a:cubicBezTo>
                    <a:pt x="399" y="622"/>
                    <a:pt x="402" y="621"/>
                    <a:pt x="404" y="620"/>
                  </a:cubicBezTo>
                  <a:cubicBezTo>
                    <a:pt x="409" y="617"/>
                    <a:pt x="413" y="612"/>
                    <a:pt x="414" y="607"/>
                  </a:cubicBezTo>
                  <a:cubicBezTo>
                    <a:pt x="415" y="606"/>
                    <a:pt x="415" y="605"/>
                    <a:pt x="415" y="603"/>
                  </a:cubicBezTo>
                  <a:cubicBezTo>
                    <a:pt x="416" y="603"/>
                    <a:pt x="416" y="602"/>
                    <a:pt x="416" y="601"/>
                  </a:cubicBezTo>
                  <a:cubicBezTo>
                    <a:pt x="416" y="601"/>
                    <a:pt x="416" y="600"/>
                    <a:pt x="416" y="599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6" y="581"/>
                    <a:pt x="416" y="581"/>
                    <a:pt x="416" y="581"/>
                  </a:cubicBezTo>
                  <a:cubicBezTo>
                    <a:pt x="416" y="557"/>
                    <a:pt x="416" y="557"/>
                    <a:pt x="416" y="557"/>
                  </a:cubicBezTo>
                  <a:cubicBezTo>
                    <a:pt x="416" y="549"/>
                    <a:pt x="416" y="549"/>
                    <a:pt x="416" y="549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7" y="548"/>
                    <a:pt x="417" y="548"/>
                    <a:pt x="417" y="548"/>
                  </a:cubicBezTo>
                  <a:cubicBezTo>
                    <a:pt x="419" y="547"/>
                    <a:pt x="421" y="546"/>
                    <a:pt x="423" y="545"/>
                  </a:cubicBezTo>
                  <a:cubicBezTo>
                    <a:pt x="430" y="541"/>
                    <a:pt x="437" y="537"/>
                    <a:pt x="444" y="533"/>
                  </a:cubicBezTo>
                  <a:cubicBezTo>
                    <a:pt x="445" y="534"/>
                    <a:pt x="445" y="534"/>
                    <a:pt x="445" y="534"/>
                  </a:cubicBezTo>
                  <a:cubicBezTo>
                    <a:pt x="476" y="514"/>
                    <a:pt x="504" y="488"/>
                    <a:pt x="526" y="458"/>
                  </a:cubicBezTo>
                  <a:cubicBezTo>
                    <a:pt x="548" y="428"/>
                    <a:pt x="564" y="394"/>
                    <a:pt x="574" y="357"/>
                  </a:cubicBezTo>
                  <a:cubicBezTo>
                    <a:pt x="583" y="321"/>
                    <a:pt x="585" y="283"/>
                    <a:pt x="579" y="245"/>
                  </a:cubicBezTo>
                  <a:cubicBezTo>
                    <a:pt x="574" y="208"/>
                    <a:pt x="561" y="171"/>
                    <a:pt x="542" y="139"/>
                  </a:cubicBezTo>
                  <a:close/>
                  <a:moveTo>
                    <a:pt x="338" y="819"/>
                  </a:moveTo>
                  <a:cubicBezTo>
                    <a:pt x="339" y="819"/>
                    <a:pt x="340" y="819"/>
                    <a:pt x="340" y="818"/>
                  </a:cubicBezTo>
                  <a:cubicBezTo>
                    <a:pt x="340" y="819"/>
                    <a:pt x="339" y="819"/>
                    <a:pt x="338" y="819"/>
                  </a:cubicBezTo>
                  <a:close/>
                  <a:moveTo>
                    <a:pt x="256" y="820"/>
                  </a:moveTo>
                  <a:cubicBezTo>
                    <a:pt x="265" y="821"/>
                    <a:pt x="274" y="822"/>
                    <a:pt x="283" y="823"/>
                  </a:cubicBezTo>
                  <a:cubicBezTo>
                    <a:pt x="292" y="823"/>
                    <a:pt x="301" y="824"/>
                    <a:pt x="310" y="824"/>
                  </a:cubicBezTo>
                  <a:cubicBezTo>
                    <a:pt x="315" y="824"/>
                    <a:pt x="319" y="823"/>
                    <a:pt x="324" y="823"/>
                  </a:cubicBezTo>
                  <a:cubicBezTo>
                    <a:pt x="328" y="822"/>
                    <a:pt x="333" y="822"/>
                    <a:pt x="336" y="820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7" y="820"/>
                    <a:pt x="337" y="820"/>
                    <a:pt x="338" y="819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6" y="820"/>
                    <a:pt x="336" y="820"/>
                    <a:pt x="336" y="820"/>
                  </a:cubicBezTo>
                  <a:cubicBezTo>
                    <a:pt x="332" y="822"/>
                    <a:pt x="328" y="822"/>
                    <a:pt x="324" y="823"/>
                  </a:cubicBezTo>
                  <a:cubicBezTo>
                    <a:pt x="319" y="823"/>
                    <a:pt x="315" y="824"/>
                    <a:pt x="310" y="824"/>
                  </a:cubicBezTo>
                  <a:cubicBezTo>
                    <a:pt x="301" y="824"/>
                    <a:pt x="292" y="824"/>
                    <a:pt x="283" y="823"/>
                  </a:cubicBezTo>
                  <a:cubicBezTo>
                    <a:pt x="274" y="822"/>
                    <a:pt x="264" y="821"/>
                    <a:pt x="256" y="820"/>
                  </a:cubicBezTo>
                  <a:cubicBezTo>
                    <a:pt x="253" y="820"/>
                    <a:pt x="251" y="820"/>
                    <a:pt x="249" y="819"/>
                  </a:cubicBezTo>
                  <a:cubicBezTo>
                    <a:pt x="249" y="819"/>
                    <a:pt x="249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51" y="820"/>
                    <a:pt x="254" y="820"/>
                    <a:pt x="256" y="820"/>
                  </a:cubicBezTo>
                  <a:close/>
                  <a:moveTo>
                    <a:pt x="249" y="817"/>
                  </a:move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lose/>
                  <a:moveTo>
                    <a:pt x="249" y="819"/>
                  </a:moveTo>
                  <a:cubicBezTo>
                    <a:pt x="249" y="819"/>
                    <a:pt x="249" y="819"/>
                    <a:pt x="249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lose/>
                  <a:moveTo>
                    <a:pt x="246" y="817"/>
                  </a:moveTo>
                  <a:cubicBezTo>
                    <a:pt x="246" y="818"/>
                    <a:pt x="247" y="818"/>
                    <a:pt x="248" y="818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8"/>
                  </a:cubicBezTo>
                  <a:cubicBezTo>
                    <a:pt x="247" y="818"/>
                    <a:pt x="246" y="817"/>
                    <a:pt x="245" y="817"/>
                  </a:cubicBezTo>
                  <a:cubicBezTo>
                    <a:pt x="243" y="814"/>
                    <a:pt x="240" y="811"/>
                    <a:pt x="237" y="807"/>
                  </a:cubicBezTo>
                  <a:cubicBezTo>
                    <a:pt x="240" y="811"/>
                    <a:pt x="243" y="814"/>
                    <a:pt x="246" y="817"/>
                  </a:cubicBezTo>
                  <a:close/>
                  <a:moveTo>
                    <a:pt x="230" y="813"/>
                  </a:moveTo>
                  <a:cubicBezTo>
                    <a:pt x="230" y="812"/>
                    <a:pt x="230" y="812"/>
                    <a:pt x="230" y="812"/>
                  </a:cubicBezTo>
                  <a:cubicBezTo>
                    <a:pt x="228" y="811"/>
                    <a:pt x="228" y="811"/>
                    <a:pt x="228" y="811"/>
                  </a:cubicBezTo>
                  <a:cubicBezTo>
                    <a:pt x="228" y="810"/>
                    <a:pt x="228" y="810"/>
                    <a:pt x="228" y="810"/>
                  </a:cubicBezTo>
                  <a:cubicBezTo>
                    <a:pt x="227" y="809"/>
                    <a:pt x="227" y="809"/>
                    <a:pt x="227" y="809"/>
                  </a:cubicBezTo>
                  <a:cubicBezTo>
                    <a:pt x="227" y="808"/>
                    <a:pt x="227" y="808"/>
                    <a:pt x="227" y="808"/>
                  </a:cubicBezTo>
                  <a:cubicBezTo>
                    <a:pt x="223" y="800"/>
                    <a:pt x="223" y="800"/>
                    <a:pt x="223" y="800"/>
                  </a:cubicBezTo>
                  <a:cubicBezTo>
                    <a:pt x="215" y="784"/>
                    <a:pt x="215" y="784"/>
                    <a:pt x="215" y="784"/>
                  </a:cubicBezTo>
                  <a:cubicBezTo>
                    <a:pt x="220" y="793"/>
                    <a:pt x="224" y="804"/>
                    <a:pt x="230" y="813"/>
                  </a:cubicBezTo>
                  <a:close/>
                  <a:moveTo>
                    <a:pt x="190" y="672"/>
                  </a:moveTo>
                  <a:cubicBezTo>
                    <a:pt x="187" y="672"/>
                    <a:pt x="187" y="672"/>
                    <a:pt x="187" y="672"/>
                  </a:cubicBezTo>
                  <a:cubicBezTo>
                    <a:pt x="185" y="672"/>
                    <a:pt x="185" y="672"/>
                    <a:pt x="185" y="672"/>
                  </a:cubicBezTo>
                  <a:cubicBezTo>
                    <a:pt x="185" y="672"/>
                    <a:pt x="184" y="672"/>
                    <a:pt x="183" y="672"/>
                  </a:cubicBezTo>
                  <a:cubicBezTo>
                    <a:pt x="180" y="672"/>
                    <a:pt x="177" y="673"/>
                    <a:pt x="175" y="675"/>
                  </a:cubicBezTo>
                  <a:cubicBezTo>
                    <a:pt x="172" y="677"/>
                    <a:pt x="170" y="679"/>
                    <a:pt x="169" y="681"/>
                  </a:cubicBezTo>
                  <a:cubicBezTo>
                    <a:pt x="166" y="686"/>
                    <a:pt x="165" y="691"/>
                    <a:pt x="165" y="696"/>
                  </a:cubicBezTo>
                  <a:cubicBezTo>
                    <a:pt x="165" y="702"/>
                    <a:pt x="167" y="707"/>
                    <a:pt x="171" y="711"/>
                  </a:cubicBezTo>
                  <a:cubicBezTo>
                    <a:pt x="173" y="713"/>
                    <a:pt x="175" y="715"/>
                    <a:pt x="178" y="716"/>
                  </a:cubicBezTo>
                  <a:cubicBezTo>
                    <a:pt x="179" y="716"/>
                    <a:pt x="181" y="717"/>
                    <a:pt x="182" y="717"/>
                  </a:cubicBezTo>
                  <a:cubicBezTo>
                    <a:pt x="183" y="717"/>
                    <a:pt x="184" y="717"/>
                    <a:pt x="184" y="717"/>
                  </a:cubicBezTo>
                  <a:cubicBezTo>
                    <a:pt x="185" y="717"/>
                    <a:pt x="185" y="717"/>
                    <a:pt x="185" y="717"/>
                  </a:cubicBezTo>
                  <a:cubicBezTo>
                    <a:pt x="186" y="717"/>
                    <a:pt x="186" y="717"/>
                    <a:pt x="186" y="717"/>
                  </a:cubicBezTo>
                  <a:cubicBezTo>
                    <a:pt x="199" y="717"/>
                    <a:pt x="199" y="717"/>
                    <a:pt x="199" y="717"/>
                  </a:cubicBezTo>
                  <a:cubicBezTo>
                    <a:pt x="224" y="718"/>
                    <a:pt x="224" y="718"/>
                    <a:pt x="224" y="718"/>
                  </a:cubicBezTo>
                  <a:cubicBezTo>
                    <a:pt x="257" y="718"/>
                    <a:pt x="290" y="718"/>
                    <a:pt x="325" y="718"/>
                  </a:cubicBezTo>
                  <a:cubicBezTo>
                    <a:pt x="325" y="719"/>
                    <a:pt x="325" y="719"/>
                    <a:pt x="325" y="719"/>
                  </a:cubicBezTo>
                  <a:cubicBezTo>
                    <a:pt x="323" y="719"/>
                    <a:pt x="322" y="719"/>
                    <a:pt x="321" y="719"/>
                  </a:cubicBezTo>
                  <a:cubicBezTo>
                    <a:pt x="300" y="719"/>
                    <a:pt x="300" y="719"/>
                    <a:pt x="300" y="719"/>
                  </a:cubicBezTo>
                  <a:cubicBezTo>
                    <a:pt x="297" y="719"/>
                    <a:pt x="297" y="719"/>
                    <a:pt x="297" y="719"/>
                  </a:cubicBezTo>
                  <a:cubicBezTo>
                    <a:pt x="272" y="719"/>
                    <a:pt x="247" y="718"/>
                    <a:pt x="223" y="718"/>
                  </a:cubicBezTo>
                  <a:cubicBezTo>
                    <a:pt x="198" y="718"/>
                    <a:pt x="198" y="718"/>
                    <a:pt x="198" y="718"/>
                  </a:cubicBezTo>
                  <a:cubicBezTo>
                    <a:pt x="186" y="718"/>
                    <a:pt x="186" y="718"/>
                    <a:pt x="186" y="718"/>
                  </a:cubicBezTo>
                  <a:cubicBezTo>
                    <a:pt x="185" y="718"/>
                    <a:pt x="185" y="718"/>
                    <a:pt x="185" y="718"/>
                  </a:cubicBezTo>
                  <a:cubicBezTo>
                    <a:pt x="184" y="718"/>
                    <a:pt x="184" y="718"/>
                    <a:pt x="184" y="718"/>
                  </a:cubicBezTo>
                  <a:cubicBezTo>
                    <a:pt x="183" y="718"/>
                    <a:pt x="182" y="718"/>
                    <a:pt x="181" y="718"/>
                  </a:cubicBezTo>
                  <a:cubicBezTo>
                    <a:pt x="180" y="718"/>
                    <a:pt x="178" y="717"/>
                    <a:pt x="177" y="716"/>
                  </a:cubicBezTo>
                  <a:cubicBezTo>
                    <a:pt x="174" y="715"/>
                    <a:pt x="172" y="713"/>
                    <a:pt x="170" y="711"/>
                  </a:cubicBezTo>
                  <a:cubicBezTo>
                    <a:pt x="166" y="707"/>
                    <a:pt x="164" y="702"/>
                    <a:pt x="164" y="696"/>
                  </a:cubicBezTo>
                  <a:cubicBezTo>
                    <a:pt x="164" y="691"/>
                    <a:pt x="165" y="685"/>
                    <a:pt x="168" y="680"/>
                  </a:cubicBezTo>
                  <a:cubicBezTo>
                    <a:pt x="170" y="678"/>
                    <a:pt x="172" y="676"/>
                    <a:pt x="174" y="674"/>
                  </a:cubicBezTo>
                  <a:cubicBezTo>
                    <a:pt x="177" y="673"/>
                    <a:pt x="180" y="671"/>
                    <a:pt x="183" y="671"/>
                  </a:cubicBezTo>
                  <a:cubicBezTo>
                    <a:pt x="183" y="671"/>
                    <a:pt x="184" y="671"/>
                    <a:pt x="185" y="671"/>
                  </a:cubicBezTo>
                  <a:cubicBezTo>
                    <a:pt x="187" y="671"/>
                    <a:pt x="187" y="671"/>
                    <a:pt x="187" y="671"/>
                  </a:cubicBezTo>
                  <a:cubicBezTo>
                    <a:pt x="190" y="671"/>
                    <a:pt x="190" y="671"/>
                    <a:pt x="190" y="671"/>
                  </a:cubicBezTo>
                  <a:cubicBezTo>
                    <a:pt x="196" y="671"/>
                    <a:pt x="196" y="671"/>
                    <a:pt x="196" y="671"/>
                  </a:cubicBezTo>
                  <a:cubicBezTo>
                    <a:pt x="196" y="671"/>
                    <a:pt x="194" y="671"/>
                    <a:pt x="197" y="671"/>
                  </a:cubicBezTo>
                  <a:lnTo>
                    <a:pt x="190" y="672"/>
                  </a:lnTo>
                  <a:close/>
                  <a:moveTo>
                    <a:pt x="136" y="380"/>
                  </a:moveTo>
                  <a:cubicBezTo>
                    <a:pt x="135" y="376"/>
                    <a:pt x="135" y="371"/>
                    <a:pt x="136" y="368"/>
                  </a:cubicBezTo>
                  <a:cubicBezTo>
                    <a:pt x="137" y="364"/>
                    <a:pt x="139" y="361"/>
                    <a:pt x="143" y="359"/>
                  </a:cubicBezTo>
                  <a:cubicBezTo>
                    <a:pt x="146" y="356"/>
                    <a:pt x="150" y="355"/>
                    <a:pt x="154" y="354"/>
                  </a:cubicBezTo>
                  <a:cubicBezTo>
                    <a:pt x="158" y="354"/>
                    <a:pt x="162" y="355"/>
                    <a:pt x="166" y="357"/>
                  </a:cubicBezTo>
                  <a:cubicBezTo>
                    <a:pt x="170" y="359"/>
                    <a:pt x="174" y="362"/>
                    <a:pt x="177" y="366"/>
                  </a:cubicBezTo>
                  <a:cubicBezTo>
                    <a:pt x="180" y="369"/>
                    <a:pt x="183" y="373"/>
                    <a:pt x="185" y="377"/>
                  </a:cubicBezTo>
                  <a:cubicBezTo>
                    <a:pt x="188" y="384"/>
                    <a:pt x="188" y="384"/>
                    <a:pt x="188" y="384"/>
                  </a:cubicBezTo>
                  <a:cubicBezTo>
                    <a:pt x="194" y="396"/>
                    <a:pt x="194" y="396"/>
                    <a:pt x="194" y="396"/>
                  </a:cubicBezTo>
                  <a:cubicBezTo>
                    <a:pt x="196" y="395"/>
                    <a:pt x="198" y="394"/>
                    <a:pt x="200" y="393"/>
                  </a:cubicBezTo>
                  <a:cubicBezTo>
                    <a:pt x="201" y="393"/>
                    <a:pt x="201" y="392"/>
                    <a:pt x="202" y="392"/>
                  </a:cubicBezTo>
                  <a:cubicBezTo>
                    <a:pt x="203" y="391"/>
                    <a:pt x="204" y="391"/>
                    <a:pt x="205" y="390"/>
                  </a:cubicBezTo>
                  <a:cubicBezTo>
                    <a:pt x="207" y="389"/>
                    <a:pt x="207" y="389"/>
                    <a:pt x="207" y="389"/>
                  </a:cubicBezTo>
                  <a:cubicBezTo>
                    <a:pt x="209" y="388"/>
                    <a:pt x="209" y="388"/>
                    <a:pt x="209" y="388"/>
                  </a:cubicBezTo>
                  <a:cubicBezTo>
                    <a:pt x="210" y="387"/>
                    <a:pt x="211" y="386"/>
                    <a:pt x="213" y="386"/>
                  </a:cubicBezTo>
                  <a:cubicBezTo>
                    <a:pt x="217" y="383"/>
                    <a:pt x="221" y="380"/>
                    <a:pt x="225" y="376"/>
                  </a:cubicBezTo>
                  <a:cubicBezTo>
                    <a:pt x="229" y="373"/>
                    <a:pt x="233" y="369"/>
                    <a:pt x="237" y="366"/>
                  </a:cubicBezTo>
                  <a:cubicBezTo>
                    <a:pt x="239" y="364"/>
                    <a:pt x="240" y="362"/>
                    <a:pt x="242" y="360"/>
                  </a:cubicBezTo>
                  <a:cubicBezTo>
                    <a:pt x="244" y="358"/>
                    <a:pt x="244" y="358"/>
                    <a:pt x="244" y="358"/>
                  </a:cubicBezTo>
                  <a:cubicBezTo>
                    <a:pt x="246" y="356"/>
                    <a:pt x="246" y="356"/>
                    <a:pt x="246" y="356"/>
                  </a:cubicBezTo>
                  <a:cubicBezTo>
                    <a:pt x="247" y="354"/>
                    <a:pt x="249" y="353"/>
                    <a:pt x="250" y="351"/>
                  </a:cubicBezTo>
                  <a:cubicBezTo>
                    <a:pt x="249" y="349"/>
                    <a:pt x="247" y="348"/>
                    <a:pt x="246" y="346"/>
                  </a:cubicBezTo>
                  <a:cubicBezTo>
                    <a:pt x="245" y="345"/>
                    <a:pt x="245" y="345"/>
                    <a:pt x="245" y="345"/>
                  </a:cubicBezTo>
                  <a:cubicBezTo>
                    <a:pt x="245" y="344"/>
                    <a:pt x="245" y="344"/>
                    <a:pt x="245" y="344"/>
                  </a:cubicBezTo>
                  <a:cubicBezTo>
                    <a:pt x="245" y="343"/>
                    <a:pt x="244" y="343"/>
                    <a:pt x="244" y="342"/>
                  </a:cubicBezTo>
                  <a:cubicBezTo>
                    <a:pt x="243" y="340"/>
                    <a:pt x="242" y="338"/>
                    <a:pt x="242" y="336"/>
                  </a:cubicBezTo>
                  <a:cubicBezTo>
                    <a:pt x="242" y="335"/>
                    <a:pt x="241" y="334"/>
                    <a:pt x="241" y="333"/>
                  </a:cubicBezTo>
                  <a:cubicBezTo>
                    <a:pt x="241" y="332"/>
                    <a:pt x="241" y="332"/>
                    <a:pt x="241" y="331"/>
                  </a:cubicBezTo>
                  <a:cubicBezTo>
                    <a:pt x="241" y="331"/>
                    <a:pt x="241" y="330"/>
                    <a:pt x="241" y="330"/>
                  </a:cubicBezTo>
                  <a:cubicBezTo>
                    <a:pt x="241" y="328"/>
                    <a:pt x="241" y="325"/>
                    <a:pt x="241" y="323"/>
                  </a:cubicBezTo>
                  <a:cubicBezTo>
                    <a:pt x="242" y="314"/>
                    <a:pt x="246" y="306"/>
                    <a:pt x="251" y="298"/>
                  </a:cubicBezTo>
                  <a:cubicBezTo>
                    <a:pt x="253" y="295"/>
                    <a:pt x="256" y="291"/>
                    <a:pt x="260" y="289"/>
                  </a:cubicBezTo>
                  <a:cubicBezTo>
                    <a:pt x="263" y="287"/>
                    <a:pt x="267" y="286"/>
                    <a:pt x="271" y="286"/>
                  </a:cubicBezTo>
                  <a:cubicBezTo>
                    <a:pt x="274" y="287"/>
                    <a:pt x="278" y="288"/>
                    <a:pt x="281" y="291"/>
                  </a:cubicBezTo>
                  <a:cubicBezTo>
                    <a:pt x="285" y="293"/>
                    <a:pt x="287" y="297"/>
                    <a:pt x="288" y="300"/>
                  </a:cubicBezTo>
                  <a:cubicBezTo>
                    <a:pt x="291" y="307"/>
                    <a:pt x="288" y="316"/>
                    <a:pt x="284" y="324"/>
                  </a:cubicBezTo>
                  <a:cubicBezTo>
                    <a:pt x="282" y="328"/>
                    <a:pt x="279" y="332"/>
                    <a:pt x="276" y="335"/>
                  </a:cubicBezTo>
                  <a:cubicBezTo>
                    <a:pt x="275" y="337"/>
                    <a:pt x="275" y="337"/>
                    <a:pt x="275" y="337"/>
                  </a:cubicBezTo>
                  <a:cubicBezTo>
                    <a:pt x="273" y="339"/>
                    <a:pt x="273" y="339"/>
                    <a:pt x="273" y="339"/>
                  </a:cubicBezTo>
                  <a:cubicBezTo>
                    <a:pt x="269" y="344"/>
                    <a:pt x="269" y="344"/>
                    <a:pt x="269" y="344"/>
                  </a:cubicBezTo>
                  <a:cubicBezTo>
                    <a:pt x="268" y="346"/>
                    <a:pt x="267" y="347"/>
                    <a:pt x="267" y="349"/>
                  </a:cubicBezTo>
                  <a:cubicBezTo>
                    <a:pt x="267" y="349"/>
                    <a:pt x="267" y="350"/>
                    <a:pt x="267" y="350"/>
                  </a:cubicBezTo>
                  <a:cubicBezTo>
                    <a:pt x="267" y="351"/>
                    <a:pt x="267" y="351"/>
                    <a:pt x="267" y="351"/>
                  </a:cubicBezTo>
                  <a:cubicBezTo>
                    <a:pt x="267" y="351"/>
                    <a:pt x="267" y="351"/>
                    <a:pt x="268" y="351"/>
                  </a:cubicBezTo>
                  <a:cubicBezTo>
                    <a:pt x="268" y="352"/>
                    <a:pt x="268" y="352"/>
                    <a:pt x="268" y="352"/>
                  </a:cubicBezTo>
                  <a:cubicBezTo>
                    <a:pt x="268" y="352"/>
                    <a:pt x="269" y="353"/>
                    <a:pt x="270" y="353"/>
                  </a:cubicBezTo>
                  <a:cubicBezTo>
                    <a:pt x="270" y="354"/>
                    <a:pt x="271" y="354"/>
                    <a:pt x="272" y="354"/>
                  </a:cubicBezTo>
                  <a:cubicBezTo>
                    <a:pt x="274" y="355"/>
                    <a:pt x="276" y="356"/>
                    <a:pt x="277" y="356"/>
                  </a:cubicBezTo>
                  <a:cubicBezTo>
                    <a:pt x="278" y="356"/>
                    <a:pt x="279" y="357"/>
                    <a:pt x="280" y="357"/>
                  </a:cubicBezTo>
                  <a:cubicBezTo>
                    <a:pt x="283" y="357"/>
                    <a:pt x="283" y="357"/>
                    <a:pt x="283" y="357"/>
                  </a:cubicBezTo>
                  <a:cubicBezTo>
                    <a:pt x="285" y="358"/>
                    <a:pt x="286" y="358"/>
                    <a:pt x="287" y="358"/>
                  </a:cubicBezTo>
                  <a:cubicBezTo>
                    <a:pt x="292" y="359"/>
                    <a:pt x="297" y="359"/>
                    <a:pt x="303" y="359"/>
                  </a:cubicBezTo>
                  <a:cubicBezTo>
                    <a:pt x="308" y="359"/>
                    <a:pt x="313" y="359"/>
                    <a:pt x="318" y="358"/>
                  </a:cubicBezTo>
                  <a:cubicBezTo>
                    <a:pt x="321" y="357"/>
                    <a:pt x="323" y="356"/>
                    <a:pt x="326" y="355"/>
                  </a:cubicBezTo>
                  <a:cubicBezTo>
                    <a:pt x="327" y="355"/>
                    <a:pt x="327" y="355"/>
                    <a:pt x="327" y="355"/>
                  </a:cubicBezTo>
                  <a:cubicBezTo>
                    <a:pt x="328" y="355"/>
                    <a:pt x="328" y="355"/>
                    <a:pt x="328" y="355"/>
                  </a:cubicBezTo>
                  <a:cubicBezTo>
                    <a:pt x="331" y="353"/>
                    <a:pt x="331" y="353"/>
                    <a:pt x="331" y="353"/>
                  </a:cubicBezTo>
                  <a:cubicBezTo>
                    <a:pt x="333" y="353"/>
                    <a:pt x="335" y="352"/>
                    <a:pt x="337" y="351"/>
                  </a:cubicBezTo>
                  <a:cubicBezTo>
                    <a:pt x="336" y="348"/>
                    <a:pt x="336" y="345"/>
                    <a:pt x="335" y="342"/>
                  </a:cubicBezTo>
                  <a:cubicBezTo>
                    <a:pt x="335" y="340"/>
                    <a:pt x="335" y="340"/>
                    <a:pt x="335" y="340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4" y="337"/>
                    <a:pt x="334" y="337"/>
                    <a:pt x="334" y="337"/>
                  </a:cubicBezTo>
                  <a:cubicBezTo>
                    <a:pt x="334" y="333"/>
                    <a:pt x="334" y="330"/>
                    <a:pt x="334" y="327"/>
                  </a:cubicBezTo>
                  <a:cubicBezTo>
                    <a:pt x="334" y="320"/>
                    <a:pt x="336" y="314"/>
                    <a:pt x="339" y="309"/>
                  </a:cubicBezTo>
                  <a:cubicBezTo>
                    <a:pt x="340" y="307"/>
                    <a:pt x="342" y="304"/>
                    <a:pt x="345" y="302"/>
                  </a:cubicBezTo>
                  <a:cubicBezTo>
                    <a:pt x="346" y="301"/>
                    <a:pt x="347" y="300"/>
                    <a:pt x="348" y="299"/>
                  </a:cubicBezTo>
                  <a:cubicBezTo>
                    <a:pt x="349" y="298"/>
                    <a:pt x="350" y="297"/>
                    <a:pt x="352" y="297"/>
                  </a:cubicBezTo>
                  <a:cubicBezTo>
                    <a:pt x="357" y="294"/>
                    <a:pt x="363" y="294"/>
                    <a:pt x="367" y="296"/>
                  </a:cubicBezTo>
                  <a:cubicBezTo>
                    <a:pt x="369" y="296"/>
                    <a:pt x="370" y="297"/>
                    <a:pt x="371" y="297"/>
                  </a:cubicBezTo>
                  <a:cubicBezTo>
                    <a:pt x="371" y="298"/>
                    <a:pt x="372" y="298"/>
                    <a:pt x="372" y="299"/>
                  </a:cubicBezTo>
                  <a:cubicBezTo>
                    <a:pt x="373" y="299"/>
                    <a:pt x="373" y="300"/>
                    <a:pt x="374" y="300"/>
                  </a:cubicBezTo>
                  <a:cubicBezTo>
                    <a:pt x="375" y="303"/>
                    <a:pt x="377" y="305"/>
                    <a:pt x="378" y="308"/>
                  </a:cubicBezTo>
                  <a:cubicBezTo>
                    <a:pt x="380" y="313"/>
                    <a:pt x="380" y="319"/>
                    <a:pt x="378" y="325"/>
                  </a:cubicBezTo>
                  <a:cubicBezTo>
                    <a:pt x="376" y="330"/>
                    <a:pt x="372" y="336"/>
                    <a:pt x="367" y="340"/>
                  </a:cubicBezTo>
                  <a:cubicBezTo>
                    <a:pt x="365" y="343"/>
                    <a:pt x="363" y="345"/>
                    <a:pt x="360" y="347"/>
                  </a:cubicBezTo>
                  <a:cubicBezTo>
                    <a:pt x="359" y="347"/>
                    <a:pt x="359" y="348"/>
                    <a:pt x="358" y="348"/>
                  </a:cubicBezTo>
                  <a:cubicBezTo>
                    <a:pt x="357" y="349"/>
                    <a:pt x="357" y="349"/>
                    <a:pt x="357" y="349"/>
                  </a:cubicBezTo>
                  <a:cubicBezTo>
                    <a:pt x="356" y="350"/>
                    <a:pt x="356" y="350"/>
                    <a:pt x="356" y="350"/>
                  </a:cubicBezTo>
                  <a:cubicBezTo>
                    <a:pt x="353" y="352"/>
                    <a:pt x="351" y="353"/>
                    <a:pt x="348" y="355"/>
                  </a:cubicBezTo>
                  <a:cubicBezTo>
                    <a:pt x="349" y="357"/>
                    <a:pt x="349" y="359"/>
                    <a:pt x="350" y="361"/>
                  </a:cubicBezTo>
                  <a:cubicBezTo>
                    <a:pt x="350" y="362"/>
                    <a:pt x="351" y="363"/>
                    <a:pt x="351" y="364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3" y="369"/>
                    <a:pt x="354" y="371"/>
                    <a:pt x="356" y="373"/>
                  </a:cubicBezTo>
                  <a:cubicBezTo>
                    <a:pt x="358" y="378"/>
                    <a:pt x="361" y="382"/>
                    <a:pt x="364" y="387"/>
                  </a:cubicBezTo>
                  <a:cubicBezTo>
                    <a:pt x="367" y="391"/>
                    <a:pt x="371" y="395"/>
                    <a:pt x="375" y="398"/>
                  </a:cubicBezTo>
                  <a:cubicBezTo>
                    <a:pt x="376" y="399"/>
                    <a:pt x="377" y="400"/>
                    <a:pt x="378" y="400"/>
                  </a:cubicBezTo>
                  <a:cubicBezTo>
                    <a:pt x="379" y="401"/>
                    <a:pt x="379" y="401"/>
                    <a:pt x="380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3" y="403"/>
                    <a:pt x="383" y="403"/>
                    <a:pt x="383" y="403"/>
                  </a:cubicBezTo>
                  <a:cubicBezTo>
                    <a:pt x="384" y="404"/>
                    <a:pt x="386" y="405"/>
                    <a:pt x="388" y="406"/>
                  </a:cubicBezTo>
                  <a:cubicBezTo>
                    <a:pt x="391" y="407"/>
                    <a:pt x="391" y="407"/>
                    <a:pt x="391" y="407"/>
                  </a:cubicBezTo>
                  <a:cubicBezTo>
                    <a:pt x="392" y="408"/>
                    <a:pt x="392" y="408"/>
                    <a:pt x="392" y="408"/>
                  </a:cubicBezTo>
                  <a:cubicBezTo>
                    <a:pt x="393" y="408"/>
                    <a:pt x="393" y="408"/>
                    <a:pt x="394" y="408"/>
                  </a:cubicBezTo>
                  <a:cubicBezTo>
                    <a:pt x="401" y="393"/>
                    <a:pt x="401" y="393"/>
                    <a:pt x="401" y="393"/>
                  </a:cubicBezTo>
                  <a:cubicBezTo>
                    <a:pt x="406" y="383"/>
                    <a:pt x="406" y="383"/>
                    <a:pt x="406" y="383"/>
                  </a:cubicBezTo>
                  <a:cubicBezTo>
                    <a:pt x="408" y="379"/>
                    <a:pt x="408" y="379"/>
                    <a:pt x="408" y="379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7"/>
                    <a:pt x="409" y="377"/>
                    <a:pt x="409" y="377"/>
                  </a:cubicBezTo>
                  <a:cubicBezTo>
                    <a:pt x="410" y="376"/>
                    <a:pt x="410" y="375"/>
                    <a:pt x="411" y="375"/>
                  </a:cubicBezTo>
                  <a:cubicBezTo>
                    <a:pt x="413" y="372"/>
                    <a:pt x="415" y="370"/>
                    <a:pt x="417" y="367"/>
                  </a:cubicBezTo>
                  <a:cubicBezTo>
                    <a:pt x="420" y="365"/>
                    <a:pt x="422" y="363"/>
                    <a:pt x="425" y="362"/>
                  </a:cubicBezTo>
                  <a:cubicBezTo>
                    <a:pt x="426" y="361"/>
                    <a:pt x="427" y="361"/>
                    <a:pt x="429" y="361"/>
                  </a:cubicBezTo>
                  <a:cubicBezTo>
                    <a:pt x="430" y="361"/>
                    <a:pt x="431" y="361"/>
                    <a:pt x="432" y="361"/>
                  </a:cubicBezTo>
                  <a:cubicBezTo>
                    <a:pt x="437" y="362"/>
                    <a:pt x="441" y="366"/>
                    <a:pt x="444" y="372"/>
                  </a:cubicBezTo>
                  <a:cubicBezTo>
                    <a:pt x="446" y="377"/>
                    <a:pt x="447" y="384"/>
                    <a:pt x="446" y="390"/>
                  </a:cubicBezTo>
                  <a:cubicBezTo>
                    <a:pt x="445" y="393"/>
                    <a:pt x="445" y="396"/>
                    <a:pt x="443" y="399"/>
                  </a:cubicBezTo>
                  <a:cubicBezTo>
                    <a:pt x="442" y="402"/>
                    <a:pt x="440" y="405"/>
                    <a:pt x="438" y="407"/>
                  </a:cubicBezTo>
                  <a:cubicBezTo>
                    <a:pt x="434" y="411"/>
                    <a:pt x="429" y="415"/>
                    <a:pt x="423" y="417"/>
                  </a:cubicBezTo>
                  <a:cubicBezTo>
                    <a:pt x="420" y="418"/>
                    <a:pt x="416" y="418"/>
                    <a:pt x="413" y="418"/>
                  </a:cubicBezTo>
                  <a:cubicBezTo>
                    <a:pt x="411" y="418"/>
                    <a:pt x="410" y="419"/>
                    <a:pt x="408" y="419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8"/>
                    <a:pt x="404" y="418"/>
                    <a:pt x="404" y="418"/>
                  </a:cubicBezTo>
                  <a:cubicBezTo>
                    <a:pt x="399" y="418"/>
                    <a:pt x="399" y="418"/>
                    <a:pt x="399" y="418"/>
                  </a:cubicBezTo>
                  <a:cubicBezTo>
                    <a:pt x="398" y="419"/>
                    <a:pt x="397" y="421"/>
                    <a:pt x="397" y="423"/>
                  </a:cubicBezTo>
                  <a:cubicBezTo>
                    <a:pt x="395" y="427"/>
                    <a:pt x="395" y="427"/>
                    <a:pt x="395" y="427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3"/>
                    <a:pt x="387" y="443"/>
                    <a:pt x="387" y="443"/>
                  </a:cubicBezTo>
                  <a:cubicBezTo>
                    <a:pt x="384" y="451"/>
                    <a:pt x="381" y="458"/>
                    <a:pt x="378" y="465"/>
                  </a:cubicBezTo>
                  <a:cubicBezTo>
                    <a:pt x="372" y="480"/>
                    <a:pt x="367" y="495"/>
                    <a:pt x="361" y="510"/>
                  </a:cubicBezTo>
                  <a:cubicBezTo>
                    <a:pt x="351" y="539"/>
                    <a:pt x="341" y="570"/>
                    <a:pt x="332" y="600"/>
                  </a:cubicBezTo>
                  <a:cubicBezTo>
                    <a:pt x="327" y="617"/>
                    <a:pt x="327" y="617"/>
                    <a:pt x="327" y="617"/>
                  </a:cubicBezTo>
                  <a:cubicBezTo>
                    <a:pt x="326" y="622"/>
                    <a:pt x="326" y="622"/>
                    <a:pt x="326" y="622"/>
                  </a:cubicBezTo>
                  <a:cubicBezTo>
                    <a:pt x="325" y="622"/>
                    <a:pt x="325" y="622"/>
                    <a:pt x="325" y="622"/>
                  </a:cubicBezTo>
                  <a:cubicBezTo>
                    <a:pt x="330" y="603"/>
                    <a:pt x="330" y="603"/>
                    <a:pt x="330" y="603"/>
                  </a:cubicBezTo>
                  <a:cubicBezTo>
                    <a:pt x="334" y="592"/>
                    <a:pt x="334" y="592"/>
                    <a:pt x="334" y="592"/>
                  </a:cubicBezTo>
                  <a:cubicBezTo>
                    <a:pt x="342" y="563"/>
                    <a:pt x="352" y="534"/>
                    <a:pt x="362" y="506"/>
                  </a:cubicBezTo>
                  <a:cubicBezTo>
                    <a:pt x="367" y="491"/>
                    <a:pt x="373" y="477"/>
                    <a:pt x="378" y="463"/>
                  </a:cubicBezTo>
                  <a:cubicBezTo>
                    <a:pt x="381" y="456"/>
                    <a:pt x="384" y="449"/>
                    <a:pt x="387" y="442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403" y="418"/>
                    <a:pt x="403" y="418"/>
                    <a:pt x="403" y="418"/>
                  </a:cubicBezTo>
                  <a:cubicBezTo>
                    <a:pt x="404" y="418"/>
                    <a:pt x="405" y="418"/>
                    <a:pt x="406" y="418"/>
                  </a:cubicBezTo>
                  <a:cubicBezTo>
                    <a:pt x="406" y="418"/>
                    <a:pt x="407" y="418"/>
                    <a:pt x="407" y="418"/>
                  </a:cubicBezTo>
                  <a:cubicBezTo>
                    <a:pt x="408" y="418"/>
                    <a:pt x="408" y="418"/>
                    <a:pt x="408" y="418"/>
                  </a:cubicBezTo>
                  <a:cubicBezTo>
                    <a:pt x="410" y="418"/>
                    <a:pt x="411" y="418"/>
                    <a:pt x="413" y="418"/>
                  </a:cubicBezTo>
                  <a:cubicBezTo>
                    <a:pt x="416" y="417"/>
                    <a:pt x="419" y="417"/>
                    <a:pt x="422" y="416"/>
                  </a:cubicBezTo>
                  <a:cubicBezTo>
                    <a:pt x="428" y="414"/>
                    <a:pt x="434" y="411"/>
                    <a:pt x="438" y="406"/>
                  </a:cubicBezTo>
                  <a:cubicBezTo>
                    <a:pt x="440" y="404"/>
                    <a:pt x="442" y="402"/>
                    <a:pt x="443" y="399"/>
                  </a:cubicBezTo>
                  <a:cubicBezTo>
                    <a:pt x="444" y="396"/>
                    <a:pt x="445" y="393"/>
                    <a:pt x="445" y="390"/>
                  </a:cubicBezTo>
                  <a:cubicBezTo>
                    <a:pt x="446" y="384"/>
                    <a:pt x="446" y="377"/>
                    <a:pt x="443" y="372"/>
                  </a:cubicBezTo>
                  <a:cubicBezTo>
                    <a:pt x="441" y="367"/>
                    <a:pt x="436" y="362"/>
                    <a:pt x="432" y="362"/>
                  </a:cubicBezTo>
                  <a:cubicBezTo>
                    <a:pt x="431" y="362"/>
                    <a:pt x="431" y="362"/>
                    <a:pt x="430" y="361"/>
                  </a:cubicBezTo>
                  <a:cubicBezTo>
                    <a:pt x="430" y="361"/>
                    <a:pt x="429" y="362"/>
                    <a:pt x="429" y="362"/>
                  </a:cubicBezTo>
                  <a:cubicBezTo>
                    <a:pt x="428" y="362"/>
                    <a:pt x="426" y="362"/>
                    <a:pt x="425" y="363"/>
                  </a:cubicBezTo>
                  <a:cubicBezTo>
                    <a:pt x="423" y="364"/>
                    <a:pt x="420" y="366"/>
                    <a:pt x="418" y="368"/>
                  </a:cubicBezTo>
                  <a:cubicBezTo>
                    <a:pt x="415" y="370"/>
                    <a:pt x="413" y="373"/>
                    <a:pt x="411" y="375"/>
                  </a:cubicBezTo>
                  <a:cubicBezTo>
                    <a:pt x="411" y="376"/>
                    <a:pt x="410" y="377"/>
                    <a:pt x="410" y="377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06" y="384"/>
                    <a:pt x="406" y="384"/>
                    <a:pt x="406" y="384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394" y="409"/>
                    <a:pt x="394" y="409"/>
                    <a:pt x="394" y="409"/>
                  </a:cubicBezTo>
                  <a:cubicBezTo>
                    <a:pt x="394" y="409"/>
                    <a:pt x="393" y="409"/>
                    <a:pt x="393" y="409"/>
                  </a:cubicBezTo>
                  <a:cubicBezTo>
                    <a:pt x="391" y="408"/>
                    <a:pt x="391" y="408"/>
                    <a:pt x="391" y="408"/>
                  </a:cubicBezTo>
                  <a:cubicBezTo>
                    <a:pt x="388" y="407"/>
                    <a:pt x="388" y="407"/>
                    <a:pt x="388" y="407"/>
                  </a:cubicBezTo>
                  <a:cubicBezTo>
                    <a:pt x="386" y="406"/>
                    <a:pt x="384" y="405"/>
                    <a:pt x="382" y="404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0" y="402"/>
                    <a:pt x="380" y="402"/>
                    <a:pt x="380" y="402"/>
                  </a:cubicBezTo>
                  <a:cubicBezTo>
                    <a:pt x="379" y="402"/>
                    <a:pt x="378" y="402"/>
                    <a:pt x="378" y="401"/>
                  </a:cubicBezTo>
                  <a:cubicBezTo>
                    <a:pt x="377" y="400"/>
                    <a:pt x="376" y="400"/>
                    <a:pt x="375" y="399"/>
                  </a:cubicBezTo>
                  <a:cubicBezTo>
                    <a:pt x="370" y="395"/>
                    <a:pt x="367" y="391"/>
                    <a:pt x="363" y="387"/>
                  </a:cubicBezTo>
                  <a:cubicBezTo>
                    <a:pt x="360" y="383"/>
                    <a:pt x="357" y="378"/>
                    <a:pt x="355" y="374"/>
                  </a:cubicBezTo>
                  <a:cubicBezTo>
                    <a:pt x="354" y="371"/>
                    <a:pt x="352" y="369"/>
                    <a:pt x="351" y="367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50" y="363"/>
                    <a:pt x="350" y="362"/>
                    <a:pt x="349" y="361"/>
                  </a:cubicBezTo>
                  <a:cubicBezTo>
                    <a:pt x="348" y="359"/>
                    <a:pt x="348" y="357"/>
                    <a:pt x="347" y="355"/>
                  </a:cubicBezTo>
                  <a:cubicBezTo>
                    <a:pt x="350" y="353"/>
                    <a:pt x="352" y="351"/>
                    <a:pt x="355" y="349"/>
                  </a:cubicBezTo>
                  <a:cubicBezTo>
                    <a:pt x="357" y="348"/>
                    <a:pt x="357" y="348"/>
                    <a:pt x="357" y="348"/>
                  </a:cubicBezTo>
                  <a:cubicBezTo>
                    <a:pt x="358" y="348"/>
                    <a:pt x="358" y="348"/>
                    <a:pt x="358" y="348"/>
                  </a:cubicBezTo>
                  <a:cubicBezTo>
                    <a:pt x="358" y="347"/>
                    <a:pt x="359" y="347"/>
                    <a:pt x="359" y="346"/>
                  </a:cubicBezTo>
                  <a:cubicBezTo>
                    <a:pt x="362" y="344"/>
                    <a:pt x="364" y="342"/>
                    <a:pt x="367" y="340"/>
                  </a:cubicBezTo>
                  <a:cubicBezTo>
                    <a:pt x="371" y="335"/>
                    <a:pt x="375" y="330"/>
                    <a:pt x="377" y="325"/>
                  </a:cubicBezTo>
                  <a:cubicBezTo>
                    <a:pt x="379" y="319"/>
                    <a:pt x="379" y="313"/>
                    <a:pt x="377" y="308"/>
                  </a:cubicBezTo>
                  <a:cubicBezTo>
                    <a:pt x="376" y="306"/>
                    <a:pt x="375" y="303"/>
                    <a:pt x="373" y="301"/>
                  </a:cubicBezTo>
                  <a:cubicBezTo>
                    <a:pt x="372" y="301"/>
                    <a:pt x="372" y="300"/>
                    <a:pt x="371" y="299"/>
                  </a:cubicBezTo>
                  <a:cubicBezTo>
                    <a:pt x="371" y="299"/>
                    <a:pt x="371" y="299"/>
                    <a:pt x="370" y="298"/>
                  </a:cubicBezTo>
                  <a:cubicBezTo>
                    <a:pt x="369" y="297"/>
                    <a:pt x="368" y="297"/>
                    <a:pt x="367" y="296"/>
                  </a:cubicBezTo>
                  <a:cubicBezTo>
                    <a:pt x="363" y="295"/>
                    <a:pt x="357" y="295"/>
                    <a:pt x="352" y="298"/>
                  </a:cubicBezTo>
                  <a:cubicBezTo>
                    <a:pt x="351" y="298"/>
                    <a:pt x="350" y="299"/>
                    <a:pt x="349" y="300"/>
                  </a:cubicBezTo>
                  <a:cubicBezTo>
                    <a:pt x="347" y="301"/>
                    <a:pt x="346" y="302"/>
                    <a:pt x="345" y="303"/>
                  </a:cubicBezTo>
                  <a:cubicBezTo>
                    <a:pt x="343" y="305"/>
                    <a:pt x="341" y="307"/>
                    <a:pt x="340" y="310"/>
                  </a:cubicBezTo>
                  <a:cubicBezTo>
                    <a:pt x="337" y="315"/>
                    <a:pt x="335" y="321"/>
                    <a:pt x="335" y="327"/>
                  </a:cubicBezTo>
                  <a:cubicBezTo>
                    <a:pt x="335" y="330"/>
                    <a:pt x="335" y="333"/>
                    <a:pt x="335" y="337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2"/>
                    <a:pt x="336" y="342"/>
                    <a:pt x="336" y="342"/>
                  </a:cubicBezTo>
                  <a:cubicBezTo>
                    <a:pt x="336" y="343"/>
                    <a:pt x="336" y="343"/>
                    <a:pt x="336" y="343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7"/>
                    <a:pt x="337" y="347"/>
                    <a:pt x="337" y="347"/>
                  </a:cubicBezTo>
                  <a:cubicBezTo>
                    <a:pt x="338" y="351"/>
                    <a:pt x="338" y="351"/>
                    <a:pt x="338" y="351"/>
                  </a:cubicBezTo>
                  <a:cubicBezTo>
                    <a:pt x="336" y="352"/>
                    <a:pt x="334" y="353"/>
                    <a:pt x="332" y="354"/>
                  </a:cubicBezTo>
                  <a:cubicBezTo>
                    <a:pt x="331" y="355"/>
                    <a:pt x="330" y="355"/>
                    <a:pt x="329" y="355"/>
                  </a:cubicBezTo>
                  <a:cubicBezTo>
                    <a:pt x="328" y="356"/>
                    <a:pt x="328" y="356"/>
                    <a:pt x="328" y="356"/>
                  </a:cubicBezTo>
                  <a:cubicBezTo>
                    <a:pt x="326" y="356"/>
                    <a:pt x="326" y="356"/>
                    <a:pt x="326" y="356"/>
                  </a:cubicBezTo>
                  <a:cubicBezTo>
                    <a:pt x="324" y="357"/>
                    <a:pt x="321" y="358"/>
                    <a:pt x="318" y="359"/>
                  </a:cubicBezTo>
                  <a:cubicBezTo>
                    <a:pt x="313" y="360"/>
                    <a:pt x="308" y="360"/>
                    <a:pt x="303" y="360"/>
                  </a:cubicBezTo>
                  <a:cubicBezTo>
                    <a:pt x="297" y="360"/>
                    <a:pt x="292" y="360"/>
                    <a:pt x="287" y="359"/>
                  </a:cubicBezTo>
                  <a:cubicBezTo>
                    <a:pt x="286" y="359"/>
                    <a:pt x="284" y="359"/>
                    <a:pt x="283" y="358"/>
                  </a:cubicBezTo>
                  <a:cubicBezTo>
                    <a:pt x="282" y="358"/>
                    <a:pt x="281" y="358"/>
                    <a:pt x="280" y="358"/>
                  </a:cubicBezTo>
                  <a:cubicBezTo>
                    <a:pt x="279" y="358"/>
                    <a:pt x="278" y="357"/>
                    <a:pt x="277" y="357"/>
                  </a:cubicBezTo>
                  <a:cubicBezTo>
                    <a:pt x="275" y="357"/>
                    <a:pt x="273" y="356"/>
                    <a:pt x="271" y="355"/>
                  </a:cubicBezTo>
                  <a:cubicBezTo>
                    <a:pt x="270" y="355"/>
                    <a:pt x="269" y="354"/>
                    <a:pt x="268" y="354"/>
                  </a:cubicBezTo>
                  <a:cubicBezTo>
                    <a:pt x="268" y="353"/>
                    <a:pt x="267" y="353"/>
                    <a:pt x="267" y="352"/>
                  </a:cubicBezTo>
                  <a:cubicBezTo>
                    <a:pt x="266" y="352"/>
                    <a:pt x="266" y="351"/>
                    <a:pt x="266" y="351"/>
                  </a:cubicBezTo>
                  <a:cubicBezTo>
                    <a:pt x="266" y="350"/>
                    <a:pt x="266" y="350"/>
                    <a:pt x="266" y="350"/>
                  </a:cubicBezTo>
                  <a:cubicBezTo>
                    <a:pt x="266" y="350"/>
                    <a:pt x="266" y="349"/>
                    <a:pt x="265" y="349"/>
                  </a:cubicBezTo>
                  <a:cubicBezTo>
                    <a:pt x="265" y="348"/>
                    <a:pt x="266" y="346"/>
                    <a:pt x="268" y="344"/>
                  </a:cubicBezTo>
                  <a:cubicBezTo>
                    <a:pt x="272" y="339"/>
                    <a:pt x="272" y="339"/>
                    <a:pt x="272" y="339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5" y="335"/>
                    <a:pt x="275" y="335"/>
                    <a:pt x="275" y="335"/>
                  </a:cubicBezTo>
                  <a:cubicBezTo>
                    <a:pt x="278" y="331"/>
                    <a:pt x="281" y="327"/>
                    <a:pt x="283" y="323"/>
                  </a:cubicBezTo>
                  <a:cubicBezTo>
                    <a:pt x="285" y="319"/>
                    <a:pt x="287" y="315"/>
                    <a:pt x="288" y="311"/>
                  </a:cubicBezTo>
                  <a:cubicBezTo>
                    <a:pt x="289" y="307"/>
                    <a:pt x="289" y="304"/>
                    <a:pt x="288" y="300"/>
                  </a:cubicBezTo>
                  <a:cubicBezTo>
                    <a:pt x="286" y="297"/>
                    <a:pt x="284" y="294"/>
                    <a:pt x="281" y="292"/>
                  </a:cubicBezTo>
                  <a:cubicBezTo>
                    <a:pt x="277" y="289"/>
                    <a:pt x="274" y="288"/>
                    <a:pt x="270" y="287"/>
                  </a:cubicBezTo>
                  <a:cubicBezTo>
                    <a:pt x="267" y="287"/>
                    <a:pt x="264" y="288"/>
                    <a:pt x="260" y="290"/>
                  </a:cubicBezTo>
                  <a:cubicBezTo>
                    <a:pt x="257" y="292"/>
                    <a:pt x="254" y="295"/>
                    <a:pt x="252" y="299"/>
                  </a:cubicBezTo>
                  <a:cubicBezTo>
                    <a:pt x="247" y="306"/>
                    <a:pt x="243" y="315"/>
                    <a:pt x="242" y="323"/>
                  </a:cubicBezTo>
                  <a:cubicBezTo>
                    <a:pt x="242" y="326"/>
                    <a:pt x="242" y="328"/>
                    <a:pt x="242" y="330"/>
                  </a:cubicBezTo>
                  <a:cubicBezTo>
                    <a:pt x="242" y="330"/>
                    <a:pt x="242" y="331"/>
                    <a:pt x="242" y="331"/>
                  </a:cubicBezTo>
                  <a:cubicBezTo>
                    <a:pt x="242" y="332"/>
                    <a:pt x="242" y="332"/>
                    <a:pt x="242" y="333"/>
                  </a:cubicBezTo>
                  <a:cubicBezTo>
                    <a:pt x="242" y="334"/>
                    <a:pt x="243" y="335"/>
                    <a:pt x="243" y="336"/>
                  </a:cubicBezTo>
                  <a:cubicBezTo>
                    <a:pt x="243" y="338"/>
                    <a:pt x="244" y="340"/>
                    <a:pt x="245" y="342"/>
                  </a:cubicBezTo>
                  <a:cubicBezTo>
                    <a:pt x="245" y="342"/>
                    <a:pt x="245" y="343"/>
                    <a:pt x="246" y="343"/>
                  </a:cubicBezTo>
                  <a:cubicBezTo>
                    <a:pt x="246" y="343"/>
                    <a:pt x="246" y="343"/>
                    <a:pt x="246" y="344"/>
                  </a:cubicBezTo>
                  <a:cubicBezTo>
                    <a:pt x="247" y="346"/>
                    <a:pt x="247" y="346"/>
                    <a:pt x="247" y="346"/>
                  </a:cubicBezTo>
                  <a:cubicBezTo>
                    <a:pt x="248" y="347"/>
                    <a:pt x="250" y="349"/>
                    <a:pt x="251" y="351"/>
                  </a:cubicBezTo>
                  <a:cubicBezTo>
                    <a:pt x="250" y="353"/>
                    <a:pt x="248" y="355"/>
                    <a:pt x="247" y="356"/>
                  </a:cubicBezTo>
                  <a:cubicBezTo>
                    <a:pt x="246" y="357"/>
                    <a:pt x="245" y="358"/>
                    <a:pt x="244" y="359"/>
                  </a:cubicBezTo>
                  <a:cubicBezTo>
                    <a:pt x="243" y="361"/>
                    <a:pt x="243" y="361"/>
                    <a:pt x="243" y="361"/>
                  </a:cubicBezTo>
                  <a:cubicBezTo>
                    <a:pt x="241" y="363"/>
                    <a:pt x="239" y="365"/>
                    <a:pt x="237" y="366"/>
                  </a:cubicBezTo>
                  <a:cubicBezTo>
                    <a:pt x="234" y="370"/>
                    <a:pt x="230" y="374"/>
                    <a:pt x="226" y="377"/>
                  </a:cubicBezTo>
                  <a:cubicBezTo>
                    <a:pt x="222" y="380"/>
                    <a:pt x="217" y="384"/>
                    <a:pt x="213" y="387"/>
                  </a:cubicBezTo>
                  <a:cubicBezTo>
                    <a:pt x="212" y="387"/>
                    <a:pt x="211" y="388"/>
                    <a:pt x="210" y="389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07" y="390"/>
                    <a:pt x="207" y="390"/>
                    <a:pt x="207" y="390"/>
                  </a:cubicBezTo>
                  <a:cubicBezTo>
                    <a:pt x="206" y="391"/>
                    <a:pt x="206" y="391"/>
                    <a:pt x="206" y="391"/>
                  </a:cubicBezTo>
                  <a:cubicBezTo>
                    <a:pt x="205" y="392"/>
                    <a:pt x="204" y="392"/>
                    <a:pt x="203" y="393"/>
                  </a:cubicBezTo>
                  <a:cubicBezTo>
                    <a:pt x="202" y="393"/>
                    <a:pt x="201" y="394"/>
                    <a:pt x="200" y="394"/>
                  </a:cubicBezTo>
                  <a:cubicBezTo>
                    <a:pt x="198" y="395"/>
                    <a:pt x="196" y="396"/>
                    <a:pt x="194" y="397"/>
                  </a:cubicBezTo>
                  <a:cubicBezTo>
                    <a:pt x="187" y="385"/>
                    <a:pt x="187" y="385"/>
                    <a:pt x="187" y="385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2" y="374"/>
                    <a:pt x="179" y="370"/>
                    <a:pt x="177" y="367"/>
                  </a:cubicBezTo>
                  <a:cubicBezTo>
                    <a:pt x="174" y="363"/>
                    <a:pt x="170" y="360"/>
                    <a:pt x="167" y="358"/>
                  </a:cubicBezTo>
                  <a:cubicBezTo>
                    <a:pt x="163" y="356"/>
                    <a:pt x="159" y="355"/>
                    <a:pt x="155" y="355"/>
                  </a:cubicBezTo>
                  <a:cubicBezTo>
                    <a:pt x="152" y="355"/>
                    <a:pt x="148" y="356"/>
                    <a:pt x="144" y="358"/>
                  </a:cubicBezTo>
                  <a:cubicBezTo>
                    <a:pt x="141" y="361"/>
                    <a:pt x="138" y="363"/>
                    <a:pt x="137" y="367"/>
                  </a:cubicBezTo>
                  <a:cubicBezTo>
                    <a:pt x="136" y="370"/>
                    <a:pt x="135" y="374"/>
                    <a:pt x="136" y="378"/>
                  </a:cubicBezTo>
                  <a:cubicBezTo>
                    <a:pt x="137" y="382"/>
                    <a:pt x="139" y="386"/>
                    <a:pt x="141" y="389"/>
                  </a:cubicBezTo>
                  <a:cubicBezTo>
                    <a:pt x="141" y="388"/>
                    <a:pt x="139" y="386"/>
                    <a:pt x="139" y="386"/>
                  </a:cubicBezTo>
                  <a:cubicBezTo>
                    <a:pt x="139" y="385"/>
                    <a:pt x="139" y="386"/>
                    <a:pt x="139" y="387"/>
                  </a:cubicBezTo>
                  <a:cubicBezTo>
                    <a:pt x="140" y="388"/>
                    <a:pt x="141" y="389"/>
                    <a:pt x="142" y="392"/>
                  </a:cubicBezTo>
                  <a:cubicBezTo>
                    <a:pt x="140" y="388"/>
                    <a:pt x="137" y="384"/>
                    <a:pt x="136" y="380"/>
                  </a:cubicBezTo>
                  <a:close/>
                  <a:moveTo>
                    <a:pt x="183" y="623"/>
                  </a:moveTo>
                  <a:cubicBezTo>
                    <a:pt x="180" y="624"/>
                    <a:pt x="177" y="625"/>
                    <a:pt x="175" y="626"/>
                  </a:cubicBezTo>
                  <a:cubicBezTo>
                    <a:pt x="172" y="628"/>
                    <a:pt x="170" y="630"/>
                    <a:pt x="169" y="632"/>
                  </a:cubicBezTo>
                  <a:cubicBezTo>
                    <a:pt x="166" y="637"/>
                    <a:pt x="165" y="642"/>
                    <a:pt x="165" y="648"/>
                  </a:cubicBezTo>
                  <a:cubicBezTo>
                    <a:pt x="165" y="653"/>
                    <a:pt x="167" y="658"/>
                    <a:pt x="171" y="662"/>
                  </a:cubicBezTo>
                  <a:cubicBezTo>
                    <a:pt x="173" y="664"/>
                    <a:pt x="175" y="666"/>
                    <a:pt x="178" y="667"/>
                  </a:cubicBezTo>
                  <a:cubicBezTo>
                    <a:pt x="179" y="668"/>
                    <a:pt x="181" y="668"/>
                    <a:pt x="182" y="668"/>
                  </a:cubicBezTo>
                  <a:cubicBezTo>
                    <a:pt x="183" y="669"/>
                    <a:pt x="184" y="669"/>
                    <a:pt x="184" y="669"/>
                  </a:cubicBezTo>
                  <a:cubicBezTo>
                    <a:pt x="185" y="669"/>
                    <a:pt x="185" y="669"/>
                    <a:pt x="185" y="669"/>
                  </a:cubicBezTo>
                  <a:cubicBezTo>
                    <a:pt x="186" y="669"/>
                    <a:pt x="186" y="669"/>
                    <a:pt x="186" y="669"/>
                  </a:cubicBezTo>
                  <a:cubicBezTo>
                    <a:pt x="199" y="669"/>
                    <a:pt x="199" y="669"/>
                    <a:pt x="199" y="669"/>
                  </a:cubicBezTo>
                  <a:cubicBezTo>
                    <a:pt x="224" y="669"/>
                    <a:pt x="224" y="669"/>
                    <a:pt x="224" y="669"/>
                  </a:cubicBezTo>
                  <a:cubicBezTo>
                    <a:pt x="257" y="669"/>
                    <a:pt x="290" y="670"/>
                    <a:pt x="325" y="669"/>
                  </a:cubicBezTo>
                  <a:cubicBezTo>
                    <a:pt x="325" y="670"/>
                    <a:pt x="325" y="670"/>
                    <a:pt x="325" y="670"/>
                  </a:cubicBezTo>
                  <a:cubicBezTo>
                    <a:pt x="311" y="670"/>
                    <a:pt x="311" y="670"/>
                    <a:pt x="311" y="670"/>
                  </a:cubicBezTo>
                  <a:cubicBezTo>
                    <a:pt x="298" y="670"/>
                    <a:pt x="298" y="670"/>
                    <a:pt x="298" y="670"/>
                  </a:cubicBezTo>
                  <a:cubicBezTo>
                    <a:pt x="273" y="670"/>
                    <a:pt x="248" y="670"/>
                    <a:pt x="223" y="670"/>
                  </a:cubicBezTo>
                  <a:cubicBezTo>
                    <a:pt x="198" y="670"/>
                    <a:pt x="198" y="670"/>
                    <a:pt x="198" y="670"/>
                  </a:cubicBezTo>
                  <a:cubicBezTo>
                    <a:pt x="186" y="670"/>
                    <a:pt x="186" y="670"/>
                    <a:pt x="186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4" y="670"/>
                    <a:pt x="184" y="670"/>
                  </a:cubicBezTo>
                  <a:cubicBezTo>
                    <a:pt x="183" y="670"/>
                    <a:pt x="182" y="669"/>
                    <a:pt x="181" y="669"/>
                  </a:cubicBezTo>
                  <a:cubicBezTo>
                    <a:pt x="180" y="669"/>
                    <a:pt x="178" y="669"/>
                    <a:pt x="177" y="668"/>
                  </a:cubicBezTo>
                  <a:cubicBezTo>
                    <a:pt x="174" y="667"/>
                    <a:pt x="172" y="665"/>
                    <a:pt x="170" y="663"/>
                  </a:cubicBezTo>
                  <a:cubicBezTo>
                    <a:pt x="166" y="658"/>
                    <a:pt x="164" y="653"/>
                    <a:pt x="164" y="648"/>
                  </a:cubicBezTo>
                  <a:cubicBezTo>
                    <a:pt x="164" y="642"/>
                    <a:pt x="165" y="637"/>
                    <a:pt x="168" y="632"/>
                  </a:cubicBezTo>
                  <a:cubicBezTo>
                    <a:pt x="170" y="630"/>
                    <a:pt x="172" y="627"/>
                    <a:pt x="174" y="626"/>
                  </a:cubicBezTo>
                  <a:cubicBezTo>
                    <a:pt x="176" y="624"/>
                    <a:pt x="179" y="623"/>
                    <a:pt x="182" y="623"/>
                  </a:cubicBezTo>
                  <a:cubicBezTo>
                    <a:pt x="182" y="623"/>
                    <a:pt x="183" y="623"/>
                    <a:pt x="183" y="623"/>
                  </a:cubicBezTo>
                  <a:cubicBezTo>
                    <a:pt x="183" y="623"/>
                    <a:pt x="183" y="623"/>
                    <a:pt x="183" y="623"/>
                  </a:cubicBezTo>
                  <a:close/>
                  <a:moveTo>
                    <a:pt x="248" y="379"/>
                  </a:moveTo>
                  <a:cubicBezTo>
                    <a:pt x="251" y="377"/>
                    <a:pt x="253" y="375"/>
                    <a:pt x="255" y="372"/>
                  </a:cubicBezTo>
                  <a:cubicBezTo>
                    <a:pt x="259" y="368"/>
                    <a:pt x="259" y="368"/>
                    <a:pt x="259" y="368"/>
                  </a:cubicBezTo>
                  <a:cubicBezTo>
                    <a:pt x="260" y="368"/>
                    <a:pt x="261" y="369"/>
                    <a:pt x="262" y="369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4" y="370"/>
                    <a:pt x="264" y="370"/>
                    <a:pt x="264" y="370"/>
                  </a:cubicBezTo>
                  <a:cubicBezTo>
                    <a:pt x="266" y="371"/>
                    <a:pt x="266" y="371"/>
                    <a:pt x="266" y="371"/>
                  </a:cubicBezTo>
                  <a:cubicBezTo>
                    <a:pt x="270" y="372"/>
                    <a:pt x="273" y="373"/>
                    <a:pt x="276" y="374"/>
                  </a:cubicBezTo>
                  <a:cubicBezTo>
                    <a:pt x="283" y="376"/>
                    <a:pt x="290" y="377"/>
                    <a:pt x="297" y="377"/>
                  </a:cubicBezTo>
                  <a:cubicBezTo>
                    <a:pt x="304" y="377"/>
                    <a:pt x="311" y="377"/>
                    <a:pt x="318" y="376"/>
                  </a:cubicBezTo>
                  <a:cubicBezTo>
                    <a:pt x="321" y="375"/>
                    <a:pt x="324" y="375"/>
                    <a:pt x="328" y="374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32" y="372"/>
                    <a:pt x="332" y="372"/>
                    <a:pt x="332" y="372"/>
                  </a:cubicBezTo>
                  <a:cubicBezTo>
                    <a:pt x="333" y="372"/>
                    <a:pt x="334" y="372"/>
                    <a:pt x="334" y="371"/>
                  </a:cubicBezTo>
                  <a:cubicBezTo>
                    <a:pt x="334" y="372"/>
                    <a:pt x="334" y="372"/>
                    <a:pt x="335" y="372"/>
                  </a:cubicBezTo>
                  <a:cubicBezTo>
                    <a:pt x="335" y="373"/>
                    <a:pt x="335" y="373"/>
                    <a:pt x="335" y="374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7" y="377"/>
                    <a:pt x="337" y="378"/>
                  </a:cubicBezTo>
                  <a:cubicBezTo>
                    <a:pt x="338" y="380"/>
                    <a:pt x="340" y="383"/>
                    <a:pt x="341" y="386"/>
                  </a:cubicBezTo>
                  <a:cubicBezTo>
                    <a:pt x="345" y="391"/>
                    <a:pt x="348" y="396"/>
                    <a:pt x="352" y="400"/>
                  </a:cubicBezTo>
                  <a:cubicBezTo>
                    <a:pt x="356" y="405"/>
                    <a:pt x="361" y="409"/>
                    <a:pt x="365" y="413"/>
                  </a:cubicBezTo>
                  <a:cubicBezTo>
                    <a:pt x="368" y="415"/>
                    <a:pt x="370" y="416"/>
                    <a:pt x="373" y="418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6" y="420"/>
                    <a:pt x="376" y="420"/>
                    <a:pt x="376" y="420"/>
                  </a:cubicBezTo>
                  <a:cubicBezTo>
                    <a:pt x="376" y="420"/>
                    <a:pt x="377" y="420"/>
                    <a:pt x="378" y="421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69" y="440"/>
                    <a:pt x="367" y="445"/>
                    <a:pt x="364" y="451"/>
                  </a:cubicBezTo>
                  <a:cubicBezTo>
                    <a:pt x="359" y="462"/>
                    <a:pt x="355" y="473"/>
                    <a:pt x="350" y="484"/>
                  </a:cubicBezTo>
                  <a:cubicBezTo>
                    <a:pt x="355" y="473"/>
                    <a:pt x="359" y="462"/>
                    <a:pt x="364" y="451"/>
                  </a:cubicBezTo>
                  <a:cubicBezTo>
                    <a:pt x="367" y="445"/>
                    <a:pt x="369" y="439"/>
                    <a:pt x="371" y="434"/>
                  </a:cubicBezTo>
                  <a:cubicBezTo>
                    <a:pt x="377" y="421"/>
                    <a:pt x="377" y="421"/>
                    <a:pt x="377" y="421"/>
                  </a:cubicBezTo>
                  <a:cubicBezTo>
                    <a:pt x="377" y="420"/>
                    <a:pt x="376" y="420"/>
                    <a:pt x="376" y="420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3" y="418"/>
                    <a:pt x="373" y="418"/>
                    <a:pt x="373" y="418"/>
                  </a:cubicBezTo>
                  <a:cubicBezTo>
                    <a:pt x="370" y="417"/>
                    <a:pt x="368" y="415"/>
                    <a:pt x="365" y="413"/>
                  </a:cubicBezTo>
                  <a:cubicBezTo>
                    <a:pt x="360" y="409"/>
                    <a:pt x="356" y="405"/>
                    <a:pt x="352" y="400"/>
                  </a:cubicBezTo>
                  <a:cubicBezTo>
                    <a:pt x="348" y="396"/>
                    <a:pt x="344" y="391"/>
                    <a:pt x="341" y="386"/>
                  </a:cubicBezTo>
                  <a:cubicBezTo>
                    <a:pt x="340" y="383"/>
                    <a:pt x="338" y="380"/>
                    <a:pt x="337" y="378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3"/>
                    <a:pt x="335" y="373"/>
                    <a:pt x="335" y="372"/>
                  </a:cubicBezTo>
                  <a:cubicBezTo>
                    <a:pt x="334" y="372"/>
                    <a:pt x="334" y="372"/>
                    <a:pt x="334" y="371"/>
                  </a:cubicBezTo>
                  <a:cubicBezTo>
                    <a:pt x="334" y="372"/>
                    <a:pt x="333" y="372"/>
                    <a:pt x="332" y="372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28" y="374"/>
                    <a:pt x="328" y="374"/>
                    <a:pt x="328" y="374"/>
                  </a:cubicBezTo>
                  <a:cubicBezTo>
                    <a:pt x="324" y="375"/>
                    <a:pt x="321" y="375"/>
                    <a:pt x="318" y="376"/>
                  </a:cubicBezTo>
                  <a:cubicBezTo>
                    <a:pt x="311" y="377"/>
                    <a:pt x="304" y="378"/>
                    <a:pt x="297" y="377"/>
                  </a:cubicBezTo>
                  <a:cubicBezTo>
                    <a:pt x="290" y="377"/>
                    <a:pt x="283" y="376"/>
                    <a:pt x="276" y="374"/>
                  </a:cubicBezTo>
                  <a:cubicBezTo>
                    <a:pt x="273" y="374"/>
                    <a:pt x="270" y="373"/>
                    <a:pt x="266" y="371"/>
                  </a:cubicBezTo>
                  <a:cubicBezTo>
                    <a:pt x="265" y="371"/>
                    <a:pt x="265" y="371"/>
                    <a:pt x="264" y="370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2" y="370"/>
                    <a:pt x="262" y="370"/>
                    <a:pt x="262" y="370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1" y="369"/>
                    <a:pt x="260" y="369"/>
                    <a:pt x="259" y="368"/>
                  </a:cubicBezTo>
                  <a:cubicBezTo>
                    <a:pt x="258" y="369"/>
                    <a:pt x="257" y="370"/>
                    <a:pt x="255" y="373"/>
                  </a:cubicBezTo>
                  <a:cubicBezTo>
                    <a:pt x="253" y="375"/>
                    <a:pt x="250" y="377"/>
                    <a:pt x="248" y="379"/>
                  </a:cubicBezTo>
                  <a:cubicBezTo>
                    <a:pt x="244" y="384"/>
                    <a:pt x="239" y="388"/>
                    <a:pt x="235" y="392"/>
                  </a:cubicBezTo>
                  <a:cubicBezTo>
                    <a:pt x="234" y="393"/>
                    <a:pt x="235" y="393"/>
                    <a:pt x="236" y="393"/>
                  </a:cubicBezTo>
                  <a:cubicBezTo>
                    <a:pt x="236" y="392"/>
                    <a:pt x="238" y="391"/>
                    <a:pt x="242" y="388"/>
                  </a:cubicBezTo>
                  <a:cubicBezTo>
                    <a:pt x="244" y="386"/>
                    <a:pt x="247" y="384"/>
                    <a:pt x="251" y="380"/>
                  </a:cubicBezTo>
                  <a:cubicBezTo>
                    <a:pt x="252" y="378"/>
                    <a:pt x="254" y="377"/>
                    <a:pt x="256" y="374"/>
                  </a:cubicBezTo>
                  <a:cubicBezTo>
                    <a:pt x="259" y="372"/>
                    <a:pt x="259" y="372"/>
                    <a:pt x="259" y="372"/>
                  </a:cubicBezTo>
                  <a:cubicBezTo>
                    <a:pt x="259" y="371"/>
                    <a:pt x="259" y="371"/>
                    <a:pt x="260" y="371"/>
                  </a:cubicBezTo>
                  <a:cubicBezTo>
                    <a:pt x="260" y="371"/>
                    <a:pt x="260" y="371"/>
                    <a:pt x="260" y="371"/>
                  </a:cubicBezTo>
                  <a:cubicBezTo>
                    <a:pt x="261" y="371"/>
                    <a:pt x="261" y="371"/>
                    <a:pt x="261" y="371"/>
                  </a:cubicBezTo>
                  <a:cubicBezTo>
                    <a:pt x="262" y="372"/>
                    <a:pt x="262" y="372"/>
                    <a:pt x="262" y="372"/>
                  </a:cubicBezTo>
                  <a:cubicBezTo>
                    <a:pt x="264" y="373"/>
                    <a:pt x="266" y="374"/>
                    <a:pt x="268" y="374"/>
                  </a:cubicBezTo>
                  <a:cubicBezTo>
                    <a:pt x="273" y="376"/>
                    <a:pt x="277" y="377"/>
                    <a:pt x="282" y="378"/>
                  </a:cubicBezTo>
                  <a:cubicBezTo>
                    <a:pt x="291" y="379"/>
                    <a:pt x="299" y="379"/>
                    <a:pt x="307" y="379"/>
                  </a:cubicBezTo>
                  <a:cubicBezTo>
                    <a:pt x="312" y="379"/>
                    <a:pt x="317" y="378"/>
                    <a:pt x="323" y="377"/>
                  </a:cubicBezTo>
                  <a:cubicBezTo>
                    <a:pt x="325" y="377"/>
                    <a:pt x="328" y="376"/>
                    <a:pt x="331" y="375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3" y="374"/>
                    <a:pt x="333" y="374"/>
                    <a:pt x="333" y="374"/>
                  </a:cubicBezTo>
                  <a:cubicBezTo>
                    <a:pt x="333" y="375"/>
                    <a:pt x="333" y="375"/>
                    <a:pt x="333" y="375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7"/>
                    <a:pt x="334" y="377"/>
                    <a:pt x="334" y="377"/>
                  </a:cubicBezTo>
                  <a:cubicBezTo>
                    <a:pt x="334" y="378"/>
                    <a:pt x="334" y="378"/>
                    <a:pt x="334" y="378"/>
                  </a:cubicBezTo>
                  <a:cubicBezTo>
                    <a:pt x="336" y="380"/>
                    <a:pt x="337" y="383"/>
                    <a:pt x="339" y="386"/>
                  </a:cubicBezTo>
                  <a:cubicBezTo>
                    <a:pt x="342" y="391"/>
                    <a:pt x="345" y="397"/>
                    <a:pt x="350" y="401"/>
                  </a:cubicBezTo>
                  <a:cubicBezTo>
                    <a:pt x="354" y="406"/>
                    <a:pt x="358" y="411"/>
                    <a:pt x="363" y="415"/>
                  </a:cubicBezTo>
                  <a:cubicBezTo>
                    <a:pt x="366" y="417"/>
                    <a:pt x="369" y="418"/>
                    <a:pt x="371" y="420"/>
                  </a:cubicBezTo>
                  <a:cubicBezTo>
                    <a:pt x="374" y="421"/>
                    <a:pt x="374" y="421"/>
                    <a:pt x="374" y="421"/>
                  </a:cubicBezTo>
                  <a:cubicBezTo>
                    <a:pt x="374" y="422"/>
                    <a:pt x="374" y="422"/>
                    <a:pt x="374" y="422"/>
                  </a:cubicBezTo>
                  <a:cubicBezTo>
                    <a:pt x="374" y="422"/>
                    <a:pt x="374" y="422"/>
                    <a:pt x="374" y="423"/>
                  </a:cubicBezTo>
                  <a:cubicBezTo>
                    <a:pt x="372" y="428"/>
                    <a:pt x="372" y="428"/>
                    <a:pt x="372" y="428"/>
                  </a:cubicBezTo>
                  <a:cubicBezTo>
                    <a:pt x="366" y="440"/>
                    <a:pt x="366" y="440"/>
                    <a:pt x="366" y="440"/>
                  </a:cubicBezTo>
                  <a:cubicBezTo>
                    <a:pt x="363" y="448"/>
                    <a:pt x="360" y="456"/>
                    <a:pt x="356" y="464"/>
                  </a:cubicBezTo>
                  <a:cubicBezTo>
                    <a:pt x="350" y="480"/>
                    <a:pt x="344" y="495"/>
                    <a:pt x="338" y="511"/>
                  </a:cubicBezTo>
                  <a:cubicBezTo>
                    <a:pt x="330" y="534"/>
                    <a:pt x="322" y="557"/>
                    <a:pt x="315" y="580"/>
                  </a:cubicBezTo>
                  <a:cubicBezTo>
                    <a:pt x="314" y="585"/>
                    <a:pt x="312" y="591"/>
                    <a:pt x="310" y="597"/>
                  </a:cubicBezTo>
                  <a:cubicBezTo>
                    <a:pt x="308" y="606"/>
                    <a:pt x="308" y="606"/>
                    <a:pt x="308" y="606"/>
                  </a:cubicBezTo>
                  <a:cubicBezTo>
                    <a:pt x="307" y="608"/>
                    <a:pt x="307" y="608"/>
                    <a:pt x="307" y="608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6" y="609"/>
                    <a:pt x="306" y="609"/>
                    <a:pt x="306" y="609"/>
                  </a:cubicBezTo>
                  <a:cubicBezTo>
                    <a:pt x="304" y="609"/>
                    <a:pt x="304" y="609"/>
                    <a:pt x="304" y="609"/>
                  </a:cubicBezTo>
                  <a:cubicBezTo>
                    <a:pt x="295" y="609"/>
                    <a:pt x="295" y="609"/>
                    <a:pt x="295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0" y="587"/>
                    <a:pt x="280" y="587"/>
                    <a:pt x="280" y="587"/>
                  </a:cubicBezTo>
                  <a:cubicBezTo>
                    <a:pt x="277" y="579"/>
                    <a:pt x="275" y="571"/>
                    <a:pt x="272" y="563"/>
                  </a:cubicBezTo>
                  <a:cubicBezTo>
                    <a:pt x="267" y="547"/>
                    <a:pt x="262" y="531"/>
                    <a:pt x="256" y="515"/>
                  </a:cubicBezTo>
                  <a:cubicBezTo>
                    <a:pt x="246" y="484"/>
                    <a:pt x="234" y="454"/>
                    <a:pt x="222" y="429"/>
                  </a:cubicBezTo>
                  <a:cubicBezTo>
                    <a:pt x="217" y="418"/>
                    <a:pt x="214" y="411"/>
                    <a:pt x="211" y="408"/>
                  </a:cubicBezTo>
                  <a:cubicBezTo>
                    <a:pt x="210" y="406"/>
                    <a:pt x="210" y="405"/>
                    <a:pt x="209" y="405"/>
                  </a:cubicBezTo>
                  <a:cubicBezTo>
                    <a:pt x="212" y="404"/>
                    <a:pt x="215" y="402"/>
                    <a:pt x="220" y="400"/>
                  </a:cubicBezTo>
                  <a:cubicBezTo>
                    <a:pt x="223" y="398"/>
                    <a:pt x="226" y="395"/>
                    <a:pt x="229" y="393"/>
                  </a:cubicBezTo>
                  <a:cubicBezTo>
                    <a:pt x="232" y="391"/>
                    <a:pt x="234" y="389"/>
                    <a:pt x="234" y="389"/>
                  </a:cubicBezTo>
                  <a:cubicBezTo>
                    <a:pt x="237" y="388"/>
                    <a:pt x="236" y="389"/>
                    <a:pt x="235" y="391"/>
                  </a:cubicBezTo>
                  <a:cubicBezTo>
                    <a:pt x="240" y="387"/>
                    <a:pt x="244" y="383"/>
                    <a:pt x="248" y="379"/>
                  </a:cubicBezTo>
                  <a:close/>
                  <a:moveTo>
                    <a:pt x="318" y="622"/>
                  </a:moveTo>
                  <a:cubicBezTo>
                    <a:pt x="319" y="621"/>
                    <a:pt x="319" y="621"/>
                    <a:pt x="319" y="621"/>
                  </a:cubicBezTo>
                  <a:cubicBezTo>
                    <a:pt x="323" y="606"/>
                    <a:pt x="323" y="606"/>
                    <a:pt x="323" y="606"/>
                  </a:cubicBezTo>
                  <a:cubicBezTo>
                    <a:pt x="325" y="599"/>
                    <a:pt x="327" y="592"/>
                    <a:pt x="329" y="585"/>
                  </a:cubicBezTo>
                  <a:cubicBezTo>
                    <a:pt x="337" y="557"/>
                    <a:pt x="346" y="530"/>
                    <a:pt x="356" y="502"/>
                  </a:cubicBezTo>
                  <a:cubicBezTo>
                    <a:pt x="361" y="489"/>
                    <a:pt x="366" y="475"/>
                    <a:pt x="372" y="462"/>
                  </a:cubicBezTo>
                  <a:cubicBezTo>
                    <a:pt x="374" y="455"/>
                    <a:pt x="377" y="448"/>
                    <a:pt x="380" y="442"/>
                  </a:cubicBezTo>
                  <a:cubicBezTo>
                    <a:pt x="385" y="432"/>
                    <a:pt x="385" y="432"/>
                    <a:pt x="385" y="432"/>
                  </a:cubicBezTo>
                  <a:cubicBezTo>
                    <a:pt x="392" y="416"/>
                    <a:pt x="392" y="416"/>
                    <a:pt x="392" y="416"/>
                  </a:cubicBezTo>
                  <a:cubicBezTo>
                    <a:pt x="386" y="413"/>
                    <a:pt x="386" y="413"/>
                    <a:pt x="386" y="413"/>
                  </a:cubicBezTo>
                  <a:cubicBezTo>
                    <a:pt x="385" y="412"/>
                    <a:pt x="384" y="412"/>
                    <a:pt x="383" y="411"/>
                  </a:cubicBezTo>
                  <a:cubicBezTo>
                    <a:pt x="381" y="410"/>
                    <a:pt x="381" y="410"/>
                    <a:pt x="381" y="410"/>
                  </a:cubicBezTo>
                  <a:cubicBezTo>
                    <a:pt x="381" y="410"/>
                    <a:pt x="381" y="410"/>
                    <a:pt x="380" y="410"/>
                  </a:cubicBezTo>
                  <a:cubicBezTo>
                    <a:pt x="380" y="410"/>
                    <a:pt x="380" y="410"/>
                    <a:pt x="380" y="410"/>
                  </a:cubicBezTo>
                  <a:cubicBezTo>
                    <a:pt x="378" y="409"/>
                    <a:pt x="376" y="407"/>
                    <a:pt x="374" y="406"/>
                  </a:cubicBezTo>
                  <a:cubicBezTo>
                    <a:pt x="371" y="404"/>
                    <a:pt x="367" y="401"/>
                    <a:pt x="364" y="398"/>
                  </a:cubicBezTo>
                  <a:cubicBezTo>
                    <a:pt x="358" y="392"/>
                    <a:pt x="353" y="385"/>
                    <a:pt x="349" y="377"/>
                  </a:cubicBezTo>
                  <a:cubicBezTo>
                    <a:pt x="353" y="385"/>
                    <a:pt x="358" y="392"/>
                    <a:pt x="364" y="398"/>
                  </a:cubicBezTo>
                  <a:cubicBezTo>
                    <a:pt x="367" y="401"/>
                    <a:pt x="371" y="404"/>
                    <a:pt x="374" y="406"/>
                  </a:cubicBezTo>
                  <a:cubicBezTo>
                    <a:pt x="376" y="407"/>
                    <a:pt x="378" y="409"/>
                    <a:pt x="380" y="410"/>
                  </a:cubicBezTo>
                  <a:cubicBezTo>
                    <a:pt x="383" y="412"/>
                    <a:pt x="388" y="414"/>
                    <a:pt x="391" y="416"/>
                  </a:cubicBezTo>
                  <a:cubicBezTo>
                    <a:pt x="384" y="433"/>
                    <a:pt x="384" y="433"/>
                    <a:pt x="384" y="433"/>
                  </a:cubicBezTo>
                  <a:cubicBezTo>
                    <a:pt x="379" y="445"/>
                    <a:pt x="379" y="445"/>
                    <a:pt x="379" y="445"/>
                  </a:cubicBezTo>
                  <a:cubicBezTo>
                    <a:pt x="375" y="452"/>
                    <a:pt x="372" y="460"/>
                    <a:pt x="369" y="468"/>
                  </a:cubicBezTo>
                  <a:cubicBezTo>
                    <a:pt x="363" y="483"/>
                    <a:pt x="357" y="499"/>
                    <a:pt x="351" y="515"/>
                  </a:cubicBezTo>
                  <a:cubicBezTo>
                    <a:pt x="340" y="546"/>
                    <a:pt x="330" y="578"/>
                    <a:pt x="321" y="612"/>
                  </a:cubicBezTo>
                  <a:cubicBezTo>
                    <a:pt x="321" y="611"/>
                    <a:pt x="321" y="609"/>
                    <a:pt x="320" y="612"/>
                  </a:cubicBezTo>
                  <a:cubicBezTo>
                    <a:pt x="329" y="579"/>
                    <a:pt x="339" y="546"/>
                    <a:pt x="350" y="515"/>
                  </a:cubicBezTo>
                  <a:cubicBezTo>
                    <a:pt x="356" y="499"/>
                    <a:pt x="362" y="483"/>
                    <a:pt x="368" y="468"/>
                  </a:cubicBezTo>
                  <a:cubicBezTo>
                    <a:pt x="371" y="460"/>
                    <a:pt x="375" y="452"/>
                    <a:pt x="378" y="444"/>
                  </a:cubicBezTo>
                  <a:cubicBezTo>
                    <a:pt x="383" y="433"/>
                    <a:pt x="383" y="433"/>
                    <a:pt x="383" y="433"/>
                  </a:cubicBezTo>
                  <a:cubicBezTo>
                    <a:pt x="391" y="416"/>
                    <a:pt x="391" y="416"/>
                    <a:pt x="391" y="416"/>
                  </a:cubicBezTo>
                  <a:cubicBezTo>
                    <a:pt x="384" y="413"/>
                    <a:pt x="384" y="413"/>
                    <a:pt x="384" y="413"/>
                  </a:cubicBezTo>
                  <a:cubicBezTo>
                    <a:pt x="383" y="413"/>
                    <a:pt x="383" y="412"/>
                    <a:pt x="382" y="412"/>
                  </a:cubicBezTo>
                  <a:cubicBezTo>
                    <a:pt x="380" y="411"/>
                    <a:pt x="380" y="411"/>
                    <a:pt x="380" y="411"/>
                  </a:cubicBezTo>
                  <a:cubicBezTo>
                    <a:pt x="379" y="410"/>
                    <a:pt x="379" y="410"/>
                    <a:pt x="379" y="410"/>
                  </a:cubicBezTo>
                  <a:cubicBezTo>
                    <a:pt x="377" y="409"/>
                    <a:pt x="375" y="408"/>
                    <a:pt x="373" y="406"/>
                  </a:cubicBezTo>
                  <a:cubicBezTo>
                    <a:pt x="369" y="404"/>
                    <a:pt x="366" y="401"/>
                    <a:pt x="363" y="397"/>
                  </a:cubicBezTo>
                  <a:cubicBezTo>
                    <a:pt x="356" y="391"/>
                    <a:pt x="350" y="383"/>
                    <a:pt x="346" y="374"/>
                  </a:cubicBezTo>
                  <a:cubicBezTo>
                    <a:pt x="347" y="374"/>
                    <a:pt x="347" y="374"/>
                    <a:pt x="347" y="374"/>
                  </a:cubicBezTo>
                  <a:cubicBezTo>
                    <a:pt x="347" y="373"/>
                    <a:pt x="346" y="372"/>
                    <a:pt x="346" y="372"/>
                  </a:cubicBezTo>
                  <a:cubicBezTo>
                    <a:pt x="346" y="371"/>
                    <a:pt x="346" y="371"/>
                    <a:pt x="346" y="371"/>
                  </a:cubicBezTo>
                  <a:cubicBezTo>
                    <a:pt x="345" y="371"/>
                    <a:pt x="345" y="371"/>
                    <a:pt x="345" y="371"/>
                  </a:cubicBezTo>
                  <a:cubicBezTo>
                    <a:pt x="345" y="370"/>
                    <a:pt x="345" y="370"/>
                    <a:pt x="345" y="370"/>
                  </a:cubicBezTo>
                  <a:cubicBezTo>
                    <a:pt x="344" y="368"/>
                    <a:pt x="344" y="368"/>
                    <a:pt x="344" y="368"/>
                  </a:cubicBezTo>
                  <a:cubicBezTo>
                    <a:pt x="343" y="364"/>
                    <a:pt x="342" y="361"/>
                    <a:pt x="340" y="358"/>
                  </a:cubicBezTo>
                  <a:cubicBezTo>
                    <a:pt x="337" y="359"/>
                    <a:pt x="334" y="360"/>
                    <a:pt x="331" y="361"/>
                  </a:cubicBezTo>
                  <a:cubicBezTo>
                    <a:pt x="330" y="362"/>
                    <a:pt x="330" y="362"/>
                    <a:pt x="329" y="362"/>
                  </a:cubicBezTo>
                  <a:cubicBezTo>
                    <a:pt x="327" y="363"/>
                    <a:pt x="327" y="363"/>
                    <a:pt x="327" y="363"/>
                  </a:cubicBezTo>
                  <a:cubicBezTo>
                    <a:pt x="325" y="363"/>
                    <a:pt x="325" y="363"/>
                    <a:pt x="325" y="363"/>
                  </a:cubicBezTo>
                  <a:cubicBezTo>
                    <a:pt x="322" y="364"/>
                    <a:pt x="319" y="365"/>
                    <a:pt x="316" y="365"/>
                  </a:cubicBezTo>
                  <a:cubicBezTo>
                    <a:pt x="310" y="366"/>
                    <a:pt x="304" y="367"/>
                    <a:pt x="297" y="367"/>
                  </a:cubicBezTo>
                  <a:cubicBezTo>
                    <a:pt x="291" y="366"/>
                    <a:pt x="285" y="365"/>
                    <a:pt x="279" y="364"/>
                  </a:cubicBezTo>
                  <a:cubicBezTo>
                    <a:pt x="276" y="363"/>
                    <a:pt x="273" y="362"/>
                    <a:pt x="270" y="361"/>
                  </a:cubicBezTo>
                  <a:cubicBezTo>
                    <a:pt x="269" y="361"/>
                    <a:pt x="269" y="361"/>
                    <a:pt x="268" y="360"/>
                  </a:cubicBezTo>
                  <a:cubicBezTo>
                    <a:pt x="267" y="360"/>
                    <a:pt x="267" y="360"/>
                    <a:pt x="267" y="360"/>
                  </a:cubicBezTo>
                  <a:cubicBezTo>
                    <a:pt x="266" y="360"/>
                    <a:pt x="266" y="360"/>
                    <a:pt x="266" y="360"/>
                  </a:cubicBezTo>
                  <a:cubicBezTo>
                    <a:pt x="265" y="359"/>
                    <a:pt x="265" y="359"/>
                    <a:pt x="265" y="359"/>
                  </a:cubicBezTo>
                  <a:cubicBezTo>
                    <a:pt x="263" y="358"/>
                    <a:pt x="263" y="358"/>
                    <a:pt x="263" y="358"/>
                  </a:cubicBezTo>
                  <a:cubicBezTo>
                    <a:pt x="261" y="357"/>
                    <a:pt x="261" y="357"/>
                    <a:pt x="261" y="357"/>
                  </a:cubicBezTo>
                  <a:cubicBezTo>
                    <a:pt x="256" y="354"/>
                    <a:pt x="256" y="354"/>
                    <a:pt x="256" y="354"/>
                  </a:cubicBezTo>
                  <a:cubicBezTo>
                    <a:pt x="251" y="361"/>
                    <a:pt x="251" y="361"/>
                    <a:pt x="251" y="361"/>
                  </a:cubicBezTo>
                  <a:cubicBezTo>
                    <a:pt x="248" y="364"/>
                    <a:pt x="248" y="364"/>
                    <a:pt x="248" y="364"/>
                  </a:cubicBezTo>
                  <a:cubicBezTo>
                    <a:pt x="246" y="366"/>
                    <a:pt x="246" y="366"/>
                    <a:pt x="246" y="366"/>
                  </a:cubicBezTo>
                  <a:cubicBezTo>
                    <a:pt x="243" y="369"/>
                    <a:pt x="243" y="369"/>
                    <a:pt x="243" y="369"/>
                  </a:cubicBezTo>
                  <a:cubicBezTo>
                    <a:pt x="241" y="371"/>
                    <a:pt x="239" y="373"/>
                    <a:pt x="237" y="375"/>
                  </a:cubicBezTo>
                  <a:cubicBezTo>
                    <a:pt x="233" y="379"/>
                    <a:pt x="230" y="383"/>
                    <a:pt x="226" y="386"/>
                  </a:cubicBezTo>
                  <a:cubicBezTo>
                    <a:pt x="231" y="383"/>
                    <a:pt x="236" y="378"/>
                    <a:pt x="241" y="374"/>
                  </a:cubicBezTo>
                  <a:cubicBezTo>
                    <a:pt x="243" y="372"/>
                    <a:pt x="245" y="370"/>
                    <a:pt x="247" y="367"/>
                  </a:cubicBezTo>
                  <a:cubicBezTo>
                    <a:pt x="249" y="366"/>
                    <a:pt x="249" y="366"/>
                    <a:pt x="249" y="366"/>
                  </a:cubicBezTo>
                  <a:cubicBezTo>
                    <a:pt x="250" y="365"/>
                    <a:pt x="250" y="365"/>
                    <a:pt x="250" y="365"/>
                  </a:cubicBezTo>
                  <a:cubicBezTo>
                    <a:pt x="251" y="363"/>
                    <a:pt x="251" y="363"/>
                    <a:pt x="251" y="363"/>
                  </a:cubicBezTo>
                  <a:cubicBezTo>
                    <a:pt x="257" y="357"/>
                    <a:pt x="257" y="357"/>
                    <a:pt x="257" y="357"/>
                  </a:cubicBezTo>
                  <a:cubicBezTo>
                    <a:pt x="261" y="359"/>
                    <a:pt x="261" y="359"/>
                    <a:pt x="261" y="359"/>
                  </a:cubicBezTo>
                  <a:cubicBezTo>
                    <a:pt x="263" y="360"/>
                    <a:pt x="263" y="360"/>
                    <a:pt x="263" y="360"/>
                  </a:cubicBezTo>
                  <a:cubicBezTo>
                    <a:pt x="264" y="361"/>
                    <a:pt x="264" y="361"/>
                    <a:pt x="264" y="361"/>
                  </a:cubicBezTo>
                  <a:cubicBezTo>
                    <a:pt x="266" y="362"/>
                    <a:pt x="266" y="362"/>
                    <a:pt x="267" y="362"/>
                  </a:cubicBezTo>
                  <a:cubicBezTo>
                    <a:pt x="269" y="363"/>
                    <a:pt x="269" y="363"/>
                    <a:pt x="269" y="363"/>
                  </a:cubicBezTo>
                  <a:cubicBezTo>
                    <a:pt x="272" y="364"/>
                    <a:pt x="275" y="365"/>
                    <a:pt x="278" y="366"/>
                  </a:cubicBezTo>
                  <a:cubicBezTo>
                    <a:pt x="284" y="367"/>
                    <a:pt x="291" y="368"/>
                    <a:pt x="297" y="369"/>
                  </a:cubicBezTo>
                  <a:cubicBezTo>
                    <a:pt x="303" y="369"/>
                    <a:pt x="310" y="369"/>
                    <a:pt x="316" y="368"/>
                  </a:cubicBezTo>
                  <a:cubicBezTo>
                    <a:pt x="319" y="367"/>
                    <a:pt x="322" y="367"/>
                    <a:pt x="325" y="366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9" y="365"/>
                    <a:pt x="329" y="365"/>
                    <a:pt x="329" y="365"/>
                  </a:cubicBezTo>
                  <a:cubicBezTo>
                    <a:pt x="330" y="364"/>
                    <a:pt x="331" y="364"/>
                    <a:pt x="331" y="364"/>
                  </a:cubicBezTo>
                  <a:cubicBezTo>
                    <a:pt x="334" y="363"/>
                    <a:pt x="336" y="362"/>
                    <a:pt x="339" y="361"/>
                  </a:cubicBezTo>
                  <a:cubicBezTo>
                    <a:pt x="342" y="368"/>
                    <a:pt x="342" y="368"/>
                    <a:pt x="342" y="368"/>
                  </a:cubicBezTo>
                  <a:cubicBezTo>
                    <a:pt x="342" y="369"/>
                    <a:pt x="342" y="370"/>
                    <a:pt x="343" y="371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4" y="373"/>
                    <a:pt x="344" y="373"/>
                    <a:pt x="344" y="373"/>
                  </a:cubicBezTo>
                  <a:cubicBezTo>
                    <a:pt x="345" y="376"/>
                    <a:pt x="346" y="378"/>
                    <a:pt x="348" y="381"/>
                  </a:cubicBezTo>
                  <a:cubicBezTo>
                    <a:pt x="351" y="386"/>
                    <a:pt x="354" y="390"/>
                    <a:pt x="358" y="394"/>
                  </a:cubicBezTo>
                  <a:cubicBezTo>
                    <a:pt x="361" y="399"/>
                    <a:pt x="366" y="403"/>
                    <a:pt x="370" y="406"/>
                  </a:cubicBezTo>
                  <a:cubicBezTo>
                    <a:pt x="372" y="408"/>
                    <a:pt x="375" y="409"/>
                    <a:pt x="377" y="411"/>
                  </a:cubicBezTo>
                  <a:cubicBezTo>
                    <a:pt x="378" y="411"/>
                    <a:pt x="378" y="411"/>
                    <a:pt x="378" y="411"/>
                  </a:cubicBezTo>
                  <a:cubicBezTo>
                    <a:pt x="379" y="412"/>
                    <a:pt x="379" y="412"/>
                    <a:pt x="379" y="412"/>
                  </a:cubicBezTo>
                  <a:cubicBezTo>
                    <a:pt x="380" y="413"/>
                    <a:pt x="381" y="413"/>
                    <a:pt x="382" y="414"/>
                  </a:cubicBezTo>
                  <a:cubicBezTo>
                    <a:pt x="384" y="415"/>
                    <a:pt x="386" y="416"/>
                    <a:pt x="388" y="417"/>
                  </a:cubicBezTo>
                  <a:cubicBezTo>
                    <a:pt x="381" y="433"/>
                    <a:pt x="381" y="433"/>
                    <a:pt x="381" y="433"/>
                  </a:cubicBezTo>
                  <a:cubicBezTo>
                    <a:pt x="376" y="445"/>
                    <a:pt x="376" y="445"/>
                    <a:pt x="376" y="445"/>
                  </a:cubicBezTo>
                  <a:cubicBezTo>
                    <a:pt x="372" y="454"/>
                    <a:pt x="369" y="462"/>
                    <a:pt x="365" y="471"/>
                  </a:cubicBezTo>
                  <a:cubicBezTo>
                    <a:pt x="359" y="488"/>
                    <a:pt x="352" y="504"/>
                    <a:pt x="346" y="521"/>
                  </a:cubicBezTo>
                  <a:cubicBezTo>
                    <a:pt x="352" y="505"/>
                    <a:pt x="358" y="488"/>
                    <a:pt x="365" y="471"/>
                  </a:cubicBezTo>
                  <a:cubicBezTo>
                    <a:pt x="368" y="462"/>
                    <a:pt x="372" y="454"/>
                    <a:pt x="375" y="445"/>
                  </a:cubicBezTo>
                  <a:cubicBezTo>
                    <a:pt x="377" y="441"/>
                    <a:pt x="379" y="437"/>
                    <a:pt x="381" y="433"/>
                  </a:cubicBezTo>
                  <a:cubicBezTo>
                    <a:pt x="388" y="417"/>
                    <a:pt x="388" y="417"/>
                    <a:pt x="388" y="417"/>
                  </a:cubicBezTo>
                  <a:cubicBezTo>
                    <a:pt x="385" y="416"/>
                    <a:pt x="382" y="414"/>
                    <a:pt x="380" y="413"/>
                  </a:cubicBezTo>
                  <a:cubicBezTo>
                    <a:pt x="380" y="413"/>
                    <a:pt x="379" y="413"/>
                    <a:pt x="379" y="412"/>
                  </a:cubicBezTo>
                  <a:cubicBezTo>
                    <a:pt x="378" y="412"/>
                    <a:pt x="378" y="412"/>
                    <a:pt x="378" y="412"/>
                  </a:cubicBezTo>
                  <a:cubicBezTo>
                    <a:pt x="377" y="411"/>
                    <a:pt x="377" y="411"/>
                    <a:pt x="377" y="411"/>
                  </a:cubicBezTo>
                  <a:cubicBezTo>
                    <a:pt x="376" y="411"/>
                    <a:pt x="375" y="410"/>
                    <a:pt x="375" y="410"/>
                  </a:cubicBezTo>
                  <a:cubicBezTo>
                    <a:pt x="372" y="408"/>
                    <a:pt x="369" y="406"/>
                    <a:pt x="366" y="403"/>
                  </a:cubicBezTo>
                  <a:cubicBezTo>
                    <a:pt x="360" y="398"/>
                    <a:pt x="355" y="392"/>
                    <a:pt x="351" y="386"/>
                  </a:cubicBezTo>
                  <a:cubicBezTo>
                    <a:pt x="349" y="382"/>
                    <a:pt x="347" y="379"/>
                    <a:pt x="345" y="376"/>
                  </a:cubicBezTo>
                  <a:cubicBezTo>
                    <a:pt x="345" y="375"/>
                    <a:pt x="344" y="374"/>
                    <a:pt x="344" y="373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2" y="370"/>
                    <a:pt x="342" y="370"/>
                    <a:pt x="342" y="370"/>
                  </a:cubicBezTo>
                  <a:cubicBezTo>
                    <a:pt x="341" y="367"/>
                    <a:pt x="340" y="364"/>
                    <a:pt x="339" y="361"/>
                  </a:cubicBezTo>
                  <a:cubicBezTo>
                    <a:pt x="336" y="362"/>
                    <a:pt x="334" y="363"/>
                    <a:pt x="331" y="364"/>
                  </a:cubicBezTo>
                  <a:cubicBezTo>
                    <a:pt x="330" y="364"/>
                    <a:pt x="330" y="365"/>
                    <a:pt x="329" y="365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5" y="366"/>
                    <a:pt x="325" y="366"/>
                    <a:pt x="325" y="366"/>
                  </a:cubicBezTo>
                  <a:cubicBezTo>
                    <a:pt x="322" y="367"/>
                    <a:pt x="319" y="368"/>
                    <a:pt x="316" y="368"/>
                  </a:cubicBezTo>
                  <a:cubicBezTo>
                    <a:pt x="309" y="369"/>
                    <a:pt x="303" y="369"/>
                    <a:pt x="297" y="369"/>
                  </a:cubicBezTo>
                  <a:cubicBezTo>
                    <a:pt x="290" y="369"/>
                    <a:pt x="284" y="368"/>
                    <a:pt x="278" y="366"/>
                  </a:cubicBezTo>
                  <a:cubicBezTo>
                    <a:pt x="275" y="366"/>
                    <a:pt x="272" y="365"/>
                    <a:pt x="269" y="364"/>
                  </a:cubicBezTo>
                  <a:cubicBezTo>
                    <a:pt x="268" y="363"/>
                    <a:pt x="267" y="363"/>
                    <a:pt x="267" y="363"/>
                  </a:cubicBezTo>
                  <a:cubicBezTo>
                    <a:pt x="266" y="362"/>
                    <a:pt x="266" y="362"/>
                    <a:pt x="264" y="362"/>
                  </a:cubicBezTo>
                  <a:cubicBezTo>
                    <a:pt x="262" y="361"/>
                    <a:pt x="262" y="361"/>
                    <a:pt x="262" y="361"/>
                  </a:cubicBezTo>
                  <a:cubicBezTo>
                    <a:pt x="261" y="360"/>
                    <a:pt x="261" y="360"/>
                    <a:pt x="261" y="360"/>
                  </a:cubicBezTo>
                  <a:cubicBezTo>
                    <a:pt x="257" y="358"/>
                    <a:pt x="257" y="358"/>
                    <a:pt x="257" y="358"/>
                  </a:cubicBezTo>
                  <a:cubicBezTo>
                    <a:pt x="252" y="364"/>
                    <a:pt x="252" y="364"/>
                    <a:pt x="252" y="364"/>
                  </a:cubicBezTo>
                  <a:cubicBezTo>
                    <a:pt x="250" y="366"/>
                    <a:pt x="250" y="366"/>
                    <a:pt x="250" y="366"/>
                  </a:cubicBezTo>
                  <a:cubicBezTo>
                    <a:pt x="248" y="368"/>
                    <a:pt x="248" y="368"/>
                    <a:pt x="248" y="368"/>
                  </a:cubicBezTo>
                  <a:cubicBezTo>
                    <a:pt x="246" y="370"/>
                    <a:pt x="244" y="372"/>
                    <a:pt x="241" y="375"/>
                  </a:cubicBezTo>
                  <a:cubicBezTo>
                    <a:pt x="237" y="379"/>
                    <a:pt x="232" y="383"/>
                    <a:pt x="227" y="387"/>
                  </a:cubicBezTo>
                  <a:cubicBezTo>
                    <a:pt x="225" y="389"/>
                    <a:pt x="222" y="391"/>
                    <a:pt x="220" y="392"/>
                  </a:cubicBezTo>
                  <a:cubicBezTo>
                    <a:pt x="217" y="395"/>
                    <a:pt x="215" y="397"/>
                    <a:pt x="212" y="398"/>
                  </a:cubicBezTo>
                  <a:cubicBezTo>
                    <a:pt x="208" y="402"/>
                    <a:pt x="204" y="405"/>
                    <a:pt x="204" y="406"/>
                  </a:cubicBezTo>
                  <a:cubicBezTo>
                    <a:pt x="205" y="406"/>
                    <a:pt x="206" y="406"/>
                    <a:pt x="208" y="405"/>
                  </a:cubicBezTo>
                  <a:cubicBezTo>
                    <a:pt x="208" y="405"/>
                    <a:pt x="208" y="406"/>
                    <a:pt x="208" y="406"/>
                  </a:cubicBezTo>
                  <a:cubicBezTo>
                    <a:pt x="209" y="411"/>
                    <a:pt x="214" y="426"/>
                    <a:pt x="223" y="449"/>
                  </a:cubicBezTo>
                  <a:cubicBezTo>
                    <a:pt x="222" y="449"/>
                    <a:pt x="222" y="449"/>
                    <a:pt x="222" y="449"/>
                  </a:cubicBezTo>
                  <a:cubicBezTo>
                    <a:pt x="217" y="438"/>
                    <a:pt x="214" y="431"/>
                    <a:pt x="212" y="427"/>
                  </a:cubicBezTo>
                  <a:cubicBezTo>
                    <a:pt x="210" y="423"/>
                    <a:pt x="209" y="422"/>
                    <a:pt x="209" y="422"/>
                  </a:cubicBezTo>
                  <a:cubicBezTo>
                    <a:pt x="207" y="421"/>
                    <a:pt x="208" y="426"/>
                    <a:pt x="206" y="423"/>
                  </a:cubicBezTo>
                  <a:cubicBezTo>
                    <a:pt x="216" y="445"/>
                    <a:pt x="225" y="467"/>
                    <a:pt x="232" y="490"/>
                  </a:cubicBezTo>
                  <a:cubicBezTo>
                    <a:pt x="234" y="496"/>
                    <a:pt x="238" y="507"/>
                    <a:pt x="240" y="513"/>
                  </a:cubicBezTo>
                  <a:cubicBezTo>
                    <a:pt x="251" y="541"/>
                    <a:pt x="260" y="569"/>
                    <a:pt x="268" y="598"/>
                  </a:cubicBezTo>
                  <a:cubicBezTo>
                    <a:pt x="271" y="608"/>
                    <a:pt x="271" y="608"/>
                    <a:pt x="271" y="608"/>
                  </a:cubicBezTo>
                  <a:cubicBezTo>
                    <a:pt x="273" y="614"/>
                    <a:pt x="273" y="614"/>
                    <a:pt x="273" y="614"/>
                  </a:cubicBezTo>
                  <a:cubicBezTo>
                    <a:pt x="274" y="619"/>
                    <a:pt x="274" y="619"/>
                    <a:pt x="274" y="619"/>
                  </a:cubicBezTo>
                  <a:cubicBezTo>
                    <a:pt x="275" y="622"/>
                    <a:pt x="275" y="622"/>
                    <a:pt x="275" y="622"/>
                  </a:cubicBezTo>
                  <a:cubicBezTo>
                    <a:pt x="268" y="622"/>
                    <a:pt x="268" y="622"/>
                    <a:pt x="268" y="622"/>
                  </a:cubicBezTo>
                  <a:cubicBezTo>
                    <a:pt x="268" y="621"/>
                    <a:pt x="268" y="621"/>
                    <a:pt x="268" y="621"/>
                  </a:cubicBezTo>
                  <a:cubicBezTo>
                    <a:pt x="263" y="604"/>
                    <a:pt x="263" y="604"/>
                    <a:pt x="263" y="604"/>
                  </a:cubicBezTo>
                  <a:cubicBezTo>
                    <a:pt x="261" y="595"/>
                    <a:pt x="261" y="595"/>
                    <a:pt x="261" y="595"/>
                  </a:cubicBezTo>
                  <a:cubicBezTo>
                    <a:pt x="257" y="582"/>
                    <a:pt x="253" y="570"/>
                    <a:pt x="249" y="557"/>
                  </a:cubicBezTo>
                  <a:cubicBezTo>
                    <a:pt x="241" y="532"/>
                    <a:pt x="232" y="507"/>
                    <a:pt x="223" y="483"/>
                  </a:cubicBezTo>
                  <a:cubicBezTo>
                    <a:pt x="218" y="471"/>
                    <a:pt x="213" y="459"/>
                    <a:pt x="208" y="447"/>
                  </a:cubicBezTo>
                  <a:cubicBezTo>
                    <a:pt x="206" y="441"/>
                    <a:pt x="203" y="435"/>
                    <a:pt x="201" y="42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0" y="406"/>
                    <a:pt x="190" y="406"/>
                    <a:pt x="190" y="406"/>
                  </a:cubicBezTo>
                  <a:cubicBezTo>
                    <a:pt x="185" y="407"/>
                    <a:pt x="185" y="407"/>
                    <a:pt x="185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1" y="408"/>
                    <a:pt x="181" y="408"/>
                  </a:cubicBezTo>
                  <a:cubicBezTo>
                    <a:pt x="180" y="408"/>
                    <a:pt x="180" y="408"/>
                    <a:pt x="180" y="408"/>
                  </a:cubicBezTo>
                  <a:cubicBezTo>
                    <a:pt x="178" y="408"/>
                    <a:pt x="177" y="408"/>
                    <a:pt x="175" y="408"/>
                  </a:cubicBezTo>
                  <a:cubicBezTo>
                    <a:pt x="172" y="408"/>
                    <a:pt x="169" y="407"/>
                    <a:pt x="166" y="407"/>
                  </a:cubicBezTo>
                  <a:cubicBezTo>
                    <a:pt x="159" y="405"/>
                    <a:pt x="154" y="402"/>
                    <a:pt x="149" y="397"/>
                  </a:cubicBezTo>
                  <a:cubicBezTo>
                    <a:pt x="144" y="393"/>
                    <a:pt x="140" y="388"/>
                    <a:pt x="138" y="382"/>
                  </a:cubicBezTo>
                  <a:cubicBezTo>
                    <a:pt x="136" y="376"/>
                    <a:pt x="136" y="370"/>
                    <a:pt x="138" y="366"/>
                  </a:cubicBezTo>
                  <a:cubicBezTo>
                    <a:pt x="139" y="364"/>
                    <a:pt x="141" y="362"/>
                    <a:pt x="143" y="360"/>
                  </a:cubicBezTo>
                  <a:cubicBezTo>
                    <a:pt x="145" y="358"/>
                    <a:pt x="148" y="357"/>
                    <a:pt x="151" y="356"/>
                  </a:cubicBezTo>
                  <a:cubicBezTo>
                    <a:pt x="156" y="355"/>
                    <a:pt x="162" y="356"/>
                    <a:pt x="167" y="359"/>
                  </a:cubicBezTo>
                  <a:cubicBezTo>
                    <a:pt x="172" y="362"/>
                    <a:pt x="177" y="367"/>
                    <a:pt x="180" y="373"/>
                  </a:cubicBezTo>
                  <a:cubicBezTo>
                    <a:pt x="181" y="374"/>
                    <a:pt x="182" y="375"/>
                    <a:pt x="183" y="377"/>
                  </a:cubicBezTo>
                  <a:cubicBezTo>
                    <a:pt x="185" y="382"/>
                    <a:pt x="185" y="382"/>
                    <a:pt x="185" y="382"/>
                  </a:cubicBezTo>
                  <a:cubicBezTo>
                    <a:pt x="193" y="398"/>
                    <a:pt x="193" y="398"/>
                    <a:pt x="193" y="398"/>
                  </a:cubicBezTo>
                  <a:cubicBezTo>
                    <a:pt x="195" y="397"/>
                    <a:pt x="197" y="396"/>
                    <a:pt x="200" y="395"/>
                  </a:cubicBezTo>
                  <a:cubicBezTo>
                    <a:pt x="201" y="394"/>
                    <a:pt x="202" y="394"/>
                    <a:pt x="203" y="393"/>
                  </a:cubicBezTo>
                  <a:cubicBezTo>
                    <a:pt x="204" y="393"/>
                    <a:pt x="205" y="392"/>
                    <a:pt x="206" y="392"/>
                  </a:cubicBezTo>
                  <a:cubicBezTo>
                    <a:pt x="207" y="391"/>
                    <a:pt x="207" y="391"/>
                    <a:pt x="207" y="391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10" y="389"/>
                    <a:pt x="210" y="389"/>
                    <a:pt x="210" y="389"/>
                  </a:cubicBezTo>
                  <a:cubicBezTo>
                    <a:pt x="211" y="388"/>
                    <a:pt x="212" y="388"/>
                    <a:pt x="213" y="387"/>
                  </a:cubicBezTo>
                  <a:cubicBezTo>
                    <a:pt x="218" y="384"/>
                    <a:pt x="222" y="381"/>
                    <a:pt x="226" y="378"/>
                  </a:cubicBezTo>
                  <a:cubicBezTo>
                    <a:pt x="230" y="374"/>
                    <a:pt x="234" y="371"/>
                    <a:pt x="238" y="367"/>
                  </a:cubicBezTo>
                  <a:cubicBezTo>
                    <a:pt x="240" y="365"/>
                    <a:pt x="242" y="363"/>
                    <a:pt x="243" y="361"/>
                  </a:cubicBezTo>
                  <a:cubicBezTo>
                    <a:pt x="244" y="360"/>
                    <a:pt x="244" y="360"/>
                    <a:pt x="244" y="360"/>
                  </a:cubicBezTo>
                  <a:cubicBezTo>
                    <a:pt x="245" y="359"/>
                    <a:pt x="245" y="359"/>
                    <a:pt x="245" y="359"/>
                  </a:cubicBezTo>
                  <a:cubicBezTo>
                    <a:pt x="246" y="358"/>
                    <a:pt x="246" y="358"/>
                    <a:pt x="247" y="357"/>
                  </a:cubicBezTo>
                  <a:cubicBezTo>
                    <a:pt x="249" y="355"/>
                    <a:pt x="250" y="353"/>
                    <a:pt x="252" y="351"/>
                  </a:cubicBezTo>
                  <a:cubicBezTo>
                    <a:pt x="250" y="349"/>
                    <a:pt x="249" y="347"/>
                    <a:pt x="248" y="345"/>
                  </a:cubicBezTo>
                  <a:cubicBezTo>
                    <a:pt x="247" y="344"/>
                    <a:pt x="247" y="344"/>
                    <a:pt x="247" y="344"/>
                  </a:cubicBezTo>
                  <a:cubicBezTo>
                    <a:pt x="247" y="344"/>
                    <a:pt x="246" y="343"/>
                    <a:pt x="246" y="343"/>
                  </a:cubicBezTo>
                  <a:cubicBezTo>
                    <a:pt x="246" y="343"/>
                    <a:pt x="246" y="343"/>
                    <a:pt x="246" y="343"/>
                  </a:cubicBezTo>
                  <a:cubicBezTo>
                    <a:pt x="246" y="342"/>
                    <a:pt x="246" y="342"/>
                    <a:pt x="245" y="341"/>
                  </a:cubicBezTo>
                  <a:cubicBezTo>
                    <a:pt x="245" y="340"/>
                    <a:pt x="244" y="338"/>
                    <a:pt x="243" y="336"/>
                  </a:cubicBezTo>
                  <a:cubicBezTo>
                    <a:pt x="243" y="335"/>
                    <a:pt x="243" y="334"/>
                    <a:pt x="243" y="333"/>
                  </a:cubicBezTo>
                  <a:cubicBezTo>
                    <a:pt x="243" y="332"/>
                    <a:pt x="243" y="332"/>
                    <a:pt x="242" y="331"/>
                  </a:cubicBezTo>
                  <a:cubicBezTo>
                    <a:pt x="242" y="331"/>
                    <a:pt x="242" y="330"/>
                    <a:pt x="242" y="330"/>
                  </a:cubicBezTo>
                  <a:cubicBezTo>
                    <a:pt x="242" y="328"/>
                    <a:pt x="242" y="326"/>
                    <a:pt x="243" y="324"/>
                  </a:cubicBezTo>
                  <a:cubicBezTo>
                    <a:pt x="244" y="315"/>
                    <a:pt x="247" y="306"/>
                    <a:pt x="252" y="299"/>
                  </a:cubicBezTo>
                  <a:cubicBezTo>
                    <a:pt x="254" y="296"/>
                    <a:pt x="257" y="293"/>
                    <a:pt x="260" y="291"/>
                  </a:cubicBezTo>
                  <a:cubicBezTo>
                    <a:pt x="263" y="289"/>
                    <a:pt x="267" y="288"/>
                    <a:pt x="270" y="288"/>
                  </a:cubicBezTo>
                  <a:cubicBezTo>
                    <a:pt x="274" y="288"/>
                    <a:pt x="277" y="290"/>
                    <a:pt x="280" y="292"/>
                  </a:cubicBezTo>
                  <a:cubicBezTo>
                    <a:pt x="283" y="294"/>
                    <a:pt x="286" y="297"/>
                    <a:pt x="287" y="300"/>
                  </a:cubicBezTo>
                  <a:cubicBezTo>
                    <a:pt x="288" y="304"/>
                    <a:pt x="288" y="307"/>
                    <a:pt x="287" y="311"/>
                  </a:cubicBezTo>
                  <a:cubicBezTo>
                    <a:pt x="287" y="315"/>
                    <a:pt x="285" y="319"/>
                    <a:pt x="283" y="323"/>
                  </a:cubicBezTo>
                  <a:cubicBezTo>
                    <a:pt x="280" y="327"/>
                    <a:pt x="278" y="330"/>
                    <a:pt x="275" y="334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2" y="338"/>
                    <a:pt x="272" y="338"/>
                    <a:pt x="272" y="338"/>
                  </a:cubicBezTo>
                  <a:cubicBezTo>
                    <a:pt x="267" y="344"/>
                    <a:pt x="267" y="344"/>
                    <a:pt x="267" y="344"/>
                  </a:cubicBezTo>
                  <a:cubicBezTo>
                    <a:pt x="266" y="346"/>
                    <a:pt x="265" y="347"/>
                    <a:pt x="265" y="349"/>
                  </a:cubicBezTo>
                  <a:cubicBezTo>
                    <a:pt x="265" y="349"/>
                    <a:pt x="265" y="350"/>
                    <a:pt x="265" y="350"/>
                  </a:cubicBezTo>
                  <a:cubicBezTo>
                    <a:pt x="265" y="351"/>
                    <a:pt x="266" y="351"/>
                    <a:pt x="266" y="351"/>
                  </a:cubicBezTo>
                  <a:cubicBezTo>
                    <a:pt x="266" y="351"/>
                    <a:pt x="266" y="351"/>
                    <a:pt x="266" y="351"/>
                  </a:cubicBezTo>
                  <a:cubicBezTo>
                    <a:pt x="266" y="352"/>
                    <a:pt x="266" y="352"/>
                    <a:pt x="266" y="352"/>
                  </a:cubicBezTo>
                  <a:cubicBezTo>
                    <a:pt x="267" y="354"/>
                    <a:pt x="268" y="354"/>
                    <a:pt x="270" y="355"/>
                  </a:cubicBezTo>
                  <a:cubicBezTo>
                    <a:pt x="272" y="356"/>
                    <a:pt x="274" y="357"/>
                    <a:pt x="276" y="357"/>
                  </a:cubicBezTo>
                  <a:cubicBezTo>
                    <a:pt x="277" y="358"/>
                    <a:pt x="278" y="358"/>
                    <a:pt x="280" y="358"/>
                  </a:cubicBezTo>
                  <a:cubicBezTo>
                    <a:pt x="281" y="358"/>
                    <a:pt x="282" y="359"/>
                    <a:pt x="283" y="359"/>
                  </a:cubicBezTo>
                  <a:cubicBezTo>
                    <a:pt x="285" y="359"/>
                    <a:pt x="285" y="359"/>
                    <a:pt x="285" y="359"/>
                  </a:cubicBezTo>
                  <a:cubicBezTo>
                    <a:pt x="287" y="360"/>
                    <a:pt x="287" y="360"/>
                    <a:pt x="287" y="360"/>
                  </a:cubicBezTo>
                  <a:cubicBezTo>
                    <a:pt x="292" y="360"/>
                    <a:pt x="297" y="361"/>
                    <a:pt x="302" y="361"/>
                  </a:cubicBezTo>
                  <a:cubicBezTo>
                    <a:pt x="308" y="361"/>
                    <a:pt x="313" y="360"/>
                    <a:pt x="318" y="359"/>
                  </a:cubicBezTo>
                  <a:cubicBezTo>
                    <a:pt x="321" y="359"/>
                    <a:pt x="324" y="358"/>
                    <a:pt x="327" y="357"/>
                  </a:cubicBezTo>
                  <a:cubicBezTo>
                    <a:pt x="327" y="357"/>
                    <a:pt x="328" y="356"/>
                    <a:pt x="329" y="356"/>
                  </a:cubicBezTo>
                  <a:cubicBezTo>
                    <a:pt x="330" y="355"/>
                    <a:pt x="331" y="355"/>
                    <a:pt x="332" y="355"/>
                  </a:cubicBezTo>
                  <a:cubicBezTo>
                    <a:pt x="338" y="352"/>
                    <a:pt x="338" y="352"/>
                    <a:pt x="338" y="352"/>
                  </a:cubicBezTo>
                  <a:cubicBezTo>
                    <a:pt x="338" y="347"/>
                    <a:pt x="338" y="347"/>
                    <a:pt x="338" y="347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3"/>
                    <a:pt x="337" y="343"/>
                    <a:pt x="337" y="343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3"/>
                    <a:pt x="335" y="330"/>
                    <a:pt x="335" y="327"/>
                  </a:cubicBezTo>
                  <a:cubicBezTo>
                    <a:pt x="336" y="321"/>
                    <a:pt x="337" y="315"/>
                    <a:pt x="340" y="310"/>
                  </a:cubicBezTo>
                  <a:cubicBezTo>
                    <a:pt x="342" y="307"/>
                    <a:pt x="343" y="305"/>
                    <a:pt x="345" y="303"/>
                  </a:cubicBezTo>
                  <a:cubicBezTo>
                    <a:pt x="347" y="302"/>
                    <a:pt x="348" y="301"/>
                    <a:pt x="349" y="300"/>
                  </a:cubicBezTo>
                  <a:cubicBezTo>
                    <a:pt x="350" y="299"/>
                    <a:pt x="351" y="299"/>
                    <a:pt x="352" y="298"/>
                  </a:cubicBezTo>
                  <a:cubicBezTo>
                    <a:pt x="357" y="296"/>
                    <a:pt x="363" y="295"/>
                    <a:pt x="367" y="297"/>
                  </a:cubicBezTo>
                  <a:cubicBezTo>
                    <a:pt x="368" y="297"/>
                    <a:pt x="369" y="298"/>
                    <a:pt x="370" y="299"/>
                  </a:cubicBezTo>
                  <a:cubicBezTo>
                    <a:pt x="370" y="299"/>
                    <a:pt x="371" y="299"/>
                    <a:pt x="371" y="300"/>
                  </a:cubicBezTo>
                  <a:cubicBezTo>
                    <a:pt x="372" y="300"/>
                    <a:pt x="372" y="301"/>
                    <a:pt x="373" y="301"/>
                  </a:cubicBezTo>
                  <a:cubicBezTo>
                    <a:pt x="374" y="304"/>
                    <a:pt x="376" y="306"/>
                    <a:pt x="377" y="308"/>
                  </a:cubicBezTo>
                  <a:cubicBezTo>
                    <a:pt x="378" y="311"/>
                    <a:pt x="378" y="313"/>
                    <a:pt x="378" y="316"/>
                  </a:cubicBezTo>
                  <a:cubicBezTo>
                    <a:pt x="378" y="319"/>
                    <a:pt x="377" y="322"/>
                    <a:pt x="376" y="324"/>
                  </a:cubicBezTo>
                  <a:cubicBezTo>
                    <a:pt x="374" y="330"/>
                    <a:pt x="371" y="335"/>
                    <a:pt x="366" y="339"/>
                  </a:cubicBezTo>
                  <a:cubicBezTo>
                    <a:pt x="364" y="342"/>
                    <a:pt x="362" y="344"/>
                    <a:pt x="359" y="346"/>
                  </a:cubicBezTo>
                  <a:cubicBezTo>
                    <a:pt x="359" y="346"/>
                    <a:pt x="358" y="347"/>
                    <a:pt x="357" y="347"/>
                  </a:cubicBezTo>
                  <a:cubicBezTo>
                    <a:pt x="356" y="348"/>
                    <a:pt x="356" y="348"/>
                    <a:pt x="356" y="348"/>
                  </a:cubicBezTo>
                  <a:cubicBezTo>
                    <a:pt x="355" y="349"/>
                    <a:pt x="355" y="349"/>
                    <a:pt x="355" y="349"/>
                  </a:cubicBezTo>
                  <a:cubicBezTo>
                    <a:pt x="352" y="351"/>
                    <a:pt x="349" y="353"/>
                    <a:pt x="346" y="355"/>
                  </a:cubicBezTo>
                  <a:cubicBezTo>
                    <a:pt x="347" y="357"/>
                    <a:pt x="348" y="359"/>
                    <a:pt x="349" y="361"/>
                  </a:cubicBezTo>
                  <a:cubicBezTo>
                    <a:pt x="349" y="362"/>
                    <a:pt x="350" y="363"/>
                    <a:pt x="350" y="364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1" y="367"/>
                    <a:pt x="351" y="367"/>
                    <a:pt x="351" y="367"/>
                  </a:cubicBezTo>
                  <a:cubicBezTo>
                    <a:pt x="352" y="369"/>
                    <a:pt x="353" y="372"/>
                    <a:pt x="354" y="374"/>
                  </a:cubicBezTo>
                  <a:cubicBezTo>
                    <a:pt x="357" y="378"/>
                    <a:pt x="360" y="383"/>
                    <a:pt x="363" y="387"/>
                  </a:cubicBezTo>
                  <a:cubicBezTo>
                    <a:pt x="366" y="392"/>
                    <a:pt x="370" y="396"/>
                    <a:pt x="374" y="399"/>
                  </a:cubicBezTo>
                  <a:cubicBezTo>
                    <a:pt x="375" y="400"/>
                    <a:pt x="377" y="401"/>
                    <a:pt x="378" y="401"/>
                  </a:cubicBezTo>
                  <a:cubicBezTo>
                    <a:pt x="378" y="402"/>
                    <a:pt x="379" y="402"/>
                    <a:pt x="379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2" y="404"/>
                    <a:pt x="382" y="404"/>
                    <a:pt x="382" y="404"/>
                  </a:cubicBezTo>
                  <a:cubicBezTo>
                    <a:pt x="384" y="405"/>
                    <a:pt x="386" y="406"/>
                    <a:pt x="388" y="407"/>
                  </a:cubicBezTo>
                  <a:cubicBezTo>
                    <a:pt x="390" y="408"/>
                    <a:pt x="392" y="409"/>
                    <a:pt x="394" y="410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407" y="384"/>
                    <a:pt x="407" y="384"/>
                    <a:pt x="407" y="384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10" y="378"/>
                    <a:pt x="410" y="378"/>
                    <a:pt x="410" y="378"/>
                  </a:cubicBezTo>
                  <a:cubicBezTo>
                    <a:pt x="410" y="377"/>
                    <a:pt x="410" y="377"/>
                    <a:pt x="410" y="377"/>
                  </a:cubicBezTo>
                  <a:cubicBezTo>
                    <a:pt x="411" y="377"/>
                    <a:pt x="411" y="376"/>
                    <a:pt x="412" y="375"/>
                  </a:cubicBezTo>
                  <a:cubicBezTo>
                    <a:pt x="414" y="373"/>
                    <a:pt x="416" y="370"/>
                    <a:pt x="418" y="368"/>
                  </a:cubicBezTo>
                  <a:cubicBezTo>
                    <a:pt x="420" y="366"/>
                    <a:pt x="423" y="364"/>
                    <a:pt x="425" y="363"/>
                  </a:cubicBezTo>
                  <a:cubicBezTo>
                    <a:pt x="426" y="362"/>
                    <a:pt x="428" y="362"/>
                    <a:pt x="429" y="362"/>
                  </a:cubicBezTo>
                  <a:cubicBezTo>
                    <a:pt x="429" y="362"/>
                    <a:pt x="430" y="362"/>
                    <a:pt x="430" y="362"/>
                  </a:cubicBezTo>
                  <a:cubicBezTo>
                    <a:pt x="431" y="362"/>
                    <a:pt x="431" y="362"/>
                    <a:pt x="432" y="362"/>
                  </a:cubicBezTo>
                  <a:cubicBezTo>
                    <a:pt x="436" y="363"/>
                    <a:pt x="441" y="367"/>
                    <a:pt x="443" y="372"/>
                  </a:cubicBezTo>
                  <a:cubicBezTo>
                    <a:pt x="445" y="377"/>
                    <a:pt x="446" y="384"/>
                    <a:pt x="445" y="390"/>
                  </a:cubicBezTo>
                  <a:cubicBezTo>
                    <a:pt x="445" y="393"/>
                    <a:pt x="444" y="396"/>
                    <a:pt x="442" y="399"/>
                  </a:cubicBezTo>
                  <a:cubicBezTo>
                    <a:pt x="441" y="402"/>
                    <a:pt x="440" y="404"/>
                    <a:pt x="438" y="406"/>
                  </a:cubicBezTo>
                  <a:cubicBezTo>
                    <a:pt x="434" y="411"/>
                    <a:pt x="428" y="414"/>
                    <a:pt x="422" y="416"/>
                  </a:cubicBezTo>
                  <a:cubicBezTo>
                    <a:pt x="419" y="417"/>
                    <a:pt x="416" y="417"/>
                    <a:pt x="413" y="417"/>
                  </a:cubicBezTo>
                  <a:cubicBezTo>
                    <a:pt x="411" y="418"/>
                    <a:pt x="410" y="418"/>
                    <a:pt x="408" y="418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7"/>
                    <a:pt x="404" y="417"/>
                    <a:pt x="403" y="417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2"/>
                    <a:pt x="387" y="442"/>
                    <a:pt x="387" y="442"/>
                  </a:cubicBezTo>
                  <a:cubicBezTo>
                    <a:pt x="384" y="449"/>
                    <a:pt x="381" y="456"/>
                    <a:pt x="378" y="463"/>
                  </a:cubicBezTo>
                  <a:cubicBezTo>
                    <a:pt x="372" y="477"/>
                    <a:pt x="367" y="492"/>
                    <a:pt x="362" y="506"/>
                  </a:cubicBezTo>
                  <a:cubicBezTo>
                    <a:pt x="351" y="535"/>
                    <a:pt x="342" y="564"/>
                    <a:pt x="333" y="593"/>
                  </a:cubicBezTo>
                  <a:cubicBezTo>
                    <a:pt x="330" y="604"/>
                    <a:pt x="330" y="604"/>
                    <a:pt x="330" y="604"/>
                  </a:cubicBezTo>
                  <a:cubicBezTo>
                    <a:pt x="327" y="613"/>
                    <a:pt x="327" y="613"/>
                    <a:pt x="327" y="613"/>
                  </a:cubicBezTo>
                  <a:cubicBezTo>
                    <a:pt x="326" y="619"/>
                    <a:pt x="326" y="619"/>
                    <a:pt x="326" y="619"/>
                  </a:cubicBezTo>
                  <a:cubicBezTo>
                    <a:pt x="325" y="621"/>
                    <a:pt x="325" y="621"/>
                    <a:pt x="325" y="621"/>
                  </a:cubicBezTo>
                  <a:cubicBezTo>
                    <a:pt x="325" y="622"/>
                    <a:pt x="325" y="622"/>
                    <a:pt x="325" y="622"/>
                  </a:cubicBezTo>
                  <a:lnTo>
                    <a:pt x="318" y="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" name="Freeform 56">
            <a:extLst>
              <a:ext uri="{FF2B5EF4-FFF2-40B4-BE49-F238E27FC236}">
                <a16:creationId xmlns:a16="http://schemas.microsoft.com/office/drawing/2014/main" id="{7B015970-1922-3C6E-3993-842A990D45D6}"/>
              </a:ext>
            </a:extLst>
          </p:cNvPr>
          <p:cNvSpPr>
            <a:spLocks/>
          </p:cNvSpPr>
          <p:nvPr/>
        </p:nvSpPr>
        <p:spPr bwMode="auto">
          <a:xfrm>
            <a:off x="343601" y="1248868"/>
            <a:ext cx="6908845" cy="4410689"/>
          </a:xfrm>
          <a:custGeom>
            <a:avLst/>
            <a:gdLst>
              <a:gd name="T0" fmla="*/ 145 w 153"/>
              <a:gd name="T1" fmla="*/ 2 h 52"/>
              <a:gd name="T2" fmla="*/ 143 w 153"/>
              <a:gd name="T3" fmla="*/ 4 h 52"/>
              <a:gd name="T4" fmla="*/ 121 w 153"/>
              <a:gd name="T5" fmla="*/ 3 h 52"/>
              <a:gd name="T6" fmla="*/ 84 w 153"/>
              <a:gd name="T7" fmla="*/ 4 h 52"/>
              <a:gd name="T8" fmla="*/ 29 w 153"/>
              <a:gd name="T9" fmla="*/ 3 h 52"/>
              <a:gd name="T10" fmla="*/ 23 w 153"/>
              <a:gd name="T11" fmla="*/ 4 h 52"/>
              <a:gd name="T12" fmla="*/ 7 w 153"/>
              <a:gd name="T13" fmla="*/ 4 h 52"/>
              <a:gd name="T14" fmla="*/ 4 w 153"/>
              <a:gd name="T15" fmla="*/ 33 h 52"/>
              <a:gd name="T16" fmla="*/ 5 w 153"/>
              <a:gd name="T17" fmla="*/ 45 h 52"/>
              <a:gd name="T18" fmla="*/ 17 w 153"/>
              <a:gd name="T19" fmla="*/ 49 h 52"/>
              <a:gd name="T20" fmla="*/ 27 w 153"/>
              <a:gd name="T21" fmla="*/ 49 h 52"/>
              <a:gd name="T22" fmla="*/ 38 w 153"/>
              <a:gd name="T23" fmla="*/ 48 h 52"/>
              <a:gd name="T24" fmla="*/ 41 w 153"/>
              <a:gd name="T25" fmla="*/ 49 h 52"/>
              <a:gd name="T26" fmla="*/ 57 w 153"/>
              <a:gd name="T27" fmla="*/ 48 h 52"/>
              <a:gd name="T28" fmla="*/ 61 w 153"/>
              <a:gd name="T29" fmla="*/ 49 h 52"/>
              <a:gd name="T30" fmla="*/ 68 w 153"/>
              <a:gd name="T31" fmla="*/ 49 h 52"/>
              <a:gd name="T32" fmla="*/ 102 w 153"/>
              <a:gd name="T33" fmla="*/ 49 h 52"/>
              <a:gd name="T34" fmla="*/ 149 w 153"/>
              <a:gd name="T35" fmla="*/ 49 h 52"/>
              <a:gd name="T36" fmla="*/ 150 w 153"/>
              <a:gd name="T37" fmla="*/ 24 h 52"/>
              <a:gd name="T38" fmla="*/ 150 w 153"/>
              <a:gd name="T39" fmla="*/ 3 h 52"/>
              <a:gd name="T40" fmla="*/ 151 w 153"/>
              <a:gd name="T41" fmla="*/ 1 h 52"/>
              <a:gd name="T42" fmla="*/ 153 w 153"/>
              <a:gd name="T43" fmla="*/ 3 h 52"/>
              <a:gd name="T44" fmla="*/ 152 w 153"/>
              <a:gd name="T45" fmla="*/ 5 h 52"/>
              <a:gd name="T46" fmla="*/ 152 w 153"/>
              <a:gd name="T47" fmla="*/ 24 h 52"/>
              <a:gd name="T48" fmla="*/ 151 w 153"/>
              <a:gd name="T49" fmla="*/ 27 h 52"/>
              <a:gd name="T50" fmla="*/ 152 w 153"/>
              <a:gd name="T51" fmla="*/ 36 h 52"/>
              <a:gd name="T52" fmla="*/ 153 w 153"/>
              <a:gd name="T53" fmla="*/ 49 h 52"/>
              <a:gd name="T54" fmla="*/ 152 w 153"/>
              <a:gd name="T55" fmla="*/ 52 h 52"/>
              <a:gd name="T56" fmla="*/ 135 w 153"/>
              <a:gd name="T57" fmla="*/ 49 h 52"/>
              <a:gd name="T58" fmla="*/ 109 w 153"/>
              <a:gd name="T59" fmla="*/ 50 h 52"/>
              <a:gd name="T60" fmla="*/ 100 w 153"/>
              <a:gd name="T61" fmla="*/ 51 h 52"/>
              <a:gd name="T62" fmla="*/ 72 w 153"/>
              <a:gd name="T63" fmla="*/ 52 h 52"/>
              <a:gd name="T64" fmla="*/ 57 w 153"/>
              <a:gd name="T65" fmla="*/ 50 h 52"/>
              <a:gd name="T66" fmla="*/ 17 w 153"/>
              <a:gd name="T67" fmla="*/ 51 h 52"/>
              <a:gd name="T68" fmla="*/ 3 w 153"/>
              <a:gd name="T69" fmla="*/ 52 h 52"/>
              <a:gd name="T70" fmla="*/ 3 w 153"/>
              <a:gd name="T71" fmla="*/ 46 h 52"/>
              <a:gd name="T72" fmla="*/ 2 w 153"/>
              <a:gd name="T73" fmla="*/ 43 h 52"/>
              <a:gd name="T74" fmla="*/ 4 w 153"/>
              <a:gd name="T75" fmla="*/ 4 h 52"/>
              <a:gd name="T76" fmla="*/ 0 w 153"/>
              <a:gd name="T77" fmla="*/ 3 h 52"/>
              <a:gd name="T78" fmla="*/ 3 w 153"/>
              <a:gd name="T79" fmla="*/ 2 h 52"/>
              <a:gd name="T80" fmla="*/ 19 w 153"/>
              <a:gd name="T81" fmla="*/ 2 h 52"/>
              <a:gd name="T82" fmla="*/ 27 w 153"/>
              <a:gd name="T83" fmla="*/ 1 h 52"/>
              <a:gd name="T84" fmla="*/ 35 w 153"/>
              <a:gd name="T85" fmla="*/ 2 h 52"/>
              <a:gd name="T86" fmla="*/ 44 w 153"/>
              <a:gd name="T87" fmla="*/ 1 h 52"/>
              <a:gd name="T88" fmla="*/ 83 w 153"/>
              <a:gd name="T89" fmla="*/ 2 h 52"/>
              <a:gd name="T90" fmla="*/ 92 w 153"/>
              <a:gd name="T91" fmla="*/ 2 h 52"/>
              <a:gd name="T92" fmla="*/ 123 w 153"/>
              <a:gd name="T93" fmla="*/ 1 h 52"/>
              <a:gd name="T94" fmla="*/ 135 w 153"/>
              <a:gd name="T95" fmla="*/ 1 h 52"/>
              <a:gd name="T96" fmla="*/ 145 w 153"/>
              <a:gd name="T97" fmla="*/ 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3" h="52">
                <a:moveTo>
                  <a:pt x="145" y="2"/>
                </a:moveTo>
                <a:cubicBezTo>
                  <a:pt x="145" y="4"/>
                  <a:pt x="142" y="3"/>
                  <a:pt x="143" y="4"/>
                </a:cubicBezTo>
                <a:cubicBezTo>
                  <a:pt x="135" y="4"/>
                  <a:pt x="129" y="2"/>
                  <a:pt x="121" y="3"/>
                </a:cubicBezTo>
                <a:cubicBezTo>
                  <a:pt x="110" y="3"/>
                  <a:pt x="98" y="4"/>
                  <a:pt x="84" y="4"/>
                </a:cubicBezTo>
                <a:cubicBezTo>
                  <a:pt x="66" y="4"/>
                  <a:pt x="47" y="3"/>
                  <a:pt x="29" y="3"/>
                </a:cubicBezTo>
                <a:cubicBezTo>
                  <a:pt x="27" y="3"/>
                  <a:pt x="25" y="4"/>
                  <a:pt x="23" y="4"/>
                </a:cubicBezTo>
                <a:cubicBezTo>
                  <a:pt x="18" y="4"/>
                  <a:pt x="12" y="3"/>
                  <a:pt x="7" y="4"/>
                </a:cubicBezTo>
                <a:cubicBezTo>
                  <a:pt x="4" y="13"/>
                  <a:pt x="4" y="23"/>
                  <a:pt x="4" y="33"/>
                </a:cubicBezTo>
                <a:cubicBezTo>
                  <a:pt x="4" y="37"/>
                  <a:pt x="4" y="41"/>
                  <a:pt x="5" y="45"/>
                </a:cubicBezTo>
                <a:cubicBezTo>
                  <a:pt x="3" y="51"/>
                  <a:pt x="12" y="49"/>
                  <a:pt x="17" y="49"/>
                </a:cubicBezTo>
                <a:cubicBezTo>
                  <a:pt x="20" y="49"/>
                  <a:pt x="24" y="49"/>
                  <a:pt x="27" y="49"/>
                </a:cubicBezTo>
                <a:cubicBezTo>
                  <a:pt x="31" y="49"/>
                  <a:pt x="33" y="48"/>
                  <a:pt x="38" y="48"/>
                </a:cubicBezTo>
                <a:cubicBezTo>
                  <a:pt x="39" y="48"/>
                  <a:pt x="40" y="49"/>
                  <a:pt x="41" y="49"/>
                </a:cubicBezTo>
                <a:cubicBezTo>
                  <a:pt x="47" y="49"/>
                  <a:pt x="51" y="48"/>
                  <a:pt x="57" y="48"/>
                </a:cubicBezTo>
                <a:cubicBezTo>
                  <a:pt x="59" y="48"/>
                  <a:pt x="60" y="49"/>
                  <a:pt x="61" y="49"/>
                </a:cubicBezTo>
                <a:cubicBezTo>
                  <a:pt x="63" y="50"/>
                  <a:pt x="66" y="49"/>
                  <a:pt x="68" y="49"/>
                </a:cubicBezTo>
                <a:cubicBezTo>
                  <a:pt x="79" y="50"/>
                  <a:pt x="91" y="50"/>
                  <a:pt x="102" y="49"/>
                </a:cubicBezTo>
                <a:cubicBezTo>
                  <a:pt x="118" y="48"/>
                  <a:pt x="132" y="47"/>
                  <a:pt x="149" y="49"/>
                </a:cubicBezTo>
                <a:cubicBezTo>
                  <a:pt x="149" y="40"/>
                  <a:pt x="150" y="33"/>
                  <a:pt x="150" y="24"/>
                </a:cubicBezTo>
                <a:cubicBezTo>
                  <a:pt x="150" y="16"/>
                  <a:pt x="149" y="11"/>
                  <a:pt x="150" y="3"/>
                </a:cubicBezTo>
                <a:cubicBezTo>
                  <a:pt x="151" y="3"/>
                  <a:pt x="151" y="2"/>
                  <a:pt x="151" y="1"/>
                </a:cubicBezTo>
                <a:cubicBezTo>
                  <a:pt x="152" y="1"/>
                  <a:pt x="153" y="3"/>
                  <a:pt x="153" y="3"/>
                </a:cubicBezTo>
                <a:cubicBezTo>
                  <a:pt x="153" y="4"/>
                  <a:pt x="152" y="4"/>
                  <a:pt x="152" y="5"/>
                </a:cubicBezTo>
                <a:cubicBezTo>
                  <a:pt x="151" y="12"/>
                  <a:pt x="152" y="18"/>
                  <a:pt x="152" y="24"/>
                </a:cubicBezTo>
                <a:cubicBezTo>
                  <a:pt x="152" y="25"/>
                  <a:pt x="151" y="26"/>
                  <a:pt x="151" y="27"/>
                </a:cubicBezTo>
                <a:cubicBezTo>
                  <a:pt x="151" y="30"/>
                  <a:pt x="152" y="33"/>
                  <a:pt x="152" y="36"/>
                </a:cubicBezTo>
                <a:cubicBezTo>
                  <a:pt x="151" y="41"/>
                  <a:pt x="149" y="47"/>
                  <a:pt x="153" y="49"/>
                </a:cubicBezTo>
                <a:cubicBezTo>
                  <a:pt x="152" y="50"/>
                  <a:pt x="152" y="51"/>
                  <a:pt x="152" y="52"/>
                </a:cubicBezTo>
                <a:cubicBezTo>
                  <a:pt x="147" y="49"/>
                  <a:pt x="140" y="51"/>
                  <a:pt x="135" y="49"/>
                </a:cubicBezTo>
                <a:cubicBezTo>
                  <a:pt x="128" y="49"/>
                  <a:pt x="116" y="50"/>
                  <a:pt x="109" y="50"/>
                </a:cubicBezTo>
                <a:cubicBezTo>
                  <a:pt x="107" y="51"/>
                  <a:pt x="103" y="51"/>
                  <a:pt x="100" y="51"/>
                </a:cubicBezTo>
                <a:cubicBezTo>
                  <a:pt x="91" y="51"/>
                  <a:pt x="81" y="52"/>
                  <a:pt x="72" y="52"/>
                </a:cubicBezTo>
                <a:cubicBezTo>
                  <a:pt x="67" y="52"/>
                  <a:pt x="61" y="52"/>
                  <a:pt x="57" y="50"/>
                </a:cubicBezTo>
                <a:cubicBezTo>
                  <a:pt x="44" y="50"/>
                  <a:pt x="30" y="51"/>
                  <a:pt x="17" y="51"/>
                </a:cubicBezTo>
                <a:cubicBezTo>
                  <a:pt x="13" y="52"/>
                  <a:pt x="7" y="52"/>
                  <a:pt x="3" y="52"/>
                </a:cubicBezTo>
                <a:cubicBezTo>
                  <a:pt x="2" y="50"/>
                  <a:pt x="3" y="48"/>
                  <a:pt x="3" y="46"/>
                </a:cubicBezTo>
                <a:cubicBezTo>
                  <a:pt x="3" y="45"/>
                  <a:pt x="2" y="44"/>
                  <a:pt x="2" y="43"/>
                </a:cubicBezTo>
                <a:cubicBezTo>
                  <a:pt x="1" y="30"/>
                  <a:pt x="3" y="19"/>
                  <a:pt x="4" y="4"/>
                </a:cubicBezTo>
                <a:cubicBezTo>
                  <a:pt x="4" y="3"/>
                  <a:pt x="1" y="4"/>
                  <a:pt x="0" y="3"/>
                </a:cubicBezTo>
                <a:cubicBezTo>
                  <a:pt x="1" y="1"/>
                  <a:pt x="2" y="1"/>
                  <a:pt x="3" y="2"/>
                </a:cubicBezTo>
                <a:cubicBezTo>
                  <a:pt x="8" y="1"/>
                  <a:pt x="14" y="2"/>
                  <a:pt x="19" y="2"/>
                </a:cubicBezTo>
                <a:cubicBezTo>
                  <a:pt x="22" y="2"/>
                  <a:pt x="25" y="1"/>
                  <a:pt x="27" y="1"/>
                </a:cubicBezTo>
                <a:cubicBezTo>
                  <a:pt x="30" y="1"/>
                  <a:pt x="32" y="2"/>
                  <a:pt x="35" y="2"/>
                </a:cubicBezTo>
                <a:cubicBezTo>
                  <a:pt x="38" y="2"/>
                  <a:pt x="41" y="2"/>
                  <a:pt x="44" y="1"/>
                </a:cubicBezTo>
                <a:cubicBezTo>
                  <a:pt x="56" y="1"/>
                  <a:pt x="70" y="2"/>
                  <a:pt x="83" y="2"/>
                </a:cubicBezTo>
                <a:cubicBezTo>
                  <a:pt x="86" y="2"/>
                  <a:pt x="89" y="2"/>
                  <a:pt x="92" y="2"/>
                </a:cubicBezTo>
                <a:cubicBezTo>
                  <a:pt x="101" y="2"/>
                  <a:pt x="113" y="1"/>
                  <a:pt x="123" y="1"/>
                </a:cubicBezTo>
                <a:cubicBezTo>
                  <a:pt x="127" y="1"/>
                  <a:pt x="131" y="1"/>
                  <a:pt x="135" y="1"/>
                </a:cubicBezTo>
                <a:cubicBezTo>
                  <a:pt x="138" y="2"/>
                  <a:pt x="142" y="0"/>
                  <a:pt x="145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63D8CD-CCED-2C74-8900-13B5D3F99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4" y="1863557"/>
            <a:ext cx="6285490" cy="3130886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2320285E-E358-046D-3BF8-0C1A9071EFBD}"/>
              </a:ext>
            </a:extLst>
          </p:cNvPr>
          <p:cNvSpPr>
            <a:spLocks/>
          </p:cNvSpPr>
          <p:nvPr/>
        </p:nvSpPr>
        <p:spPr bwMode="auto">
          <a:xfrm rot="18525991">
            <a:off x="7376812" y="3913663"/>
            <a:ext cx="378794" cy="649142"/>
          </a:xfrm>
          <a:custGeom>
            <a:avLst/>
            <a:gdLst>
              <a:gd name="T0" fmla="*/ 79 w 188"/>
              <a:gd name="T1" fmla="*/ 206 h 211"/>
              <a:gd name="T2" fmla="*/ 87 w 188"/>
              <a:gd name="T3" fmla="*/ 206 h 211"/>
              <a:gd name="T4" fmla="*/ 80 w 188"/>
              <a:gd name="T5" fmla="*/ 146 h 211"/>
              <a:gd name="T6" fmla="*/ 68 w 188"/>
              <a:gd name="T7" fmla="*/ 103 h 211"/>
              <a:gd name="T8" fmla="*/ 16 w 188"/>
              <a:gd name="T9" fmla="*/ 115 h 211"/>
              <a:gd name="T10" fmla="*/ 72 w 188"/>
              <a:gd name="T11" fmla="*/ 12 h 211"/>
              <a:gd name="T12" fmla="*/ 163 w 188"/>
              <a:gd name="T13" fmla="*/ 98 h 211"/>
              <a:gd name="T14" fmla="*/ 115 w 188"/>
              <a:gd name="T15" fmla="*/ 100 h 211"/>
              <a:gd name="T16" fmla="*/ 89 w 188"/>
              <a:gd name="T17" fmla="*/ 106 h 211"/>
              <a:gd name="T18" fmla="*/ 138 w 188"/>
              <a:gd name="T19" fmla="*/ 183 h 211"/>
              <a:gd name="T20" fmla="*/ 92 w 188"/>
              <a:gd name="T21" fmla="*/ 196 h 211"/>
              <a:gd name="T22" fmla="*/ 122 w 188"/>
              <a:gd name="T23" fmla="*/ 195 h 211"/>
              <a:gd name="T24" fmla="*/ 139 w 188"/>
              <a:gd name="T25" fmla="*/ 164 h 211"/>
              <a:gd name="T26" fmla="*/ 102 w 188"/>
              <a:gd name="T27" fmla="*/ 108 h 211"/>
              <a:gd name="T28" fmla="*/ 162 w 188"/>
              <a:gd name="T29" fmla="*/ 106 h 211"/>
              <a:gd name="T30" fmla="*/ 160 w 188"/>
              <a:gd name="T31" fmla="*/ 84 h 211"/>
              <a:gd name="T32" fmla="*/ 116 w 188"/>
              <a:gd name="T33" fmla="*/ 44 h 211"/>
              <a:gd name="T34" fmla="*/ 70 w 188"/>
              <a:gd name="T35" fmla="*/ 1 h 211"/>
              <a:gd name="T36" fmla="*/ 28 w 188"/>
              <a:gd name="T37" fmla="*/ 87 h 211"/>
              <a:gd name="T38" fmla="*/ 1 w 188"/>
              <a:gd name="T39" fmla="*/ 119 h 211"/>
              <a:gd name="T40" fmla="*/ 64 w 188"/>
              <a:gd name="T41" fmla="*/ 112 h 211"/>
              <a:gd name="T42" fmla="*/ 79 w 188"/>
              <a:gd name="T43" fmla="*/ 20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8" h="211">
                <a:moveTo>
                  <a:pt x="79" y="206"/>
                </a:moveTo>
                <a:cubicBezTo>
                  <a:pt x="79" y="211"/>
                  <a:pt x="87" y="211"/>
                  <a:pt x="87" y="206"/>
                </a:cubicBezTo>
                <a:cubicBezTo>
                  <a:pt x="87" y="186"/>
                  <a:pt x="84" y="165"/>
                  <a:pt x="80" y="146"/>
                </a:cubicBezTo>
                <a:cubicBezTo>
                  <a:pt x="79" y="138"/>
                  <a:pt x="76" y="106"/>
                  <a:pt x="68" y="103"/>
                </a:cubicBezTo>
                <a:cubicBezTo>
                  <a:pt x="60" y="100"/>
                  <a:pt x="27" y="115"/>
                  <a:pt x="16" y="115"/>
                </a:cubicBezTo>
                <a:cubicBezTo>
                  <a:pt x="45" y="88"/>
                  <a:pt x="54" y="46"/>
                  <a:pt x="72" y="12"/>
                </a:cubicBezTo>
                <a:cubicBezTo>
                  <a:pt x="100" y="43"/>
                  <a:pt x="132" y="70"/>
                  <a:pt x="163" y="98"/>
                </a:cubicBezTo>
                <a:cubicBezTo>
                  <a:pt x="147" y="98"/>
                  <a:pt x="131" y="100"/>
                  <a:pt x="115" y="100"/>
                </a:cubicBezTo>
                <a:cubicBezTo>
                  <a:pt x="113" y="100"/>
                  <a:pt x="80" y="96"/>
                  <a:pt x="89" y="106"/>
                </a:cubicBezTo>
                <a:cubicBezTo>
                  <a:pt x="110" y="128"/>
                  <a:pt x="128" y="153"/>
                  <a:pt x="138" y="183"/>
                </a:cubicBezTo>
                <a:cubicBezTo>
                  <a:pt x="129" y="185"/>
                  <a:pt x="96" y="188"/>
                  <a:pt x="92" y="196"/>
                </a:cubicBezTo>
                <a:cubicBezTo>
                  <a:pt x="85" y="207"/>
                  <a:pt x="121" y="196"/>
                  <a:pt x="122" y="195"/>
                </a:cubicBezTo>
                <a:cubicBezTo>
                  <a:pt x="147" y="189"/>
                  <a:pt x="150" y="189"/>
                  <a:pt x="139" y="164"/>
                </a:cubicBezTo>
                <a:cubicBezTo>
                  <a:pt x="130" y="143"/>
                  <a:pt x="117" y="125"/>
                  <a:pt x="102" y="108"/>
                </a:cubicBezTo>
                <a:cubicBezTo>
                  <a:pt x="122" y="109"/>
                  <a:pt x="142" y="106"/>
                  <a:pt x="162" y="106"/>
                </a:cubicBezTo>
                <a:cubicBezTo>
                  <a:pt x="188" y="106"/>
                  <a:pt x="173" y="96"/>
                  <a:pt x="160" y="84"/>
                </a:cubicBezTo>
                <a:cubicBezTo>
                  <a:pt x="145" y="71"/>
                  <a:pt x="130" y="58"/>
                  <a:pt x="116" y="44"/>
                </a:cubicBezTo>
                <a:cubicBezTo>
                  <a:pt x="109" y="38"/>
                  <a:pt x="79" y="0"/>
                  <a:pt x="70" y="1"/>
                </a:cubicBezTo>
                <a:cubicBezTo>
                  <a:pt x="57" y="3"/>
                  <a:pt x="35" y="75"/>
                  <a:pt x="28" y="87"/>
                </a:cubicBezTo>
                <a:cubicBezTo>
                  <a:pt x="24" y="93"/>
                  <a:pt x="0" y="115"/>
                  <a:pt x="1" y="119"/>
                </a:cubicBezTo>
                <a:cubicBezTo>
                  <a:pt x="4" y="133"/>
                  <a:pt x="56" y="116"/>
                  <a:pt x="64" y="112"/>
                </a:cubicBezTo>
                <a:cubicBezTo>
                  <a:pt x="73" y="141"/>
                  <a:pt x="79" y="179"/>
                  <a:pt x="79" y="2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5F7F3C-4002-8324-F150-90DB7B07ACFB}"/>
              </a:ext>
            </a:extLst>
          </p:cNvPr>
          <p:cNvSpPr txBox="1"/>
          <p:nvPr/>
        </p:nvSpPr>
        <p:spPr>
          <a:xfrm>
            <a:off x="7981082" y="1947720"/>
            <a:ext cx="27765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現在利用可能なモデルは、Claude Haiku 4.5、Sonnet 4.6、Opus 4.7、Nova 2 Liteです。</a:t>
            </a:r>
            <a:b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</a:br>
            <a: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今後も新しいモデルを順次追加していく予定です。</a:t>
            </a:r>
            <a:endParaRPr lang="en-US" altLang="zh-CN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BA9AE-67C3-D10F-30B7-BECFEA6F6086}"/>
              </a:ext>
            </a:extLst>
          </p:cNvPr>
          <p:cNvSpPr txBox="1"/>
          <p:nvPr/>
        </p:nvSpPr>
        <p:spPr>
          <a:xfrm>
            <a:off x="7981082" y="4490526"/>
            <a:ext cx="277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チャット中でもモデルを切り替えることができます。</a:t>
            </a:r>
            <a:endParaRPr lang="en-US" altLang="zh-CN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1744233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7D076-E1AE-92AA-7F15-C096ABD0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25A5AE9-B16C-0C35-8860-0448149F94BC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B1B38978-FDA3-ADE4-B718-A48D05AAF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1E99C9AA-826B-8411-E0CF-45BBB28FE626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F261B2CA-246B-5D38-603C-2489ADE4F2CC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3.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システム構成図</a:t>
            </a:r>
            <a:endParaRPr lang="zh-CN" altLang="en-US" sz="1600" b="1" dirty="0">
              <a:solidFill>
                <a:srgbClr val="9DC3E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87" name="Freeform 18">
            <a:extLst>
              <a:ext uri="{FF2B5EF4-FFF2-40B4-BE49-F238E27FC236}">
                <a16:creationId xmlns:a16="http://schemas.microsoft.com/office/drawing/2014/main" id="{E15519FC-63DA-486F-9B3E-ACD0A649F8AC}"/>
              </a:ext>
            </a:extLst>
          </p:cNvPr>
          <p:cNvSpPr>
            <a:spLocks/>
          </p:cNvSpPr>
          <p:nvPr/>
        </p:nvSpPr>
        <p:spPr bwMode="auto">
          <a:xfrm>
            <a:off x="579404" y="2007698"/>
            <a:ext cx="24173" cy="19932"/>
          </a:xfrm>
          <a:custGeom>
            <a:avLst/>
            <a:gdLst>
              <a:gd name="T0" fmla="*/ 0 w 54"/>
              <a:gd name="T1" fmla="*/ 18 h 44"/>
              <a:gd name="T2" fmla="*/ 54 w 54"/>
              <a:gd name="T3" fmla="*/ 0 h 44"/>
              <a:gd name="T4" fmla="*/ 46 w 54"/>
              <a:gd name="T5" fmla="*/ 44 h 44"/>
              <a:gd name="T6" fmla="*/ 39 w 54"/>
              <a:gd name="T7" fmla="*/ 23 h 44"/>
              <a:gd name="T8" fmla="*/ 0 w 54"/>
              <a:gd name="T9" fmla="*/ 1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44">
                <a:moveTo>
                  <a:pt x="0" y="18"/>
                </a:moveTo>
                <a:cubicBezTo>
                  <a:pt x="0" y="18"/>
                  <a:pt x="30" y="19"/>
                  <a:pt x="54" y="0"/>
                </a:cubicBezTo>
                <a:cubicBezTo>
                  <a:pt x="46" y="44"/>
                  <a:pt x="46" y="44"/>
                  <a:pt x="46" y="44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3"/>
                  <a:pt x="28" y="31"/>
                  <a:pt x="0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1FDD924-BFD8-F045-3117-C1C945140A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77" y="733071"/>
            <a:ext cx="10919505" cy="608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34814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椭圆 31"/>
          <p:cNvSpPr/>
          <p:nvPr/>
        </p:nvSpPr>
        <p:spPr>
          <a:xfrm>
            <a:off x="1353229" y="2896199"/>
            <a:ext cx="1025483" cy="1240243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492792" y="2881196"/>
            <a:ext cx="217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pc="-300" dirty="0">
                <a:latin typeface="Meiryo UI" panose="020B0604030504040204" pitchFamily="34" charset="-128"/>
                <a:ea typeface="Meiryo UI" panose="020B0604030504040204" pitchFamily="34" charset="-128"/>
              </a:rPr>
              <a:t> AWS </a:t>
            </a:r>
            <a:r>
              <a:rPr lang="ja-JP" altLang="en-US" b="1" spc="-300" dirty="0">
                <a:latin typeface="Meiryo UI" panose="020B0604030504040204" pitchFamily="34" charset="-128"/>
                <a:ea typeface="Meiryo UI" panose="020B0604030504040204" pitchFamily="34" charset="-128"/>
              </a:rPr>
              <a:t>サービス</a:t>
            </a:r>
            <a:endParaRPr lang="zh-CN" altLang="en-US" b="1" spc="-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519637" y="3449656"/>
            <a:ext cx="3407291" cy="75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AI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エージェントの実行、モデル推論、社内規程検索、文書保管、ベクトル検索およびアクセス権限管理に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AWS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の各種マネージドサービスを利用しています。</a:t>
            </a:r>
          </a:p>
        </p:txBody>
      </p:sp>
      <p:sp>
        <p:nvSpPr>
          <p:cNvPr id="72" name="矩形 71"/>
          <p:cNvSpPr/>
          <p:nvPr/>
        </p:nvSpPr>
        <p:spPr>
          <a:xfrm>
            <a:off x="1422123" y="3363253"/>
            <a:ext cx="8803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01</a:t>
            </a:r>
            <a:endParaRPr lang="zh-CN" altLang="en-US" sz="2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6" name="任意多边形 65"/>
          <p:cNvSpPr/>
          <p:nvPr/>
        </p:nvSpPr>
        <p:spPr>
          <a:xfrm>
            <a:off x="2618113" y="3363253"/>
            <a:ext cx="3036019" cy="18000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7" name="椭圆 31"/>
          <p:cNvSpPr/>
          <p:nvPr/>
        </p:nvSpPr>
        <p:spPr>
          <a:xfrm>
            <a:off x="6506034" y="2896199"/>
            <a:ext cx="1025483" cy="1240243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7677433" y="2896199"/>
            <a:ext cx="31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spc="-300" dirty="0">
                <a:latin typeface="Meiryo UI" panose="020B0604030504040204" pitchFamily="34" charset="-128"/>
                <a:ea typeface="Meiryo UI" panose="020B0604030504040204" pitchFamily="34" charset="-128"/>
              </a:rPr>
              <a:t>アプリケーション ・ ミドルウェア</a:t>
            </a:r>
            <a:endParaRPr lang="zh-CN" altLang="en-US" b="1" spc="-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704278" y="3464659"/>
            <a:ext cx="3407291" cy="98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Open </a:t>
            </a:r>
            <a:r>
              <a:rPr lang="en-US" altLang="ja-JP" sz="12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WebUI</a:t>
            </a:r>
            <a:r>
              <a:rPr lang="zh-CN" altLang="zh-CN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画面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をユーザーインターフェースとして使用し、カスタム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Pipe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関数で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AWS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サービスと連携します。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Docker Compose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で実行環境を管理し、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SQLite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にユーザー情報、設定およびチャット履歴を保存します。</a:t>
            </a:r>
            <a:endParaRPr lang="zh-CN" alt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606765" y="3405378"/>
            <a:ext cx="8803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02</a:t>
            </a:r>
            <a:endParaRPr lang="zh-CN" altLang="en-US" sz="2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5" name="任意多边形 114"/>
          <p:cNvSpPr/>
          <p:nvPr/>
        </p:nvSpPr>
        <p:spPr>
          <a:xfrm>
            <a:off x="7802754" y="3378256"/>
            <a:ext cx="3036019" cy="18000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76" name="组合 75"/>
          <p:cNvGrpSpPr/>
          <p:nvPr/>
        </p:nvGrpSpPr>
        <p:grpSpPr>
          <a:xfrm rot="20595534" flipH="1">
            <a:off x="6832917" y="2972973"/>
            <a:ext cx="462231" cy="612337"/>
            <a:chOff x="6349289" y="689341"/>
            <a:chExt cx="240568" cy="318691"/>
          </a:xfrm>
        </p:grpSpPr>
        <p:grpSp>
          <p:nvGrpSpPr>
            <p:cNvPr id="77" name="组合 76"/>
            <p:cNvGrpSpPr/>
            <p:nvPr/>
          </p:nvGrpSpPr>
          <p:grpSpPr>
            <a:xfrm rot="735509">
              <a:off x="6349289" y="689341"/>
              <a:ext cx="240568" cy="279631"/>
              <a:chOff x="7319233" y="478676"/>
              <a:chExt cx="580936" cy="675267"/>
            </a:xfrm>
          </p:grpSpPr>
          <p:sp>
            <p:nvSpPr>
              <p:cNvPr id="79" name="任意多边形 78"/>
              <p:cNvSpPr/>
              <p:nvPr/>
            </p:nvSpPr>
            <p:spPr>
              <a:xfrm>
                <a:off x="7319233" y="478676"/>
                <a:ext cx="580936" cy="675267"/>
              </a:xfrm>
              <a:custGeom>
                <a:avLst/>
                <a:gdLst>
                  <a:gd name="connsiteX0" fmla="*/ 169694 w 579891"/>
                  <a:gd name="connsiteY0" fmla="*/ 674526 h 674526"/>
                  <a:gd name="connsiteX1" fmla="*/ 193757 w 579891"/>
                  <a:gd name="connsiteY1" fmla="*/ 421863 h 674526"/>
                  <a:gd name="connsiteX2" fmla="*/ 1252 w 579891"/>
                  <a:gd name="connsiteY2" fmla="*/ 241390 h 674526"/>
                  <a:gd name="connsiteX3" fmla="*/ 302041 w 579891"/>
                  <a:gd name="connsiteY3" fmla="*/ 758 h 674526"/>
                  <a:gd name="connsiteX4" fmla="*/ 578768 w 579891"/>
                  <a:gd name="connsiteY4" fmla="*/ 325611 h 674526"/>
                  <a:gd name="connsiteX5" fmla="*/ 398294 w 579891"/>
                  <a:gd name="connsiteY5" fmla="*/ 457958 h 674526"/>
                  <a:gd name="connsiteX6" fmla="*/ 362199 w 579891"/>
                  <a:gd name="connsiteY6" fmla="*/ 638432 h 674526"/>
                  <a:gd name="connsiteX7" fmla="*/ 193757 w 579891"/>
                  <a:gd name="connsiteY7" fmla="*/ 626400 h 674526"/>
                  <a:gd name="connsiteX0" fmla="*/ 168660 w 578857"/>
                  <a:gd name="connsiteY0" fmla="*/ 675267 h 675267"/>
                  <a:gd name="connsiteX1" fmla="*/ 192723 w 578857"/>
                  <a:gd name="connsiteY1" fmla="*/ 422604 h 675267"/>
                  <a:gd name="connsiteX2" fmla="*/ 218 w 578857"/>
                  <a:gd name="connsiteY2" fmla="*/ 242131 h 675267"/>
                  <a:gd name="connsiteX3" fmla="*/ 301007 w 578857"/>
                  <a:gd name="connsiteY3" fmla="*/ 1499 h 675267"/>
                  <a:gd name="connsiteX4" fmla="*/ 577734 w 578857"/>
                  <a:gd name="connsiteY4" fmla="*/ 326352 h 675267"/>
                  <a:gd name="connsiteX5" fmla="*/ 397260 w 578857"/>
                  <a:gd name="connsiteY5" fmla="*/ 458699 h 675267"/>
                  <a:gd name="connsiteX6" fmla="*/ 361165 w 578857"/>
                  <a:gd name="connsiteY6" fmla="*/ 639173 h 675267"/>
                  <a:gd name="connsiteX7" fmla="*/ 192723 w 578857"/>
                  <a:gd name="connsiteY7" fmla="*/ 627141 h 675267"/>
                  <a:gd name="connsiteX0" fmla="*/ 168660 w 580183"/>
                  <a:gd name="connsiteY0" fmla="*/ 675267 h 675267"/>
                  <a:gd name="connsiteX1" fmla="*/ 192723 w 580183"/>
                  <a:gd name="connsiteY1" fmla="*/ 422604 h 675267"/>
                  <a:gd name="connsiteX2" fmla="*/ 218 w 580183"/>
                  <a:gd name="connsiteY2" fmla="*/ 242131 h 675267"/>
                  <a:gd name="connsiteX3" fmla="*/ 301007 w 580183"/>
                  <a:gd name="connsiteY3" fmla="*/ 1499 h 675267"/>
                  <a:gd name="connsiteX4" fmla="*/ 577734 w 580183"/>
                  <a:gd name="connsiteY4" fmla="*/ 326352 h 675267"/>
                  <a:gd name="connsiteX5" fmla="*/ 397260 w 580183"/>
                  <a:gd name="connsiteY5" fmla="*/ 458699 h 675267"/>
                  <a:gd name="connsiteX6" fmla="*/ 361165 w 580183"/>
                  <a:gd name="connsiteY6" fmla="*/ 639173 h 675267"/>
                  <a:gd name="connsiteX7" fmla="*/ 192723 w 580183"/>
                  <a:gd name="connsiteY7" fmla="*/ 627141 h 675267"/>
                  <a:gd name="connsiteX0" fmla="*/ 168726 w 580936"/>
                  <a:gd name="connsiteY0" fmla="*/ 675267 h 675267"/>
                  <a:gd name="connsiteX1" fmla="*/ 192789 w 580936"/>
                  <a:gd name="connsiteY1" fmla="*/ 422604 h 675267"/>
                  <a:gd name="connsiteX2" fmla="*/ 284 w 580936"/>
                  <a:gd name="connsiteY2" fmla="*/ 242131 h 675267"/>
                  <a:gd name="connsiteX3" fmla="*/ 301073 w 580936"/>
                  <a:gd name="connsiteY3" fmla="*/ 1499 h 675267"/>
                  <a:gd name="connsiteX4" fmla="*/ 577800 w 580936"/>
                  <a:gd name="connsiteY4" fmla="*/ 326352 h 675267"/>
                  <a:gd name="connsiteX5" fmla="*/ 397326 w 580936"/>
                  <a:gd name="connsiteY5" fmla="*/ 458699 h 675267"/>
                  <a:gd name="connsiteX6" fmla="*/ 361231 w 580936"/>
                  <a:gd name="connsiteY6" fmla="*/ 639173 h 675267"/>
                  <a:gd name="connsiteX7" fmla="*/ 192789 w 580936"/>
                  <a:gd name="connsiteY7" fmla="*/ 627141 h 675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0936" h="675267">
                    <a:moveTo>
                      <a:pt x="168726" y="675267"/>
                    </a:moveTo>
                    <a:cubicBezTo>
                      <a:pt x="194794" y="585030"/>
                      <a:pt x="220863" y="494793"/>
                      <a:pt x="192789" y="422604"/>
                    </a:cubicBezTo>
                    <a:cubicBezTo>
                      <a:pt x="164715" y="350415"/>
                      <a:pt x="8239" y="411989"/>
                      <a:pt x="284" y="242131"/>
                    </a:cubicBezTo>
                    <a:cubicBezTo>
                      <a:pt x="-7671" y="72273"/>
                      <a:pt x="152816" y="-12538"/>
                      <a:pt x="301073" y="1499"/>
                    </a:cubicBezTo>
                    <a:cubicBezTo>
                      <a:pt x="449330" y="15536"/>
                      <a:pt x="605094" y="137477"/>
                      <a:pt x="577800" y="326352"/>
                    </a:cubicBezTo>
                    <a:cubicBezTo>
                      <a:pt x="550506" y="515227"/>
                      <a:pt x="433421" y="406562"/>
                      <a:pt x="397326" y="458699"/>
                    </a:cubicBezTo>
                    <a:cubicBezTo>
                      <a:pt x="361231" y="510836"/>
                      <a:pt x="395321" y="611099"/>
                      <a:pt x="361231" y="639173"/>
                    </a:cubicBezTo>
                    <a:cubicBezTo>
                      <a:pt x="327142" y="667247"/>
                      <a:pt x="259965" y="647194"/>
                      <a:pt x="192789" y="627141"/>
                    </a:cubicBezTo>
                  </a:path>
                </a:pathLst>
              </a:custGeom>
              <a:noFill/>
              <a:ln w="222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>
                <a:off x="7575219" y="695628"/>
                <a:ext cx="173947" cy="400785"/>
              </a:xfrm>
              <a:custGeom>
                <a:avLst/>
                <a:gdLst>
                  <a:gd name="connsiteX0" fmla="*/ 0 w 173947"/>
                  <a:gd name="connsiteY0" fmla="*/ 2090 h 400785"/>
                  <a:gd name="connsiteX1" fmla="*/ 173346 w 173947"/>
                  <a:gd name="connsiteY1" fmla="*/ 23758 h 400785"/>
                  <a:gd name="connsiteX2" fmla="*/ 56337 w 173947"/>
                  <a:gd name="connsiteY2" fmla="*/ 28091 h 400785"/>
                  <a:gd name="connsiteX3" fmla="*/ 34669 w 173947"/>
                  <a:gd name="connsiteY3" fmla="*/ 400785 h 40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3947" h="400785">
                    <a:moveTo>
                      <a:pt x="0" y="2090"/>
                    </a:moveTo>
                    <a:cubicBezTo>
                      <a:pt x="81978" y="10757"/>
                      <a:pt x="163957" y="19425"/>
                      <a:pt x="173346" y="23758"/>
                    </a:cubicBezTo>
                    <a:cubicBezTo>
                      <a:pt x="182735" y="28091"/>
                      <a:pt x="79450" y="-34747"/>
                      <a:pt x="56337" y="28091"/>
                    </a:cubicBezTo>
                    <a:cubicBezTo>
                      <a:pt x="33224" y="90929"/>
                      <a:pt x="33946" y="245857"/>
                      <a:pt x="34669" y="400785"/>
                    </a:cubicBezTo>
                  </a:path>
                </a:pathLst>
              </a:custGeom>
              <a:noFill/>
              <a:ln w="222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sp>
          <p:nvSpPr>
            <p:cNvPr id="78" name="任意多边形 77"/>
            <p:cNvSpPr/>
            <p:nvPr/>
          </p:nvSpPr>
          <p:spPr>
            <a:xfrm>
              <a:off x="6385067" y="953531"/>
              <a:ext cx="82602" cy="54501"/>
            </a:xfrm>
            <a:custGeom>
              <a:avLst/>
              <a:gdLst>
                <a:gd name="connsiteX0" fmla="*/ 248 w 76868"/>
                <a:gd name="connsiteY0" fmla="*/ 393 h 59632"/>
                <a:gd name="connsiteX1" fmla="*/ 54325 w 76868"/>
                <a:gd name="connsiteY1" fmla="*/ 32348 h 59632"/>
                <a:gd name="connsiteX2" fmla="*/ 76448 w 76868"/>
                <a:gd name="connsiteY2" fmla="*/ 5309 h 59632"/>
                <a:gd name="connsiteX3" fmla="*/ 37119 w 76868"/>
                <a:gd name="connsiteY3" fmla="*/ 59387 h 59632"/>
                <a:gd name="connsiteX4" fmla="*/ 248 w 76868"/>
                <a:gd name="connsiteY4" fmla="*/ 393 h 59632"/>
                <a:gd name="connsiteX0" fmla="*/ 12434 w 89054"/>
                <a:gd name="connsiteY0" fmla="*/ 4 h 59773"/>
                <a:gd name="connsiteX1" fmla="*/ 66511 w 89054"/>
                <a:gd name="connsiteY1" fmla="*/ 31959 h 59773"/>
                <a:gd name="connsiteX2" fmla="*/ 88634 w 89054"/>
                <a:gd name="connsiteY2" fmla="*/ 4920 h 59773"/>
                <a:gd name="connsiteX3" fmla="*/ 49305 w 89054"/>
                <a:gd name="connsiteY3" fmla="*/ 58998 h 59773"/>
                <a:gd name="connsiteX4" fmla="*/ 2601 w 89054"/>
                <a:gd name="connsiteY4" fmla="*/ 34417 h 59773"/>
                <a:gd name="connsiteX5" fmla="*/ 12434 w 89054"/>
                <a:gd name="connsiteY5" fmla="*/ 4 h 59773"/>
                <a:gd name="connsiteX0" fmla="*/ 12434 w 89054"/>
                <a:gd name="connsiteY0" fmla="*/ 4 h 50472"/>
                <a:gd name="connsiteX1" fmla="*/ 66511 w 89054"/>
                <a:gd name="connsiteY1" fmla="*/ 31959 h 50472"/>
                <a:gd name="connsiteX2" fmla="*/ 88634 w 89054"/>
                <a:gd name="connsiteY2" fmla="*/ 4920 h 50472"/>
                <a:gd name="connsiteX3" fmla="*/ 56679 w 89054"/>
                <a:gd name="connsiteY3" fmla="*/ 49165 h 50472"/>
                <a:gd name="connsiteX4" fmla="*/ 2601 w 89054"/>
                <a:gd name="connsiteY4" fmla="*/ 34417 h 50472"/>
                <a:gd name="connsiteX5" fmla="*/ 12434 w 89054"/>
                <a:gd name="connsiteY5" fmla="*/ 4 h 50472"/>
                <a:gd name="connsiteX0" fmla="*/ 10471 w 87091"/>
                <a:gd name="connsiteY0" fmla="*/ 132 h 49570"/>
                <a:gd name="connsiteX1" fmla="*/ 64548 w 87091"/>
                <a:gd name="connsiteY1" fmla="*/ 32087 h 49570"/>
                <a:gd name="connsiteX2" fmla="*/ 86671 w 87091"/>
                <a:gd name="connsiteY2" fmla="*/ 5048 h 49570"/>
                <a:gd name="connsiteX3" fmla="*/ 54716 w 87091"/>
                <a:gd name="connsiteY3" fmla="*/ 49293 h 49570"/>
                <a:gd name="connsiteX4" fmla="*/ 3097 w 87091"/>
                <a:gd name="connsiteY4" fmla="*/ 22255 h 49570"/>
                <a:gd name="connsiteX5" fmla="*/ 10471 w 87091"/>
                <a:gd name="connsiteY5" fmla="*/ 132 h 49570"/>
                <a:gd name="connsiteX0" fmla="*/ 10471 w 87091"/>
                <a:gd name="connsiteY0" fmla="*/ 132 h 54436"/>
                <a:gd name="connsiteX1" fmla="*/ 64548 w 87091"/>
                <a:gd name="connsiteY1" fmla="*/ 32087 h 54436"/>
                <a:gd name="connsiteX2" fmla="*/ 86671 w 87091"/>
                <a:gd name="connsiteY2" fmla="*/ 5048 h 54436"/>
                <a:gd name="connsiteX3" fmla="*/ 59632 w 87091"/>
                <a:gd name="connsiteY3" fmla="*/ 54209 h 54436"/>
                <a:gd name="connsiteX4" fmla="*/ 3097 w 87091"/>
                <a:gd name="connsiteY4" fmla="*/ 22255 h 54436"/>
                <a:gd name="connsiteX5" fmla="*/ 10471 w 87091"/>
                <a:gd name="connsiteY5" fmla="*/ 132 h 54436"/>
                <a:gd name="connsiteX0" fmla="*/ 11326 w 92270"/>
                <a:gd name="connsiteY0" fmla="*/ 197 h 54501"/>
                <a:gd name="connsiteX1" fmla="*/ 85068 w 92270"/>
                <a:gd name="connsiteY1" fmla="*/ 34610 h 54501"/>
                <a:gd name="connsiteX2" fmla="*/ 87526 w 92270"/>
                <a:gd name="connsiteY2" fmla="*/ 5113 h 54501"/>
                <a:gd name="connsiteX3" fmla="*/ 60487 w 92270"/>
                <a:gd name="connsiteY3" fmla="*/ 54274 h 54501"/>
                <a:gd name="connsiteX4" fmla="*/ 3952 w 92270"/>
                <a:gd name="connsiteY4" fmla="*/ 22320 h 54501"/>
                <a:gd name="connsiteX5" fmla="*/ 11326 w 92270"/>
                <a:gd name="connsiteY5" fmla="*/ 197 h 54501"/>
                <a:gd name="connsiteX0" fmla="*/ 7096 w 88040"/>
                <a:gd name="connsiteY0" fmla="*/ 197 h 54501"/>
                <a:gd name="connsiteX1" fmla="*/ 80838 w 88040"/>
                <a:gd name="connsiteY1" fmla="*/ 34610 h 54501"/>
                <a:gd name="connsiteX2" fmla="*/ 83296 w 88040"/>
                <a:gd name="connsiteY2" fmla="*/ 5113 h 54501"/>
                <a:gd name="connsiteX3" fmla="*/ 56257 w 88040"/>
                <a:gd name="connsiteY3" fmla="*/ 54274 h 54501"/>
                <a:gd name="connsiteX4" fmla="*/ 7096 w 88040"/>
                <a:gd name="connsiteY4" fmla="*/ 22320 h 54501"/>
                <a:gd name="connsiteX5" fmla="*/ 7096 w 88040"/>
                <a:gd name="connsiteY5" fmla="*/ 197 h 54501"/>
                <a:gd name="connsiteX0" fmla="*/ 6579 w 84329"/>
                <a:gd name="connsiteY0" fmla="*/ 133 h 54437"/>
                <a:gd name="connsiteX1" fmla="*/ 72947 w 84329"/>
                <a:gd name="connsiteY1" fmla="*/ 32088 h 54437"/>
                <a:gd name="connsiteX2" fmla="*/ 82779 w 84329"/>
                <a:gd name="connsiteY2" fmla="*/ 5049 h 54437"/>
                <a:gd name="connsiteX3" fmla="*/ 55740 w 84329"/>
                <a:gd name="connsiteY3" fmla="*/ 54210 h 54437"/>
                <a:gd name="connsiteX4" fmla="*/ 6579 w 84329"/>
                <a:gd name="connsiteY4" fmla="*/ 22256 h 54437"/>
                <a:gd name="connsiteX5" fmla="*/ 6579 w 84329"/>
                <a:gd name="connsiteY5" fmla="*/ 133 h 54437"/>
                <a:gd name="connsiteX0" fmla="*/ 5902 w 82602"/>
                <a:gd name="connsiteY0" fmla="*/ 197 h 54501"/>
                <a:gd name="connsiteX1" fmla="*/ 62437 w 82602"/>
                <a:gd name="connsiteY1" fmla="*/ 34610 h 54501"/>
                <a:gd name="connsiteX2" fmla="*/ 82102 w 82602"/>
                <a:gd name="connsiteY2" fmla="*/ 5113 h 54501"/>
                <a:gd name="connsiteX3" fmla="*/ 55063 w 82602"/>
                <a:gd name="connsiteY3" fmla="*/ 54274 h 54501"/>
                <a:gd name="connsiteX4" fmla="*/ 5902 w 82602"/>
                <a:gd name="connsiteY4" fmla="*/ 22320 h 54501"/>
                <a:gd name="connsiteX5" fmla="*/ 5902 w 82602"/>
                <a:gd name="connsiteY5" fmla="*/ 197 h 5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602" h="54501">
                  <a:moveTo>
                    <a:pt x="5902" y="197"/>
                  </a:moveTo>
                  <a:cubicBezTo>
                    <a:pt x="15325" y="2245"/>
                    <a:pt x="49737" y="33791"/>
                    <a:pt x="62437" y="34610"/>
                  </a:cubicBezTo>
                  <a:cubicBezTo>
                    <a:pt x="75137" y="35429"/>
                    <a:pt x="84970" y="607"/>
                    <a:pt x="82102" y="5113"/>
                  </a:cubicBezTo>
                  <a:cubicBezTo>
                    <a:pt x="79234" y="9620"/>
                    <a:pt x="67763" y="51406"/>
                    <a:pt x="55063" y="54274"/>
                  </a:cubicBezTo>
                  <a:cubicBezTo>
                    <a:pt x="42363" y="57142"/>
                    <a:pt x="12047" y="32152"/>
                    <a:pt x="5902" y="22320"/>
                  </a:cubicBezTo>
                  <a:cubicBezTo>
                    <a:pt x="-243" y="12488"/>
                    <a:pt x="-3521" y="-1851"/>
                    <a:pt x="5902" y="197"/>
                  </a:cubicBezTo>
                  <a:close/>
                </a:path>
              </a:pathLst>
            </a:custGeom>
            <a:noFill/>
            <a:ln w="2222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3550735" y="840801"/>
            <a:ext cx="4540704" cy="1074057"/>
            <a:chOff x="3659868" y="841828"/>
            <a:chExt cx="4540704" cy="1074057"/>
          </a:xfrm>
        </p:grpSpPr>
        <p:sp>
          <p:nvSpPr>
            <p:cNvPr id="86" name="任意多边形 85"/>
            <p:cNvSpPr/>
            <p:nvPr/>
          </p:nvSpPr>
          <p:spPr>
            <a:xfrm>
              <a:off x="4311650" y="1082675"/>
              <a:ext cx="3025775" cy="809625"/>
            </a:xfrm>
            <a:custGeom>
              <a:avLst/>
              <a:gdLst>
                <a:gd name="connsiteX0" fmla="*/ 22225 w 3025775"/>
                <a:gd name="connsiteY0" fmla="*/ 34925 h 809625"/>
                <a:gd name="connsiteX1" fmla="*/ 0 w 3025775"/>
                <a:gd name="connsiteY1" fmla="*/ 581025 h 809625"/>
                <a:gd name="connsiteX2" fmla="*/ 3175 w 3025775"/>
                <a:gd name="connsiteY2" fmla="*/ 762000 h 809625"/>
                <a:gd name="connsiteX3" fmla="*/ 63500 w 3025775"/>
                <a:gd name="connsiteY3" fmla="*/ 809625 h 809625"/>
                <a:gd name="connsiteX4" fmla="*/ 2936875 w 3025775"/>
                <a:gd name="connsiteY4" fmla="*/ 752475 h 809625"/>
                <a:gd name="connsiteX5" fmla="*/ 3022600 w 3025775"/>
                <a:gd name="connsiteY5" fmla="*/ 717550 h 809625"/>
                <a:gd name="connsiteX6" fmla="*/ 3025775 w 3025775"/>
                <a:gd name="connsiteY6" fmla="*/ 660400 h 809625"/>
                <a:gd name="connsiteX7" fmla="*/ 3003550 w 3025775"/>
                <a:gd name="connsiteY7" fmla="*/ 50800 h 809625"/>
                <a:gd name="connsiteX8" fmla="*/ 2946400 w 3025775"/>
                <a:gd name="connsiteY8" fmla="*/ 9525 h 809625"/>
                <a:gd name="connsiteX9" fmla="*/ 2419350 w 3025775"/>
                <a:gd name="connsiteY9" fmla="*/ 0 h 809625"/>
                <a:gd name="connsiteX10" fmla="*/ 22225 w 3025775"/>
                <a:gd name="connsiteY10" fmla="*/ 34925 h 80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25775" h="809625">
                  <a:moveTo>
                    <a:pt x="22225" y="34925"/>
                  </a:moveTo>
                  <a:lnTo>
                    <a:pt x="0" y="581025"/>
                  </a:lnTo>
                  <a:cubicBezTo>
                    <a:pt x="1058" y="641350"/>
                    <a:pt x="2117" y="701675"/>
                    <a:pt x="3175" y="762000"/>
                  </a:cubicBezTo>
                  <a:lnTo>
                    <a:pt x="63500" y="809625"/>
                  </a:lnTo>
                  <a:lnTo>
                    <a:pt x="2936875" y="752475"/>
                  </a:lnTo>
                  <a:lnTo>
                    <a:pt x="3022600" y="717550"/>
                  </a:lnTo>
                  <a:lnTo>
                    <a:pt x="3025775" y="660400"/>
                  </a:lnTo>
                  <a:lnTo>
                    <a:pt x="3003550" y="50800"/>
                  </a:lnTo>
                  <a:lnTo>
                    <a:pt x="2946400" y="9525"/>
                  </a:lnTo>
                  <a:lnTo>
                    <a:pt x="2419350" y="0"/>
                  </a:lnTo>
                  <a:lnTo>
                    <a:pt x="22225" y="34925"/>
                  </a:lnTo>
                  <a:close/>
                </a:path>
              </a:pathLst>
            </a:cu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3659868" y="841828"/>
              <a:ext cx="4540704" cy="1074057"/>
              <a:chOff x="4429125" y="2685143"/>
              <a:chExt cx="4118758" cy="1182009"/>
            </a:xfrm>
          </p:grpSpPr>
          <p:sp>
            <p:nvSpPr>
              <p:cNvPr id="89" name="Freeform 92"/>
              <p:cNvSpPr>
                <a:spLocks noEditPoints="1"/>
              </p:cNvSpPr>
              <p:nvPr/>
            </p:nvSpPr>
            <p:spPr bwMode="auto">
              <a:xfrm>
                <a:off x="4429125" y="2685143"/>
                <a:ext cx="4118758" cy="1182009"/>
              </a:xfrm>
              <a:custGeom>
                <a:avLst/>
                <a:gdLst>
                  <a:gd name="T0" fmla="*/ 1235 w 1305"/>
                  <a:gd name="T1" fmla="*/ 116 h 339"/>
                  <a:gd name="T2" fmla="*/ 1299 w 1305"/>
                  <a:gd name="T3" fmla="*/ 11 h 339"/>
                  <a:gd name="T4" fmla="*/ 868 w 1305"/>
                  <a:gd name="T5" fmla="*/ 14 h 339"/>
                  <a:gd name="T6" fmla="*/ 862 w 1305"/>
                  <a:gd name="T7" fmla="*/ 70 h 339"/>
                  <a:gd name="T8" fmla="*/ 408 w 1305"/>
                  <a:gd name="T9" fmla="*/ 31 h 339"/>
                  <a:gd name="T10" fmla="*/ 1 w 1305"/>
                  <a:gd name="T11" fmla="*/ 36 h 339"/>
                  <a:gd name="T12" fmla="*/ 20 w 1305"/>
                  <a:gd name="T13" fmla="*/ 231 h 339"/>
                  <a:gd name="T14" fmla="*/ 174 w 1305"/>
                  <a:gd name="T15" fmla="*/ 250 h 339"/>
                  <a:gd name="T16" fmla="*/ 61 w 1305"/>
                  <a:gd name="T17" fmla="*/ 177 h 339"/>
                  <a:gd name="T18" fmla="*/ 45 w 1305"/>
                  <a:gd name="T19" fmla="*/ 90 h 339"/>
                  <a:gd name="T20" fmla="*/ 44 w 1305"/>
                  <a:gd name="T21" fmla="*/ 40 h 339"/>
                  <a:gd name="T22" fmla="*/ 14 w 1305"/>
                  <a:gd name="T23" fmla="*/ 37 h 339"/>
                  <a:gd name="T24" fmla="*/ 189 w 1305"/>
                  <a:gd name="T25" fmla="*/ 89 h 339"/>
                  <a:gd name="T26" fmla="*/ 199 w 1305"/>
                  <a:gd name="T27" fmla="*/ 335 h 339"/>
                  <a:gd name="T28" fmla="*/ 778 w 1305"/>
                  <a:gd name="T29" fmla="*/ 327 h 339"/>
                  <a:gd name="T30" fmla="*/ 1061 w 1305"/>
                  <a:gd name="T31" fmla="*/ 273 h 339"/>
                  <a:gd name="T32" fmla="*/ 1076 w 1305"/>
                  <a:gd name="T33" fmla="*/ 231 h 339"/>
                  <a:gd name="T34" fmla="*/ 1299 w 1305"/>
                  <a:gd name="T35" fmla="*/ 209 h 339"/>
                  <a:gd name="T36" fmla="*/ 909 w 1305"/>
                  <a:gd name="T37" fmla="*/ 71 h 339"/>
                  <a:gd name="T38" fmla="*/ 925 w 1305"/>
                  <a:gd name="T39" fmla="*/ 71 h 339"/>
                  <a:gd name="T40" fmla="*/ 886 w 1305"/>
                  <a:gd name="T41" fmla="*/ 30 h 339"/>
                  <a:gd name="T42" fmla="*/ 870 w 1305"/>
                  <a:gd name="T43" fmla="*/ 25 h 339"/>
                  <a:gd name="T44" fmla="*/ 869 w 1305"/>
                  <a:gd name="T45" fmla="*/ 70 h 339"/>
                  <a:gd name="T46" fmla="*/ 399 w 1305"/>
                  <a:gd name="T47" fmla="*/ 56 h 339"/>
                  <a:gd name="T48" fmla="*/ 382 w 1305"/>
                  <a:gd name="T49" fmla="*/ 47 h 339"/>
                  <a:gd name="T50" fmla="*/ 382 w 1305"/>
                  <a:gd name="T51" fmla="*/ 47 h 339"/>
                  <a:gd name="T52" fmla="*/ 349 w 1305"/>
                  <a:gd name="T53" fmla="*/ 70 h 339"/>
                  <a:gd name="T54" fmla="*/ 325 w 1305"/>
                  <a:gd name="T55" fmla="*/ 63 h 339"/>
                  <a:gd name="T56" fmla="*/ 325 w 1305"/>
                  <a:gd name="T57" fmla="*/ 76 h 339"/>
                  <a:gd name="T58" fmla="*/ 318 w 1305"/>
                  <a:gd name="T59" fmla="*/ 76 h 339"/>
                  <a:gd name="T60" fmla="*/ 298 w 1305"/>
                  <a:gd name="T61" fmla="*/ 70 h 339"/>
                  <a:gd name="T62" fmla="*/ 1049 w 1305"/>
                  <a:gd name="T63" fmla="*/ 289 h 339"/>
                  <a:gd name="T64" fmla="*/ 1042 w 1305"/>
                  <a:gd name="T65" fmla="*/ 297 h 339"/>
                  <a:gd name="T66" fmla="*/ 762 w 1305"/>
                  <a:gd name="T67" fmla="*/ 315 h 339"/>
                  <a:gd name="T68" fmla="*/ 192 w 1305"/>
                  <a:gd name="T69" fmla="*/ 310 h 339"/>
                  <a:gd name="T70" fmla="*/ 213 w 1305"/>
                  <a:gd name="T71" fmla="*/ 302 h 339"/>
                  <a:gd name="T72" fmla="*/ 192 w 1305"/>
                  <a:gd name="T73" fmla="*/ 236 h 339"/>
                  <a:gd name="T74" fmla="*/ 223 w 1305"/>
                  <a:gd name="T75" fmla="*/ 111 h 339"/>
                  <a:gd name="T76" fmla="*/ 196 w 1305"/>
                  <a:gd name="T77" fmla="*/ 104 h 339"/>
                  <a:gd name="T78" fmla="*/ 1036 w 1305"/>
                  <a:gd name="T79" fmla="*/ 88 h 339"/>
                  <a:gd name="T80" fmla="*/ 1043 w 1305"/>
                  <a:gd name="T81" fmla="*/ 99 h 339"/>
                  <a:gd name="T82" fmla="*/ 1049 w 1305"/>
                  <a:gd name="T83" fmla="*/ 289 h 339"/>
                  <a:gd name="T84" fmla="*/ 947 w 1305"/>
                  <a:gd name="T85" fmla="*/ 72 h 339"/>
                  <a:gd name="T86" fmla="*/ 952 w 1305"/>
                  <a:gd name="T87" fmla="*/ 62 h 339"/>
                  <a:gd name="T88" fmla="*/ 968 w 1305"/>
                  <a:gd name="T89" fmla="*/ 72 h 339"/>
                  <a:gd name="T90" fmla="*/ 1004 w 1305"/>
                  <a:gd name="T91" fmla="*/ 73 h 339"/>
                  <a:gd name="T92" fmla="*/ 1176 w 1305"/>
                  <a:gd name="T93" fmla="*/ 209 h 339"/>
                  <a:gd name="T94" fmla="*/ 1059 w 1305"/>
                  <a:gd name="T95" fmla="*/ 210 h 339"/>
                  <a:gd name="T96" fmla="*/ 1071 w 1305"/>
                  <a:gd name="T97" fmla="*/ 206 h 339"/>
                  <a:gd name="T98" fmla="*/ 1044 w 1305"/>
                  <a:gd name="T99" fmla="*/ 78 h 339"/>
                  <a:gd name="T100" fmla="*/ 972 w 1305"/>
                  <a:gd name="T101" fmla="*/ 44 h 339"/>
                  <a:gd name="T102" fmla="*/ 949 w 1305"/>
                  <a:gd name="T103" fmla="*/ 41 h 339"/>
                  <a:gd name="T104" fmla="*/ 1232 w 1305"/>
                  <a:gd name="T105" fmla="*/ 99 h 339"/>
                  <a:gd name="T106" fmla="*/ 1269 w 1305"/>
                  <a:gd name="T107" fmla="*/ 185 h 339"/>
                  <a:gd name="T108" fmla="*/ 1280 w 1305"/>
                  <a:gd name="T109" fmla="*/ 18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305" h="339">
                    <a:moveTo>
                      <a:pt x="1303" y="200"/>
                    </a:moveTo>
                    <a:cubicBezTo>
                      <a:pt x="1293" y="186"/>
                      <a:pt x="1281" y="173"/>
                      <a:pt x="1269" y="160"/>
                    </a:cubicBezTo>
                    <a:cubicBezTo>
                      <a:pt x="1263" y="152"/>
                      <a:pt x="1256" y="145"/>
                      <a:pt x="1250" y="138"/>
                    </a:cubicBezTo>
                    <a:cubicBezTo>
                      <a:pt x="1244" y="132"/>
                      <a:pt x="1233" y="124"/>
                      <a:pt x="1235" y="116"/>
                    </a:cubicBezTo>
                    <a:cubicBezTo>
                      <a:pt x="1236" y="109"/>
                      <a:pt x="1245" y="99"/>
                      <a:pt x="1249" y="93"/>
                    </a:cubicBezTo>
                    <a:cubicBezTo>
                      <a:pt x="1254" y="85"/>
                      <a:pt x="1260" y="77"/>
                      <a:pt x="1265" y="68"/>
                    </a:cubicBezTo>
                    <a:cubicBezTo>
                      <a:pt x="1276" y="50"/>
                      <a:pt x="1287" y="32"/>
                      <a:pt x="1298" y="14"/>
                    </a:cubicBezTo>
                    <a:cubicBezTo>
                      <a:pt x="1299" y="13"/>
                      <a:pt x="1299" y="12"/>
                      <a:pt x="1299" y="11"/>
                    </a:cubicBezTo>
                    <a:cubicBezTo>
                      <a:pt x="1303" y="8"/>
                      <a:pt x="1300" y="0"/>
                      <a:pt x="1294" y="1"/>
                    </a:cubicBezTo>
                    <a:cubicBezTo>
                      <a:pt x="1154" y="22"/>
                      <a:pt x="1012" y="26"/>
                      <a:pt x="872" y="13"/>
                    </a:cubicBezTo>
                    <a:cubicBezTo>
                      <a:pt x="870" y="13"/>
                      <a:pt x="869" y="14"/>
                      <a:pt x="868" y="15"/>
                    </a:cubicBezTo>
                    <a:cubicBezTo>
                      <a:pt x="868" y="15"/>
                      <a:pt x="868" y="14"/>
                      <a:pt x="868" y="14"/>
                    </a:cubicBezTo>
                    <a:cubicBezTo>
                      <a:pt x="867" y="11"/>
                      <a:pt x="862" y="12"/>
                      <a:pt x="862" y="15"/>
                    </a:cubicBezTo>
                    <a:cubicBezTo>
                      <a:pt x="861" y="24"/>
                      <a:pt x="862" y="34"/>
                      <a:pt x="862" y="44"/>
                    </a:cubicBezTo>
                    <a:cubicBezTo>
                      <a:pt x="862" y="52"/>
                      <a:pt x="860" y="61"/>
                      <a:pt x="862" y="69"/>
                    </a:cubicBezTo>
                    <a:cubicBezTo>
                      <a:pt x="862" y="70"/>
                      <a:pt x="862" y="70"/>
                      <a:pt x="862" y="70"/>
                    </a:cubicBezTo>
                    <a:cubicBezTo>
                      <a:pt x="710" y="68"/>
                      <a:pt x="559" y="69"/>
                      <a:pt x="407" y="73"/>
                    </a:cubicBezTo>
                    <a:cubicBezTo>
                      <a:pt x="408" y="68"/>
                      <a:pt x="408" y="62"/>
                      <a:pt x="409" y="57"/>
                    </a:cubicBezTo>
                    <a:cubicBezTo>
                      <a:pt x="409" y="49"/>
                      <a:pt x="410" y="41"/>
                      <a:pt x="409" y="33"/>
                    </a:cubicBezTo>
                    <a:cubicBezTo>
                      <a:pt x="409" y="32"/>
                      <a:pt x="409" y="31"/>
                      <a:pt x="408" y="31"/>
                    </a:cubicBezTo>
                    <a:cubicBezTo>
                      <a:pt x="407" y="30"/>
                      <a:pt x="406" y="29"/>
                      <a:pt x="404" y="29"/>
                    </a:cubicBezTo>
                    <a:cubicBezTo>
                      <a:pt x="338" y="26"/>
                      <a:pt x="272" y="26"/>
                      <a:pt x="206" y="26"/>
                    </a:cubicBezTo>
                    <a:cubicBezTo>
                      <a:pt x="141" y="26"/>
                      <a:pt x="74" y="24"/>
                      <a:pt x="9" y="30"/>
                    </a:cubicBezTo>
                    <a:cubicBezTo>
                      <a:pt x="6" y="27"/>
                      <a:pt x="0" y="31"/>
                      <a:pt x="1" y="36"/>
                    </a:cubicBezTo>
                    <a:cubicBezTo>
                      <a:pt x="10" y="71"/>
                      <a:pt x="38" y="103"/>
                      <a:pt x="63" y="128"/>
                    </a:cubicBezTo>
                    <a:cubicBezTo>
                      <a:pt x="73" y="138"/>
                      <a:pt x="73" y="139"/>
                      <a:pt x="65" y="151"/>
                    </a:cubicBezTo>
                    <a:cubicBezTo>
                      <a:pt x="59" y="159"/>
                      <a:pt x="53" y="167"/>
                      <a:pt x="48" y="176"/>
                    </a:cubicBezTo>
                    <a:cubicBezTo>
                      <a:pt x="37" y="193"/>
                      <a:pt x="26" y="211"/>
                      <a:pt x="20" y="231"/>
                    </a:cubicBezTo>
                    <a:cubicBezTo>
                      <a:pt x="19" y="234"/>
                      <a:pt x="22" y="236"/>
                      <a:pt x="24" y="235"/>
                    </a:cubicBezTo>
                    <a:cubicBezTo>
                      <a:pt x="24" y="237"/>
                      <a:pt x="24" y="239"/>
                      <a:pt x="27" y="239"/>
                    </a:cubicBezTo>
                    <a:cubicBezTo>
                      <a:pt x="50" y="243"/>
                      <a:pt x="74" y="244"/>
                      <a:pt x="98" y="246"/>
                    </a:cubicBezTo>
                    <a:cubicBezTo>
                      <a:pt x="123" y="248"/>
                      <a:pt x="149" y="252"/>
                      <a:pt x="174" y="250"/>
                    </a:cubicBezTo>
                    <a:cubicBezTo>
                      <a:pt x="179" y="249"/>
                      <a:pt x="181" y="242"/>
                      <a:pt x="176" y="241"/>
                    </a:cubicBezTo>
                    <a:cubicBezTo>
                      <a:pt x="152" y="236"/>
                      <a:pt x="128" y="236"/>
                      <a:pt x="104" y="235"/>
                    </a:cubicBezTo>
                    <a:cubicBezTo>
                      <a:pt x="79" y="233"/>
                      <a:pt x="53" y="231"/>
                      <a:pt x="28" y="232"/>
                    </a:cubicBezTo>
                    <a:cubicBezTo>
                      <a:pt x="40" y="214"/>
                      <a:pt x="50" y="195"/>
                      <a:pt x="61" y="177"/>
                    </a:cubicBezTo>
                    <a:cubicBezTo>
                      <a:pt x="68" y="167"/>
                      <a:pt x="77" y="157"/>
                      <a:pt x="83" y="147"/>
                    </a:cubicBezTo>
                    <a:cubicBezTo>
                      <a:pt x="86" y="142"/>
                      <a:pt x="87" y="139"/>
                      <a:pt x="84" y="133"/>
                    </a:cubicBezTo>
                    <a:cubicBezTo>
                      <a:pt x="81" y="126"/>
                      <a:pt x="73" y="121"/>
                      <a:pt x="67" y="115"/>
                    </a:cubicBezTo>
                    <a:cubicBezTo>
                      <a:pt x="60" y="107"/>
                      <a:pt x="52" y="99"/>
                      <a:pt x="45" y="90"/>
                    </a:cubicBezTo>
                    <a:cubicBezTo>
                      <a:pt x="35" y="77"/>
                      <a:pt x="27" y="62"/>
                      <a:pt x="19" y="48"/>
                    </a:cubicBezTo>
                    <a:cubicBezTo>
                      <a:pt x="23" y="48"/>
                      <a:pt x="27" y="48"/>
                      <a:pt x="31" y="48"/>
                    </a:cubicBezTo>
                    <a:cubicBezTo>
                      <a:pt x="35" y="48"/>
                      <a:pt x="40" y="49"/>
                      <a:pt x="44" y="47"/>
                    </a:cubicBezTo>
                    <a:cubicBezTo>
                      <a:pt x="48" y="46"/>
                      <a:pt x="48" y="42"/>
                      <a:pt x="44" y="40"/>
                    </a:cubicBezTo>
                    <a:cubicBezTo>
                      <a:pt x="40" y="39"/>
                      <a:pt x="35" y="39"/>
                      <a:pt x="31" y="40"/>
                    </a:cubicBezTo>
                    <a:cubicBezTo>
                      <a:pt x="26" y="40"/>
                      <a:pt x="21" y="40"/>
                      <a:pt x="17" y="40"/>
                    </a:cubicBezTo>
                    <a:cubicBezTo>
                      <a:pt x="16" y="40"/>
                      <a:pt x="16" y="40"/>
                      <a:pt x="15" y="40"/>
                    </a:cubicBezTo>
                    <a:cubicBezTo>
                      <a:pt x="15" y="39"/>
                      <a:pt x="14" y="38"/>
                      <a:pt x="14" y="37"/>
                    </a:cubicBezTo>
                    <a:cubicBezTo>
                      <a:pt x="78" y="39"/>
                      <a:pt x="142" y="36"/>
                      <a:pt x="206" y="36"/>
                    </a:cubicBezTo>
                    <a:cubicBezTo>
                      <a:pt x="263" y="36"/>
                      <a:pt x="320" y="37"/>
                      <a:pt x="377" y="38"/>
                    </a:cubicBezTo>
                    <a:cubicBezTo>
                      <a:pt x="317" y="58"/>
                      <a:pt x="254" y="69"/>
                      <a:pt x="191" y="81"/>
                    </a:cubicBezTo>
                    <a:cubicBezTo>
                      <a:pt x="187" y="81"/>
                      <a:pt x="187" y="86"/>
                      <a:pt x="189" y="89"/>
                    </a:cubicBezTo>
                    <a:cubicBezTo>
                      <a:pt x="188" y="90"/>
                      <a:pt x="187" y="91"/>
                      <a:pt x="187" y="93"/>
                    </a:cubicBezTo>
                    <a:cubicBezTo>
                      <a:pt x="183" y="143"/>
                      <a:pt x="182" y="192"/>
                      <a:pt x="180" y="242"/>
                    </a:cubicBezTo>
                    <a:cubicBezTo>
                      <a:pt x="179" y="263"/>
                      <a:pt x="177" y="284"/>
                      <a:pt x="178" y="304"/>
                    </a:cubicBezTo>
                    <a:cubicBezTo>
                      <a:pt x="179" y="318"/>
                      <a:pt x="185" y="330"/>
                      <a:pt x="199" y="335"/>
                    </a:cubicBezTo>
                    <a:cubicBezTo>
                      <a:pt x="217" y="339"/>
                      <a:pt x="238" y="336"/>
                      <a:pt x="255" y="336"/>
                    </a:cubicBezTo>
                    <a:cubicBezTo>
                      <a:pt x="282" y="335"/>
                      <a:pt x="309" y="335"/>
                      <a:pt x="335" y="335"/>
                    </a:cubicBezTo>
                    <a:cubicBezTo>
                      <a:pt x="384" y="334"/>
                      <a:pt x="433" y="333"/>
                      <a:pt x="482" y="333"/>
                    </a:cubicBezTo>
                    <a:cubicBezTo>
                      <a:pt x="581" y="331"/>
                      <a:pt x="679" y="329"/>
                      <a:pt x="778" y="327"/>
                    </a:cubicBezTo>
                    <a:cubicBezTo>
                      <a:pt x="828" y="326"/>
                      <a:pt x="878" y="324"/>
                      <a:pt x="928" y="323"/>
                    </a:cubicBezTo>
                    <a:cubicBezTo>
                      <a:pt x="950" y="322"/>
                      <a:pt x="972" y="322"/>
                      <a:pt x="995" y="321"/>
                    </a:cubicBezTo>
                    <a:cubicBezTo>
                      <a:pt x="1011" y="321"/>
                      <a:pt x="1036" y="325"/>
                      <a:pt x="1051" y="315"/>
                    </a:cubicBezTo>
                    <a:cubicBezTo>
                      <a:pt x="1064" y="305"/>
                      <a:pt x="1061" y="287"/>
                      <a:pt x="1061" y="273"/>
                    </a:cubicBezTo>
                    <a:cubicBezTo>
                      <a:pt x="1060" y="259"/>
                      <a:pt x="1060" y="245"/>
                      <a:pt x="1059" y="232"/>
                    </a:cubicBezTo>
                    <a:cubicBezTo>
                      <a:pt x="1061" y="232"/>
                      <a:pt x="1063" y="232"/>
                      <a:pt x="1065" y="232"/>
                    </a:cubicBezTo>
                    <a:cubicBezTo>
                      <a:pt x="1068" y="233"/>
                      <a:pt x="1072" y="234"/>
                      <a:pt x="1074" y="233"/>
                    </a:cubicBezTo>
                    <a:cubicBezTo>
                      <a:pt x="1075" y="232"/>
                      <a:pt x="1076" y="232"/>
                      <a:pt x="1076" y="231"/>
                    </a:cubicBezTo>
                    <a:cubicBezTo>
                      <a:pt x="1090" y="231"/>
                      <a:pt x="1104" y="229"/>
                      <a:pt x="1118" y="227"/>
                    </a:cubicBezTo>
                    <a:cubicBezTo>
                      <a:pt x="1138" y="225"/>
                      <a:pt x="1159" y="223"/>
                      <a:pt x="1180" y="221"/>
                    </a:cubicBezTo>
                    <a:cubicBezTo>
                      <a:pt x="1199" y="219"/>
                      <a:pt x="1219" y="217"/>
                      <a:pt x="1239" y="215"/>
                    </a:cubicBezTo>
                    <a:cubicBezTo>
                      <a:pt x="1258" y="213"/>
                      <a:pt x="1280" y="214"/>
                      <a:pt x="1299" y="209"/>
                    </a:cubicBezTo>
                    <a:cubicBezTo>
                      <a:pt x="1301" y="208"/>
                      <a:pt x="1302" y="206"/>
                      <a:pt x="1302" y="204"/>
                    </a:cubicBezTo>
                    <a:cubicBezTo>
                      <a:pt x="1304" y="204"/>
                      <a:pt x="1305" y="202"/>
                      <a:pt x="1303" y="200"/>
                    </a:cubicBezTo>
                    <a:close/>
                    <a:moveTo>
                      <a:pt x="925" y="71"/>
                    </a:moveTo>
                    <a:cubicBezTo>
                      <a:pt x="919" y="71"/>
                      <a:pt x="914" y="71"/>
                      <a:pt x="909" y="71"/>
                    </a:cubicBezTo>
                    <a:cubicBezTo>
                      <a:pt x="908" y="66"/>
                      <a:pt x="907" y="60"/>
                      <a:pt x="906" y="55"/>
                    </a:cubicBezTo>
                    <a:cubicBezTo>
                      <a:pt x="905" y="49"/>
                      <a:pt x="905" y="43"/>
                      <a:pt x="904" y="37"/>
                    </a:cubicBezTo>
                    <a:cubicBezTo>
                      <a:pt x="910" y="39"/>
                      <a:pt x="916" y="41"/>
                      <a:pt x="922" y="43"/>
                    </a:cubicBezTo>
                    <a:cubicBezTo>
                      <a:pt x="920" y="52"/>
                      <a:pt x="920" y="63"/>
                      <a:pt x="925" y="71"/>
                    </a:cubicBezTo>
                    <a:close/>
                    <a:moveTo>
                      <a:pt x="900" y="35"/>
                    </a:moveTo>
                    <a:cubicBezTo>
                      <a:pt x="899" y="46"/>
                      <a:pt x="898" y="60"/>
                      <a:pt x="901" y="71"/>
                    </a:cubicBezTo>
                    <a:cubicBezTo>
                      <a:pt x="897" y="71"/>
                      <a:pt x="894" y="71"/>
                      <a:pt x="890" y="71"/>
                    </a:cubicBezTo>
                    <a:cubicBezTo>
                      <a:pt x="889" y="57"/>
                      <a:pt x="886" y="44"/>
                      <a:pt x="886" y="30"/>
                    </a:cubicBezTo>
                    <a:cubicBezTo>
                      <a:pt x="890" y="32"/>
                      <a:pt x="895" y="34"/>
                      <a:pt x="900" y="35"/>
                    </a:cubicBezTo>
                    <a:close/>
                    <a:moveTo>
                      <a:pt x="869" y="69"/>
                    </a:moveTo>
                    <a:cubicBezTo>
                      <a:pt x="873" y="61"/>
                      <a:pt x="872" y="51"/>
                      <a:pt x="872" y="42"/>
                    </a:cubicBezTo>
                    <a:cubicBezTo>
                      <a:pt x="872" y="36"/>
                      <a:pt x="871" y="30"/>
                      <a:pt x="870" y="25"/>
                    </a:cubicBezTo>
                    <a:cubicBezTo>
                      <a:pt x="870" y="25"/>
                      <a:pt x="870" y="25"/>
                      <a:pt x="870" y="25"/>
                    </a:cubicBezTo>
                    <a:cubicBezTo>
                      <a:pt x="874" y="26"/>
                      <a:pt x="877" y="27"/>
                      <a:pt x="880" y="28"/>
                    </a:cubicBezTo>
                    <a:cubicBezTo>
                      <a:pt x="879" y="42"/>
                      <a:pt x="878" y="57"/>
                      <a:pt x="882" y="71"/>
                    </a:cubicBezTo>
                    <a:cubicBezTo>
                      <a:pt x="878" y="71"/>
                      <a:pt x="873" y="70"/>
                      <a:pt x="869" y="70"/>
                    </a:cubicBezTo>
                    <a:cubicBezTo>
                      <a:pt x="869" y="70"/>
                      <a:pt x="869" y="70"/>
                      <a:pt x="869" y="69"/>
                    </a:cubicBezTo>
                    <a:close/>
                    <a:moveTo>
                      <a:pt x="388" y="45"/>
                    </a:moveTo>
                    <a:cubicBezTo>
                      <a:pt x="392" y="43"/>
                      <a:pt x="397" y="42"/>
                      <a:pt x="402" y="40"/>
                    </a:cubicBezTo>
                    <a:cubicBezTo>
                      <a:pt x="401" y="45"/>
                      <a:pt x="400" y="51"/>
                      <a:pt x="399" y="56"/>
                    </a:cubicBezTo>
                    <a:cubicBezTo>
                      <a:pt x="398" y="62"/>
                      <a:pt x="397" y="68"/>
                      <a:pt x="397" y="73"/>
                    </a:cubicBezTo>
                    <a:cubicBezTo>
                      <a:pt x="395" y="73"/>
                      <a:pt x="392" y="74"/>
                      <a:pt x="389" y="74"/>
                    </a:cubicBezTo>
                    <a:cubicBezTo>
                      <a:pt x="387" y="64"/>
                      <a:pt x="386" y="55"/>
                      <a:pt x="388" y="45"/>
                    </a:cubicBezTo>
                    <a:close/>
                    <a:moveTo>
                      <a:pt x="382" y="47"/>
                    </a:moveTo>
                    <a:cubicBezTo>
                      <a:pt x="380" y="56"/>
                      <a:pt x="379" y="65"/>
                      <a:pt x="381" y="74"/>
                    </a:cubicBezTo>
                    <a:cubicBezTo>
                      <a:pt x="377" y="74"/>
                      <a:pt x="373" y="74"/>
                      <a:pt x="368" y="74"/>
                    </a:cubicBezTo>
                    <a:cubicBezTo>
                      <a:pt x="369" y="66"/>
                      <a:pt x="369" y="59"/>
                      <a:pt x="368" y="51"/>
                    </a:cubicBezTo>
                    <a:cubicBezTo>
                      <a:pt x="373" y="49"/>
                      <a:pt x="377" y="48"/>
                      <a:pt x="382" y="47"/>
                    </a:cubicBezTo>
                    <a:close/>
                    <a:moveTo>
                      <a:pt x="363" y="52"/>
                    </a:moveTo>
                    <a:cubicBezTo>
                      <a:pt x="363" y="60"/>
                      <a:pt x="362" y="67"/>
                      <a:pt x="361" y="74"/>
                    </a:cubicBezTo>
                    <a:cubicBezTo>
                      <a:pt x="357" y="75"/>
                      <a:pt x="353" y="75"/>
                      <a:pt x="349" y="75"/>
                    </a:cubicBezTo>
                    <a:cubicBezTo>
                      <a:pt x="350" y="73"/>
                      <a:pt x="349" y="72"/>
                      <a:pt x="349" y="70"/>
                    </a:cubicBezTo>
                    <a:cubicBezTo>
                      <a:pt x="349" y="66"/>
                      <a:pt x="349" y="61"/>
                      <a:pt x="348" y="57"/>
                    </a:cubicBezTo>
                    <a:cubicBezTo>
                      <a:pt x="353" y="55"/>
                      <a:pt x="358" y="54"/>
                      <a:pt x="363" y="52"/>
                    </a:cubicBezTo>
                    <a:close/>
                    <a:moveTo>
                      <a:pt x="325" y="71"/>
                    </a:moveTo>
                    <a:cubicBezTo>
                      <a:pt x="325" y="68"/>
                      <a:pt x="325" y="66"/>
                      <a:pt x="325" y="63"/>
                    </a:cubicBezTo>
                    <a:cubicBezTo>
                      <a:pt x="331" y="61"/>
                      <a:pt x="337" y="60"/>
                      <a:pt x="343" y="58"/>
                    </a:cubicBezTo>
                    <a:cubicBezTo>
                      <a:pt x="343" y="62"/>
                      <a:pt x="343" y="66"/>
                      <a:pt x="342" y="70"/>
                    </a:cubicBezTo>
                    <a:cubicBezTo>
                      <a:pt x="342" y="72"/>
                      <a:pt x="342" y="73"/>
                      <a:pt x="342" y="75"/>
                    </a:cubicBezTo>
                    <a:cubicBezTo>
                      <a:pt x="336" y="75"/>
                      <a:pt x="330" y="75"/>
                      <a:pt x="325" y="76"/>
                    </a:cubicBezTo>
                    <a:cubicBezTo>
                      <a:pt x="325" y="74"/>
                      <a:pt x="325" y="72"/>
                      <a:pt x="325" y="71"/>
                    </a:cubicBezTo>
                    <a:close/>
                    <a:moveTo>
                      <a:pt x="320" y="64"/>
                    </a:moveTo>
                    <a:cubicBezTo>
                      <a:pt x="320" y="66"/>
                      <a:pt x="319" y="68"/>
                      <a:pt x="319" y="70"/>
                    </a:cubicBezTo>
                    <a:cubicBezTo>
                      <a:pt x="319" y="72"/>
                      <a:pt x="318" y="74"/>
                      <a:pt x="318" y="76"/>
                    </a:cubicBezTo>
                    <a:cubicBezTo>
                      <a:pt x="313" y="76"/>
                      <a:pt x="309" y="76"/>
                      <a:pt x="304" y="76"/>
                    </a:cubicBezTo>
                    <a:cubicBezTo>
                      <a:pt x="303" y="74"/>
                      <a:pt x="302" y="71"/>
                      <a:pt x="302" y="69"/>
                    </a:cubicBezTo>
                    <a:cubicBezTo>
                      <a:pt x="308" y="67"/>
                      <a:pt x="314" y="66"/>
                      <a:pt x="320" y="64"/>
                    </a:cubicBezTo>
                    <a:close/>
                    <a:moveTo>
                      <a:pt x="298" y="70"/>
                    </a:moveTo>
                    <a:cubicBezTo>
                      <a:pt x="298" y="72"/>
                      <a:pt x="298" y="74"/>
                      <a:pt x="299" y="76"/>
                    </a:cubicBezTo>
                    <a:cubicBezTo>
                      <a:pt x="286" y="77"/>
                      <a:pt x="274" y="77"/>
                      <a:pt x="261" y="78"/>
                    </a:cubicBezTo>
                    <a:cubicBezTo>
                      <a:pt x="273" y="75"/>
                      <a:pt x="286" y="72"/>
                      <a:pt x="298" y="70"/>
                    </a:cubicBezTo>
                    <a:close/>
                    <a:moveTo>
                      <a:pt x="1049" y="289"/>
                    </a:moveTo>
                    <a:cubicBezTo>
                      <a:pt x="1047" y="288"/>
                      <a:pt x="1045" y="289"/>
                      <a:pt x="1042" y="289"/>
                    </a:cubicBezTo>
                    <a:cubicBezTo>
                      <a:pt x="1039" y="289"/>
                      <a:pt x="1037" y="289"/>
                      <a:pt x="1034" y="289"/>
                    </a:cubicBezTo>
                    <a:cubicBezTo>
                      <a:pt x="1031" y="290"/>
                      <a:pt x="1031" y="296"/>
                      <a:pt x="1034" y="297"/>
                    </a:cubicBezTo>
                    <a:cubicBezTo>
                      <a:pt x="1037" y="297"/>
                      <a:pt x="1039" y="297"/>
                      <a:pt x="1042" y="297"/>
                    </a:cubicBezTo>
                    <a:cubicBezTo>
                      <a:pt x="1044" y="297"/>
                      <a:pt x="1046" y="297"/>
                      <a:pt x="1048" y="297"/>
                    </a:cubicBezTo>
                    <a:cubicBezTo>
                      <a:pt x="1048" y="297"/>
                      <a:pt x="1048" y="297"/>
                      <a:pt x="1048" y="297"/>
                    </a:cubicBezTo>
                    <a:cubicBezTo>
                      <a:pt x="1044" y="311"/>
                      <a:pt x="1025" y="308"/>
                      <a:pt x="1015" y="308"/>
                    </a:cubicBezTo>
                    <a:cubicBezTo>
                      <a:pt x="930" y="311"/>
                      <a:pt x="846" y="313"/>
                      <a:pt x="762" y="315"/>
                    </a:cubicBezTo>
                    <a:cubicBezTo>
                      <a:pt x="593" y="319"/>
                      <a:pt x="424" y="321"/>
                      <a:pt x="255" y="323"/>
                    </a:cubicBezTo>
                    <a:cubicBezTo>
                      <a:pt x="244" y="323"/>
                      <a:pt x="233" y="323"/>
                      <a:pt x="222" y="323"/>
                    </a:cubicBezTo>
                    <a:cubicBezTo>
                      <a:pt x="217" y="323"/>
                      <a:pt x="212" y="324"/>
                      <a:pt x="207" y="323"/>
                    </a:cubicBezTo>
                    <a:cubicBezTo>
                      <a:pt x="198" y="321"/>
                      <a:pt x="194" y="316"/>
                      <a:pt x="192" y="310"/>
                    </a:cubicBezTo>
                    <a:cubicBezTo>
                      <a:pt x="192" y="310"/>
                      <a:pt x="193" y="310"/>
                      <a:pt x="193" y="310"/>
                    </a:cubicBezTo>
                    <a:cubicBezTo>
                      <a:pt x="195" y="310"/>
                      <a:pt x="198" y="310"/>
                      <a:pt x="200" y="310"/>
                    </a:cubicBezTo>
                    <a:cubicBezTo>
                      <a:pt x="204" y="311"/>
                      <a:pt x="209" y="311"/>
                      <a:pt x="213" y="310"/>
                    </a:cubicBezTo>
                    <a:cubicBezTo>
                      <a:pt x="217" y="309"/>
                      <a:pt x="217" y="303"/>
                      <a:pt x="213" y="302"/>
                    </a:cubicBezTo>
                    <a:cubicBezTo>
                      <a:pt x="209" y="301"/>
                      <a:pt x="204" y="302"/>
                      <a:pt x="200" y="302"/>
                    </a:cubicBezTo>
                    <a:cubicBezTo>
                      <a:pt x="197" y="302"/>
                      <a:pt x="193" y="302"/>
                      <a:pt x="191" y="304"/>
                    </a:cubicBezTo>
                    <a:cubicBezTo>
                      <a:pt x="190" y="303"/>
                      <a:pt x="190" y="301"/>
                      <a:pt x="190" y="299"/>
                    </a:cubicBezTo>
                    <a:cubicBezTo>
                      <a:pt x="189" y="278"/>
                      <a:pt x="192" y="257"/>
                      <a:pt x="192" y="236"/>
                    </a:cubicBezTo>
                    <a:cubicBezTo>
                      <a:pt x="194" y="195"/>
                      <a:pt x="195" y="154"/>
                      <a:pt x="196" y="112"/>
                    </a:cubicBezTo>
                    <a:cubicBezTo>
                      <a:pt x="196" y="113"/>
                      <a:pt x="197" y="113"/>
                      <a:pt x="198" y="113"/>
                    </a:cubicBezTo>
                    <a:cubicBezTo>
                      <a:pt x="202" y="113"/>
                      <a:pt x="207" y="113"/>
                      <a:pt x="211" y="113"/>
                    </a:cubicBezTo>
                    <a:cubicBezTo>
                      <a:pt x="215" y="113"/>
                      <a:pt x="219" y="113"/>
                      <a:pt x="223" y="111"/>
                    </a:cubicBezTo>
                    <a:cubicBezTo>
                      <a:pt x="225" y="110"/>
                      <a:pt x="225" y="107"/>
                      <a:pt x="223" y="106"/>
                    </a:cubicBezTo>
                    <a:cubicBezTo>
                      <a:pt x="219" y="103"/>
                      <a:pt x="215" y="104"/>
                      <a:pt x="211" y="104"/>
                    </a:cubicBezTo>
                    <a:cubicBezTo>
                      <a:pt x="207" y="104"/>
                      <a:pt x="202" y="104"/>
                      <a:pt x="197" y="104"/>
                    </a:cubicBezTo>
                    <a:cubicBezTo>
                      <a:pt x="197" y="104"/>
                      <a:pt x="196" y="104"/>
                      <a:pt x="196" y="104"/>
                    </a:cubicBezTo>
                    <a:cubicBezTo>
                      <a:pt x="196" y="100"/>
                      <a:pt x="196" y="97"/>
                      <a:pt x="196" y="93"/>
                    </a:cubicBezTo>
                    <a:cubicBezTo>
                      <a:pt x="196" y="92"/>
                      <a:pt x="196" y="91"/>
                      <a:pt x="196" y="91"/>
                    </a:cubicBezTo>
                    <a:cubicBezTo>
                      <a:pt x="475" y="80"/>
                      <a:pt x="754" y="78"/>
                      <a:pt x="1033" y="85"/>
                    </a:cubicBezTo>
                    <a:cubicBezTo>
                      <a:pt x="1034" y="86"/>
                      <a:pt x="1035" y="87"/>
                      <a:pt x="1036" y="88"/>
                    </a:cubicBezTo>
                    <a:cubicBezTo>
                      <a:pt x="1038" y="88"/>
                      <a:pt x="1039" y="90"/>
                      <a:pt x="1040" y="92"/>
                    </a:cubicBezTo>
                    <a:cubicBezTo>
                      <a:pt x="1039" y="92"/>
                      <a:pt x="1037" y="91"/>
                      <a:pt x="1035" y="90"/>
                    </a:cubicBezTo>
                    <a:cubicBezTo>
                      <a:pt x="1031" y="89"/>
                      <a:pt x="1028" y="93"/>
                      <a:pt x="1032" y="96"/>
                    </a:cubicBezTo>
                    <a:cubicBezTo>
                      <a:pt x="1035" y="98"/>
                      <a:pt x="1039" y="99"/>
                      <a:pt x="1043" y="99"/>
                    </a:cubicBezTo>
                    <a:cubicBezTo>
                      <a:pt x="1046" y="113"/>
                      <a:pt x="1044" y="135"/>
                      <a:pt x="1044" y="142"/>
                    </a:cubicBezTo>
                    <a:cubicBezTo>
                      <a:pt x="1045" y="164"/>
                      <a:pt x="1045" y="185"/>
                      <a:pt x="1046" y="207"/>
                    </a:cubicBezTo>
                    <a:cubicBezTo>
                      <a:pt x="1047" y="227"/>
                      <a:pt x="1047" y="247"/>
                      <a:pt x="1048" y="266"/>
                    </a:cubicBezTo>
                    <a:cubicBezTo>
                      <a:pt x="1048" y="272"/>
                      <a:pt x="1050" y="281"/>
                      <a:pt x="1049" y="289"/>
                    </a:cubicBezTo>
                    <a:close/>
                    <a:moveTo>
                      <a:pt x="928" y="45"/>
                    </a:moveTo>
                    <a:cubicBezTo>
                      <a:pt x="934" y="48"/>
                      <a:pt x="940" y="50"/>
                      <a:pt x="946" y="52"/>
                    </a:cubicBezTo>
                    <a:cubicBezTo>
                      <a:pt x="946" y="56"/>
                      <a:pt x="946" y="59"/>
                      <a:pt x="946" y="62"/>
                    </a:cubicBezTo>
                    <a:cubicBezTo>
                      <a:pt x="947" y="66"/>
                      <a:pt x="946" y="69"/>
                      <a:pt x="947" y="72"/>
                    </a:cubicBezTo>
                    <a:cubicBezTo>
                      <a:pt x="942" y="72"/>
                      <a:pt x="937" y="72"/>
                      <a:pt x="932" y="71"/>
                    </a:cubicBezTo>
                    <a:cubicBezTo>
                      <a:pt x="931" y="66"/>
                      <a:pt x="929" y="62"/>
                      <a:pt x="928" y="57"/>
                    </a:cubicBezTo>
                    <a:cubicBezTo>
                      <a:pt x="927" y="53"/>
                      <a:pt x="927" y="49"/>
                      <a:pt x="928" y="45"/>
                    </a:cubicBezTo>
                    <a:close/>
                    <a:moveTo>
                      <a:pt x="952" y="62"/>
                    </a:moveTo>
                    <a:cubicBezTo>
                      <a:pt x="952" y="59"/>
                      <a:pt x="952" y="57"/>
                      <a:pt x="951" y="54"/>
                    </a:cubicBezTo>
                    <a:cubicBezTo>
                      <a:pt x="957" y="56"/>
                      <a:pt x="962" y="58"/>
                      <a:pt x="967" y="60"/>
                    </a:cubicBezTo>
                    <a:cubicBezTo>
                      <a:pt x="968" y="62"/>
                      <a:pt x="968" y="64"/>
                      <a:pt x="968" y="67"/>
                    </a:cubicBezTo>
                    <a:cubicBezTo>
                      <a:pt x="968" y="68"/>
                      <a:pt x="968" y="70"/>
                      <a:pt x="968" y="72"/>
                    </a:cubicBezTo>
                    <a:cubicBezTo>
                      <a:pt x="963" y="72"/>
                      <a:pt x="958" y="72"/>
                      <a:pt x="953" y="72"/>
                    </a:cubicBezTo>
                    <a:cubicBezTo>
                      <a:pt x="954" y="68"/>
                      <a:pt x="953" y="65"/>
                      <a:pt x="952" y="62"/>
                    </a:cubicBezTo>
                    <a:close/>
                    <a:moveTo>
                      <a:pt x="974" y="62"/>
                    </a:moveTo>
                    <a:cubicBezTo>
                      <a:pt x="984" y="66"/>
                      <a:pt x="994" y="69"/>
                      <a:pt x="1004" y="73"/>
                    </a:cubicBezTo>
                    <a:cubicBezTo>
                      <a:pt x="994" y="73"/>
                      <a:pt x="984" y="72"/>
                      <a:pt x="975" y="72"/>
                    </a:cubicBezTo>
                    <a:cubicBezTo>
                      <a:pt x="975" y="69"/>
                      <a:pt x="975" y="66"/>
                      <a:pt x="974" y="62"/>
                    </a:cubicBezTo>
                    <a:close/>
                    <a:moveTo>
                      <a:pt x="1239" y="203"/>
                    </a:moveTo>
                    <a:cubicBezTo>
                      <a:pt x="1218" y="205"/>
                      <a:pt x="1197" y="207"/>
                      <a:pt x="1176" y="209"/>
                    </a:cubicBezTo>
                    <a:cubicBezTo>
                      <a:pt x="1156" y="211"/>
                      <a:pt x="1135" y="213"/>
                      <a:pt x="1114" y="216"/>
                    </a:cubicBezTo>
                    <a:cubicBezTo>
                      <a:pt x="1098" y="218"/>
                      <a:pt x="1080" y="219"/>
                      <a:pt x="1064" y="225"/>
                    </a:cubicBezTo>
                    <a:cubicBezTo>
                      <a:pt x="1062" y="225"/>
                      <a:pt x="1061" y="225"/>
                      <a:pt x="1059" y="225"/>
                    </a:cubicBezTo>
                    <a:cubicBezTo>
                      <a:pt x="1059" y="220"/>
                      <a:pt x="1059" y="215"/>
                      <a:pt x="1059" y="210"/>
                    </a:cubicBezTo>
                    <a:cubicBezTo>
                      <a:pt x="1062" y="212"/>
                      <a:pt x="1065" y="213"/>
                      <a:pt x="1069" y="214"/>
                    </a:cubicBezTo>
                    <a:cubicBezTo>
                      <a:pt x="1073" y="214"/>
                      <a:pt x="1078" y="215"/>
                      <a:pt x="1081" y="212"/>
                    </a:cubicBezTo>
                    <a:cubicBezTo>
                      <a:pt x="1082" y="211"/>
                      <a:pt x="1082" y="210"/>
                      <a:pt x="1081" y="209"/>
                    </a:cubicBezTo>
                    <a:cubicBezTo>
                      <a:pt x="1078" y="206"/>
                      <a:pt x="1075" y="207"/>
                      <a:pt x="1071" y="206"/>
                    </a:cubicBezTo>
                    <a:cubicBezTo>
                      <a:pt x="1067" y="206"/>
                      <a:pt x="1062" y="205"/>
                      <a:pt x="1058" y="204"/>
                    </a:cubicBezTo>
                    <a:cubicBezTo>
                      <a:pt x="1058" y="199"/>
                      <a:pt x="1058" y="193"/>
                      <a:pt x="1058" y="188"/>
                    </a:cubicBezTo>
                    <a:cubicBezTo>
                      <a:pt x="1057" y="161"/>
                      <a:pt x="1056" y="135"/>
                      <a:pt x="1055" y="109"/>
                    </a:cubicBezTo>
                    <a:cubicBezTo>
                      <a:pt x="1055" y="97"/>
                      <a:pt x="1054" y="84"/>
                      <a:pt x="1044" y="78"/>
                    </a:cubicBezTo>
                    <a:cubicBezTo>
                      <a:pt x="1043" y="76"/>
                      <a:pt x="1042" y="75"/>
                      <a:pt x="1040" y="74"/>
                    </a:cubicBezTo>
                    <a:cubicBezTo>
                      <a:pt x="1012" y="64"/>
                      <a:pt x="983" y="53"/>
                      <a:pt x="955" y="43"/>
                    </a:cubicBezTo>
                    <a:cubicBezTo>
                      <a:pt x="957" y="43"/>
                      <a:pt x="959" y="43"/>
                      <a:pt x="962" y="44"/>
                    </a:cubicBezTo>
                    <a:cubicBezTo>
                      <a:pt x="965" y="44"/>
                      <a:pt x="969" y="46"/>
                      <a:pt x="972" y="44"/>
                    </a:cubicBezTo>
                    <a:cubicBezTo>
                      <a:pt x="974" y="44"/>
                      <a:pt x="974" y="42"/>
                      <a:pt x="973" y="40"/>
                    </a:cubicBezTo>
                    <a:cubicBezTo>
                      <a:pt x="972" y="36"/>
                      <a:pt x="966" y="36"/>
                      <a:pt x="962" y="35"/>
                    </a:cubicBezTo>
                    <a:cubicBezTo>
                      <a:pt x="957" y="35"/>
                      <a:pt x="953" y="36"/>
                      <a:pt x="949" y="39"/>
                    </a:cubicBezTo>
                    <a:cubicBezTo>
                      <a:pt x="949" y="40"/>
                      <a:pt x="949" y="40"/>
                      <a:pt x="949" y="41"/>
                    </a:cubicBezTo>
                    <a:cubicBezTo>
                      <a:pt x="937" y="37"/>
                      <a:pt x="926" y="32"/>
                      <a:pt x="914" y="28"/>
                    </a:cubicBezTo>
                    <a:cubicBezTo>
                      <a:pt x="1038" y="37"/>
                      <a:pt x="1162" y="32"/>
                      <a:pt x="1285" y="14"/>
                    </a:cubicBezTo>
                    <a:cubicBezTo>
                      <a:pt x="1273" y="33"/>
                      <a:pt x="1261" y="52"/>
                      <a:pt x="1249" y="71"/>
                    </a:cubicBezTo>
                    <a:cubicBezTo>
                      <a:pt x="1244" y="80"/>
                      <a:pt x="1238" y="89"/>
                      <a:pt x="1232" y="99"/>
                    </a:cubicBezTo>
                    <a:cubicBezTo>
                      <a:pt x="1228" y="105"/>
                      <a:pt x="1222" y="111"/>
                      <a:pt x="1222" y="119"/>
                    </a:cubicBezTo>
                    <a:cubicBezTo>
                      <a:pt x="1221" y="132"/>
                      <a:pt x="1240" y="145"/>
                      <a:pt x="1248" y="153"/>
                    </a:cubicBezTo>
                    <a:cubicBezTo>
                      <a:pt x="1257" y="164"/>
                      <a:pt x="1267" y="174"/>
                      <a:pt x="1276" y="184"/>
                    </a:cubicBezTo>
                    <a:cubicBezTo>
                      <a:pt x="1274" y="184"/>
                      <a:pt x="1272" y="185"/>
                      <a:pt x="1269" y="185"/>
                    </a:cubicBezTo>
                    <a:cubicBezTo>
                      <a:pt x="1266" y="186"/>
                      <a:pt x="1262" y="186"/>
                      <a:pt x="1258" y="186"/>
                    </a:cubicBezTo>
                    <a:cubicBezTo>
                      <a:pt x="1255" y="186"/>
                      <a:pt x="1255" y="190"/>
                      <a:pt x="1257" y="191"/>
                    </a:cubicBezTo>
                    <a:cubicBezTo>
                      <a:pt x="1261" y="192"/>
                      <a:pt x="1265" y="192"/>
                      <a:pt x="1270" y="192"/>
                    </a:cubicBezTo>
                    <a:cubicBezTo>
                      <a:pt x="1273" y="192"/>
                      <a:pt x="1278" y="192"/>
                      <a:pt x="1280" y="189"/>
                    </a:cubicBezTo>
                    <a:cubicBezTo>
                      <a:pt x="1281" y="189"/>
                      <a:pt x="1281" y="189"/>
                      <a:pt x="1281" y="189"/>
                    </a:cubicBezTo>
                    <a:cubicBezTo>
                      <a:pt x="1284" y="192"/>
                      <a:pt x="1288" y="196"/>
                      <a:pt x="1292" y="199"/>
                    </a:cubicBezTo>
                    <a:cubicBezTo>
                      <a:pt x="1274" y="198"/>
                      <a:pt x="1256" y="201"/>
                      <a:pt x="1239" y="20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1" name="Freeform 93"/>
              <p:cNvSpPr>
                <a:spLocks/>
              </p:cNvSpPr>
              <p:nvPr/>
            </p:nvSpPr>
            <p:spPr bwMode="auto">
              <a:xfrm>
                <a:off x="4583754" y="3442044"/>
                <a:ext cx="84343" cy="38883"/>
              </a:xfrm>
              <a:custGeom>
                <a:avLst/>
                <a:gdLst>
                  <a:gd name="T0" fmla="*/ 21 w 27"/>
                  <a:gd name="T1" fmla="*/ 1 h 11"/>
                  <a:gd name="T2" fmla="*/ 3 w 27"/>
                  <a:gd name="T3" fmla="*/ 0 h 11"/>
                  <a:gd name="T4" fmla="*/ 2 w 27"/>
                  <a:gd name="T5" fmla="*/ 5 h 11"/>
                  <a:gd name="T6" fmla="*/ 20 w 27"/>
                  <a:gd name="T7" fmla="*/ 9 h 11"/>
                  <a:gd name="T8" fmla="*/ 21 w 27"/>
                  <a:gd name="T9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21" y="1"/>
                    </a:moveTo>
                    <a:cubicBezTo>
                      <a:pt x="15" y="0"/>
                      <a:pt x="9" y="0"/>
                      <a:pt x="3" y="0"/>
                    </a:cubicBezTo>
                    <a:cubicBezTo>
                      <a:pt x="0" y="0"/>
                      <a:pt x="0" y="4"/>
                      <a:pt x="2" y="5"/>
                    </a:cubicBezTo>
                    <a:cubicBezTo>
                      <a:pt x="8" y="6"/>
                      <a:pt x="14" y="8"/>
                      <a:pt x="20" y="9"/>
                    </a:cubicBezTo>
                    <a:cubicBezTo>
                      <a:pt x="26" y="11"/>
                      <a:pt x="27" y="1"/>
                      <a:pt x="21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2" name="Freeform 94"/>
              <p:cNvSpPr>
                <a:spLocks/>
              </p:cNvSpPr>
              <p:nvPr/>
            </p:nvSpPr>
            <p:spPr bwMode="auto">
              <a:xfrm>
                <a:off x="4712611" y="3439451"/>
                <a:ext cx="117143" cy="33698"/>
              </a:xfrm>
              <a:custGeom>
                <a:avLst/>
                <a:gdLst>
                  <a:gd name="T0" fmla="*/ 32 w 37"/>
                  <a:gd name="T1" fmla="*/ 2 h 10"/>
                  <a:gd name="T2" fmla="*/ 4 w 37"/>
                  <a:gd name="T3" fmla="*/ 0 h 10"/>
                  <a:gd name="T4" fmla="*/ 4 w 37"/>
                  <a:gd name="T5" fmla="*/ 6 h 10"/>
                  <a:gd name="T6" fmla="*/ 31 w 37"/>
                  <a:gd name="T7" fmla="*/ 10 h 10"/>
                  <a:gd name="T8" fmla="*/ 32 w 37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0">
                    <a:moveTo>
                      <a:pt x="32" y="2"/>
                    </a:moveTo>
                    <a:cubicBezTo>
                      <a:pt x="23" y="0"/>
                      <a:pt x="14" y="0"/>
                      <a:pt x="4" y="0"/>
                    </a:cubicBezTo>
                    <a:cubicBezTo>
                      <a:pt x="1" y="0"/>
                      <a:pt x="0" y="5"/>
                      <a:pt x="4" y="6"/>
                    </a:cubicBezTo>
                    <a:cubicBezTo>
                      <a:pt x="13" y="8"/>
                      <a:pt x="22" y="10"/>
                      <a:pt x="31" y="10"/>
                    </a:cubicBezTo>
                    <a:cubicBezTo>
                      <a:pt x="36" y="10"/>
                      <a:pt x="37" y="2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4" name="Freeform 95"/>
              <p:cNvSpPr>
                <a:spLocks/>
              </p:cNvSpPr>
              <p:nvPr/>
            </p:nvSpPr>
            <p:spPr bwMode="auto">
              <a:xfrm>
                <a:off x="4888327" y="3439451"/>
                <a:ext cx="96058" cy="38883"/>
              </a:xfrm>
              <a:custGeom>
                <a:avLst/>
                <a:gdLst>
                  <a:gd name="T0" fmla="*/ 28 w 30"/>
                  <a:gd name="T1" fmla="*/ 3 h 11"/>
                  <a:gd name="T2" fmla="*/ 17 w 30"/>
                  <a:gd name="T3" fmla="*/ 1 h 11"/>
                  <a:gd name="T4" fmla="*/ 4 w 30"/>
                  <a:gd name="T5" fmla="*/ 3 h 11"/>
                  <a:gd name="T6" fmla="*/ 4 w 30"/>
                  <a:gd name="T7" fmla="*/ 9 h 11"/>
                  <a:gd name="T8" fmla="*/ 17 w 30"/>
                  <a:gd name="T9" fmla="*/ 10 h 11"/>
                  <a:gd name="T10" fmla="*/ 28 w 30"/>
                  <a:gd name="T11" fmla="*/ 9 h 11"/>
                  <a:gd name="T12" fmla="*/ 28 w 30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1">
                    <a:moveTo>
                      <a:pt x="28" y="3"/>
                    </a:moveTo>
                    <a:cubicBezTo>
                      <a:pt x="25" y="0"/>
                      <a:pt x="21" y="1"/>
                      <a:pt x="17" y="1"/>
                    </a:cubicBezTo>
                    <a:cubicBezTo>
                      <a:pt x="13" y="2"/>
                      <a:pt x="8" y="2"/>
                      <a:pt x="4" y="3"/>
                    </a:cubicBezTo>
                    <a:cubicBezTo>
                      <a:pt x="0" y="3"/>
                      <a:pt x="0" y="8"/>
                      <a:pt x="4" y="9"/>
                    </a:cubicBezTo>
                    <a:cubicBezTo>
                      <a:pt x="8" y="9"/>
                      <a:pt x="13" y="10"/>
                      <a:pt x="17" y="10"/>
                    </a:cubicBezTo>
                    <a:cubicBezTo>
                      <a:pt x="21" y="11"/>
                      <a:pt x="25" y="11"/>
                      <a:pt x="28" y="9"/>
                    </a:cubicBezTo>
                    <a:cubicBezTo>
                      <a:pt x="30" y="7"/>
                      <a:pt x="30" y="4"/>
                      <a:pt x="28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5" name="Freeform 96"/>
              <p:cNvSpPr>
                <a:spLocks/>
              </p:cNvSpPr>
              <p:nvPr/>
            </p:nvSpPr>
            <p:spPr bwMode="auto">
              <a:xfrm>
                <a:off x="5169471" y="3734953"/>
                <a:ext cx="124173" cy="49251"/>
              </a:xfrm>
              <a:custGeom>
                <a:avLst/>
                <a:gdLst>
                  <a:gd name="T0" fmla="*/ 36 w 39"/>
                  <a:gd name="T1" fmla="*/ 2 h 14"/>
                  <a:gd name="T2" fmla="*/ 22 w 39"/>
                  <a:gd name="T3" fmla="*/ 1 h 14"/>
                  <a:gd name="T4" fmla="*/ 6 w 39"/>
                  <a:gd name="T5" fmla="*/ 2 h 14"/>
                  <a:gd name="T6" fmla="*/ 5 w 39"/>
                  <a:gd name="T7" fmla="*/ 11 h 14"/>
                  <a:gd name="T8" fmla="*/ 37 w 39"/>
                  <a:gd name="T9" fmla="*/ 7 h 14"/>
                  <a:gd name="T10" fmla="*/ 36 w 39"/>
                  <a:gd name="T11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4">
                    <a:moveTo>
                      <a:pt x="36" y="2"/>
                    </a:moveTo>
                    <a:cubicBezTo>
                      <a:pt x="31" y="0"/>
                      <a:pt x="27" y="1"/>
                      <a:pt x="22" y="1"/>
                    </a:cubicBezTo>
                    <a:cubicBezTo>
                      <a:pt x="17" y="2"/>
                      <a:pt x="11" y="2"/>
                      <a:pt x="6" y="2"/>
                    </a:cubicBezTo>
                    <a:cubicBezTo>
                      <a:pt x="2" y="2"/>
                      <a:pt x="0" y="10"/>
                      <a:pt x="5" y="11"/>
                    </a:cubicBezTo>
                    <a:cubicBezTo>
                      <a:pt x="15" y="12"/>
                      <a:pt x="28" y="14"/>
                      <a:pt x="37" y="7"/>
                    </a:cubicBezTo>
                    <a:cubicBezTo>
                      <a:pt x="39" y="5"/>
                      <a:pt x="38" y="3"/>
                      <a:pt x="36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6" name="Freeform 97"/>
              <p:cNvSpPr>
                <a:spLocks/>
              </p:cNvSpPr>
              <p:nvPr/>
            </p:nvSpPr>
            <p:spPr bwMode="auto">
              <a:xfrm>
                <a:off x="5373299" y="3721993"/>
                <a:ext cx="119487" cy="49251"/>
              </a:xfrm>
              <a:custGeom>
                <a:avLst/>
                <a:gdLst>
                  <a:gd name="T0" fmla="*/ 34 w 38"/>
                  <a:gd name="T1" fmla="*/ 3 h 14"/>
                  <a:gd name="T2" fmla="*/ 4 w 38"/>
                  <a:gd name="T3" fmla="*/ 4 h 14"/>
                  <a:gd name="T4" fmla="*/ 4 w 38"/>
                  <a:gd name="T5" fmla="*/ 11 h 14"/>
                  <a:gd name="T6" fmla="*/ 34 w 38"/>
                  <a:gd name="T7" fmla="*/ 11 h 14"/>
                  <a:gd name="T8" fmla="*/ 34 w 38"/>
                  <a:gd name="T9" fmla="*/ 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4">
                    <a:moveTo>
                      <a:pt x="34" y="3"/>
                    </a:moveTo>
                    <a:cubicBezTo>
                      <a:pt x="26" y="0"/>
                      <a:pt x="14" y="3"/>
                      <a:pt x="4" y="4"/>
                    </a:cubicBezTo>
                    <a:cubicBezTo>
                      <a:pt x="0" y="4"/>
                      <a:pt x="0" y="10"/>
                      <a:pt x="4" y="11"/>
                    </a:cubicBezTo>
                    <a:cubicBezTo>
                      <a:pt x="14" y="11"/>
                      <a:pt x="26" y="14"/>
                      <a:pt x="34" y="11"/>
                    </a:cubicBezTo>
                    <a:cubicBezTo>
                      <a:pt x="38" y="10"/>
                      <a:pt x="38" y="5"/>
                      <a:pt x="34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8" name="Freeform 98"/>
              <p:cNvSpPr>
                <a:spLocks/>
              </p:cNvSpPr>
              <p:nvPr/>
            </p:nvSpPr>
            <p:spPr bwMode="auto">
              <a:xfrm>
                <a:off x="5567758" y="3724584"/>
                <a:ext cx="107772" cy="38883"/>
              </a:xfrm>
              <a:custGeom>
                <a:avLst/>
                <a:gdLst>
                  <a:gd name="T0" fmla="*/ 30 w 34"/>
                  <a:gd name="T1" fmla="*/ 1 h 11"/>
                  <a:gd name="T2" fmla="*/ 16 w 34"/>
                  <a:gd name="T3" fmla="*/ 2 h 11"/>
                  <a:gd name="T4" fmla="*/ 2 w 34"/>
                  <a:gd name="T5" fmla="*/ 4 h 11"/>
                  <a:gd name="T6" fmla="*/ 1 w 34"/>
                  <a:gd name="T7" fmla="*/ 8 h 11"/>
                  <a:gd name="T8" fmla="*/ 17 w 34"/>
                  <a:gd name="T9" fmla="*/ 11 h 11"/>
                  <a:gd name="T10" fmla="*/ 32 w 34"/>
                  <a:gd name="T11" fmla="*/ 7 h 11"/>
                  <a:gd name="T12" fmla="*/ 30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0" y="1"/>
                    </a:moveTo>
                    <a:cubicBezTo>
                      <a:pt x="26" y="0"/>
                      <a:pt x="21" y="2"/>
                      <a:pt x="16" y="2"/>
                    </a:cubicBezTo>
                    <a:cubicBezTo>
                      <a:pt x="11" y="2"/>
                      <a:pt x="6" y="2"/>
                      <a:pt x="2" y="4"/>
                    </a:cubicBezTo>
                    <a:cubicBezTo>
                      <a:pt x="0" y="5"/>
                      <a:pt x="0" y="7"/>
                      <a:pt x="1" y="8"/>
                    </a:cubicBezTo>
                    <a:cubicBezTo>
                      <a:pt x="6" y="11"/>
                      <a:pt x="12" y="11"/>
                      <a:pt x="17" y="11"/>
                    </a:cubicBezTo>
                    <a:cubicBezTo>
                      <a:pt x="22" y="11"/>
                      <a:pt x="28" y="11"/>
                      <a:pt x="32" y="7"/>
                    </a:cubicBezTo>
                    <a:cubicBezTo>
                      <a:pt x="34" y="5"/>
                      <a:pt x="33" y="2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9" name="Freeform 99"/>
              <p:cNvSpPr>
                <a:spLocks/>
              </p:cNvSpPr>
              <p:nvPr/>
            </p:nvSpPr>
            <p:spPr bwMode="auto">
              <a:xfrm>
                <a:off x="5720043" y="3729769"/>
                <a:ext cx="107772" cy="33698"/>
              </a:xfrm>
              <a:custGeom>
                <a:avLst/>
                <a:gdLst>
                  <a:gd name="T0" fmla="*/ 28 w 34"/>
                  <a:gd name="T1" fmla="*/ 0 h 10"/>
                  <a:gd name="T2" fmla="*/ 3 w 34"/>
                  <a:gd name="T3" fmla="*/ 3 h 10"/>
                  <a:gd name="T4" fmla="*/ 3 w 34"/>
                  <a:gd name="T5" fmla="*/ 8 h 10"/>
                  <a:gd name="T6" fmla="*/ 28 w 34"/>
                  <a:gd name="T7" fmla="*/ 10 h 10"/>
                  <a:gd name="T8" fmla="*/ 28 w 34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10">
                    <a:moveTo>
                      <a:pt x="28" y="0"/>
                    </a:moveTo>
                    <a:cubicBezTo>
                      <a:pt x="20" y="0"/>
                      <a:pt x="12" y="2"/>
                      <a:pt x="3" y="3"/>
                    </a:cubicBezTo>
                    <a:cubicBezTo>
                      <a:pt x="0" y="3"/>
                      <a:pt x="0" y="7"/>
                      <a:pt x="3" y="8"/>
                    </a:cubicBezTo>
                    <a:cubicBezTo>
                      <a:pt x="12" y="9"/>
                      <a:pt x="20" y="10"/>
                      <a:pt x="28" y="10"/>
                    </a:cubicBezTo>
                    <a:cubicBezTo>
                      <a:pt x="34" y="10"/>
                      <a:pt x="34" y="1"/>
                      <a:pt x="28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0" name="Freeform 100"/>
              <p:cNvSpPr>
                <a:spLocks/>
              </p:cNvSpPr>
              <p:nvPr/>
            </p:nvSpPr>
            <p:spPr bwMode="auto">
              <a:xfrm>
                <a:off x="5893415" y="3719400"/>
                <a:ext cx="110115" cy="44067"/>
              </a:xfrm>
              <a:custGeom>
                <a:avLst/>
                <a:gdLst>
                  <a:gd name="T0" fmla="*/ 32 w 35"/>
                  <a:gd name="T1" fmla="*/ 1 h 13"/>
                  <a:gd name="T2" fmla="*/ 19 w 35"/>
                  <a:gd name="T3" fmla="*/ 2 h 13"/>
                  <a:gd name="T4" fmla="*/ 4 w 35"/>
                  <a:gd name="T5" fmla="*/ 3 h 13"/>
                  <a:gd name="T6" fmla="*/ 3 w 35"/>
                  <a:gd name="T7" fmla="*/ 8 h 13"/>
                  <a:gd name="T8" fmla="*/ 33 w 35"/>
                  <a:gd name="T9" fmla="*/ 7 h 13"/>
                  <a:gd name="T10" fmla="*/ 32 w 35"/>
                  <a:gd name="T11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13">
                    <a:moveTo>
                      <a:pt x="32" y="1"/>
                    </a:moveTo>
                    <a:cubicBezTo>
                      <a:pt x="28" y="0"/>
                      <a:pt x="23" y="2"/>
                      <a:pt x="19" y="2"/>
                    </a:cubicBezTo>
                    <a:cubicBezTo>
                      <a:pt x="14" y="3"/>
                      <a:pt x="9" y="3"/>
                      <a:pt x="4" y="3"/>
                    </a:cubicBezTo>
                    <a:cubicBezTo>
                      <a:pt x="1" y="3"/>
                      <a:pt x="0" y="8"/>
                      <a:pt x="3" y="8"/>
                    </a:cubicBezTo>
                    <a:cubicBezTo>
                      <a:pt x="12" y="10"/>
                      <a:pt x="26" y="13"/>
                      <a:pt x="33" y="7"/>
                    </a:cubicBezTo>
                    <a:cubicBezTo>
                      <a:pt x="35" y="5"/>
                      <a:pt x="34" y="2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1" name="Freeform 101"/>
              <p:cNvSpPr>
                <a:spLocks/>
              </p:cNvSpPr>
              <p:nvPr/>
            </p:nvSpPr>
            <p:spPr bwMode="auto">
              <a:xfrm>
                <a:off x="6073817" y="3721993"/>
                <a:ext cx="121829" cy="51843"/>
              </a:xfrm>
              <a:custGeom>
                <a:avLst/>
                <a:gdLst>
                  <a:gd name="T0" fmla="*/ 32 w 39"/>
                  <a:gd name="T1" fmla="*/ 0 h 15"/>
                  <a:gd name="T2" fmla="*/ 5 w 39"/>
                  <a:gd name="T3" fmla="*/ 2 h 15"/>
                  <a:gd name="T4" fmla="*/ 3 w 39"/>
                  <a:gd name="T5" fmla="*/ 7 h 15"/>
                  <a:gd name="T6" fmla="*/ 35 w 39"/>
                  <a:gd name="T7" fmla="*/ 7 h 15"/>
                  <a:gd name="T8" fmla="*/ 32 w 39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5">
                    <a:moveTo>
                      <a:pt x="32" y="0"/>
                    </a:moveTo>
                    <a:cubicBezTo>
                      <a:pt x="23" y="2"/>
                      <a:pt x="14" y="4"/>
                      <a:pt x="5" y="2"/>
                    </a:cubicBezTo>
                    <a:cubicBezTo>
                      <a:pt x="2" y="1"/>
                      <a:pt x="0" y="5"/>
                      <a:pt x="3" y="7"/>
                    </a:cubicBezTo>
                    <a:cubicBezTo>
                      <a:pt x="13" y="12"/>
                      <a:pt x="26" y="15"/>
                      <a:pt x="35" y="7"/>
                    </a:cubicBezTo>
                    <a:cubicBezTo>
                      <a:pt x="39" y="5"/>
                      <a:pt x="37" y="0"/>
                      <a:pt x="32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2" name="Freeform 102"/>
              <p:cNvSpPr>
                <a:spLocks/>
              </p:cNvSpPr>
              <p:nvPr/>
            </p:nvSpPr>
            <p:spPr bwMode="auto">
              <a:xfrm>
                <a:off x="6261246" y="3711625"/>
                <a:ext cx="126515" cy="44067"/>
              </a:xfrm>
              <a:custGeom>
                <a:avLst/>
                <a:gdLst>
                  <a:gd name="T0" fmla="*/ 34 w 40"/>
                  <a:gd name="T1" fmla="*/ 1 h 13"/>
                  <a:gd name="T2" fmla="*/ 19 w 40"/>
                  <a:gd name="T3" fmla="*/ 1 h 13"/>
                  <a:gd name="T4" fmla="*/ 5 w 40"/>
                  <a:gd name="T5" fmla="*/ 1 h 13"/>
                  <a:gd name="T6" fmla="*/ 4 w 40"/>
                  <a:gd name="T7" fmla="*/ 7 h 13"/>
                  <a:gd name="T8" fmla="*/ 35 w 40"/>
                  <a:gd name="T9" fmla="*/ 10 h 13"/>
                  <a:gd name="T10" fmla="*/ 34 w 40"/>
                  <a:gd name="T11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13">
                    <a:moveTo>
                      <a:pt x="34" y="1"/>
                    </a:moveTo>
                    <a:cubicBezTo>
                      <a:pt x="29" y="1"/>
                      <a:pt x="24" y="1"/>
                      <a:pt x="19" y="1"/>
                    </a:cubicBezTo>
                    <a:cubicBezTo>
                      <a:pt x="14" y="1"/>
                      <a:pt x="10" y="1"/>
                      <a:pt x="5" y="1"/>
                    </a:cubicBezTo>
                    <a:cubicBezTo>
                      <a:pt x="1" y="0"/>
                      <a:pt x="0" y="6"/>
                      <a:pt x="4" y="7"/>
                    </a:cubicBezTo>
                    <a:cubicBezTo>
                      <a:pt x="13" y="10"/>
                      <a:pt x="26" y="13"/>
                      <a:pt x="35" y="10"/>
                    </a:cubicBezTo>
                    <a:cubicBezTo>
                      <a:pt x="40" y="8"/>
                      <a:pt x="39" y="2"/>
                      <a:pt x="34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3" name="Freeform 103"/>
              <p:cNvSpPr>
                <a:spLocks/>
              </p:cNvSpPr>
              <p:nvPr/>
            </p:nvSpPr>
            <p:spPr bwMode="auto">
              <a:xfrm>
                <a:off x="6448675" y="3706440"/>
                <a:ext cx="126515" cy="46658"/>
              </a:xfrm>
              <a:custGeom>
                <a:avLst/>
                <a:gdLst>
                  <a:gd name="T0" fmla="*/ 36 w 40"/>
                  <a:gd name="T1" fmla="*/ 3 h 13"/>
                  <a:gd name="T2" fmla="*/ 4 w 40"/>
                  <a:gd name="T3" fmla="*/ 4 h 13"/>
                  <a:gd name="T4" fmla="*/ 4 w 40"/>
                  <a:gd name="T5" fmla="*/ 10 h 13"/>
                  <a:gd name="T6" fmla="*/ 36 w 40"/>
                  <a:gd name="T7" fmla="*/ 11 h 13"/>
                  <a:gd name="T8" fmla="*/ 36 w 40"/>
                  <a:gd name="T9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3">
                    <a:moveTo>
                      <a:pt x="36" y="3"/>
                    </a:moveTo>
                    <a:cubicBezTo>
                      <a:pt x="26" y="0"/>
                      <a:pt x="14" y="2"/>
                      <a:pt x="4" y="4"/>
                    </a:cubicBezTo>
                    <a:cubicBezTo>
                      <a:pt x="0" y="4"/>
                      <a:pt x="0" y="9"/>
                      <a:pt x="4" y="10"/>
                    </a:cubicBezTo>
                    <a:cubicBezTo>
                      <a:pt x="14" y="11"/>
                      <a:pt x="26" y="13"/>
                      <a:pt x="36" y="11"/>
                    </a:cubicBezTo>
                    <a:cubicBezTo>
                      <a:pt x="40" y="10"/>
                      <a:pt x="40" y="4"/>
                      <a:pt x="36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4" name="Freeform 104"/>
              <p:cNvSpPr>
                <a:spLocks/>
              </p:cNvSpPr>
              <p:nvPr/>
            </p:nvSpPr>
            <p:spPr bwMode="auto">
              <a:xfrm>
                <a:off x="6643132" y="3711625"/>
                <a:ext cx="121829" cy="38883"/>
              </a:xfrm>
              <a:custGeom>
                <a:avLst/>
                <a:gdLst>
                  <a:gd name="T0" fmla="*/ 34 w 38"/>
                  <a:gd name="T1" fmla="*/ 2 h 11"/>
                  <a:gd name="T2" fmla="*/ 20 w 38"/>
                  <a:gd name="T3" fmla="*/ 1 h 11"/>
                  <a:gd name="T4" fmla="*/ 4 w 38"/>
                  <a:gd name="T5" fmla="*/ 2 h 11"/>
                  <a:gd name="T6" fmla="*/ 4 w 38"/>
                  <a:gd name="T7" fmla="*/ 9 h 11"/>
                  <a:gd name="T8" fmla="*/ 20 w 38"/>
                  <a:gd name="T9" fmla="*/ 10 h 11"/>
                  <a:gd name="T10" fmla="*/ 34 w 38"/>
                  <a:gd name="T11" fmla="*/ 10 h 11"/>
                  <a:gd name="T12" fmla="*/ 34 w 38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1">
                    <a:moveTo>
                      <a:pt x="34" y="2"/>
                    </a:moveTo>
                    <a:cubicBezTo>
                      <a:pt x="30" y="0"/>
                      <a:pt x="24" y="1"/>
                      <a:pt x="20" y="1"/>
                    </a:cubicBezTo>
                    <a:cubicBezTo>
                      <a:pt x="15" y="2"/>
                      <a:pt x="9" y="2"/>
                      <a:pt x="4" y="2"/>
                    </a:cubicBezTo>
                    <a:cubicBezTo>
                      <a:pt x="0" y="3"/>
                      <a:pt x="0" y="9"/>
                      <a:pt x="4" y="9"/>
                    </a:cubicBezTo>
                    <a:cubicBezTo>
                      <a:pt x="9" y="9"/>
                      <a:pt x="15" y="10"/>
                      <a:pt x="20" y="10"/>
                    </a:cubicBezTo>
                    <a:cubicBezTo>
                      <a:pt x="24" y="10"/>
                      <a:pt x="30" y="11"/>
                      <a:pt x="34" y="10"/>
                    </a:cubicBezTo>
                    <a:cubicBezTo>
                      <a:pt x="38" y="8"/>
                      <a:pt x="38" y="3"/>
                      <a:pt x="34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5" name="Freeform 105"/>
              <p:cNvSpPr>
                <a:spLocks/>
              </p:cNvSpPr>
              <p:nvPr/>
            </p:nvSpPr>
            <p:spPr bwMode="auto">
              <a:xfrm>
                <a:off x="6828219" y="3711625"/>
                <a:ext cx="93715" cy="44067"/>
              </a:xfrm>
              <a:custGeom>
                <a:avLst/>
                <a:gdLst>
                  <a:gd name="T0" fmla="*/ 27 w 30"/>
                  <a:gd name="T1" fmla="*/ 3 h 13"/>
                  <a:gd name="T2" fmla="*/ 17 w 30"/>
                  <a:gd name="T3" fmla="*/ 2 h 13"/>
                  <a:gd name="T4" fmla="*/ 5 w 30"/>
                  <a:gd name="T5" fmla="*/ 1 h 13"/>
                  <a:gd name="T6" fmla="*/ 3 w 30"/>
                  <a:gd name="T7" fmla="*/ 7 h 13"/>
                  <a:gd name="T8" fmla="*/ 28 w 30"/>
                  <a:gd name="T9" fmla="*/ 8 h 13"/>
                  <a:gd name="T10" fmla="*/ 27 w 30"/>
                  <a:gd name="T11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13">
                    <a:moveTo>
                      <a:pt x="27" y="3"/>
                    </a:moveTo>
                    <a:cubicBezTo>
                      <a:pt x="24" y="2"/>
                      <a:pt x="20" y="2"/>
                      <a:pt x="17" y="2"/>
                    </a:cubicBezTo>
                    <a:cubicBezTo>
                      <a:pt x="13" y="2"/>
                      <a:pt x="9" y="2"/>
                      <a:pt x="5" y="1"/>
                    </a:cubicBezTo>
                    <a:cubicBezTo>
                      <a:pt x="1" y="0"/>
                      <a:pt x="0" y="5"/>
                      <a:pt x="3" y="7"/>
                    </a:cubicBezTo>
                    <a:cubicBezTo>
                      <a:pt x="10" y="9"/>
                      <a:pt x="21" y="13"/>
                      <a:pt x="28" y="8"/>
                    </a:cubicBezTo>
                    <a:cubicBezTo>
                      <a:pt x="30" y="7"/>
                      <a:pt x="30" y="3"/>
                      <a:pt x="27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6" name="Freeform 106"/>
              <p:cNvSpPr>
                <a:spLocks/>
              </p:cNvSpPr>
              <p:nvPr/>
            </p:nvSpPr>
            <p:spPr bwMode="auto">
              <a:xfrm>
                <a:off x="6978163" y="3696072"/>
                <a:ext cx="114801" cy="38883"/>
              </a:xfrm>
              <a:custGeom>
                <a:avLst/>
                <a:gdLst>
                  <a:gd name="T0" fmla="*/ 32 w 36"/>
                  <a:gd name="T1" fmla="*/ 2 h 11"/>
                  <a:gd name="T2" fmla="*/ 19 w 36"/>
                  <a:gd name="T3" fmla="*/ 2 h 11"/>
                  <a:gd name="T4" fmla="*/ 4 w 36"/>
                  <a:gd name="T5" fmla="*/ 5 h 11"/>
                  <a:gd name="T6" fmla="*/ 5 w 36"/>
                  <a:gd name="T7" fmla="*/ 11 h 11"/>
                  <a:gd name="T8" fmla="*/ 20 w 36"/>
                  <a:gd name="T9" fmla="*/ 11 h 11"/>
                  <a:gd name="T10" fmla="*/ 33 w 36"/>
                  <a:gd name="T11" fmla="*/ 8 h 11"/>
                  <a:gd name="T12" fmla="*/ 32 w 36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1">
                    <a:moveTo>
                      <a:pt x="32" y="2"/>
                    </a:moveTo>
                    <a:cubicBezTo>
                      <a:pt x="28" y="0"/>
                      <a:pt x="24" y="1"/>
                      <a:pt x="19" y="2"/>
                    </a:cubicBezTo>
                    <a:cubicBezTo>
                      <a:pt x="14" y="3"/>
                      <a:pt x="9" y="4"/>
                      <a:pt x="4" y="5"/>
                    </a:cubicBezTo>
                    <a:cubicBezTo>
                      <a:pt x="0" y="5"/>
                      <a:pt x="1" y="11"/>
                      <a:pt x="5" y="11"/>
                    </a:cubicBezTo>
                    <a:cubicBezTo>
                      <a:pt x="10" y="11"/>
                      <a:pt x="15" y="11"/>
                      <a:pt x="20" y="11"/>
                    </a:cubicBezTo>
                    <a:cubicBezTo>
                      <a:pt x="25" y="10"/>
                      <a:pt x="30" y="11"/>
                      <a:pt x="33" y="8"/>
                    </a:cubicBezTo>
                    <a:cubicBezTo>
                      <a:pt x="36" y="6"/>
                      <a:pt x="35" y="3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1" name="Freeform 107"/>
              <p:cNvSpPr>
                <a:spLocks/>
              </p:cNvSpPr>
              <p:nvPr/>
            </p:nvSpPr>
            <p:spPr bwMode="auto">
              <a:xfrm>
                <a:off x="7167934" y="3696072"/>
                <a:ext cx="105430" cy="46658"/>
              </a:xfrm>
              <a:custGeom>
                <a:avLst/>
                <a:gdLst>
                  <a:gd name="T0" fmla="*/ 32 w 33"/>
                  <a:gd name="T1" fmla="*/ 6 h 13"/>
                  <a:gd name="T2" fmla="*/ 4 w 33"/>
                  <a:gd name="T3" fmla="*/ 6 h 13"/>
                  <a:gd name="T4" fmla="*/ 6 w 33"/>
                  <a:gd name="T5" fmla="*/ 12 h 13"/>
                  <a:gd name="T6" fmla="*/ 20 w 33"/>
                  <a:gd name="T7" fmla="*/ 11 h 13"/>
                  <a:gd name="T8" fmla="*/ 31 w 33"/>
                  <a:gd name="T9" fmla="*/ 10 h 13"/>
                  <a:gd name="T10" fmla="*/ 32 w 33"/>
                  <a:gd name="T11" fmla="*/ 6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13">
                    <a:moveTo>
                      <a:pt x="32" y="6"/>
                    </a:moveTo>
                    <a:cubicBezTo>
                      <a:pt x="25" y="0"/>
                      <a:pt x="11" y="3"/>
                      <a:pt x="4" y="6"/>
                    </a:cubicBezTo>
                    <a:cubicBezTo>
                      <a:pt x="0" y="7"/>
                      <a:pt x="2" y="13"/>
                      <a:pt x="6" y="12"/>
                    </a:cubicBezTo>
                    <a:cubicBezTo>
                      <a:pt x="10" y="11"/>
                      <a:pt x="15" y="11"/>
                      <a:pt x="20" y="11"/>
                    </a:cubicBezTo>
                    <a:cubicBezTo>
                      <a:pt x="24" y="11"/>
                      <a:pt x="27" y="12"/>
                      <a:pt x="31" y="10"/>
                    </a:cubicBezTo>
                    <a:cubicBezTo>
                      <a:pt x="33" y="9"/>
                      <a:pt x="33" y="7"/>
                      <a:pt x="32" y="6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8" name="Freeform 108"/>
              <p:cNvSpPr>
                <a:spLocks/>
              </p:cNvSpPr>
              <p:nvPr/>
            </p:nvSpPr>
            <p:spPr bwMode="auto">
              <a:xfrm>
                <a:off x="7341306" y="3696072"/>
                <a:ext cx="107772" cy="38883"/>
              </a:xfrm>
              <a:custGeom>
                <a:avLst/>
                <a:gdLst>
                  <a:gd name="T0" fmla="*/ 32 w 34"/>
                  <a:gd name="T1" fmla="*/ 3 h 11"/>
                  <a:gd name="T2" fmla="*/ 19 w 34"/>
                  <a:gd name="T3" fmla="*/ 1 h 11"/>
                  <a:gd name="T4" fmla="*/ 3 w 34"/>
                  <a:gd name="T5" fmla="*/ 2 h 11"/>
                  <a:gd name="T6" fmla="*/ 3 w 34"/>
                  <a:gd name="T7" fmla="*/ 8 h 11"/>
                  <a:gd name="T8" fmla="*/ 19 w 34"/>
                  <a:gd name="T9" fmla="*/ 10 h 11"/>
                  <a:gd name="T10" fmla="*/ 32 w 34"/>
                  <a:gd name="T11" fmla="*/ 7 h 11"/>
                  <a:gd name="T12" fmla="*/ 32 w 34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2" y="3"/>
                    </a:moveTo>
                    <a:cubicBezTo>
                      <a:pt x="28" y="0"/>
                      <a:pt x="24" y="1"/>
                      <a:pt x="19" y="1"/>
                    </a:cubicBezTo>
                    <a:cubicBezTo>
                      <a:pt x="13" y="1"/>
                      <a:pt x="8" y="2"/>
                      <a:pt x="3" y="2"/>
                    </a:cubicBezTo>
                    <a:cubicBezTo>
                      <a:pt x="0" y="3"/>
                      <a:pt x="0" y="8"/>
                      <a:pt x="3" y="8"/>
                    </a:cubicBezTo>
                    <a:cubicBezTo>
                      <a:pt x="8" y="9"/>
                      <a:pt x="13" y="9"/>
                      <a:pt x="19" y="10"/>
                    </a:cubicBezTo>
                    <a:cubicBezTo>
                      <a:pt x="24" y="10"/>
                      <a:pt x="28" y="11"/>
                      <a:pt x="32" y="7"/>
                    </a:cubicBezTo>
                    <a:cubicBezTo>
                      <a:pt x="34" y="6"/>
                      <a:pt x="34" y="4"/>
                      <a:pt x="32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9" name="Freeform 109"/>
              <p:cNvSpPr>
                <a:spLocks/>
              </p:cNvSpPr>
              <p:nvPr/>
            </p:nvSpPr>
            <p:spPr bwMode="auto">
              <a:xfrm>
                <a:off x="7519364" y="3683110"/>
                <a:ext cx="119487" cy="51843"/>
              </a:xfrm>
              <a:custGeom>
                <a:avLst/>
                <a:gdLst>
                  <a:gd name="T0" fmla="*/ 32 w 38"/>
                  <a:gd name="T1" fmla="*/ 1 h 15"/>
                  <a:gd name="T2" fmla="*/ 19 w 38"/>
                  <a:gd name="T3" fmla="*/ 3 h 15"/>
                  <a:gd name="T4" fmla="*/ 6 w 38"/>
                  <a:gd name="T5" fmla="*/ 2 h 15"/>
                  <a:gd name="T6" fmla="*/ 4 w 38"/>
                  <a:gd name="T7" fmla="*/ 8 h 15"/>
                  <a:gd name="T8" fmla="*/ 35 w 38"/>
                  <a:gd name="T9" fmla="*/ 8 h 15"/>
                  <a:gd name="T10" fmla="*/ 32 w 38"/>
                  <a:gd name="T11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15">
                    <a:moveTo>
                      <a:pt x="32" y="1"/>
                    </a:moveTo>
                    <a:cubicBezTo>
                      <a:pt x="28" y="0"/>
                      <a:pt x="24" y="2"/>
                      <a:pt x="19" y="3"/>
                    </a:cubicBezTo>
                    <a:cubicBezTo>
                      <a:pt x="15" y="3"/>
                      <a:pt x="10" y="3"/>
                      <a:pt x="6" y="2"/>
                    </a:cubicBezTo>
                    <a:cubicBezTo>
                      <a:pt x="3" y="2"/>
                      <a:pt x="0" y="6"/>
                      <a:pt x="4" y="8"/>
                    </a:cubicBezTo>
                    <a:cubicBezTo>
                      <a:pt x="12" y="12"/>
                      <a:pt x="27" y="15"/>
                      <a:pt x="35" y="8"/>
                    </a:cubicBezTo>
                    <a:cubicBezTo>
                      <a:pt x="38" y="5"/>
                      <a:pt x="35" y="1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0" name="Freeform 110"/>
              <p:cNvSpPr>
                <a:spLocks/>
              </p:cNvSpPr>
              <p:nvPr/>
            </p:nvSpPr>
            <p:spPr bwMode="auto">
              <a:xfrm>
                <a:off x="7891880" y="3382424"/>
                <a:ext cx="103086" cy="31106"/>
              </a:xfrm>
              <a:custGeom>
                <a:avLst/>
                <a:gdLst>
                  <a:gd name="T0" fmla="*/ 30 w 33"/>
                  <a:gd name="T1" fmla="*/ 1 h 9"/>
                  <a:gd name="T2" fmla="*/ 17 w 33"/>
                  <a:gd name="T3" fmla="*/ 1 h 9"/>
                  <a:gd name="T4" fmla="*/ 2 w 33"/>
                  <a:gd name="T5" fmla="*/ 4 h 9"/>
                  <a:gd name="T6" fmla="*/ 3 w 33"/>
                  <a:gd name="T7" fmla="*/ 9 h 9"/>
                  <a:gd name="T8" fmla="*/ 18 w 33"/>
                  <a:gd name="T9" fmla="*/ 9 h 9"/>
                  <a:gd name="T10" fmla="*/ 31 w 33"/>
                  <a:gd name="T11" fmla="*/ 6 h 9"/>
                  <a:gd name="T12" fmla="*/ 30 w 33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9">
                    <a:moveTo>
                      <a:pt x="30" y="1"/>
                    </a:moveTo>
                    <a:cubicBezTo>
                      <a:pt x="26" y="0"/>
                      <a:pt x="22" y="1"/>
                      <a:pt x="17" y="1"/>
                    </a:cubicBezTo>
                    <a:cubicBezTo>
                      <a:pt x="12" y="2"/>
                      <a:pt x="7" y="3"/>
                      <a:pt x="2" y="4"/>
                    </a:cubicBezTo>
                    <a:cubicBezTo>
                      <a:pt x="0" y="5"/>
                      <a:pt x="0" y="9"/>
                      <a:pt x="3" y="9"/>
                    </a:cubicBezTo>
                    <a:cubicBezTo>
                      <a:pt x="8" y="9"/>
                      <a:pt x="13" y="9"/>
                      <a:pt x="18" y="9"/>
                    </a:cubicBezTo>
                    <a:cubicBezTo>
                      <a:pt x="23" y="9"/>
                      <a:pt x="27" y="9"/>
                      <a:pt x="31" y="6"/>
                    </a:cubicBezTo>
                    <a:cubicBezTo>
                      <a:pt x="33" y="5"/>
                      <a:pt x="33" y="2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1" name="Freeform 111"/>
              <p:cNvSpPr>
                <a:spLocks/>
              </p:cNvSpPr>
              <p:nvPr/>
            </p:nvSpPr>
            <p:spPr bwMode="auto">
              <a:xfrm>
                <a:off x="8055881" y="3353911"/>
                <a:ext cx="100744" cy="38883"/>
              </a:xfrm>
              <a:custGeom>
                <a:avLst/>
                <a:gdLst>
                  <a:gd name="T0" fmla="*/ 30 w 32"/>
                  <a:gd name="T1" fmla="*/ 2 h 11"/>
                  <a:gd name="T2" fmla="*/ 18 w 32"/>
                  <a:gd name="T3" fmla="*/ 2 h 11"/>
                  <a:gd name="T4" fmla="*/ 4 w 32"/>
                  <a:gd name="T5" fmla="*/ 5 h 11"/>
                  <a:gd name="T6" fmla="*/ 4 w 32"/>
                  <a:gd name="T7" fmla="*/ 11 h 11"/>
                  <a:gd name="T8" fmla="*/ 19 w 32"/>
                  <a:gd name="T9" fmla="*/ 10 h 11"/>
                  <a:gd name="T10" fmla="*/ 31 w 32"/>
                  <a:gd name="T11" fmla="*/ 7 h 11"/>
                  <a:gd name="T12" fmla="*/ 30 w 32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1">
                    <a:moveTo>
                      <a:pt x="30" y="2"/>
                    </a:moveTo>
                    <a:cubicBezTo>
                      <a:pt x="26" y="0"/>
                      <a:pt x="22" y="2"/>
                      <a:pt x="18" y="2"/>
                    </a:cubicBezTo>
                    <a:cubicBezTo>
                      <a:pt x="13" y="3"/>
                      <a:pt x="8" y="4"/>
                      <a:pt x="4" y="5"/>
                    </a:cubicBezTo>
                    <a:cubicBezTo>
                      <a:pt x="0" y="6"/>
                      <a:pt x="1" y="10"/>
                      <a:pt x="4" y="11"/>
                    </a:cubicBezTo>
                    <a:cubicBezTo>
                      <a:pt x="9" y="11"/>
                      <a:pt x="14" y="10"/>
                      <a:pt x="19" y="10"/>
                    </a:cubicBezTo>
                    <a:cubicBezTo>
                      <a:pt x="23" y="10"/>
                      <a:pt x="28" y="10"/>
                      <a:pt x="31" y="7"/>
                    </a:cubicBezTo>
                    <a:cubicBezTo>
                      <a:pt x="32" y="6"/>
                      <a:pt x="32" y="3"/>
                      <a:pt x="30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2" name="Freeform 112"/>
              <p:cNvSpPr>
                <a:spLocks/>
              </p:cNvSpPr>
              <p:nvPr/>
            </p:nvSpPr>
            <p:spPr bwMode="auto">
              <a:xfrm>
                <a:off x="8210510" y="3330581"/>
                <a:ext cx="131200" cy="38883"/>
              </a:xfrm>
              <a:custGeom>
                <a:avLst/>
                <a:gdLst>
                  <a:gd name="T0" fmla="*/ 39 w 42"/>
                  <a:gd name="T1" fmla="*/ 1 h 11"/>
                  <a:gd name="T2" fmla="*/ 22 w 42"/>
                  <a:gd name="T3" fmla="*/ 2 h 11"/>
                  <a:gd name="T4" fmla="*/ 3 w 42"/>
                  <a:gd name="T5" fmla="*/ 5 h 11"/>
                  <a:gd name="T6" fmla="*/ 4 w 42"/>
                  <a:gd name="T7" fmla="*/ 11 h 11"/>
                  <a:gd name="T8" fmla="*/ 24 w 42"/>
                  <a:gd name="T9" fmla="*/ 10 h 11"/>
                  <a:gd name="T10" fmla="*/ 40 w 42"/>
                  <a:gd name="T11" fmla="*/ 7 h 11"/>
                  <a:gd name="T12" fmla="*/ 39 w 42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11">
                    <a:moveTo>
                      <a:pt x="39" y="1"/>
                    </a:moveTo>
                    <a:cubicBezTo>
                      <a:pt x="33" y="0"/>
                      <a:pt x="28" y="1"/>
                      <a:pt x="22" y="2"/>
                    </a:cubicBezTo>
                    <a:cubicBezTo>
                      <a:pt x="16" y="3"/>
                      <a:pt x="10" y="4"/>
                      <a:pt x="3" y="5"/>
                    </a:cubicBezTo>
                    <a:cubicBezTo>
                      <a:pt x="0" y="6"/>
                      <a:pt x="1" y="11"/>
                      <a:pt x="4" y="11"/>
                    </a:cubicBezTo>
                    <a:cubicBezTo>
                      <a:pt x="11" y="11"/>
                      <a:pt x="17" y="10"/>
                      <a:pt x="24" y="10"/>
                    </a:cubicBezTo>
                    <a:cubicBezTo>
                      <a:pt x="29" y="10"/>
                      <a:pt x="34" y="10"/>
                      <a:pt x="40" y="7"/>
                    </a:cubicBezTo>
                    <a:cubicBezTo>
                      <a:pt x="42" y="6"/>
                      <a:pt x="42" y="2"/>
                      <a:pt x="3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3" name="Freeform 113"/>
              <p:cNvSpPr>
                <a:spLocks/>
              </p:cNvSpPr>
              <p:nvPr/>
            </p:nvSpPr>
            <p:spPr bwMode="auto">
              <a:xfrm>
                <a:off x="4621240" y="2827709"/>
                <a:ext cx="89029" cy="33698"/>
              </a:xfrm>
              <a:custGeom>
                <a:avLst/>
                <a:gdLst>
                  <a:gd name="T0" fmla="*/ 27 w 28"/>
                  <a:gd name="T1" fmla="*/ 3 h 10"/>
                  <a:gd name="T2" fmla="*/ 17 w 28"/>
                  <a:gd name="T3" fmla="*/ 1 h 10"/>
                  <a:gd name="T4" fmla="*/ 4 w 28"/>
                  <a:gd name="T5" fmla="*/ 2 h 10"/>
                  <a:gd name="T6" fmla="*/ 4 w 28"/>
                  <a:gd name="T7" fmla="*/ 8 h 10"/>
                  <a:gd name="T8" fmla="*/ 17 w 28"/>
                  <a:gd name="T9" fmla="*/ 9 h 10"/>
                  <a:gd name="T10" fmla="*/ 27 w 28"/>
                  <a:gd name="T11" fmla="*/ 7 h 10"/>
                  <a:gd name="T12" fmla="*/ 27 w 28"/>
                  <a:gd name="T13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10">
                    <a:moveTo>
                      <a:pt x="27" y="3"/>
                    </a:moveTo>
                    <a:cubicBezTo>
                      <a:pt x="24" y="0"/>
                      <a:pt x="20" y="1"/>
                      <a:pt x="17" y="1"/>
                    </a:cubicBezTo>
                    <a:cubicBezTo>
                      <a:pt x="13" y="1"/>
                      <a:pt x="9" y="1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9"/>
                      <a:pt x="13" y="9"/>
                      <a:pt x="17" y="9"/>
                    </a:cubicBezTo>
                    <a:cubicBezTo>
                      <a:pt x="20" y="9"/>
                      <a:pt x="24" y="10"/>
                      <a:pt x="27" y="7"/>
                    </a:cubicBezTo>
                    <a:cubicBezTo>
                      <a:pt x="28" y="6"/>
                      <a:pt x="28" y="4"/>
                      <a:pt x="27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4" name="Freeform 114"/>
              <p:cNvSpPr>
                <a:spLocks/>
              </p:cNvSpPr>
              <p:nvPr/>
            </p:nvSpPr>
            <p:spPr bwMode="auto">
              <a:xfrm>
                <a:off x="4775869" y="2835486"/>
                <a:ext cx="103086" cy="33698"/>
              </a:xfrm>
              <a:custGeom>
                <a:avLst/>
                <a:gdLst>
                  <a:gd name="T0" fmla="*/ 31 w 33"/>
                  <a:gd name="T1" fmla="*/ 2 h 10"/>
                  <a:gd name="T2" fmla="*/ 19 w 33"/>
                  <a:gd name="T3" fmla="*/ 1 h 10"/>
                  <a:gd name="T4" fmla="*/ 4 w 33"/>
                  <a:gd name="T5" fmla="*/ 2 h 10"/>
                  <a:gd name="T6" fmla="*/ 4 w 33"/>
                  <a:gd name="T7" fmla="*/ 9 h 10"/>
                  <a:gd name="T8" fmla="*/ 19 w 33"/>
                  <a:gd name="T9" fmla="*/ 10 h 10"/>
                  <a:gd name="T10" fmla="*/ 31 w 33"/>
                  <a:gd name="T11" fmla="*/ 8 h 10"/>
                  <a:gd name="T12" fmla="*/ 31 w 33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10">
                    <a:moveTo>
                      <a:pt x="31" y="2"/>
                    </a:moveTo>
                    <a:cubicBezTo>
                      <a:pt x="27" y="0"/>
                      <a:pt x="23" y="1"/>
                      <a:pt x="19" y="1"/>
                    </a:cubicBezTo>
                    <a:cubicBezTo>
                      <a:pt x="14" y="1"/>
                      <a:pt x="9" y="1"/>
                      <a:pt x="4" y="2"/>
                    </a:cubicBezTo>
                    <a:cubicBezTo>
                      <a:pt x="0" y="2"/>
                      <a:pt x="0" y="8"/>
                      <a:pt x="4" y="9"/>
                    </a:cubicBezTo>
                    <a:cubicBezTo>
                      <a:pt x="9" y="9"/>
                      <a:pt x="14" y="9"/>
                      <a:pt x="19" y="10"/>
                    </a:cubicBezTo>
                    <a:cubicBezTo>
                      <a:pt x="23" y="10"/>
                      <a:pt x="27" y="10"/>
                      <a:pt x="31" y="8"/>
                    </a:cubicBezTo>
                    <a:cubicBezTo>
                      <a:pt x="33" y="7"/>
                      <a:pt x="33" y="3"/>
                      <a:pt x="31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46" name="Freeform 115"/>
              <p:cNvSpPr>
                <a:spLocks/>
              </p:cNvSpPr>
              <p:nvPr/>
            </p:nvSpPr>
            <p:spPr bwMode="auto">
              <a:xfrm>
                <a:off x="4937526" y="2835486"/>
                <a:ext cx="110115" cy="41474"/>
              </a:xfrm>
              <a:custGeom>
                <a:avLst/>
                <a:gdLst>
                  <a:gd name="T0" fmla="*/ 32 w 35"/>
                  <a:gd name="T1" fmla="*/ 1 h 12"/>
                  <a:gd name="T2" fmla="*/ 19 w 35"/>
                  <a:gd name="T3" fmla="*/ 2 h 12"/>
                  <a:gd name="T4" fmla="*/ 5 w 35"/>
                  <a:gd name="T5" fmla="*/ 2 h 12"/>
                  <a:gd name="T6" fmla="*/ 4 w 35"/>
                  <a:gd name="T7" fmla="*/ 8 h 12"/>
                  <a:gd name="T8" fmla="*/ 33 w 35"/>
                  <a:gd name="T9" fmla="*/ 7 h 12"/>
                  <a:gd name="T10" fmla="*/ 32 w 35"/>
                  <a:gd name="T1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12">
                    <a:moveTo>
                      <a:pt x="32" y="1"/>
                    </a:moveTo>
                    <a:cubicBezTo>
                      <a:pt x="28" y="0"/>
                      <a:pt x="23" y="1"/>
                      <a:pt x="19" y="2"/>
                    </a:cubicBezTo>
                    <a:cubicBezTo>
                      <a:pt x="14" y="2"/>
                      <a:pt x="9" y="2"/>
                      <a:pt x="5" y="2"/>
                    </a:cubicBezTo>
                    <a:cubicBezTo>
                      <a:pt x="1" y="2"/>
                      <a:pt x="0" y="7"/>
                      <a:pt x="4" y="8"/>
                    </a:cubicBezTo>
                    <a:cubicBezTo>
                      <a:pt x="12" y="10"/>
                      <a:pt x="25" y="12"/>
                      <a:pt x="33" y="7"/>
                    </a:cubicBezTo>
                    <a:cubicBezTo>
                      <a:pt x="35" y="5"/>
                      <a:pt x="35" y="2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47" name="Freeform 116"/>
              <p:cNvSpPr>
                <a:spLocks/>
              </p:cNvSpPr>
              <p:nvPr/>
            </p:nvSpPr>
            <p:spPr bwMode="auto">
              <a:xfrm>
                <a:off x="5101527" y="2825118"/>
                <a:ext cx="100744" cy="41474"/>
              </a:xfrm>
              <a:custGeom>
                <a:avLst/>
                <a:gdLst>
                  <a:gd name="T0" fmla="*/ 29 w 32"/>
                  <a:gd name="T1" fmla="*/ 1 h 12"/>
                  <a:gd name="T2" fmla="*/ 18 w 32"/>
                  <a:gd name="T3" fmla="*/ 2 h 12"/>
                  <a:gd name="T4" fmla="*/ 4 w 32"/>
                  <a:gd name="T5" fmla="*/ 3 h 12"/>
                  <a:gd name="T6" fmla="*/ 3 w 32"/>
                  <a:gd name="T7" fmla="*/ 9 h 12"/>
                  <a:gd name="T8" fmla="*/ 31 w 32"/>
                  <a:gd name="T9" fmla="*/ 6 h 12"/>
                  <a:gd name="T10" fmla="*/ 29 w 32"/>
                  <a:gd name="T1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12">
                    <a:moveTo>
                      <a:pt x="29" y="1"/>
                    </a:moveTo>
                    <a:cubicBezTo>
                      <a:pt x="25" y="0"/>
                      <a:pt x="22" y="1"/>
                      <a:pt x="18" y="2"/>
                    </a:cubicBezTo>
                    <a:cubicBezTo>
                      <a:pt x="13" y="3"/>
                      <a:pt x="8" y="3"/>
                      <a:pt x="4" y="3"/>
                    </a:cubicBezTo>
                    <a:cubicBezTo>
                      <a:pt x="0" y="3"/>
                      <a:pt x="0" y="8"/>
                      <a:pt x="3" y="9"/>
                    </a:cubicBezTo>
                    <a:cubicBezTo>
                      <a:pt x="10" y="11"/>
                      <a:pt x="24" y="12"/>
                      <a:pt x="31" y="6"/>
                    </a:cubicBezTo>
                    <a:cubicBezTo>
                      <a:pt x="32" y="5"/>
                      <a:pt x="32" y="1"/>
                      <a:pt x="2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48" name="Freeform 117"/>
              <p:cNvSpPr>
                <a:spLocks/>
              </p:cNvSpPr>
              <p:nvPr/>
            </p:nvSpPr>
            <p:spPr bwMode="auto">
              <a:xfrm>
                <a:off x="5237413" y="2817341"/>
                <a:ext cx="105430" cy="38883"/>
              </a:xfrm>
              <a:custGeom>
                <a:avLst/>
                <a:gdLst>
                  <a:gd name="T0" fmla="*/ 31 w 34"/>
                  <a:gd name="T1" fmla="*/ 1 h 11"/>
                  <a:gd name="T2" fmla="*/ 19 w 34"/>
                  <a:gd name="T3" fmla="*/ 2 h 11"/>
                  <a:gd name="T4" fmla="*/ 5 w 34"/>
                  <a:gd name="T5" fmla="*/ 2 h 11"/>
                  <a:gd name="T6" fmla="*/ 4 w 34"/>
                  <a:gd name="T7" fmla="*/ 9 h 11"/>
                  <a:gd name="T8" fmla="*/ 19 w 34"/>
                  <a:gd name="T9" fmla="*/ 10 h 11"/>
                  <a:gd name="T10" fmla="*/ 32 w 34"/>
                  <a:gd name="T11" fmla="*/ 7 h 11"/>
                  <a:gd name="T12" fmla="*/ 31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1" y="1"/>
                    </a:moveTo>
                    <a:cubicBezTo>
                      <a:pt x="27" y="0"/>
                      <a:pt x="23" y="1"/>
                      <a:pt x="19" y="2"/>
                    </a:cubicBezTo>
                    <a:cubicBezTo>
                      <a:pt x="14" y="2"/>
                      <a:pt x="10" y="2"/>
                      <a:pt x="5" y="2"/>
                    </a:cubicBezTo>
                    <a:cubicBezTo>
                      <a:pt x="1" y="2"/>
                      <a:pt x="0" y="8"/>
                      <a:pt x="4" y="9"/>
                    </a:cubicBezTo>
                    <a:cubicBezTo>
                      <a:pt x="9" y="10"/>
                      <a:pt x="14" y="11"/>
                      <a:pt x="19" y="10"/>
                    </a:cubicBezTo>
                    <a:cubicBezTo>
                      <a:pt x="24" y="10"/>
                      <a:pt x="29" y="10"/>
                      <a:pt x="32" y="7"/>
                    </a:cubicBezTo>
                    <a:cubicBezTo>
                      <a:pt x="34" y="5"/>
                      <a:pt x="33" y="2"/>
                      <a:pt x="31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49" name="Freeform 118"/>
              <p:cNvSpPr>
                <a:spLocks/>
              </p:cNvSpPr>
              <p:nvPr/>
            </p:nvSpPr>
            <p:spPr bwMode="auto">
              <a:xfrm>
                <a:off x="5403757" y="2819934"/>
                <a:ext cx="89029" cy="36290"/>
              </a:xfrm>
              <a:custGeom>
                <a:avLst/>
                <a:gdLst>
                  <a:gd name="T0" fmla="*/ 25 w 28"/>
                  <a:gd name="T1" fmla="*/ 2 h 10"/>
                  <a:gd name="T2" fmla="*/ 14 w 28"/>
                  <a:gd name="T3" fmla="*/ 1 h 10"/>
                  <a:gd name="T4" fmla="*/ 3 w 28"/>
                  <a:gd name="T5" fmla="*/ 2 h 10"/>
                  <a:gd name="T6" fmla="*/ 3 w 28"/>
                  <a:gd name="T7" fmla="*/ 8 h 10"/>
                  <a:gd name="T8" fmla="*/ 14 w 28"/>
                  <a:gd name="T9" fmla="*/ 9 h 10"/>
                  <a:gd name="T10" fmla="*/ 25 w 28"/>
                  <a:gd name="T11" fmla="*/ 8 h 10"/>
                  <a:gd name="T12" fmla="*/ 25 w 28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10">
                    <a:moveTo>
                      <a:pt x="25" y="2"/>
                    </a:moveTo>
                    <a:cubicBezTo>
                      <a:pt x="22" y="0"/>
                      <a:pt x="18" y="0"/>
                      <a:pt x="14" y="1"/>
                    </a:cubicBezTo>
                    <a:cubicBezTo>
                      <a:pt x="10" y="1"/>
                      <a:pt x="6" y="1"/>
                      <a:pt x="3" y="2"/>
                    </a:cubicBezTo>
                    <a:cubicBezTo>
                      <a:pt x="0" y="2"/>
                      <a:pt x="0" y="7"/>
                      <a:pt x="3" y="8"/>
                    </a:cubicBezTo>
                    <a:cubicBezTo>
                      <a:pt x="6" y="8"/>
                      <a:pt x="10" y="9"/>
                      <a:pt x="14" y="9"/>
                    </a:cubicBezTo>
                    <a:cubicBezTo>
                      <a:pt x="18" y="9"/>
                      <a:pt x="22" y="10"/>
                      <a:pt x="25" y="8"/>
                    </a:cubicBezTo>
                    <a:cubicBezTo>
                      <a:pt x="28" y="7"/>
                      <a:pt x="28" y="3"/>
                      <a:pt x="25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0" name="Freeform 119"/>
              <p:cNvSpPr>
                <a:spLocks/>
              </p:cNvSpPr>
              <p:nvPr/>
            </p:nvSpPr>
            <p:spPr bwMode="auto">
              <a:xfrm>
                <a:off x="7559194" y="2825118"/>
                <a:ext cx="91372" cy="25921"/>
              </a:xfrm>
              <a:custGeom>
                <a:avLst/>
                <a:gdLst>
                  <a:gd name="T0" fmla="*/ 27 w 29"/>
                  <a:gd name="T1" fmla="*/ 1 h 8"/>
                  <a:gd name="T2" fmla="*/ 16 w 29"/>
                  <a:gd name="T3" fmla="*/ 0 h 8"/>
                  <a:gd name="T4" fmla="*/ 3 w 29"/>
                  <a:gd name="T5" fmla="*/ 1 h 8"/>
                  <a:gd name="T6" fmla="*/ 3 w 29"/>
                  <a:gd name="T7" fmla="*/ 7 h 8"/>
                  <a:gd name="T8" fmla="*/ 16 w 29"/>
                  <a:gd name="T9" fmla="*/ 7 h 8"/>
                  <a:gd name="T10" fmla="*/ 27 w 29"/>
                  <a:gd name="T11" fmla="*/ 6 h 8"/>
                  <a:gd name="T12" fmla="*/ 27 w 2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8">
                    <a:moveTo>
                      <a:pt x="27" y="1"/>
                    </a:moveTo>
                    <a:cubicBezTo>
                      <a:pt x="24" y="0"/>
                      <a:pt x="20" y="0"/>
                      <a:pt x="16" y="0"/>
                    </a:cubicBezTo>
                    <a:cubicBezTo>
                      <a:pt x="12" y="1"/>
                      <a:pt x="8" y="1"/>
                      <a:pt x="3" y="1"/>
                    </a:cubicBezTo>
                    <a:cubicBezTo>
                      <a:pt x="0" y="1"/>
                      <a:pt x="0" y="6"/>
                      <a:pt x="3" y="7"/>
                    </a:cubicBezTo>
                    <a:cubicBezTo>
                      <a:pt x="8" y="7"/>
                      <a:pt x="12" y="7"/>
                      <a:pt x="16" y="7"/>
                    </a:cubicBezTo>
                    <a:cubicBezTo>
                      <a:pt x="20" y="7"/>
                      <a:pt x="24" y="8"/>
                      <a:pt x="27" y="6"/>
                    </a:cubicBezTo>
                    <a:cubicBezTo>
                      <a:pt x="29" y="5"/>
                      <a:pt x="29" y="2"/>
                      <a:pt x="27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1" name="Freeform 120"/>
              <p:cNvSpPr>
                <a:spLocks/>
              </p:cNvSpPr>
              <p:nvPr/>
            </p:nvSpPr>
            <p:spPr bwMode="auto">
              <a:xfrm>
                <a:off x="7711479" y="2819934"/>
                <a:ext cx="110115" cy="36290"/>
              </a:xfrm>
              <a:custGeom>
                <a:avLst/>
                <a:gdLst>
                  <a:gd name="T0" fmla="*/ 32 w 35"/>
                  <a:gd name="T1" fmla="*/ 1 h 10"/>
                  <a:gd name="T2" fmla="*/ 19 w 35"/>
                  <a:gd name="T3" fmla="*/ 1 h 10"/>
                  <a:gd name="T4" fmla="*/ 4 w 35"/>
                  <a:gd name="T5" fmla="*/ 2 h 10"/>
                  <a:gd name="T6" fmla="*/ 4 w 35"/>
                  <a:gd name="T7" fmla="*/ 8 h 10"/>
                  <a:gd name="T8" fmla="*/ 19 w 35"/>
                  <a:gd name="T9" fmla="*/ 9 h 10"/>
                  <a:gd name="T10" fmla="*/ 32 w 35"/>
                  <a:gd name="T11" fmla="*/ 8 h 10"/>
                  <a:gd name="T12" fmla="*/ 32 w 35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0">
                    <a:moveTo>
                      <a:pt x="32" y="1"/>
                    </a:moveTo>
                    <a:cubicBezTo>
                      <a:pt x="28" y="0"/>
                      <a:pt x="23" y="1"/>
                      <a:pt x="19" y="1"/>
                    </a:cubicBezTo>
                    <a:cubicBezTo>
                      <a:pt x="14" y="1"/>
                      <a:pt x="9" y="2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8"/>
                      <a:pt x="14" y="8"/>
                      <a:pt x="19" y="9"/>
                    </a:cubicBezTo>
                    <a:cubicBezTo>
                      <a:pt x="23" y="9"/>
                      <a:pt x="28" y="10"/>
                      <a:pt x="32" y="8"/>
                    </a:cubicBezTo>
                    <a:cubicBezTo>
                      <a:pt x="35" y="7"/>
                      <a:pt x="35" y="3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2" name="Freeform 121"/>
              <p:cNvSpPr>
                <a:spLocks/>
              </p:cNvSpPr>
              <p:nvPr/>
            </p:nvSpPr>
            <p:spPr bwMode="auto">
              <a:xfrm>
                <a:off x="7875480" y="2814749"/>
                <a:ext cx="100744" cy="31106"/>
              </a:xfrm>
              <a:custGeom>
                <a:avLst/>
                <a:gdLst>
                  <a:gd name="T0" fmla="*/ 29 w 32"/>
                  <a:gd name="T1" fmla="*/ 1 h 9"/>
                  <a:gd name="T2" fmla="*/ 17 w 32"/>
                  <a:gd name="T3" fmla="*/ 1 h 9"/>
                  <a:gd name="T4" fmla="*/ 3 w 32"/>
                  <a:gd name="T5" fmla="*/ 2 h 9"/>
                  <a:gd name="T6" fmla="*/ 3 w 32"/>
                  <a:gd name="T7" fmla="*/ 8 h 9"/>
                  <a:gd name="T8" fmla="*/ 17 w 32"/>
                  <a:gd name="T9" fmla="*/ 8 h 9"/>
                  <a:gd name="T10" fmla="*/ 29 w 32"/>
                  <a:gd name="T11" fmla="*/ 8 h 9"/>
                  <a:gd name="T12" fmla="*/ 29 w 32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9">
                    <a:moveTo>
                      <a:pt x="29" y="1"/>
                    </a:moveTo>
                    <a:cubicBezTo>
                      <a:pt x="25" y="0"/>
                      <a:pt x="21" y="1"/>
                      <a:pt x="17" y="1"/>
                    </a:cubicBezTo>
                    <a:cubicBezTo>
                      <a:pt x="12" y="1"/>
                      <a:pt x="8" y="1"/>
                      <a:pt x="3" y="2"/>
                    </a:cubicBezTo>
                    <a:cubicBezTo>
                      <a:pt x="0" y="2"/>
                      <a:pt x="0" y="7"/>
                      <a:pt x="3" y="8"/>
                    </a:cubicBezTo>
                    <a:cubicBezTo>
                      <a:pt x="8" y="8"/>
                      <a:pt x="12" y="8"/>
                      <a:pt x="17" y="8"/>
                    </a:cubicBezTo>
                    <a:cubicBezTo>
                      <a:pt x="21" y="9"/>
                      <a:pt x="25" y="9"/>
                      <a:pt x="29" y="8"/>
                    </a:cubicBezTo>
                    <a:cubicBezTo>
                      <a:pt x="32" y="7"/>
                      <a:pt x="32" y="2"/>
                      <a:pt x="2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3" name="Freeform 122"/>
              <p:cNvSpPr>
                <a:spLocks/>
              </p:cNvSpPr>
              <p:nvPr/>
            </p:nvSpPr>
            <p:spPr bwMode="auto">
              <a:xfrm>
                <a:off x="8046510" y="2796604"/>
                <a:ext cx="105430" cy="38883"/>
              </a:xfrm>
              <a:custGeom>
                <a:avLst/>
                <a:gdLst>
                  <a:gd name="T0" fmla="*/ 30 w 34"/>
                  <a:gd name="T1" fmla="*/ 1 h 11"/>
                  <a:gd name="T2" fmla="*/ 19 w 34"/>
                  <a:gd name="T3" fmla="*/ 3 h 11"/>
                  <a:gd name="T4" fmla="*/ 6 w 34"/>
                  <a:gd name="T5" fmla="*/ 2 h 11"/>
                  <a:gd name="T6" fmla="*/ 4 w 34"/>
                  <a:gd name="T7" fmla="*/ 9 h 11"/>
                  <a:gd name="T8" fmla="*/ 19 w 34"/>
                  <a:gd name="T9" fmla="*/ 11 h 11"/>
                  <a:gd name="T10" fmla="*/ 32 w 34"/>
                  <a:gd name="T11" fmla="*/ 7 h 11"/>
                  <a:gd name="T12" fmla="*/ 30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0" y="1"/>
                    </a:moveTo>
                    <a:cubicBezTo>
                      <a:pt x="26" y="0"/>
                      <a:pt x="23" y="2"/>
                      <a:pt x="19" y="3"/>
                    </a:cubicBezTo>
                    <a:cubicBezTo>
                      <a:pt x="15" y="3"/>
                      <a:pt x="10" y="3"/>
                      <a:pt x="6" y="2"/>
                    </a:cubicBezTo>
                    <a:cubicBezTo>
                      <a:pt x="2" y="2"/>
                      <a:pt x="0" y="7"/>
                      <a:pt x="4" y="9"/>
                    </a:cubicBezTo>
                    <a:cubicBezTo>
                      <a:pt x="9" y="10"/>
                      <a:pt x="14" y="11"/>
                      <a:pt x="19" y="11"/>
                    </a:cubicBezTo>
                    <a:cubicBezTo>
                      <a:pt x="23" y="11"/>
                      <a:pt x="29" y="11"/>
                      <a:pt x="32" y="7"/>
                    </a:cubicBezTo>
                    <a:cubicBezTo>
                      <a:pt x="34" y="5"/>
                      <a:pt x="33" y="1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4" name="Freeform 123"/>
              <p:cNvSpPr>
                <a:spLocks/>
              </p:cNvSpPr>
              <p:nvPr/>
            </p:nvSpPr>
            <p:spPr bwMode="auto">
              <a:xfrm>
                <a:off x="8210510" y="2778460"/>
                <a:ext cx="110115" cy="38883"/>
              </a:xfrm>
              <a:custGeom>
                <a:avLst/>
                <a:gdLst>
                  <a:gd name="T0" fmla="*/ 32 w 35"/>
                  <a:gd name="T1" fmla="*/ 2 h 11"/>
                  <a:gd name="T2" fmla="*/ 19 w 35"/>
                  <a:gd name="T3" fmla="*/ 3 h 11"/>
                  <a:gd name="T4" fmla="*/ 3 w 35"/>
                  <a:gd name="T5" fmla="*/ 5 h 11"/>
                  <a:gd name="T6" fmla="*/ 4 w 35"/>
                  <a:gd name="T7" fmla="*/ 11 h 11"/>
                  <a:gd name="T8" fmla="*/ 20 w 35"/>
                  <a:gd name="T9" fmla="*/ 11 h 11"/>
                  <a:gd name="T10" fmla="*/ 33 w 35"/>
                  <a:gd name="T11" fmla="*/ 8 h 11"/>
                  <a:gd name="T12" fmla="*/ 32 w 35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1">
                    <a:moveTo>
                      <a:pt x="32" y="2"/>
                    </a:moveTo>
                    <a:cubicBezTo>
                      <a:pt x="28" y="0"/>
                      <a:pt x="23" y="2"/>
                      <a:pt x="19" y="3"/>
                    </a:cubicBezTo>
                    <a:cubicBezTo>
                      <a:pt x="13" y="3"/>
                      <a:pt x="8" y="4"/>
                      <a:pt x="3" y="5"/>
                    </a:cubicBezTo>
                    <a:cubicBezTo>
                      <a:pt x="0" y="6"/>
                      <a:pt x="1" y="11"/>
                      <a:pt x="4" y="11"/>
                    </a:cubicBezTo>
                    <a:cubicBezTo>
                      <a:pt x="9" y="11"/>
                      <a:pt x="14" y="11"/>
                      <a:pt x="20" y="11"/>
                    </a:cubicBezTo>
                    <a:cubicBezTo>
                      <a:pt x="24" y="10"/>
                      <a:pt x="29" y="11"/>
                      <a:pt x="33" y="8"/>
                    </a:cubicBezTo>
                    <a:cubicBezTo>
                      <a:pt x="35" y="7"/>
                      <a:pt x="35" y="3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5" name="Freeform 124"/>
              <p:cNvSpPr>
                <a:spLocks/>
              </p:cNvSpPr>
              <p:nvPr/>
            </p:nvSpPr>
            <p:spPr bwMode="auto">
              <a:xfrm>
                <a:off x="8365139" y="2768091"/>
                <a:ext cx="86687" cy="31106"/>
              </a:xfrm>
              <a:custGeom>
                <a:avLst/>
                <a:gdLst>
                  <a:gd name="T0" fmla="*/ 26 w 28"/>
                  <a:gd name="T1" fmla="*/ 1 h 9"/>
                  <a:gd name="T2" fmla="*/ 16 w 28"/>
                  <a:gd name="T3" fmla="*/ 1 h 9"/>
                  <a:gd name="T4" fmla="*/ 4 w 28"/>
                  <a:gd name="T5" fmla="*/ 1 h 9"/>
                  <a:gd name="T6" fmla="*/ 4 w 28"/>
                  <a:gd name="T7" fmla="*/ 7 h 9"/>
                  <a:gd name="T8" fmla="*/ 16 w 28"/>
                  <a:gd name="T9" fmla="*/ 8 h 9"/>
                  <a:gd name="T10" fmla="*/ 26 w 28"/>
                  <a:gd name="T11" fmla="*/ 7 h 9"/>
                  <a:gd name="T12" fmla="*/ 26 w 28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9">
                    <a:moveTo>
                      <a:pt x="26" y="1"/>
                    </a:moveTo>
                    <a:cubicBezTo>
                      <a:pt x="23" y="0"/>
                      <a:pt x="19" y="0"/>
                      <a:pt x="16" y="1"/>
                    </a:cubicBezTo>
                    <a:cubicBezTo>
                      <a:pt x="12" y="1"/>
                      <a:pt x="8" y="1"/>
                      <a:pt x="4" y="1"/>
                    </a:cubicBezTo>
                    <a:cubicBezTo>
                      <a:pt x="0" y="1"/>
                      <a:pt x="0" y="7"/>
                      <a:pt x="4" y="7"/>
                    </a:cubicBezTo>
                    <a:cubicBezTo>
                      <a:pt x="8" y="8"/>
                      <a:pt x="12" y="8"/>
                      <a:pt x="16" y="8"/>
                    </a:cubicBezTo>
                    <a:cubicBezTo>
                      <a:pt x="19" y="8"/>
                      <a:pt x="23" y="9"/>
                      <a:pt x="26" y="7"/>
                    </a:cubicBezTo>
                    <a:cubicBezTo>
                      <a:pt x="28" y="6"/>
                      <a:pt x="28" y="2"/>
                      <a:pt x="26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6" name="Freeform 125"/>
              <p:cNvSpPr>
                <a:spLocks/>
              </p:cNvSpPr>
              <p:nvPr/>
            </p:nvSpPr>
            <p:spPr bwMode="auto">
              <a:xfrm>
                <a:off x="5209299" y="3055816"/>
                <a:ext cx="93715" cy="33698"/>
              </a:xfrm>
              <a:custGeom>
                <a:avLst/>
                <a:gdLst>
                  <a:gd name="T0" fmla="*/ 26 w 30"/>
                  <a:gd name="T1" fmla="*/ 1 h 10"/>
                  <a:gd name="T2" fmla="*/ 13 w 30"/>
                  <a:gd name="T3" fmla="*/ 1 h 10"/>
                  <a:gd name="T4" fmla="*/ 2 w 30"/>
                  <a:gd name="T5" fmla="*/ 2 h 10"/>
                  <a:gd name="T6" fmla="*/ 1 w 30"/>
                  <a:gd name="T7" fmla="*/ 5 h 10"/>
                  <a:gd name="T8" fmla="*/ 13 w 30"/>
                  <a:gd name="T9" fmla="*/ 9 h 10"/>
                  <a:gd name="T10" fmla="*/ 27 w 30"/>
                  <a:gd name="T11" fmla="*/ 7 h 10"/>
                  <a:gd name="T12" fmla="*/ 26 w 30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0">
                    <a:moveTo>
                      <a:pt x="26" y="1"/>
                    </a:moveTo>
                    <a:cubicBezTo>
                      <a:pt x="22" y="0"/>
                      <a:pt x="17" y="1"/>
                      <a:pt x="13" y="1"/>
                    </a:cubicBezTo>
                    <a:cubicBezTo>
                      <a:pt x="9" y="1"/>
                      <a:pt x="5" y="0"/>
                      <a:pt x="2" y="2"/>
                    </a:cubicBezTo>
                    <a:cubicBezTo>
                      <a:pt x="1" y="2"/>
                      <a:pt x="0" y="4"/>
                      <a:pt x="1" y="5"/>
                    </a:cubicBezTo>
                    <a:cubicBezTo>
                      <a:pt x="4" y="8"/>
                      <a:pt x="9" y="8"/>
                      <a:pt x="13" y="9"/>
                    </a:cubicBezTo>
                    <a:cubicBezTo>
                      <a:pt x="18" y="9"/>
                      <a:pt x="23" y="10"/>
                      <a:pt x="27" y="7"/>
                    </a:cubicBezTo>
                    <a:cubicBezTo>
                      <a:pt x="30" y="6"/>
                      <a:pt x="29" y="2"/>
                      <a:pt x="26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7" name="Freeform 126"/>
              <p:cNvSpPr>
                <a:spLocks/>
              </p:cNvSpPr>
              <p:nvPr/>
            </p:nvSpPr>
            <p:spPr bwMode="auto">
              <a:xfrm>
                <a:off x="5375643" y="3040263"/>
                <a:ext cx="117143" cy="41474"/>
              </a:xfrm>
              <a:custGeom>
                <a:avLst/>
                <a:gdLst>
                  <a:gd name="T0" fmla="*/ 33 w 37"/>
                  <a:gd name="T1" fmla="*/ 3 h 12"/>
                  <a:gd name="T2" fmla="*/ 3 w 37"/>
                  <a:gd name="T3" fmla="*/ 6 h 12"/>
                  <a:gd name="T4" fmla="*/ 4 w 37"/>
                  <a:gd name="T5" fmla="*/ 11 h 12"/>
                  <a:gd name="T6" fmla="*/ 19 w 37"/>
                  <a:gd name="T7" fmla="*/ 10 h 12"/>
                  <a:gd name="T8" fmla="*/ 33 w 37"/>
                  <a:gd name="T9" fmla="*/ 9 h 12"/>
                  <a:gd name="T10" fmla="*/ 33 w 37"/>
                  <a:gd name="T11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2">
                    <a:moveTo>
                      <a:pt x="33" y="3"/>
                    </a:moveTo>
                    <a:cubicBezTo>
                      <a:pt x="25" y="0"/>
                      <a:pt x="11" y="4"/>
                      <a:pt x="3" y="6"/>
                    </a:cubicBezTo>
                    <a:cubicBezTo>
                      <a:pt x="0" y="7"/>
                      <a:pt x="1" y="12"/>
                      <a:pt x="4" y="11"/>
                    </a:cubicBezTo>
                    <a:cubicBezTo>
                      <a:pt x="9" y="11"/>
                      <a:pt x="14" y="10"/>
                      <a:pt x="19" y="10"/>
                    </a:cubicBezTo>
                    <a:cubicBezTo>
                      <a:pt x="24" y="10"/>
                      <a:pt x="29" y="11"/>
                      <a:pt x="33" y="9"/>
                    </a:cubicBezTo>
                    <a:cubicBezTo>
                      <a:pt x="37" y="9"/>
                      <a:pt x="36" y="4"/>
                      <a:pt x="33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8" name="Freeform 127"/>
              <p:cNvSpPr>
                <a:spLocks/>
              </p:cNvSpPr>
              <p:nvPr/>
            </p:nvSpPr>
            <p:spPr bwMode="auto">
              <a:xfrm>
                <a:off x="5579471" y="3027304"/>
                <a:ext cx="117143" cy="41474"/>
              </a:xfrm>
              <a:custGeom>
                <a:avLst/>
                <a:gdLst>
                  <a:gd name="T0" fmla="*/ 34 w 37"/>
                  <a:gd name="T1" fmla="*/ 3 h 12"/>
                  <a:gd name="T2" fmla="*/ 15 w 37"/>
                  <a:gd name="T3" fmla="*/ 1 h 12"/>
                  <a:gd name="T4" fmla="*/ 1 w 37"/>
                  <a:gd name="T5" fmla="*/ 4 h 12"/>
                  <a:gd name="T6" fmla="*/ 0 w 37"/>
                  <a:gd name="T7" fmla="*/ 8 h 12"/>
                  <a:gd name="T8" fmla="*/ 4 w 37"/>
                  <a:gd name="T9" fmla="*/ 10 h 12"/>
                  <a:gd name="T10" fmla="*/ 4 w 37"/>
                  <a:gd name="T11" fmla="*/ 10 h 12"/>
                  <a:gd name="T12" fmla="*/ 15 w 37"/>
                  <a:gd name="T13" fmla="*/ 10 h 12"/>
                  <a:gd name="T14" fmla="*/ 33 w 37"/>
                  <a:gd name="T15" fmla="*/ 10 h 12"/>
                  <a:gd name="T16" fmla="*/ 34 w 37"/>
                  <a:gd name="T17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12">
                    <a:moveTo>
                      <a:pt x="34" y="3"/>
                    </a:moveTo>
                    <a:cubicBezTo>
                      <a:pt x="28" y="0"/>
                      <a:pt x="21" y="1"/>
                      <a:pt x="15" y="1"/>
                    </a:cubicBezTo>
                    <a:cubicBezTo>
                      <a:pt x="11" y="1"/>
                      <a:pt x="4" y="1"/>
                      <a:pt x="1" y="4"/>
                    </a:cubicBezTo>
                    <a:cubicBezTo>
                      <a:pt x="0" y="5"/>
                      <a:pt x="0" y="7"/>
                      <a:pt x="0" y="8"/>
                    </a:cubicBezTo>
                    <a:cubicBezTo>
                      <a:pt x="1" y="10"/>
                      <a:pt x="2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8" y="10"/>
                      <a:pt x="12" y="10"/>
                      <a:pt x="15" y="10"/>
                    </a:cubicBezTo>
                    <a:cubicBezTo>
                      <a:pt x="21" y="11"/>
                      <a:pt x="28" y="12"/>
                      <a:pt x="33" y="10"/>
                    </a:cubicBezTo>
                    <a:cubicBezTo>
                      <a:pt x="36" y="9"/>
                      <a:pt x="37" y="5"/>
                      <a:pt x="34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9" name="Freeform 128"/>
              <p:cNvSpPr>
                <a:spLocks/>
              </p:cNvSpPr>
              <p:nvPr/>
            </p:nvSpPr>
            <p:spPr bwMode="auto">
              <a:xfrm>
                <a:off x="5757529" y="3027304"/>
                <a:ext cx="107772" cy="38883"/>
              </a:xfrm>
              <a:custGeom>
                <a:avLst/>
                <a:gdLst>
                  <a:gd name="T0" fmla="*/ 31 w 34"/>
                  <a:gd name="T1" fmla="*/ 3 h 11"/>
                  <a:gd name="T2" fmla="*/ 19 w 34"/>
                  <a:gd name="T3" fmla="*/ 1 h 11"/>
                  <a:gd name="T4" fmla="*/ 5 w 34"/>
                  <a:gd name="T5" fmla="*/ 0 h 11"/>
                  <a:gd name="T6" fmla="*/ 4 w 34"/>
                  <a:gd name="T7" fmla="*/ 6 h 11"/>
                  <a:gd name="T8" fmla="*/ 18 w 34"/>
                  <a:gd name="T9" fmla="*/ 9 h 11"/>
                  <a:gd name="T10" fmla="*/ 30 w 34"/>
                  <a:gd name="T11" fmla="*/ 9 h 11"/>
                  <a:gd name="T12" fmla="*/ 31 w 34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1" y="3"/>
                    </a:moveTo>
                    <a:cubicBezTo>
                      <a:pt x="27" y="1"/>
                      <a:pt x="23" y="1"/>
                      <a:pt x="19" y="1"/>
                    </a:cubicBezTo>
                    <a:cubicBezTo>
                      <a:pt x="14" y="1"/>
                      <a:pt x="10" y="0"/>
                      <a:pt x="5" y="0"/>
                    </a:cubicBezTo>
                    <a:cubicBezTo>
                      <a:pt x="1" y="0"/>
                      <a:pt x="0" y="6"/>
                      <a:pt x="4" y="6"/>
                    </a:cubicBezTo>
                    <a:cubicBezTo>
                      <a:pt x="9" y="7"/>
                      <a:pt x="13" y="8"/>
                      <a:pt x="18" y="9"/>
                    </a:cubicBezTo>
                    <a:cubicBezTo>
                      <a:pt x="22" y="9"/>
                      <a:pt x="26" y="11"/>
                      <a:pt x="30" y="9"/>
                    </a:cubicBezTo>
                    <a:cubicBezTo>
                      <a:pt x="33" y="9"/>
                      <a:pt x="34" y="4"/>
                      <a:pt x="31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0" name="Freeform 129"/>
              <p:cNvSpPr>
                <a:spLocks/>
              </p:cNvSpPr>
              <p:nvPr/>
            </p:nvSpPr>
            <p:spPr bwMode="auto">
              <a:xfrm>
                <a:off x="5937930" y="3011751"/>
                <a:ext cx="93715" cy="38883"/>
              </a:xfrm>
              <a:custGeom>
                <a:avLst/>
                <a:gdLst>
                  <a:gd name="T0" fmla="*/ 27 w 30"/>
                  <a:gd name="T1" fmla="*/ 2 h 11"/>
                  <a:gd name="T2" fmla="*/ 13 w 30"/>
                  <a:gd name="T3" fmla="*/ 2 h 11"/>
                  <a:gd name="T4" fmla="*/ 0 w 30"/>
                  <a:gd name="T5" fmla="*/ 4 h 11"/>
                  <a:gd name="T6" fmla="*/ 0 w 30"/>
                  <a:gd name="T7" fmla="*/ 7 h 11"/>
                  <a:gd name="T8" fmla="*/ 13 w 30"/>
                  <a:gd name="T9" fmla="*/ 9 h 11"/>
                  <a:gd name="T10" fmla="*/ 27 w 30"/>
                  <a:gd name="T11" fmla="*/ 8 h 11"/>
                  <a:gd name="T12" fmla="*/ 27 w 30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1">
                    <a:moveTo>
                      <a:pt x="27" y="2"/>
                    </a:moveTo>
                    <a:cubicBezTo>
                      <a:pt x="23" y="0"/>
                      <a:pt x="18" y="1"/>
                      <a:pt x="13" y="2"/>
                    </a:cubicBezTo>
                    <a:cubicBezTo>
                      <a:pt x="9" y="2"/>
                      <a:pt x="4" y="2"/>
                      <a:pt x="0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4" y="9"/>
                      <a:pt x="9" y="9"/>
                      <a:pt x="13" y="9"/>
                    </a:cubicBezTo>
                    <a:cubicBezTo>
                      <a:pt x="18" y="10"/>
                      <a:pt x="23" y="11"/>
                      <a:pt x="27" y="8"/>
                    </a:cubicBezTo>
                    <a:cubicBezTo>
                      <a:pt x="30" y="7"/>
                      <a:pt x="30" y="4"/>
                      <a:pt x="27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1" name="Freeform 130"/>
              <p:cNvSpPr>
                <a:spLocks/>
              </p:cNvSpPr>
              <p:nvPr/>
            </p:nvSpPr>
            <p:spPr bwMode="auto">
              <a:xfrm>
                <a:off x="6120674" y="3006567"/>
                <a:ext cx="93715" cy="38883"/>
              </a:xfrm>
              <a:custGeom>
                <a:avLst/>
                <a:gdLst>
                  <a:gd name="T0" fmla="*/ 27 w 30"/>
                  <a:gd name="T1" fmla="*/ 1 h 11"/>
                  <a:gd name="T2" fmla="*/ 12 w 30"/>
                  <a:gd name="T3" fmla="*/ 1 h 11"/>
                  <a:gd name="T4" fmla="*/ 6 w 30"/>
                  <a:gd name="T5" fmla="*/ 2 h 11"/>
                  <a:gd name="T6" fmla="*/ 1 w 30"/>
                  <a:gd name="T7" fmla="*/ 4 h 11"/>
                  <a:gd name="T8" fmla="*/ 1 w 30"/>
                  <a:gd name="T9" fmla="*/ 6 h 11"/>
                  <a:gd name="T10" fmla="*/ 6 w 30"/>
                  <a:gd name="T11" fmla="*/ 8 h 11"/>
                  <a:gd name="T12" fmla="*/ 12 w 30"/>
                  <a:gd name="T13" fmla="*/ 9 h 11"/>
                  <a:gd name="T14" fmla="*/ 27 w 30"/>
                  <a:gd name="T15" fmla="*/ 9 h 11"/>
                  <a:gd name="T16" fmla="*/ 27 w 30"/>
                  <a:gd name="T1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11">
                    <a:moveTo>
                      <a:pt x="27" y="1"/>
                    </a:moveTo>
                    <a:cubicBezTo>
                      <a:pt x="22" y="0"/>
                      <a:pt x="17" y="1"/>
                      <a:pt x="12" y="1"/>
                    </a:cubicBezTo>
                    <a:cubicBezTo>
                      <a:pt x="10" y="2"/>
                      <a:pt x="8" y="2"/>
                      <a:pt x="6" y="2"/>
                    </a:cubicBezTo>
                    <a:cubicBezTo>
                      <a:pt x="3" y="2"/>
                      <a:pt x="3" y="3"/>
                      <a:pt x="1" y="4"/>
                    </a:cubicBezTo>
                    <a:cubicBezTo>
                      <a:pt x="0" y="5"/>
                      <a:pt x="0" y="6"/>
                      <a:pt x="1" y="6"/>
                    </a:cubicBezTo>
                    <a:cubicBezTo>
                      <a:pt x="3" y="7"/>
                      <a:pt x="3" y="8"/>
                      <a:pt x="6" y="8"/>
                    </a:cubicBezTo>
                    <a:cubicBezTo>
                      <a:pt x="8" y="9"/>
                      <a:pt x="10" y="9"/>
                      <a:pt x="12" y="9"/>
                    </a:cubicBezTo>
                    <a:cubicBezTo>
                      <a:pt x="17" y="9"/>
                      <a:pt x="22" y="11"/>
                      <a:pt x="27" y="9"/>
                    </a:cubicBezTo>
                    <a:cubicBezTo>
                      <a:pt x="30" y="8"/>
                      <a:pt x="30" y="3"/>
                      <a:pt x="27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2" name="Freeform 131"/>
              <p:cNvSpPr>
                <a:spLocks/>
              </p:cNvSpPr>
              <p:nvPr/>
            </p:nvSpPr>
            <p:spPr bwMode="auto">
              <a:xfrm>
                <a:off x="6277645" y="2991014"/>
                <a:ext cx="126515" cy="38883"/>
              </a:xfrm>
              <a:custGeom>
                <a:avLst/>
                <a:gdLst>
                  <a:gd name="T0" fmla="*/ 37 w 40"/>
                  <a:gd name="T1" fmla="*/ 4 h 11"/>
                  <a:gd name="T2" fmla="*/ 21 w 40"/>
                  <a:gd name="T3" fmla="*/ 0 h 11"/>
                  <a:gd name="T4" fmla="*/ 4 w 40"/>
                  <a:gd name="T5" fmla="*/ 2 h 11"/>
                  <a:gd name="T6" fmla="*/ 4 w 40"/>
                  <a:gd name="T7" fmla="*/ 8 h 11"/>
                  <a:gd name="T8" fmla="*/ 21 w 40"/>
                  <a:gd name="T9" fmla="*/ 9 h 11"/>
                  <a:gd name="T10" fmla="*/ 37 w 40"/>
                  <a:gd name="T11" fmla="*/ 10 h 11"/>
                  <a:gd name="T12" fmla="*/ 37 w 40"/>
                  <a:gd name="T13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1">
                    <a:moveTo>
                      <a:pt x="37" y="4"/>
                    </a:moveTo>
                    <a:cubicBezTo>
                      <a:pt x="33" y="1"/>
                      <a:pt x="26" y="1"/>
                      <a:pt x="21" y="0"/>
                    </a:cubicBezTo>
                    <a:cubicBezTo>
                      <a:pt x="15" y="0"/>
                      <a:pt x="9" y="1"/>
                      <a:pt x="4" y="2"/>
                    </a:cubicBezTo>
                    <a:cubicBezTo>
                      <a:pt x="0" y="2"/>
                      <a:pt x="1" y="8"/>
                      <a:pt x="4" y="8"/>
                    </a:cubicBezTo>
                    <a:cubicBezTo>
                      <a:pt x="10" y="8"/>
                      <a:pt x="16" y="8"/>
                      <a:pt x="21" y="9"/>
                    </a:cubicBezTo>
                    <a:cubicBezTo>
                      <a:pt x="26" y="9"/>
                      <a:pt x="31" y="11"/>
                      <a:pt x="37" y="10"/>
                    </a:cubicBezTo>
                    <a:cubicBezTo>
                      <a:pt x="40" y="9"/>
                      <a:pt x="40" y="5"/>
                      <a:pt x="37" y="4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3" name="Freeform 132"/>
              <p:cNvSpPr>
                <a:spLocks/>
              </p:cNvSpPr>
              <p:nvPr/>
            </p:nvSpPr>
            <p:spPr bwMode="auto">
              <a:xfrm>
                <a:off x="6474446" y="2998789"/>
                <a:ext cx="112458" cy="38883"/>
              </a:xfrm>
              <a:custGeom>
                <a:avLst/>
                <a:gdLst>
                  <a:gd name="T0" fmla="*/ 33 w 36"/>
                  <a:gd name="T1" fmla="*/ 2 h 11"/>
                  <a:gd name="T2" fmla="*/ 19 w 36"/>
                  <a:gd name="T3" fmla="*/ 1 h 11"/>
                  <a:gd name="T4" fmla="*/ 4 w 36"/>
                  <a:gd name="T5" fmla="*/ 4 h 11"/>
                  <a:gd name="T6" fmla="*/ 5 w 36"/>
                  <a:gd name="T7" fmla="*/ 10 h 11"/>
                  <a:gd name="T8" fmla="*/ 20 w 36"/>
                  <a:gd name="T9" fmla="*/ 9 h 11"/>
                  <a:gd name="T10" fmla="*/ 32 w 36"/>
                  <a:gd name="T11" fmla="*/ 9 h 11"/>
                  <a:gd name="T12" fmla="*/ 33 w 36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1">
                    <a:moveTo>
                      <a:pt x="33" y="2"/>
                    </a:moveTo>
                    <a:cubicBezTo>
                      <a:pt x="29" y="0"/>
                      <a:pt x="24" y="0"/>
                      <a:pt x="19" y="1"/>
                    </a:cubicBezTo>
                    <a:cubicBezTo>
                      <a:pt x="14" y="1"/>
                      <a:pt x="9" y="2"/>
                      <a:pt x="4" y="4"/>
                    </a:cubicBezTo>
                    <a:cubicBezTo>
                      <a:pt x="0" y="5"/>
                      <a:pt x="2" y="11"/>
                      <a:pt x="5" y="10"/>
                    </a:cubicBezTo>
                    <a:cubicBezTo>
                      <a:pt x="10" y="9"/>
                      <a:pt x="15" y="9"/>
                      <a:pt x="20" y="9"/>
                    </a:cubicBezTo>
                    <a:cubicBezTo>
                      <a:pt x="24" y="9"/>
                      <a:pt x="28" y="10"/>
                      <a:pt x="32" y="9"/>
                    </a:cubicBezTo>
                    <a:cubicBezTo>
                      <a:pt x="35" y="8"/>
                      <a:pt x="36" y="4"/>
                      <a:pt x="33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4" name="Freeform 133"/>
              <p:cNvSpPr>
                <a:spLocks/>
              </p:cNvSpPr>
              <p:nvPr/>
            </p:nvSpPr>
            <p:spPr bwMode="auto">
              <a:xfrm>
                <a:off x="6673590" y="3009158"/>
                <a:ext cx="110115" cy="41474"/>
              </a:xfrm>
              <a:custGeom>
                <a:avLst/>
                <a:gdLst>
                  <a:gd name="T0" fmla="*/ 32 w 35"/>
                  <a:gd name="T1" fmla="*/ 4 h 12"/>
                  <a:gd name="T2" fmla="*/ 16 w 35"/>
                  <a:gd name="T3" fmla="*/ 1 h 12"/>
                  <a:gd name="T4" fmla="*/ 1 w 35"/>
                  <a:gd name="T5" fmla="*/ 3 h 12"/>
                  <a:gd name="T6" fmla="*/ 1 w 35"/>
                  <a:gd name="T7" fmla="*/ 5 h 12"/>
                  <a:gd name="T8" fmla="*/ 14 w 35"/>
                  <a:gd name="T9" fmla="*/ 9 h 12"/>
                  <a:gd name="T10" fmla="*/ 32 w 35"/>
                  <a:gd name="T11" fmla="*/ 10 h 12"/>
                  <a:gd name="T12" fmla="*/ 32 w 35"/>
                  <a:gd name="T13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2">
                    <a:moveTo>
                      <a:pt x="32" y="4"/>
                    </a:moveTo>
                    <a:cubicBezTo>
                      <a:pt x="28" y="1"/>
                      <a:pt x="22" y="2"/>
                      <a:pt x="16" y="1"/>
                    </a:cubicBezTo>
                    <a:cubicBezTo>
                      <a:pt x="11" y="1"/>
                      <a:pt x="5" y="0"/>
                      <a:pt x="1" y="3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4" y="9"/>
                      <a:pt x="9" y="8"/>
                      <a:pt x="14" y="9"/>
                    </a:cubicBezTo>
                    <a:cubicBezTo>
                      <a:pt x="20" y="10"/>
                      <a:pt x="26" y="12"/>
                      <a:pt x="32" y="10"/>
                    </a:cubicBezTo>
                    <a:cubicBezTo>
                      <a:pt x="34" y="9"/>
                      <a:pt x="35" y="5"/>
                      <a:pt x="32" y="4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5" name="Freeform 134"/>
              <p:cNvSpPr>
                <a:spLocks/>
              </p:cNvSpPr>
              <p:nvPr/>
            </p:nvSpPr>
            <p:spPr bwMode="auto">
              <a:xfrm>
                <a:off x="6846962" y="3001382"/>
                <a:ext cx="107772" cy="31106"/>
              </a:xfrm>
              <a:custGeom>
                <a:avLst/>
                <a:gdLst>
                  <a:gd name="T0" fmla="*/ 33 w 34"/>
                  <a:gd name="T1" fmla="*/ 3 h 9"/>
                  <a:gd name="T2" fmla="*/ 19 w 34"/>
                  <a:gd name="T3" fmla="*/ 2 h 9"/>
                  <a:gd name="T4" fmla="*/ 2 w 34"/>
                  <a:gd name="T5" fmla="*/ 3 h 9"/>
                  <a:gd name="T6" fmla="*/ 2 w 34"/>
                  <a:gd name="T7" fmla="*/ 7 h 9"/>
                  <a:gd name="T8" fmla="*/ 19 w 34"/>
                  <a:gd name="T9" fmla="*/ 8 h 9"/>
                  <a:gd name="T10" fmla="*/ 33 w 34"/>
                  <a:gd name="T11" fmla="*/ 7 h 9"/>
                  <a:gd name="T12" fmla="*/ 33 w 34"/>
                  <a:gd name="T13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9">
                    <a:moveTo>
                      <a:pt x="33" y="3"/>
                    </a:moveTo>
                    <a:cubicBezTo>
                      <a:pt x="28" y="0"/>
                      <a:pt x="24" y="1"/>
                      <a:pt x="19" y="2"/>
                    </a:cubicBezTo>
                    <a:cubicBezTo>
                      <a:pt x="14" y="2"/>
                      <a:pt x="8" y="2"/>
                      <a:pt x="2" y="3"/>
                    </a:cubicBezTo>
                    <a:cubicBezTo>
                      <a:pt x="0" y="3"/>
                      <a:pt x="0" y="7"/>
                      <a:pt x="2" y="7"/>
                    </a:cubicBezTo>
                    <a:cubicBezTo>
                      <a:pt x="8" y="8"/>
                      <a:pt x="14" y="8"/>
                      <a:pt x="19" y="8"/>
                    </a:cubicBezTo>
                    <a:cubicBezTo>
                      <a:pt x="24" y="9"/>
                      <a:pt x="28" y="9"/>
                      <a:pt x="33" y="7"/>
                    </a:cubicBezTo>
                    <a:cubicBezTo>
                      <a:pt x="34" y="6"/>
                      <a:pt x="34" y="4"/>
                      <a:pt x="33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6" name="Freeform 135"/>
              <p:cNvSpPr>
                <a:spLocks/>
              </p:cNvSpPr>
              <p:nvPr/>
            </p:nvSpPr>
            <p:spPr bwMode="auto">
              <a:xfrm>
                <a:off x="7010963" y="2998789"/>
                <a:ext cx="121829" cy="38883"/>
              </a:xfrm>
              <a:custGeom>
                <a:avLst/>
                <a:gdLst>
                  <a:gd name="T0" fmla="*/ 36 w 39"/>
                  <a:gd name="T1" fmla="*/ 2 h 11"/>
                  <a:gd name="T2" fmla="*/ 22 w 39"/>
                  <a:gd name="T3" fmla="*/ 2 h 11"/>
                  <a:gd name="T4" fmla="*/ 4 w 39"/>
                  <a:gd name="T5" fmla="*/ 0 h 11"/>
                  <a:gd name="T6" fmla="*/ 3 w 39"/>
                  <a:gd name="T7" fmla="*/ 6 h 11"/>
                  <a:gd name="T8" fmla="*/ 36 w 39"/>
                  <a:gd name="T9" fmla="*/ 8 h 11"/>
                  <a:gd name="T10" fmla="*/ 36 w 39"/>
                  <a:gd name="T11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1">
                    <a:moveTo>
                      <a:pt x="36" y="2"/>
                    </a:moveTo>
                    <a:cubicBezTo>
                      <a:pt x="31" y="1"/>
                      <a:pt x="26" y="2"/>
                      <a:pt x="22" y="2"/>
                    </a:cubicBezTo>
                    <a:cubicBezTo>
                      <a:pt x="16" y="2"/>
                      <a:pt x="10" y="1"/>
                      <a:pt x="4" y="0"/>
                    </a:cubicBezTo>
                    <a:cubicBezTo>
                      <a:pt x="1" y="0"/>
                      <a:pt x="0" y="5"/>
                      <a:pt x="3" y="6"/>
                    </a:cubicBezTo>
                    <a:cubicBezTo>
                      <a:pt x="13" y="9"/>
                      <a:pt x="26" y="11"/>
                      <a:pt x="36" y="8"/>
                    </a:cubicBezTo>
                    <a:cubicBezTo>
                      <a:pt x="39" y="7"/>
                      <a:pt x="39" y="2"/>
                      <a:pt x="36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7" name="Freeform 136"/>
              <p:cNvSpPr>
                <a:spLocks/>
              </p:cNvSpPr>
              <p:nvPr/>
            </p:nvSpPr>
            <p:spPr bwMode="auto">
              <a:xfrm>
                <a:off x="7181991" y="3001382"/>
                <a:ext cx="100744" cy="36290"/>
              </a:xfrm>
              <a:custGeom>
                <a:avLst/>
                <a:gdLst>
                  <a:gd name="T0" fmla="*/ 28 w 32"/>
                  <a:gd name="T1" fmla="*/ 1 h 10"/>
                  <a:gd name="T2" fmla="*/ 15 w 32"/>
                  <a:gd name="T3" fmla="*/ 2 h 10"/>
                  <a:gd name="T4" fmla="*/ 3 w 32"/>
                  <a:gd name="T5" fmla="*/ 4 h 10"/>
                  <a:gd name="T6" fmla="*/ 3 w 32"/>
                  <a:gd name="T7" fmla="*/ 9 h 10"/>
                  <a:gd name="T8" fmla="*/ 29 w 32"/>
                  <a:gd name="T9" fmla="*/ 7 h 10"/>
                  <a:gd name="T10" fmla="*/ 28 w 32"/>
                  <a:gd name="T11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10">
                    <a:moveTo>
                      <a:pt x="28" y="1"/>
                    </a:moveTo>
                    <a:cubicBezTo>
                      <a:pt x="24" y="0"/>
                      <a:pt x="20" y="1"/>
                      <a:pt x="15" y="2"/>
                    </a:cubicBezTo>
                    <a:cubicBezTo>
                      <a:pt x="11" y="3"/>
                      <a:pt x="7" y="3"/>
                      <a:pt x="3" y="4"/>
                    </a:cubicBezTo>
                    <a:cubicBezTo>
                      <a:pt x="0" y="5"/>
                      <a:pt x="0" y="9"/>
                      <a:pt x="3" y="9"/>
                    </a:cubicBezTo>
                    <a:cubicBezTo>
                      <a:pt x="11" y="10"/>
                      <a:pt x="21" y="10"/>
                      <a:pt x="29" y="7"/>
                    </a:cubicBezTo>
                    <a:cubicBezTo>
                      <a:pt x="32" y="6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8" name="Freeform 137"/>
              <p:cNvSpPr>
                <a:spLocks/>
              </p:cNvSpPr>
              <p:nvPr/>
            </p:nvSpPr>
            <p:spPr bwMode="auto">
              <a:xfrm>
                <a:off x="7355363" y="3006567"/>
                <a:ext cx="100744" cy="33698"/>
              </a:xfrm>
              <a:custGeom>
                <a:avLst/>
                <a:gdLst>
                  <a:gd name="T0" fmla="*/ 30 w 32"/>
                  <a:gd name="T1" fmla="*/ 2 h 10"/>
                  <a:gd name="T2" fmla="*/ 18 w 32"/>
                  <a:gd name="T3" fmla="*/ 1 h 10"/>
                  <a:gd name="T4" fmla="*/ 4 w 32"/>
                  <a:gd name="T5" fmla="*/ 2 h 10"/>
                  <a:gd name="T6" fmla="*/ 4 w 32"/>
                  <a:gd name="T7" fmla="*/ 8 h 10"/>
                  <a:gd name="T8" fmla="*/ 18 w 32"/>
                  <a:gd name="T9" fmla="*/ 9 h 10"/>
                  <a:gd name="T10" fmla="*/ 30 w 32"/>
                  <a:gd name="T11" fmla="*/ 8 h 10"/>
                  <a:gd name="T12" fmla="*/ 30 w 32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0">
                    <a:moveTo>
                      <a:pt x="30" y="2"/>
                    </a:moveTo>
                    <a:cubicBezTo>
                      <a:pt x="26" y="0"/>
                      <a:pt x="22" y="1"/>
                      <a:pt x="18" y="1"/>
                    </a:cubicBezTo>
                    <a:cubicBezTo>
                      <a:pt x="13" y="2"/>
                      <a:pt x="9" y="2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8"/>
                      <a:pt x="13" y="9"/>
                      <a:pt x="18" y="9"/>
                    </a:cubicBezTo>
                    <a:cubicBezTo>
                      <a:pt x="22" y="9"/>
                      <a:pt x="26" y="10"/>
                      <a:pt x="30" y="8"/>
                    </a:cubicBezTo>
                    <a:cubicBezTo>
                      <a:pt x="32" y="7"/>
                      <a:pt x="32" y="4"/>
                      <a:pt x="30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69" name="Freeform 138"/>
              <p:cNvSpPr>
                <a:spLocks/>
              </p:cNvSpPr>
              <p:nvPr/>
            </p:nvSpPr>
            <p:spPr bwMode="auto">
              <a:xfrm>
                <a:off x="7521708" y="2996198"/>
                <a:ext cx="112458" cy="44067"/>
              </a:xfrm>
              <a:custGeom>
                <a:avLst/>
                <a:gdLst>
                  <a:gd name="T0" fmla="*/ 31 w 36"/>
                  <a:gd name="T1" fmla="*/ 0 h 13"/>
                  <a:gd name="T2" fmla="*/ 18 w 36"/>
                  <a:gd name="T3" fmla="*/ 3 h 13"/>
                  <a:gd name="T4" fmla="*/ 5 w 36"/>
                  <a:gd name="T5" fmla="*/ 2 h 13"/>
                  <a:gd name="T6" fmla="*/ 3 w 36"/>
                  <a:gd name="T7" fmla="*/ 6 h 13"/>
                  <a:gd name="T8" fmla="*/ 33 w 36"/>
                  <a:gd name="T9" fmla="*/ 7 h 13"/>
                  <a:gd name="T10" fmla="*/ 31 w 36"/>
                  <a:gd name="T1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13">
                    <a:moveTo>
                      <a:pt x="31" y="0"/>
                    </a:moveTo>
                    <a:cubicBezTo>
                      <a:pt x="27" y="1"/>
                      <a:pt x="23" y="3"/>
                      <a:pt x="18" y="3"/>
                    </a:cubicBezTo>
                    <a:cubicBezTo>
                      <a:pt x="14" y="3"/>
                      <a:pt x="9" y="3"/>
                      <a:pt x="5" y="2"/>
                    </a:cubicBezTo>
                    <a:cubicBezTo>
                      <a:pt x="2" y="2"/>
                      <a:pt x="0" y="5"/>
                      <a:pt x="3" y="6"/>
                    </a:cubicBezTo>
                    <a:cubicBezTo>
                      <a:pt x="11" y="10"/>
                      <a:pt x="25" y="13"/>
                      <a:pt x="33" y="7"/>
                    </a:cubicBezTo>
                    <a:cubicBezTo>
                      <a:pt x="36" y="5"/>
                      <a:pt x="35" y="0"/>
                      <a:pt x="31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sp>
          <p:nvSpPr>
            <p:cNvPr id="88" name="文本框 87"/>
            <p:cNvSpPr txBox="1"/>
            <p:nvPr/>
          </p:nvSpPr>
          <p:spPr>
            <a:xfrm>
              <a:off x="4365893" y="1245708"/>
              <a:ext cx="28631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4. </a:t>
              </a:r>
              <a:r>
                <a: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利用サービス一覧</a:t>
              </a:r>
              <a:endParaRPr lang="zh-CN" altLang="en-US" sz="2400" dirty="0">
                <a:solidFill>
                  <a:srgbClr val="9DC3E6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pic>
        <p:nvPicPr>
          <p:cNvPr id="10" name="图片 9" descr="Aws icon">
            <a:extLst>
              <a:ext uri="{FF2B5EF4-FFF2-40B4-BE49-F238E27FC236}">
                <a16:creationId xmlns:a16="http://schemas.microsoft.com/office/drawing/2014/main" id="{14CC0714-71AE-AC84-A2B3-F309BC394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945" y="2583916"/>
            <a:ext cx="1240243" cy="124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43180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2704C-4704-E96B-3A13-19B9E50E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EECD3A32-BEF7-1709-7EF6-B090CF382E3B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1BBB16D9-8365-A669-A421-FC1DECBA1D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D8DC0DC7-BEEC-3C22-7080-D2985BB9BD53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4C44A8A-1865-234B-5A04-1183622BBF93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4.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利用サービス一覧（</a:t>
            </a:r>
            <a:r>
              <a:rPr lang="en-US" altLang="zh-CN" sz="1600" b="1" spc="-300" dirty="0">
                <a:latin typeface="Meiryo UI" panose="020B0604030504040204" pitchFamily="34" charset="-128"/>
                <a:ea typeface="Meiryo UI" panose="020B0604030504040204" pitchFamily="34" charset="-128"/>
              </a:rPr>
              <a:t> AWS </a:t>
            </a:r>
            <a:r>
              <a:rPr lang="ja-JP" altLang="en-US" sz="1600" b="1" spc="-300" dirty="0">
                <a:latin typeface="Meiryo UI" panose="020B0604030504040204" pitchFamily="34" charset="-128"/>
                <a:ea typeface="Meiryo UI" panose="020B0604030504040204" pitchFamily="34" charset="-128"/>
              </a:rPr>
              <a:t>サービス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endParaRPr lang="en-US" altLang="ja-JP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87" name="Freeform 18">
            <a:extLst>
              <a:ext uri="{FF2B5EF4-FFF2-40B4-BE49-F238E27FC236}">
                <a16:creationId xmlns:a16="http://schemas.microsoft.com/office/drawing/2014/main" id="{78DA99C7-9CF8-2398-735E-4AA94128FB41}"/>
              </a:ext>
            </a:extLst>
          </p:cNvPr>
          <p:cNvSpPr>
            <a:spLocks/>
          </p:cNvSpPr>
          <p:nvPr/>
        </p:nvSpPr>
        <p:spPr bwMode="auto">
          <a:xfrm>
            <a:off x="579404" y="2007698"/>
            <a:ext cx="24173" cy="19932"/>
          </a:xfrm>
          <a:custGeom>
            <a:avLst/>
            <a:gdLst>
              <a:gd name="T0" fmla="*/ 0 w 54"/>
              <a:gd name="T1" fmla="*/ 18 h 44"/>
              <a:gd name="T2" fmla="*/ 54 w 54"/>
              <a:gd name="T3" fmla="*/ 0 h 44"/>
              <a:gd name="T4" fmla="*/ 46 w 54"/>
              <a:gd name="T5" fmla="*/ 44 h 44"/>
              <a:gd name="T6" fmla="*/ 39 w 54"/>
              <a:gd name="T7" fmla="*/ 23 h 44"/>
              <a:gd name="T8" fmla="*/ 0 w 54"/>
              <a:gd name="T9" fmla="*/ 1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44">
                <a:moveTo>
                  <a:pt x="0" y="18"/>
                </a:moveTo>
                <a:cubicBezTo>
                  <a:pt x="0" y="18"/>
                  <a:pt x="30" y="19"/>
                  <a:pt x="54" y="0"/>
                </a:cubicBezTo>
                <a:cubicBezTo>
                  <a:pt x="46" y="44"/>
                  <a:pt x="46" y="44"/>
                  <a:pt x="46" y="44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3"/>
                  <a:pt x="28" y="31"/>
                  <a:pt x="0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B05F279-C2F2-0264-9AE1-60A4A5AAD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048873"/>
              </p:ext>
            </p:extLst>
          </p:nvPr>
        </p:nvGraphicFramePr>
        <p:xfrm>
          <a:off x="325538" y="1114112"/>
          <a:ext cx="11287058" cy="4832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497">
                  <a:extLst>
                    <a:ext uri="{9D8B030D-6E8A-4147-A177-3AD203B41FA5}">
                      <a16:colId xmlns:a16="http://schemas.microsoft.com/office/drawing/2014/main" val="2900684141"/>
                    </a:ext>
                  </a:extLst>
                </a:gridCol>
                <a:gridCol w="2405844">
                  <a:extLst>
                    <a:ext uri="{9D8B030D-6E8A-4147-A177-3AD203B41FA5}">
                      <a16:colId xmlns:a16="http://schemas.microsoft.com/office/drawing/2014/main" val="783958325"/>
                    </a:ext>
                  </a:extLst>
                </a:gridCol>
                <a:gridCol w="2034988">
                  <a:extLst>
                    <a:ext uri="{9D8B030D-6E8A-4147-A177-3AD203B41FA5}">
                      <a16:colId xmlns:a16="http://schemas.microsoft.com/office/drawing/2014/main" val="3118097988"/>
                    </a:ext>
                  </a:extLst>
                </a:gridCol>
                <a:gridCol w="4867835">
                  <a:extLst>
                    <a:ext uri="{9D8B030D-6E8A-4147-A177-3AD203B41FA5}">
                      <a16:colId xmlns:a16="http://schemas.microsoft.com/office/drawing/2014/main" val="3913326960"/>
                    </a:ext>
                  </a:extLst>
                </a:gridCol>
                <a:gridCol w="1550894">
                  <a:extLst>
                    <a:ext uri="{9D8B030D-6E8A-4147-A177-3AD203B41FA5}">
                      <a16:colId xmlns:a16="http://schemas.microsoft.com/office/drawing/2014/main" val="2967849107"/>
                    </a:ext>
                  </a:extLst>
                </a:gridCol>
              </a:tblGrid>
              <a:tr h="266453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no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AWSサービス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本システムでの役割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利用方法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主な利用主体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942012"/>
                  </a:ext>
                </a:extLst>
              </a:tr>
              <a:tr h="866889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Amazon EC2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Open WebUIの実行基盤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Docker Composeを使用してOpen WebUIコンテナを起動し、Web画面、Backend、カスタムPipe関数およびSQLiteを稼働させます。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システム管理者／システム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909454"/>
                  </a:ext>
                </a:extLst>
              </a:tr>
              <a:tr h="1098059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Amazon Bedrock AgentCore Harness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AIエージェントの推論・処理制御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System Promptと会話内容を基に質問を分析し、使用モデルと検索ツールを制御します。必要な場合は関連規程を追加検索し、検索結果を統合して最終回答を生成します。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システム（自動）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582957"/>
                  </a:ext>
                </a:extLst>
              </a:tr>
              <a:tr h="866889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Amazon Bedrock AgentCore Gateway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Knowledge Base検索ツールの公開・接続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Harnessからの検索要求を受け取り、登録済みのLambdaターゲットを安全に呼び出します。利用者が直接操作することはありません。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システム（自動）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891329"/>
                  </a:ext>
                </a:extLst>
              </a:tr>
              <a:tr h="866889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Amazon Bedrock AgentCore Runtime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AgentCore Harnessの管理実行基盤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Harnessの実行、セッション分離、スケーリングおよび実行監視を行います。個別サーバーの構築・運用は不要です。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システム（自動）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432797"/>
                  </a:ext>
                </a:extLst>
              </a:tr>
              <a:tr h="866889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Amazon Bedrock Foundation Models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質問理解・推論・回答生成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Open WebUIで選択されたClaudeまたはNovaモデルをHarnessから呼び出し、質問分析および回答生成に使用します。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利用者がモデル選択／システムが実行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543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858166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1FC2-68F2-096E-AE2F-952CC97C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E5B2E3F-688B-9D2C-56A6-4A832E7E9FDF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D65314CB-3C13-A7CD-E6DB-D959A5DDE8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2CB3CA4D-793B-8EE3-F071-E7A4FB237BCE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142482-FC0C-3671-002C-EE8F8C4F5647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4.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利用サービス一覧（</a:t>
            </a:r>
            <a:r>
              <a:rPr lang="en-US" altLang="zh-CN" sz="1600" b="1" spc="-300" dirty="0">
                <a:latin typeface="Meiryo UI" panose="020B0604030504040204" pitchFamily="34" charset="-128"/>
                <a:ea typeface="Meiryo UI" panose="020B0604030504040204" pitchFamily="34" charset="-128"/>
              </a:rPr>
              <a:t> AWS </a:t>
            </a:r>
            <a:r>
              <a:rPr lang="ja-JP" altLang="en-US" sz="1600" b="1" spc="-300" dirty="0">
                <a:latin typeface="Meiryo UI" panose="020B0604030504040204" pitchFamily="34" charset="-128"/>
                <a:ea typeface="Meiryo UI" panose="020B0604030504040204" pitchFamily="34" charset="-128"/>
              </a:rPr>
              <a:t>サービス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endParaRPr lang="en-US" altLang="ja-JP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87" name="Freeform 18">
            <a:extLst>
              <a:ext uri="{FF2B5EF4-FFF2-40B4-BE49-F238E27FC236}">
                <a16:creationId xmlns:a16="http://schemas.microsoft.com/office/drawing/2014/main" id="{1B01BF08-471A-DBBE-4C1A-6863C652F8C2}"/>
              </a:ext>
            </a:extLst>
          </p:cNvPr>
          <p:cNvSpPr>
            <a:spLocks/>
          </p:cNvSpPr>
          <p:nvPr/>
        </p:nvSpPr>
        <p:spPr bwMode="auto">
          <a:xfrm>
            <a:off x="579404" y="2007698"/>
            <a:ext cx="24173" cy="19932"/>
          </a:xfrm>
          <a:custGeom>
            <a:avLst/>
            <a:gdLst>
              <a:gd name="T0" fmla="*/ 0 w 54"/>
              <a:gd name="T1" fmla="*/ 18 h 44"/>
              <a:gd name="T2" fmla="*/ 54 w 54"/>
              <a:gd name="T3" fmla="*/ 0 h 44"/>
              <a:gd name="T4" fmla="*/ 46 w 54"/>
              <a:gd name="T5" fmla="*/ 44 h 44"/>
              <a:gd name="T6" fmla="*/ 39 w 54"/>
              <a:gd name="T7" fmla="*/ 23 h 44"/>
              <a:gd name="T8" fmla="*/ 0 w 54"/>
              <a:gd name="T9" fmla="*/ 1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44">
                <a:moveTo>
                  <a:pt x="0" y="18"/>
                </a:moveTo>
                <a:cubicBezTo>
                  <a:pt x="0" y="18"/>
                  <a:pt x="30" y="19"/>
                  <a:pt x="54" y="0"/>
                </a:cubicBezTo>
                <a:cubicBezTo>
                  <a:pt x="46" y="44"/>
                  <a:pt x="46" y="44"/>
                  <a:pt x="46" y="44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3"/>
                  <a:pt x="28" y="31"/>
                  <a:pt x="0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538B843-7BE2-7345-112F-94426FC1F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809581"/>
              </p:ext>
            </p:extLst>
          </p:nvPr>
        </p:nvGraphicFramePr>
        <p:xfrm>
          <a:off x="325538" y="1114114"/>
          <a:ext cx="11287058" cy="4838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356">
                  <a:extLst>
                    <a:ext uri="{9D8B030D-6E8A-4147-A177-3AD203B41FA5}">
                      <a16:colId xmlns:a16="http://schemas.microsoft.com/office/drawing/2014/main" val="2900684141"/>
                    </a:ext>
                  </a:extLst>
                </a:gridCol>
                <a:gridCol w="2369985">
                  <a:extLst>
                    <a:ext uri="{9D8B030D-6E8A-4147-A177-3AD203B41FA5}">
                      <a16:colId xmlns:a16="http://schemas.microsoft.com/office/drawing/2014/main" val="783958325"/>
                    </a:ext>
                  </a:extLst>
                </a:gridCol>
                <a:gridCol w="2034988">
                  <a:extLst>
                    <a:ext uri="{9D8B030D-6E8A-4147-A177-3AD203B41FA5}">
                      <a16:colId xmlns:a16="http://schemas.microsoft.com/office/drawing/2014/main" val="3118097988"/>
                    </a:ext>
                  </a:extLst>
                </a:gridCol>
                <a:gridCol w="4867835">
                  <a:extLst>
                    <a:ext uri="{9D8B030D-6E8A-4147-A177-3AD203B41FA5}">
                      <a16:colId xmlns:a16="http://schemas.microsoft.com/office/drawing/2014/main" val="3913326960"/>
                    </a:ext>
                  </a:extLst>
                </a:gridCol>
                <a:gridCol w="1550894">
                  <a:extLst>
                    <a:ext uri="{9D8B030D-6E8A-4147-A177-3AD203B41FA5}">
                      <a16:colId xmlns:a16="http://schemas.microsoft.com/office/drawing/2014/main" val="2967849107"/>
                    </a:ext>
                  </a:extLst>
                </a:gridCol>
              </a:tblGrid>
              <a:tr h="272874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no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AWSサービス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本システムでの役割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利用方法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主な利用主体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942012"/>
                  </a:ext>
                </a:extLst>
              </a:tr>
              <a:tr h="913115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Amazon Bedrock Knowledge Bases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社内規程のRAG検索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質問に関連する規程チャンクを検索し、本文、文書名、出典メタデータを返します。また、管理者がS3データソースの同期を実行します。</a:t>
                      </a:r>
                      <a:endParaRPr lang="zh-CN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システム（検索）／管理者（同期）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469160"/>
                  </a:ext>
                </a:extLst>
              </a:tr>
              <a:tr h="913115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AWS Lambda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Knowledge Base Proxy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 err="1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AgentCore</a:t>
                      </a:r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Gateway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から</a:t>
                      </a:r>
                      <a:r>
                        <a:rPr lang="zh-CN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受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け</a:t>
                      </a:r>
                      <a:r>
                        <a:rPr lang="zh-CN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取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ったツール</a:t>
                      </a:r>
                      <a:r>
                        <a:rPr lang="zh-CN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要求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を</a:t>
                      </a:r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Knowledge Base API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</a:t>
                      </a:r>
                      <a:r>
                        <a:rPr lang="zh-CN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要求形式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へ</a:t>
                      </a:r>
                      <a:r>
                        <a:rPr lang="zh-CN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変換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し、</a:t>
                      </a:r>
                      <a:r>
                        <a:rPr lang="zh-CN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検索結果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を</a:t>
                      </a:r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Gateway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へ</a:t>
                      </a:r>
                      <a:r>
                        <a:rPr lang="zh-CN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返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します。</a:t>
                      </a:r>
                      <a:endParaRPr lang="zh-CN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システム（自動）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829715"/>
                  </a:ext>
                </a:extLst>
              </a:tr>
              <a:tr h="913115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Amazon S3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社内規程原文の保管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管理者が承認済みの社内規程ファイルを登録します。Knowledge Baseの同期元として使用し、回答後は有効期限付きURLによる原文表示・ダウンロードにも使用します。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管理者（登録）／利用者（原文参照）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91824"/>
                  </a:ext>
                </a:extLst>
              </a:tr>
              <a:tr h="913115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Amazon OpenSearch Service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Knowledge Baseのベクトルストア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同期時に生成された文書チャンク、ベクトルおよびメタデータを保存し、質問との類似度検索を実行します。通常、利用者や管理者が直接操作することはありません。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Knowledge Base（自動）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03836"/>
                  </a:ext>
                </a:extLst>
              </a:tr>
              <a:tr h="913115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10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AWS Identity and Access Management（IAM）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AWSリソース間の認証・権限制御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EC2、Harness、Gateway、Lambda、Knowledge Baseなどに専用ロールを割り当て、必要最小限の権限でアクセスを許可します。アクセスキーはコンテナへ直接保存しません。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AWS管理者／システム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97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226047"/>
      </p:ext>
    </p:extLst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3A9F-6C43-7744-5586-6DE6CDDFA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73EA2A3F-A788-6217-F152-6B2BF926382A}"/>
              </a:ext>
            </a:extLst>
          </p:cNvPr>
          <p:cNvGrpSpPr/>
          <p:nvPr/>
        </p:nvGrpSpPr>
        <p:grpSpPr>
          <a:xfrm>
            <a:off x="223624" y="216244"/>
            <a:ext cx="5976319" cy="503595"/>
            <a:chOff x="3532280" y="5372860"/>
            <a:chExt cx="5976319" cy="503595"/>
          </a:xfrm>
        </p:grpSpPr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A963CACC-2B14-B119-1BB5-39BEBFB45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205" y="5372860"/>
              <a:ext cx="793394" cy="459363"/>
            </a:xfrm>
            <a:custGeom>
              <a:avLst/>
              <a:gdLst>
                <a:gd name="T0" fmla="*/ 97 w 97"/>
                <a:gd name="T1" fmla="*/ 16 h 63"/>
                <a:gd name="T2" fmla="*/ 90 w 97"/>
                <a:gd name="T3" fmla="*/ 22 h 63"/>
                <a:gd name="T4" fmla="*/ 75 w 97"/>
                <a:gd name="T5" fmla="*/ 33 h 63"/>
                <a:gd name="T6" fmla="*/ 46 w 97"/>
                <a:gd name="T7" fmla="*/ 51 h 63"/>
                <a:gd name="T8" fmla="*/ 29 w 97"/>
                <a:gd name="T9" fmla="*/ 63 h 63"/>
                <a:gd name="T10" fmla="*/ 26 w 97"/>
                <a:gd name="T11" fmla="*/ 62 h 63"/>
                <a:gd name="T12" fmla="*/ 16 w 97"/>
                <a:gd name="T13" fmla="*/ 47 h 63"/>
                <a:gd name="T14" fmla="*/ 2 w 97"/>
                <a:gd name="T15" fmla="*/ 48 h 63"/>
                <a:gd name="T16" fmla="*/ 10 w 97"/>
                <a:gd name="T17" fmla="*/ 28 h 63"/>
                <a:gd name="T18" fmla="*/ 10 w 97"/>
                <a:gd name="T19" fmla="*/ 26 h 63"/>
                <a:gd name="T20" fmla="*/ 18 w 97"/>
                <a:gd name="T21" fmla="*/ 0 h 63"/>
                <a:gd name="T22" fmla="*/ 40 w 97"/>
                <a:gd name="T23" fmla="*/ 5 h 63"/>
                <a:gd name="T24" fmla="*/ 75 w 97"/>
                <a:gd name="T25" fmla="*/ 13 h 63"/>
                <a:gd name="T26" fmla="*/ 94 w 97"/>
                <a:gd name="T27" fmla="*/ 15 h 63"/>
                <a:gd name="T28" fmla="*/ 97 w 97"/>
                <a:gd name="T29" fmla="*/ 16 h 63"/>
                <a:gd name="T30" fmla="*/ 20 w 97"/>
                <a:gd name="T31" fmla="*/ 3 h 63"/>
                <a:gd name="T32" fmla="*/ 16 w 97"/>
                <a:gd name="T33" fmla="*/ 18 h 63"/>
                <a:gd name="T34" fmla="*/ 14 w 97"/>
                <a:gd name="T35" fmla="*/ 26 h 63"/>
                <a:gd name="T36" fmla="*/ 65 w 97"/>
                <a:gd name="T37" fmla="*/ 20 h 63"/>
                <a:gd name="T38" fmla="*/ 86 w 97"/>
                <a:gd name="T39" fmla="*/ 17 h 63"/>
                <a:gd name="T40" fmla="*/ 20 w 97"/>
                <a:gd name="T41" fmla="*/ 3 h 63"/>
                <a:gd name="T42" fmla="*/ 14 w 97"/>
                <a:gd name="T43" fmla="*/ 38 h 63"/>
                <a:gd name="T44" fmla="*/ 28 w 97"/>
                <a:gd name="T45" fmla="*/ 60 h 63"/>
                <a:gd name="T46" fmla="*/ 82 w 97"/>
                <a:gd name="T47" fmla="*/ 24 h 63"/>
                <a:gd name="T48" fmla="*/ 82 w 97"/>
                <a:gd name="T49" fmla="*/ 23 h 63"/>
                <a:gd name="T50" fmla="*/ 14 w 97"/>
                <a:gd name="T51" fmla="*/ 38 h 63"/>
                <a:gd name="T52" fmla="*/ 13 w 97"/>
                <a:gd name="T53" fmla="*/ 29 h 63"/>
                <a:gd name="T54" fmla="*/ 7 w 97"/>
                <a:gd name="T55" fmla="*/ 40 h 63"/>
                <a:gd name="T56" fmla="*/ 12 w 97"/>
                <a:gd name="T57" fmla="*/ 35 h 63"/>
                <a:gd name="T58" fmla="*/ 15 w 97"/>
                <a:gd name="T59" fmla="*/ 36 h 63"/>
                <a:gd name="T60" fmla="*/ 57 w 97"/>
                <a:gd name="T61" fmla="*/ 27 h 63"/>
                <a:gd name="T62" fmla="*/ 77 w 97"/>
                <a:gd name="T63" fmla="*/ 21 h 63"/>
                <a:gd name="T64" fmla="*/ 13 w 97"/>
                <a:gd name="T65" fmla="*/ 29 h 63"/>
                <a:gd name="T66" fmla="*/ 6 w 97"/>
                <a:gd name="T67" fmla="*/ 45 h 63"/>
                <a:gd name="T68" fmla="*/ 14 w 97"/>
                <a:gd name="T69" fmla="*/ 44 h 63"/>
                <a:gd name="T70" fmla="*/ 11 w 97"/>
                <a:gd name="T71" fmla="*/ 39 h 63"/>
                <a:gd name="T72" fmla="*/ 6 w 97"/>
                <a:gd name="T73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7" h="63">
                  <a:moveTo>
                    <a:pt x="97" y="16"/>
                  </a:moveTo>
                  <a:cubicBezTo>
                    <a:pt x="96" y="20"/>
                    <a:pt x="92" y="19"/>
                    <a:pt x="90" y="22"/>
                  </a:cubicBezTo>
                  <a:cubicBezTo>
                    <a:pt x="85" y="24"/>
                    <a:pt x="80" y="29"/>
                    <a:pt x="75" y="33"/>
                  </a:cubicBezTo>
                  <a:cubicBezTo>
                    <a:pt x="65" y="38"/>
                    <a:pt x="56" y="45"/>
                    <a:pt x="46" y="51"/>
                  </a:cubicBezTo>
                  <a:cubicBezTo>
                    <a:pt x="40" y="54"/>
                    <a:pt x="35" y="58"/>
                    <a:pt x="29" y="63"/>
                  </a:cubicBezTo>
                  <a:cubicBezTo>
                    <a:pt x="28" y="62"/>
                    <a:pt x="27" y="62"/>
                    <a:pt x="26" y="62"/>
                  </a:cubicBezTo>
                  <a:cubicBezTo>
                    <a:pt x="22" y="57"/>
                    <a:pt x="20" y="52"/>
                    <a:pt x="16" y="47"/>
                  </a:cubicBezTo>
                  <a:cubicBezTo>
                    <a:pt x="12" y="47"/>
                    <a:pt x="6" y="49"/>
                    <a:pt x="2" y="48"/>
                  </a:cubicBezTo>
                  <a:cubicBezTo>
                    <a:pt x="0" y="42"/>
                    <a:pt x="7" y="35"/>
                    <a:pt x="10" y="28"/>
                  </a:cubicBezTo>
                  <a:cubicBezTo>
                    <a:pt x="10" y="27"/>
                    <a:pt x="10" y="26"/>
                    <a:pt x="10" y="26"/>
                  </a:cubicBezTo>
                  <a:cubicBezTo>
                    <a:pt x="13" y="17"/>
                    <a:pt x="15" y="8"/>
                    <a:pt x="18" y="0"/>
                  </a:cubicBezTo>
                  <a:cubicBezTo>
                    <a:pt x="25" y="0"/>
                    <a:pt x="33" y="4"/>
                    <a:pt x="40" y="5"/>
                  </a:cubicBezTo>
                  <a:cubicBezTo>
                    <a:pt x="51" y="8"/>
                    <a:pt x="63" y="10"/>
                    <a:pt x="75" y="13"/>
                  </a:cubicBezTo>
                  <a:cubicBezTo>
                    <a:pt x="81" y="13"/>
                    <a:pt x="88" y="15"/>
                    <a:pt x="94" y="15"/>
                  </a:cubicBezTo>
                  <a:cubicBezTo>
                    <a:pt x="95" y="15"/>
                    <a:pt x="96" y="14"/>
                    <a:pt x="97" y="16"/>
                  </a:cubicBezTo>
                  <a:close/>
                  <a:moveTo>
                    <a:pt x="20" y="3"/>
                  </a:moveTo>
                  <a:cubicBezTo>
                    <a:pt x="18" y="8"/>
                    <a:pt x="16" y="13"/>
                    <a:pt x="16" y="18"/>
                  </a:cubicBezTo>
                  <a:cubicBezTo>
                    <a:pt x="15" y="21"/>
                    <a:pt x="13" y="23"/>
                    <a:pt x="14" y="26"/>
                  </a:cubicBezTo>
                  <a:cubicBezTo>
                    <a:pt x="31" y="24"/>
                    <a:pt x="48" y="21"/>
                    <a:pt x="65" y="20"/>
                  </a:cubicBezTo>
                  <a:cubicBezTo>
                    <a:pt x="72" y="18"/>
                    <a:pt x="80" y="19"/>
                    <a:pt x="86" y="17"/>
                  </a:cubicBezTo>
                  <a:cubicBezTo>
                    <a:pt x="64" y="14"/>
                    <a:pt x="41" y="7"/>
                    <a:pt x="20" y="3"/>
                  </a:cubicBezTo>
                  <a:close/>
                  <a:moveTo>
                    <a:pt x="14" y="38"/>
                  </a:moveTo>
                  <a:cubicBezTo>
                    <a:pt x="19" y="45"/>
                    <a:pt x="22" y="53"/>
                    <a:pt x="28" y="60"/>
                  </a:cubicBezTo>
                  <a:cubicBezTo>
                    <a:pt x="46" y="48"/>
                    <a:pt x="64" y="37"/>
                    <a:pt x="82" y="24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59" y="29"/>
                    <a:pt x="37" y="35"/>
                    <a:pt x="14" y="38"/>
                  </a:cubicBezTo>
                  <a:close/>
                  <a:moveTo>
                    <a:pt x="13" y="29"/>
                  </a:moveTo>
                  <a:cubicBezTo>
                    <a:pt x="11" y="33"/>
                    <a:pt x="8" y="37"/>
                    <a:pt x="7" y="40"/>
                  </a:cubicBezTo>
                  <a:cubicBezTo>
                    <a:pt x="9" y="39"/>
                    <a:pt x="9" y="36"/>
                    <a:pt x="12" y="35"/>
                  </a:cubicBezTo>
                  <a:cubicBezTo>
                    <a:pt x="13" y="35"/>
                    <a:pt x="14" y="35"/>
                    <a:pt x="15" y="36"/>
                  </a:cubicBezTo>
                  <a:cubicBezTo>
                    <a:pt x="29" y="33"/>
                    <a:pt x="43" y="30"/>
                    <a:pt x="57" y="27"/>
                  </a:cubicBezTo>
                  <a:cubicBezTo>
                    <a:pt x="64" y="24"/>
                    <a:pt x="70" y="23"/>
                    <a:pt x="77" y="21"/>
                  </a:cubicBezTo>
                  <a:cubicBezTo>
                    <a:pt x="55" y="23"/>
                    <a:pt x="34" y="25"/>
                    <a:pt x="13" y="29"/>
                  </a:cubicBezTo>
                  <a:close/>
                  <a:moveTo>
                    <a:pt x="6" y="45"/>
                  </a:moveTo>
                  <a:cubicBezTo>
                    <a:pt x="9" y="46"/>
                    <a:pt x="12" y="44"/>
                    <a:pt x="14" y="44"/>
                  </a:cubicBezTo>
                  <a:cubicBezTo>
                    <a:pt x="13" y="42"/>
                    <a:pt x="13" y="41"/>
                    <a:pt x="11" y="39"/>
                  </a:cubicBezTo>
                  <a:cubicBezTo>
                    <a:pt x="10" y="41"/>
                    <a:pt x="8" y="43"/>
                    <a:pt x="6" y="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9" name="任意多边形 98">
              <a:extLst>
                <a:ext uri="{FF2B5EF4-FFF2-40B4-BE49-F238E27FC236}">
                  <a16:creationId xmlns:a16="http://schemas.microsoft.com/office/drawing/2014/main" id="{4CB6E083-5312-04BB-363B-A9B391EA49E1}"/>
                </a:ext>
              </a:extLst>
            </p:cNvPr>
            <p:cNvSpPr/>
            <p:nvPr/>
          </p:nvSpPr>
          <p:spPr>
            <a:xfrm>
              <a:off x="3532280" y="5475339"/>
              <a:ext cx="5024077" cy="401116"/>
            </a:xfrm>
            <a:custGeom>
              <a:avLst/>
              <a:gdLst>
                <a:gd name="connsiteX0" fmla="*/ 0 w 6766560"/>
                <a:gd name="connsiteY0" fmla="*/ 39809 h 361457"/>
                <a:gd name="connsiteX1" fmla="*/ 4411980 w 6766560"/>
                <a:gd name="connsiteY1" fmla="*/ 28379 h 361457"/>
                <a:gd name="connsiteX2" fmla="*/ 4023360 w 6766560"/>
                <a:gd name="connsiteY2" fmla="*/ 359849 h 361457"/>
                <a:gd name="connsiteX3" fmla="*/ 6766560 w 6766560"/>
                <a:gd name="connsiteY3" fmla="*/ 131249 h 361457"/>
                <a:gd name="connsiteX0" fmla="*/ 0 w 6766560"/>
                <a:gd name="connsiteY0" fmla="*/ 75291 h 398381"/>
                <a:gd name="connsiteX1" fmla="*/ 4369154 w 6766560"/>
                <a:gd name="connsiteY1" fmla="*/ 18141 h 398381"/>
                <a:gd name="connsiteX2" fmla="*/ 4023360 w 6766560"/>
                <a:gd name="connsiteY2" fmla="*/ 395331 h 398381"/>
                <a:gd name="connsiteX3" fmla="*/ 6766560 w 6766560"/>
                <a:gd name="connsiteY3" fmla="*/ 166731 h 398381"/>
                <a:gd name="connsiteX0" fmla="*/ 0 w 6766560"/>
                <a:gd name="connsiteY0" fmla="*/ 71354 h 339035"/>
                <a:gd name="connsiteX1" fmla="*/ 4369154 w 6766560"/>
                <a:gd name="connsiteY1" fmla="*/ 14204 h 339035"/>
                <a:gd name="connsiteX2" fmla="*/ 4351696 w 6766560"/>
                <a:gd name="connsiteY2" fmla="*/ 334244 h 339035"/>
                <a:gd name="connsiteX3" fmla="*/ 6766560 w 6766560"/>
                <a:gd name="connsiteY3" fmla="*/ 162794 h 339035"/>
                <a:gd name="connsiteX0" fmla="*/ 0 w 7194823"/>
                <a:gd name="connsiteY0" fmla="*/ 71354 h 334304"/>
                <a:gd name="connsiteX1" fmla="*/ 4369154 w 7194823"/>
                <a:gd name="connsiteY1" fmla="*/ 14204 h 334304"/>
                <a:gd name="connsiteX2" fmla="*/ 4351696 w 7194823"/>
                <a:gd name="connsiteY2" fmla="*/ 334244 h 334304"/>
                <a:gd name="connsiteX3" fmla="*/ 7194823 w 7194823"/>
                <a:gd name="connsiteY3" fmla="*/ 37064 h 334304"/>
                <a:gd name="connsiteX0" fmla="*/ 0 w 7194823"/>
                <a:gd name="connsiteY0" fmla="*/ 72918 h 358721"/>
                <a:gd name="connsiteX1" fmla="*/ 4369154 w 7194823"/>
                <a:gd name="connsiteY1" fmla="*/ 15768 h 358721"/>
                <a:gd name="connsiteX2" fmla="*/ 4051911 w 7194823"/>
                <a:gd name="connsiteY2" fmla="*/ 358668 h 358721"/>
                <a:gd name="connsiteX3" fmla="*/ 7194823 w 7194823"/>
                <a:gd name="connsiteY3" fmla="*/ 38628 h 358721"/>
                <a:gd name="connsiteX0" fmla="*/ 0 w 6454042"/>
                <a:gd name="connsiteY0" fmla="*/ 72918 h 359955"/>
                <a:gd name="connsiteX1" fmla="*/ 4369154 w 6454042"/>
                <a:gd name="connsiteY1" fmla="*/ 15768 h 359955"/>
                <a:gd name="connsiteX2" fmla="*/ 4051911 w 6454042"/>
                <a:gd name="connsiteY2" fmla="*/ 358668 h 359955"/>
                <a:gd name="connsiteX3" fmla="*/ 6454042 w 6454042"/>
                <a:gd name="connsiteY3" fmla="*/ 112769 h 359955"/>
                <a:gd name="connsiteX0" fmla="*/ 0 w 6454042"/>
                <a:gd name="connsiteY0" fmla="*/ 62493 h 349247"/>
                <a:gd name="connsiteX1" fmla="*/ 4122228 w 6454042"/>
                <a:gd name="connsiteY1" fmla="*/ 17700 h 349247"/>
                <a:gd name="connsiteX2" fmla="*/ 4051911 w 6454042"/>
                <a:gd name="connsiteY2" fmla="*/ 348243 h 349247"/>
                <a:gd name="connsiteX3" fmla="*/ 6454042 w 6454042"/>
                <a:gd name="connsiteY3" fmla="*/ 102344 h 349247"/>
                <a:gd name="connsiteX0" fmla="*/ 0 w 4341830"/>
                <a:gd name="connsiteY0" fmla="*/ 62493 h 348243"/>
                <a:gd name="connsiteX1" fmla="*/ 4122228 w 4341830"/>
                <a:gd name="connsiteY1" fmla="*/ 17700 h 348243"/>
                <a:gd name="connsiteX2" fmla="*/ 4051911 w 4341830"/>
                <a:gd name="connsiteY2" fmla="*/ 348243 h 348243"/>
                <a:gd name="connsiteX0" fmla="*/ 0 w 4122228"/>
                <a:gd name="connsiteY0" fmla="*/ 62493 h 62493"/>
                <a:gd name="connsiteX1" fmla="*/ 4122228 w 4122228"/>
                <a:gd name="connsiteY1" fmla="*/ 17700 h 62493"/>
                <a:gd name="connsiteX0" fmla="*/ 0 w 4122228"/>
                <a:gd name="connsiteY0" fmla="*/ 44793 h 66159"/>
                <a:gd name="connsiteX1" fmla="*/ 4122228 w 4122228"/>
                <a:gd name="connsiteY1" fmla="*/ 0 h 66159"/>
                <a:gd name="connsiteX0" fmla="*/ 0 w 4245691"/>
                <a:gd name="connsiteY0" fmla="*/ 156004 h 156004"/>
                <a:gd name="connsiteX1" fmla="*/ 4245691 w 4245691"/>
                <a:gd name="connsiteY1" fmla="*/ 0 h 156004"/>
                <a:gd name="connsiteX0" fmla="*/ 0 w 4245691"/>
                <a:gd name="connsiteY0" fmla="*/ 156004 h 163985"/>
                <a:gd name="connsiteX1" fmla="*/ 4245691 w 4245691"/>
                <a:gd name="connsiteY1" fmla="*/ 0 h 163985"/>
                <a:gd name="connsiteX0" fmla="*/ 0 w 5449458"/>
                <a:gd name="connsiteY0" fmla="*/ 143648 h 143648"/>
                <a:gd name="connsiteX1" fmla="*/ 5449458 w 5449458"/>
                <a:gd name="connsiteY1" fmla="*/ 0 h 143648"/>
                <a:gd name="connsiteX0" fmla="*/ 0 w 5449458"/>
                <a:gd name="connsiteY0" fmla="*/ 143648 h 260913"/>
                <a:gd name="connsiteX1" fmla="*/ 1990356 w 5449458"/>
                <a:gd name="connsiteY1" fmla="*/ 260339 h 260913"/>
                <a:gd name="connsiteX2" fmla="*/ 5449458 w 5449458"/>
                <a:gd name="connsiteY2" fmla="*/ 0 h 260913"/>
                <a:gd name="connsiteX0" fmla="*/ 0 w 4693246"/>
                <a:gd name="connsiteY0" fmla="*/ 169 h 463018"/>
                <a:gd name="connsiteX1" fmla="*/ 1234144 w 4693246"/>
                <a:gd name="connsiteY1" fmla="*/ 462849 h 463018"/>
                <a:gd name="connsiteX2" fmla="*/ 4693246 w 4693246"/>
                <a:gd name="connsiteY2" fmla="*/ 202510 h 463018"/>
                <a:gd name="connsiteX0" fmla="*/ 153395 w 4846641"/>
                <a:gd name="connsiteY0" fmla="*/ 0 h 462988"/>
                <a:gd name="connsiteX1" fmla="*/ 1387539 w 4846641"/>
                <a:gd name="connsiteY1" fmla="*/ 462680 h 462988"/>
                <a:gd name="connsiteX2" fmla="*/ 4846641 w 4846641"/>
                <a:gd name="connsiteY2" fmla="*/ 202341 h 462988"/>
                <a:gd name="connsiteX0" fmla="*/ 212160 w 4457851"/>
                <a:gd name="connsiteY0" fmla="*/ 0 h 462988"/>
                <a:gd name="connsiteX1" fmla="*/ 998749 w 4457851"/>
                <a:gd name="connsiteY1" fmla="*/ 462680 h 462988"/>
                <a:gd name="connsiteX2" fmla="*/ 4457851 w 4457851"/>
                <a:gd name="connsiteY2" fmla="*/ 202341 h 462988"/>
                <a:gd name="connsiteX0" fmla="*/ 238795 w 4484486"/>
                <a:gd name="connsiteY0" fmla="*/ 0 h 462868"/>
                <a:gd name="connsiteX1" fmla="*/ 1025384 w 4484486"/>
                <a:gd name="connsiteY1" fmla="*/ 462680 h 462868"/>
                <a:gd name="connsiteX2" fmla="*/ 4484486 w 4484486"/>
                <a:gd name="connsiteY2" fmla="*/ 202341 h 462868"/>
                <a:gd name="connsiteX0" fmla="*/ 410770 w 4656461"/>
                <a:gd name="connsiteY0" fmla="*/ 0 h 425815"/>
                <a:gd name="connsiteX1" fmla="*/ 595476 w 4656461"/>
                <a:gd name="connsiteY1" fmla="*/ 425610 h 425815"/>
                <a:gd name="connsiteX2" fmla="*/ 4656461 w 4656461"/>
                <a:gd name="connsiteY2" fmla="*/ 202341 h 425815"/>
                <a:gd name="connsiteX0" fmla="*/ 410770 w 4656461"/>
                <a:gd name="connsiteY0" fmla="*/ 0 h 364069"/>
                <a:gd name="connsiteX1" fmla="*/ 595476 w 4656461"/>
                <a:gd name="connsiteY1" fmla="*/ 363827 h 364069"/>
                <a:gd name="connsiteX2" fmla="*/ 4656461 w 4656461"/>
                <a:gd name="connsiteY2" fmla="*/ 202341 h 364069"/>
                <a:gd name="connsiteX0" fmla="*/ 558636 w 4511100"/>
                <a:gd name="connsiteY0" fmla="*/ 0 h 388767"/>
                <a:gd name="connsiteX1" fmla="*/ 450115 w 4511100"/>
                <a:gd name="connsiteY1" fmla="*/ 388541 h 388767"/>
                <a:gd name="connsiteX2" fmla="*/ 4511100 w 4511100"/>
                <a:gd name="connsiteY2" fmla="*/ 227055 h 388767"/>
                <a:gd name="connsiteX0" fmla="*/ 445007 w 4613533"/>
                <a:gd name="connsiteY0" fmla="*/ 0 h 413467"/>
                <a:gd name="connsiteX1" fmla="*/ 552548 w 4613533"/>
                <a:gd name="connsiteY1" fmla="*/ 413255 h 413467"/>
                <a:gd name="connsiteX2" fmla="*/ 4613533 w 4613533"/>
                <a:gd name="connsiteY2" fmla="*/ 251769 h 413467"/>
                <a:gd name="connsiteX0" fmla="*/ 437894 w 4606420"/>
                <a:gd name="connsiteY0" fmla="*/ 0 h 351722"/>
                <a:gd name="connsiteX1" fmla="*/ 560868 w 4606420"/>
                <a:gd name="connsiteY1" fmla="*/ 351471 h 351722"/>
                <a:gd name="connsiteX2" fmla="*/ 4606420 w 4606420"/>
                <a:gd name="connsiteY2" fmla="*/ 251769 h 351722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251769 h 401116"/>
                <a:gd name="connsiteX0" fmla="*/ 424068 w 4592594"/>
                <a:gd name="connsiteY0" fmla="*/ 0 h 401116"/>
                <a:gd name="connsiteX1" fmla="*/ 577907 w 4592594"/>
                <a:gd name="connsiteY1" fmla="*/ 400898 h 401116"/>
                <a:gd name="connsiteX2" fmla="*/ 4592594 w 4592594"/>
                <a:gd name="connsiteY2" fmla="*/ 338266 h 401116"/>
                <a:gd name="connsiteX0" fmla="*/ 391353 w 4638179"/>
                <a:gd name="connsiteY0" fmla="*/ 0 h 401116"/>
                <a:gd name="connsiteX1" fmla="*/ 623492 w 4638179"/>
                <a:gd name="connsiteY1" fmla="*/ 400898 h 401116"/>
                <a:gd name="connsiteX2" fmla="*/ 4638179 w 4638179"/>
                <a:gd name="connsiteY2" fmla="*/ 338266 h 401116"/>
                <a:gd name="connsiteX0" fmla="*/ 391353 w 4904398"/>
                <a:gd name="connsiteY0" fmla="*/ 0 h 401116"/>
                <a:gd name="connsiteX1" fmla="*/ 623492 w 4904398"/>
                <a:gd name="connsiteY1" fmla="*/ 400898 h 401116"/>
                <a:gd name="connsiteX2" fmla="*/ 4904398 w 4904398"/>
                <a:gd name="connsiteY2" fmla="*/ 322224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4398" h="401116">
                  <a:moveTo>
                    <a:pt x="391353" y="0"/>
                  </a:moveTo>
                  <a:cubicBezTo>
                    <a:pt x="-226127" y="38897"/>
                    <a:pt x="-86259" y="411428"/>
                    <a:pt x="623492" y="400898"/>
                  </a:cubicBezTo>
                  <a:lnTo>
                    <a:pt x="4904398" y="32222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76B9397-0CE4-015C-47F5-BC0BF65A1CE8}"/>
              </a:ext>
            </a:extLst>
          </p:cNvPr>
          <p:cNvSpPr txBox="1"/>
          <p:nvPr/>
        </p:nvSpPr>
        <p:spPr>
          <a:xfrm flipH="1">
            <a:off x="705435" y="261259"/>
            <a:ext cx="44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4. 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利用サービス一覧（</a:t>
            </a:r>
            <a:r>
              <a:rPr lang="ja-JP" altLang="en-US" sz="1600" b="1" spc="-300" dirty="0">
                <a:latin typeface="Meiryo UI" panose="020B0604030504040204" pitchFamily="34" charset="-128"/>
                <a:ea typeface="Meiryo UI" panose="020B0604030504040204" pitchFamily="34" charset="-128"/>
              </a:rPr>
              <a:t>アプリケーション ・ ミドルウェア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endParaRPr lang="en-US" altLang="ja-JP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87" name="Freeform 18">
            <a:extLst>
              <a:ext uri="{FF2B5EF4-FFF2-40B4-BE49-F238E27FC236}">
                <a16:creationId xmlns:a16="http://schemas.microsoft.com/office/drawing/2014/main" id="{9FF542C7-3287-8957-153F-8B237929D7D3}"/>
              </a:ext>
            </a:extLst>
          </p:cNvPr>
          <p:cNvSpPr>
            <a:spLocks/>
          </p:cNvSpPr>
          <p:nvPr/>
        </p:nvSpPr>
        <p:spPr bwMode="auto">
          <a:xfrm>
            <a:off x="579404" y="2007698"/>
            <a:ext cx="24173" cy="19932"/>
          </a:xfrm>
          <a:custGeom>
            <a:avLst/>
            <a:gdLst>
              <a:gd name="T0" fmla="*/ 0 w 54"/>
              <a:gd name="T1" fmla="*/ 18 h 44"/>
              <a:gd name="T2" fmla="*/ 54 w 54"/>
              <a:gd name="T3" fmla="*/ 0 h 44"/>
              <a:gd name="T4" fmla="*/ 46 w 54"/>
              <a:gd name="T5" fmla="*/ 44 h 44"/>
              <a:gd name="T6" fmla="*/ 39 w 54"/>
              <a:gd name="T7" fmla="*/ 23 h 44"/>
              <a:gd name="T8" fmla="*/ 0 w 54"/>
              <a:gd name="T9" fmla="*/ 1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44">
                <a:moveTo>
                  <a:pt x="0" y="18"/>
                </a:moveTo>
                <a:cubicBezTo>
                  <a:pt x="0" y="18"/>
                  <a:pt x="30" y="19"/>
                  <a:pt x="54" y="0"/>
                </a:cubicBezTo>
                <a:cubicBezTo>
                  <a:pt x="46" y="44"/>
                  <a:pt x="46" y="44"/>
                  <a:pt x="46" y="44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3"/>
                  <a:pt x="28" y="31"/>
                  <a:pt x="0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1811FD4-797E-1110-729D-A754AB1F4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849607"/>
              </p:ext>
            </p:extLst>
          </p:nvPr>
        </p:nvGraphicFramePr>
        <p:xfrm>
          <a:off x="705435" y="1221688"/>
          <a:ext cx="10521097" cy="465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21">
                  <a:extLst>
                    <a:ext uri="{9D8B030D-6E8A-4147-A177-3AD203B41FA5}">
                      <a16:colId xmlns:a16="http://schemas.microsoft.com/office/drawing/2014/main" val="2900684141"/>
                    </a:ext>
                  </a:extLst>
                </a:gridCol>
                <a:gridCol w="2641845">
                  <a:extLst>
                    <a:ext uri="{9D8B030D-6E8A-4147-A177-3AD203B41FA5}">
                      <a16:colId xmlns:a16="http://schemas.microsoft.com/office/drawing/2014/main" val="783958325"/>
                    </a:ext>
                  </a:extLst>
                </a:gridCol>
                <a:gridCol w="2199049">
                  <a:extLst>
                    <a:ext uri="{9D8B030D-6E8A-4147-A177-3AD203B41FA5}">
                      <a16:colId xmlns:a16="http://schemas.microsoft.com/office/drawing/2014/main" val="3118097988"/>
                    </a:ext>
                  </a:extLst>
                </a:gridCol>
                <a:gridCol w="5260282">
                  <a:extLst>
                    <a:ext uri="{9D8B030D-6E8A-4147-A177-3AD203B41FA5}">
                      <a16:colId xmlns:a16="http://schemas.microsoft.com/office/drawing/2014/main" val="3913326960"/>
                    </a:ext>
                  </a:extLst>
                </a:gridCol>
              </a:tblGrid>
              <a:tr h="333047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no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コンポーネント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本システムでの役割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0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利用方法</a:t>
                      </a:r>
                      <a:endParaRPr lang="zh-CN" altLang="en-US" sz="10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942012"/>
                  </a:ext>
                </a:extLst>
              </a:tr>
              <a:tr h="82141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Open WebUI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利用者向けチャット画面・管理画面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ログイン、モデル選択、質問入力、継続質問、回答表示、引用元確認および履歴管理に使用します。管理者はユーザー、権限、Function/Pipeを管理します。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909454"/>
                  </a:ext>
                </a:extLst>
              </a:tr>
              <a:tr h="104045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カスタムPipe関数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Open WebUIとAgentCoreの接続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Open WebUIの会話要求をInvokeHarness形式へ変換し、選択モデルを指定します。返却されたストリーム、引用情報およびS3有効期限付きURLをOpen WebUI形式へ整形します。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582957"/>
                  </a:ext>
                </a:extLst>
              </a:tr>
              <a:tr h="82141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Docker Compose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Open WebUIコンテナの構成・起動管理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イメージ、環境変数、ポート、永続化ボリュームおよび再起動ポリシーを定義し、Open WebUIを起動します。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891329"/>
                  </a:ext>
                </a:extLst>
              </a:tr>
              <a:tr h="82141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SQLite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Open WebUIデータの永続化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webui.db</a:t>
                      </a:r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にユーザー、設定、Function/Pipe、チャット履歴などを保存します。EC2上のディレクトリをコンテナへマウントし、コンテナ再作成後もデータを保持します。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432797"/>
                  </a:ext>
                </a:extLst>
              </a:tr>
              <a:tr h="82141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リバースプロキシ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HTTPS公開・アクセス制御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利用者からのHTTPS通信を受け付け、EC2上のOpen WebUI画面へ転送します。外部公開範囲や認証方式は社内運用ルールに従って設定します。</a:t>
                      </a:r>
                      <a:endParaRPr lang="zh-CN" altLang="en-US" sz="14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543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302323"/>
      </p:ext>
    </p:extLst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4"/>
          <p:cNvGrpSpPr>
            <a:grpSpLocks noChangeAspect="1"/>
          </p:cNvGrpSpPr>
          <p:nvPr/>
        </p:nvGrpSpPr>
        <p:grpSpPr bwMode="auto">
          <a:xfrm>
            <a:off x="943429" y="2225812"/>
            <a:ext cx="4349264" cy="3604607"/>
            <a:chOff x="4405" y="1302"/>
            <a:chExt cx="2359" cy="2115"/>
          </a:xfrm>
          <a:solidFill>
            <a:schemeClr val="tx1"/>
          </a:solidFill>
        </p:grpSpPr>
        <p:sp>
          <p:nvSpPr>
            <p:cNvPr id="71" name="Freeform 5"/>
            <p:cNvSpPr>
              <a:spLocks noEditPoints="1"/>
            </p:cNvSpPr>
            <p:nvPr/>
          </p:nvSpPr>
          <p:spPr bwMode="auto">
            <a:xfrm>
              <a:off x="4405" y="1745"/>
              <a:ext cx="2359" cy="1672"/>
            </a:xfrm>
            <a:custGeom>
              <a:avLst/>
              <a:gdLst>
                <a:gd name="T0" fmla="*/ 62 w 311"/>
                <a:gd name="T1" fmla="*/ 133 h 261"/>
                <a:gd name="T2" fmla="*/ 103 w 311"/>
                <a:gd name="T3" fmla="*/ 185 h 261"/>
                <a:gd name="T4" fmla="*/ 138 w 311"/>
                <a:gd name="T5" fmla="*/ 113 h 261"/>
                <a:gd name="T6" fmla="*/ 165 w 311"/>
                <a:gd name="T7" fmla="*/ 182 h 261"/>
                <a:gd name="T8" fmla="*/ 199 w 311"/>
                <a:gd name="T9" fmla="*/ 86 h 261"/>
                <a:gd name="T10" fmla="*/ 224 w 311"/>
                <a:gd name="T11" fmla="*/ 176 h 261"/>
                <a:gd name="T12" fmla="*/ 219 w 311"/>
                <a:gd name="T13" fmla="*/ 4 h 261"/>
                <a:gd name="T14" fmla="*/ 263 w 311"/>
                <a:gd name="T15" fmla="*/ 206 h 261"/>
                <a:gd name="T16" fmla="*/ 226 w 311"/>
                <a:gd name="T17" fmla="*/ 259 h 261"/>
                <a:gd name="T18" fmla="*/ 97 w 311"/>
                <a:gd name="T19" fmla="*/ 257 h 261"/>
                <a:gd name="T20" fmla="*/ 246 w 311"/>
                <a:gd name="T21" fmla="*/ 9 h 261"/>
                <a:gd name="T22" fmla="*/ 237 w 311"/>
                <a:gd name="T23" fmla="*/ 9 h 261"/>
                <a:gd name="T24" fmla="*/ 226 w 311"/>
                <a:gd name="T25" fmla="*/ 57 h 261"/>
                <a:gd name="T26" fmla="*/ 230 w 311"/>
                <a:gd name="T27" fmla="*/ 65 h 261"/>
                <a:gd name="T28" fmla="*/ 164 w 311"/>
                <a:gd name="T29" fmla="*/ 42 h 261"/>
                <a:gd name="T30" fmla="*/ 187 w 311"/>
                <a:gd name="T31" fmla="*/ 44 h 261"/>
                <a:gd name="T32" fmla="*/ 251 w 311"/>
                <a:gd name="T33" fmla="*/ 56 h 261"/>
                <a:gd name="T34" fmla="*/ 173 w 311"/>
                <a:gd name="T35" fmla="*/ 86 h 261"/>
                <a:gd name="T36" fmla="*/ 249 w 311"/>
                <a:gd name="T37" fmla="*/ 79 h 261"/>
                <a:gd name="T38" fmla="*/ 225 w 311"/>
                <a:gd name="T39" fmla="*/ 113 h 261"/>
                <a:gd name="T40" fmla="*/ 181 w 311"/>
                <a:gd name="T41" fmla="*/ 105 h 261"/>
                <a:gd name="T42" fmla="*/ 103 w 311"/>
                <a:gd name="T43" fmla="*/ 96 h 261"/>
                <a:gd name="T44" fmla="*/ 104 w 311"/>
                <a:gd name="T45" fmla="*/ 127 h 261"/>
                <a:gd name="T46" fmla="*/ 174 w 311"/>
                <a:gd name="T47" fmla="*/ 120 h 261"/>
                <a:gd name="T48" fmla="*/ 135 w 311"/>
                <a:gd name="T49" fmla="*/ 99 h 261"/>
                <a:gd name="T50" fmla="*/ 232 w 311"/>
                <a:gd name="T51" fmla="*/ 139 h 261"/>
                <a:gd name="T52" fmla="*/ 119 w 311"/>
                <a:gd name="T53" fmla="*/ 124 h 261"/>
                <a:gd name="T54" fmla="*/ 118 w 311"/>
                <a:gd name="T55" fmla="*/ 135 h 261"/>
                <a:gd name="T56" fmla="*/ 258 w 311"/>
                <a:gd name="T57" fmla="*/ 117 h 261"/>
                <a:gd name="T58" fmla="*/ 194 w 311"/>
                <a:gd name="T59" fmla="*/ 125 h 261"/>
                <a:gd name="T60" fmla="*/ 226 w 311"/>
                <a:gd name="T61" fmla="*/ 163 h 261"/>
                <a:gd name="T62" fmla="*/ 137 w 311"/>
                <a:gd name="T63" fmla="*/ 132 h 261"/>
                <a:gd name="T64" fmla="*/ 193 w 311"/>
                <a:gd name="T65" fmla="*/ 148 h 261"/>
                <a:gd name="T66" fmla="*/ 50 w 311"/>
                <a:gd name="T67" fmla="*/ 155 h 261"/>
                <a:gd name="T68" fmla="*/ 42 w 311"/>
                <a:gd name="T69" fmla="*/ 182 h 261"/>
                <a:gd name="T70" fmla="*/ 106 w 311"/>
                <a:gd name="T71" fmla="*/ 188 h 261"/>
                <a:gd name="T72" fmla="*/ 239 w 311"/>
                <a:gd name="T73" fmla="*/ 178 h 261"/>
                <a:gd name="T74" fmla="*/ 105 w 311"/>
                <a:gd name="T75" fmla="*/ 192 h 261"/>
                <a:gd name="T76" fmla="*/ 196 w 311"/>
                <a:gd name="T77" fmla="*/ 163 h 261"/>
                <a:gd name="T78" fmla="*/ 41 w 311"/>
                <a:gd name="T79" fmla="*/ 196 h 261"/>
                <a:gd name="T80" fmla="*/ 187 w 311"/>
                <a:gd name="T81" fmla="*/ 179 h 261"/>
                <a:gd name="T82" fmla="*/ 198 w 311"/>
                <a:gd name="T83" fmla="*/ 166 h 261"/>
                <a:gd name="T84" fmla="*/ 246 w 311"/>
                <a:gd name="T85" fmla="*/ 182 h 261"/>
                <a:gd name="T86" fmla="*/ 107 w 311"/>
                <a:gd name="T87" fmla="*/ 214 h 261"/>
                <a:gd name="T88" fmla="*/ 251 w 311"/>
                <a:gd name="T89" fmla="*/ 198 h 261"/>
                <a:gd name="T90" fmla="*/ 42 w 311"/>
                <a:gd name="T91" fmla="*/ 220 h 261"/>
                <a:gd name="T92" fmla="*/ 199 w 311"/>
                <a:gd name="T93" fmla="*/ 197 h 261"/>
                <a:gd name="T94" fmla="*/ 43 w 311"/>
                <a:gd name="T95" fmla="*/ 224 h 261"/>
                <a:gd name="T96" fmla="*/ 236 w 311"/>
                <a:gd name="T97" fmla="*/ 230 h 261"/>
                <a:gd name="T98" fmla="*/ 119 w 311"/>
                <a:gd name="T99" fmla="*/ 211 h 261"/>
                <a:gd name="T100" fmla="*/ 120 w 311"/>
                <a:gd name="T101" fmla="*/ 219 h 261"/>
                <a:gd name="T102" fmla="*/ 261 w 311"/>
                <a:gd name="T103" fmla="*/ 210 h 261"/>
                <a:gd name="T104" fmla="*/ 228 w 311"/>
                <a:gd name="T105" fmla="*/ 237 h 261"/>
                <a:gd name="T106" fmla="*/ 74 w 311"/>
                <a:gd name="T107" fmla="*/ 215 h 261"/>
                <a:gd name="T108" fmla="*/ 66 w 311"/>
                <a:gd name="T109" fmla="*/ 225 h 261"/>
                <a:gd name="T110" fmla="*/ 170 w 311"/>
                <a:gd name="T111" fmla="*/ 255 h 261"/>
                <a:gd name="T112" fmla="*/ 137 w 311"/>
                <a:gd name="T113" fmla="*/ 227 h 261"/>
                <a:gd name="T114" fmla="*/ 261 w 311"/>
                <a:gd name="T115" fmla="*/ 221 h 261"/>
                <a:gd name="T116" fmla="*/ 74 w 311"/>
                <a:gd name="T117" fmla="*/ 231 h 261"/>
                <a:gd name="T118" fmla="*/ 180 w 311"/>
                <a:gd name="T119" fmla="*/ 255 h 261"/>
                <a:gd name="T120" fmla="*/ 261 w 311"/>
                <a:gd name="T121" fmla="*/ 243 h 261"/>
                <a:gd name="T122" fmla="*/ 73 w 311"/>
                <a:gd name="T123" fmla="*/ 242 h 261"/>
                <a:gd name="T124" fmla="*/ 200 w 311"/>
                <a:gd name="T125" fmla="*/ 256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1" h="261">
                  <a:moveTo>
                    <a:pt x="41" y="258"/>
                  </a:moveTo>
                  <a:cubicBezTo>
                    <a:pt x="40" y="257"/>
                    <a:pt x="40" y="256"/>
                    <a:pt x="38" y="256"/>
                  </a:cubicBezTo>
                  <a:cubicBezTo>
                    <a:pt x="35" y="256"/>
                    <a:pt x="32" y="256"/>
                    <a:pt x="29" y="256"/>
                  </a:cubicBezTo>
                  <a:cubicBezTo>
                    <a:pt x="19" y="255"/>
                    <a:pt x="9" y="257"/>
                    <a:pt x="0" y="255"/>
                  </a:cubicBezTo>
                  <a:cubicBezTo>
                    <a:pt x="1" y="254"/>
                    <a:pt x="3" y="254"/>
                    <a:pt x="4" y="253"/>
                  </a:cubicBezTo>
                  <a:cubicBezTo>
                    <a:pt x="17" y="253"/>
                    <a:pt x="26" y="254"/>
                    <a:pt x="39" y="253"/>
                  </a:cubicBezTo>
                  <a:cubicBezTo>
                    <a:pt x="41" y="248"/>
                    <a:pt x="39" y="243"/>
                    <a:pt x="40" y="237"/>
                  </a:cubicBezTo>
                  <a:cubicBezTo>
                    <a:pt x="40" y="236"/>
                    <a:pt x="39" y="235"/>
                    <a:pt x="39" y="234"/>
                  </a:cubicBezTo>
                  <a:cubicBezTo>
                    <a:pt x="40" y="232"/>
                    <a:pt x="41" y="228"/>
                    <a:pt x="39" y="226"/>
                  </a:cubicBezTo>
                  <a:cubicBezTo>
                    <a:pt x="38" y="224"/>
                    <a:pt x="40" y="224"/>
                    <a:pt x="40" y="223"/>
                  </a:cubicBezTo>
                  <a:cubicBezTo>
                    <a:pt x="40" y="214"/>
                    <a:pt x="39" y="203"/>
                    <a:pt x="39" y="195"/>
                  </a:cubicBezTo>
                  <a:cubicBezTo>
                    <a:pt x="39" y="186"/>
                    <a:pt x="40" y="176"/>
                    <a:pt x="38" y="167"/>
                  </a:cubicBezTo>
                  <a:cubicBezTo>
                    <a:pt x="39" y="159"/>
                    <a:pt x="39" y="151"/>
                    <a:pt x="38" y="144"/>
                  </a:cubicBezTo>
                  <a:cubicBezTo>
                    <a:pt x="38" y="141"/>
                    <a:pt x="35" y="137"/>
                    <a:pt x="39" y="134"/>
                  </a:cubicBezTo>
                  <a:cubicBezTo>
                    <a:pt x="45" y="133"/>
                    <a:pt x="54" y="134"/>
                    <a:pt x="62" y="133"/>
                  </a:cubicBezTo>
                  <a:cubicBezTo>
                    <a:pt x="66" y="133"/>
                    <a:pt x="70" y="131"/>
                    <a:pt x="73" y="133"/>
                  </a:cubicBezTo>
                  <a:cubicBezTo>
                    <a:pt x="75" y="143"/>
                    <a:pt x="75" y="154"/>
                    <a:pt x="74" y="162"/>
                  </a:cubicBezTo>
                  <a:cubicBezTo>
                    <a:pt x="75" y="163"/>
                    <a:pt x="75" y="165"/>
                    <a:pt x="77" y="165"/>
                  </a:cubicBezTo>
                  <a:cubicBezTo>
                    <a:pt x="76" y="166"/>
                    <a:pt x="76" y="167"/>
                    <a:pt x="74" y="167"/>
                  </a:cubicBezTo>
                  <a:cubicBezTo>
                    <a:pt x="76" y="174"/>
                    <a:pt x="76" y="181"/>
                    <a:pt x="75" y="190"/>
                  </a:cubicBezTo>
                  <a:cubicBezTo>
                    <a:pt x="75" y="195"/>
                    <a:pt x="77" y="200"/>
                    <a:pt x="76" y="205"/>
                  </a:cubicBezTo>
                  <a:cubicBezTo>
                    <a:pt x="76" y="206"/>
                    <a:pt x="75" y="207"/>
                    <a:pt x="75" y="209"/>
                  </a:cubicBezTo>
                  <a:cubicBezTo>
                    <a:pt x="75" y="210"/>
                    <a:pt x="76" y="213"/>
                    <a:pt x="76" y="215"/>
                  </a:cubicBezTo>
                  <a:cubicBezTo>
                    <a:pt x="76" y="216"/>
                    <a:pt x="76" y="220"/>
                    <a:pt x="76" y="222"/>
                  </a:cubicBezTo>
                  <a:cubicBezTo>
                    <a:pt x="76" y="223"/>
                    <a:pt x="76" y="224"/>
                    <a:pt x="76" y="225"/>
                  </a:cubicBezTo>
                  <a:cubicBezTo>
                    <a:pt x="77" y="235"/>
                    <a:pt x="75" y="246"/>
                    <a:pt x="78" y="254"/>
                  </a:cubicBezTo>
                  <a:cubicBezTo>
                    <a:pt x="86" y="255"/>
                    <a:pt x="95" y="254"/>
                    <a:pt x="103" y="254"/>
                  </a:cubicBezTo>
                  <a:cubicBezTo>
                    <a:pt x="104" y="248"/>
                    <a:pt x="104" y="240"/>
                    <a:pt x="103" y="237"/>
                  </a:cubicBezTo>
                  <a:cubicBezTo>
                    <a:pt x="105" y="233"/>
                    <a:pt x="104" y="229"/>
                    <a:pt x="104" y="225"/>
                  </a:cubicBezTo>
                  <a:cubicBezTo>
                    <a:pt x="104" y="212"/>
                    <a:pt x="103" y="198"/>
                    <a:pt x="103" y="185"/>
                  </a:cubicBezTo>
                  <a:cubicBezTo>
                    <a:pt x="103" y="183"/>
                    <a:pt x="102" y="184"/>
                    <a:pt x="102" y="183"/>
                  </a:cubicBezTo>
                  <a:cubicBezTo>
                    <a:pt x="104" y="177"/>
                    <a:pt x="101" y="168"/>
                    <a:pt x="102" y="160"/>
                  </a:cubicBezTo>
                  <a:cubicBezTo>
                    <a:pt x="102" y="158"/>
                    <a:pt x="101" y="156"/>
                    <a:pt x="101" y="154"/>
                  </a:cubicBezTo>
                  <a:cubicBezTo>
                    <a:pt x="101" y="149"/>
                    <a:pt x="102" y="146"/>
                    <a:pt x="100" y="143"/>
                  </a:cubicBezTo>
                  <a:cubicBezTo>
                    <a:pt x="101" y="142"/>
                    <a:pt x="101" y="141"/>
                    <a:pt x="102" y="140"/>
                  </a:cubicBezTo>
                  <a:cubicBezTo>
                    <a:pt x="101" y="132"/>
                    <a:pt x="102" y="121"/>
                    <a:pt x="101" y="111"/>
                  </a:cubicBezTo>
                  <a:cubicBezTo>
                    <a:pt x="101" y="110"/>
                    <a:pt x="100" y="110"/>
                    <a:pt x="100" y="109"/>
                  </a:cubicBezTo>
                  <a:cubicBezTo>
                    <a:pt x="100" y="108"/>
                    <a:pt x="100" y="107"/>
                    <a:pt x="101" y="107"/>
                  </a:cubicBezTo>
                  <a:cubicBezTo>
                    <a:pt x="101" y="97"/>
                    <a:pt x="100" y="90"/>
                    <a:pt x="100" y="82"/>
                  </a:cubicBezTo>
                  <a:cubicBezTo>
                    <a:pt x="109" y="81"/>
                    <a:pt x="118" y="80"/>
                    <a:pt x="127" y="80"/>
                  </a:cubicBezTo>
                  <a:cubicBezTo>
                    <a:pt x="130" y="80"/>
                    <a:pt x="135" y="81"/>
                    <a:pt x="138" y="81"/>
                  </a:cubicBezTo>
                  <a:cubicBezTo>
                    <a:pt x="139" y="83"/>
                    <a:pt x="137" y="85"/>
                    <a:pt x="139" y="86"/>
                  </a:cubicBezTo>
                  <a:cubicBezTo>
                    <a:pt x="136" y="92"/>
                    <a:pt x="138" y="101"/>
                    <a:pt x="137" y="108"/>
                  </a:cubicBezTo>
                  <a:cubicBezTo>
                    <a:pt x="138" y="109"/>
                    <a:pt x="140" y="109"/>
                    <a:pt x="140" y="110"/>
                  </a:cubicBezTo>
                  <a:cubicBezTo>
                    <a:pt x="140" y="111"/>
                    <a:pt x="138" y="112"/>
                    <a:pt x="138" y="113"/>
                  </a:cubicBezTo>
                  <a:cubicBezTo>
                    <a:pt x="138" y="117"/>
                    <a:pt x="139" y="122"/>
                    <a:pt x="138" y="126"/>
                  </a:cubicBezTo>
                  <a:cubicBezTo>
                    <a:pt x="139" y="126"/>
                    <a:pt x="139" y="127"/>
                    <a:pt x="140" y="127"/>
                  </a:cubicBezTo>
                  <a:cubicBezTo>
                    <a:pt x="140" y="139"/>
                    <a:pt x="138" y="148"/>
                    <a:pt x="141" y="158"/>
                  </a:cubicBezTo>
                  <a:cubicBezTo>
                    <a:pt x="141" y="159"/>
                    <a:pt x="139" y="159"/>
                    <a:pt x="140" y="160"/>
                  </a:cubicBezTo>
                  <a:cubicBezTo>
                    <a:pt x="141" y="171"/>
                    <a:pt x="141" y="176"/>
                    <a:pt x="142" y="185"/>
                  </a:cubicBezTo>
                  <a:cubicBezTo>
                    <a:pt x="140" y="193"/>
                    <a:pt x="141" y="205"/>
                    <a:pt x="141" y="215"/>
                  </a:cubicBezTo>
                  <a:cubicBezTo>
                    <a:pt x="140" y="229"/>
                    <a:pt x="139" y="241"/>
                    <a:pt x="141" y="254"/>
                  </a:cubicBezTo>
                  <a:cubicBezTo>
                    <a:pt x="150" y="255"/>
                    <a:pt x="154" y="255"/>
                    <a:pt x="165" y="255"/>
                  </a:cubicBezTo>
                  <a:cubicBezTo>
                    <a:pt x="166" y="243"/>
                    <a:pt x="166" y="233"/>
                    <a:pt x="165" y="220"/>
                  </a:cubicBezTo>
                  <a:cubicBezTo>
                    <a:pt x="166" y="219"/>
                    <a:pt x="164" y="220"/>
                    <a:pt x="164" y="218"/>
                  </a:cubicBezTo>
                  <a:cubicBezTo>
                    <a:pt x="165" y="215"/>
                    <a:pt x="165" y="208"/>
                    <a:pt x="164" y="206"/>
                  </a:cubicBezTo>
                  <a:cubicBezTo>
                    <a:pt x="165" y="203"/>
                    <a:pt x="166" y="197"/>
                    <a:pt x="164" y="195"/>
                  </a:cubicBezTo>
                  <a:cubicBezTo>
                    <a:pt x="164" y="193"/>
                    <a:pt x="165" y="192"/>
                    <a:pt x="165" y="189"/>
                  </a:cubicBezTo>
                  <a:cubicBezTo>
                    <a:pt x="165" y="187"/>
                    <a:pt x="164" y="185"/>
                    <a:pt x="164" y="184"/>
                  </a:cubicBezTo>
                  <a:cubicBezTo>
                    <a:pt x="164" y="184"/>
                    <a:pt x="165" y="183"/>
                    <a:pt x="165" y="182"/>
                  </a:cubicBezTo>
                  <a:cubicBezTo>
                    <a:pt x="165" y="181"/>
                    <a:pt x="165" y="178"/>
                    <a:pt x="165" y="174"/>
                  </a:cubicBezTo>
                  <a:cubicBezTo>
                    <a:pt x="164" y="171"/>
                    <a:pt x="165" y="168"/>
                    <a:pt x="164" y="166"/>
                  </a:cubicBezTo>
                  <a:cubicBezTo>
                    <a:pt x="166" y="148"/>
                    <a:pt x="162" y="125"/>
                    <a:pt x="163" y="108"/>
                  </a:cubicBezTo>
                  <a:cubicBezTo>
                    <a:pt x="163" y="90"/>
                    <a:pt x="160" y="70"/>
                    <a:pt x="161" y="47"/>
                  </a:cubicBezTo>
                  <a:cubicBezTo>
                    <a:pt x="161" y="45"/>
                    <a:pt x="162" y="42"/>
                    <a:pt x="160" y="40"/>
                  </a:cubicBezTo>
                  <a:cubicBezTo>
                    <a:pt x="163" y="39"/>
                    <a:pt x="167" y="39"/>
                    <a:pt x="170" y="39"/>
                  </a:cubicBezTo>
                  <a:cubicBezTo>
                    <a:pt x="178" y="39"/>
                    <a:pt x="184" y="39"/>
                    <a:pt x="191" y="40"/>
                  </a:cubicBezTo>
                  <a:cubicBezTo>
                    <a:pt x="193" y="40"/>
                    <a:pt x="194" y="39"/>
                    <a:pt x="196" y="40"/>
                  </a:cubicBezTo>
                  <a:cubicBezTo>
                    <a:pt x="198" y="41"/>
                    <a:pt x="197" y="44"/>
                    <a:pt x="197" y="47"/>
                  </a:cubicBezTo>
                  <a:cubicBezTo>
                    <a:pt x="196" y="48"/>
                    <a:pt x="197" y="48"/>
                    <a:pt x="198" y="49"/>
                  </a:cubicBezTo>
                  <a:cubicBezTo>
                    <a:pt x="198" y="53"/>
                    <a:pt x="196" y="58"/>
                    <a:pt x="199" y="61"/>
                  </a:cubicBezTo>
                  <a:cubicBezTo>
                    <a:pt x="199" y="62"/>
                    <a:pt x="198" y="63"/>
                    <a:pt x="198" y="63"/>
                  </a:cubicBezTo>
                  <a:cubicBezTo>
                    <a:pt x="199" y="67"/>
                    <a:pt x="198" y="75"/>
                    <a:pt x="199" y="81"/>
                  </a:cubicBezTo>
                  <a:cubicBezTo>
                    <a:pt x="199" y="82"/>
                    <a:pt x="199" y="83"/>
                    <a:pt x="200" y="83"/>
                  </a:cubicBezTo>
                  <a:cubicBezTo>
                    <a:pt x="200" y="84"/>
                    <a:pt x="199" y="85"/>
                    <a:pt x="199" y="86"/>
                  </a:cubicBezTo>
                  <a:cubicBezTo>
                    <a:pt x="199" y="90"/>
                    <a:pt x="198" y="93"/>
                    <a:pt x="200" y="96"/>
                  </a:cubicBezTo>
                  <a:cubicBezTo>
                    <a:pt x="200" y="113"/>
                    <a:pt x="200" y="131"/>
                    <a:pt x="200" y="149"/>
                  </a:cubicBezTo>
                  <a:cubicBezTo>
                    <a:pt x="200" y="151"/>
                    <a:pt x="201" y="153"/>
                    <a:pt x="201" y="155"/>
                  </a:cubicBezTo>
                  <a:cubicBezTo>
                    <a:pt x="202" y="158"/>
                    <a:pt x="201" y="163"/>
                    <a:pt x="201" y="166"/>
                  </a:cubicBezTo>
                  <a:cubicBezTo>
                    <a:pt x="201" y="170"/>
                    <a:pt x="201" y="174"/>
                    <a:pt x="201" y="178"/>
                  </a:cubicBezTo>
                  <a:cubicBezTo>
                    <a:pt x="201" y="179"/>
                    <a:pt x="202" y="180"/>
                    <a:pt x="202" y="182"/>
                  </a:cubicBezTo>
                  <a:cubicBezTo>
                    <a:pt x="202" y="184"/>
                    <a:pt x="201" y="186"/>
                    <a:pt x="201" y="188"/>
                  </a:cubicBezTo>
                  <a:cubicBezTo>
                    <a:pt x="201" y="199"/>
                    <a:pt x="201" y="211"/>
                    <a:pt x="202" y="221"/>
                  </a:cubicBezTo>
                  <a:cubicBezTo>
                    <a:pt x="202" y="224"/>
                    <a:pt x="202" y="226"/>
                    <a:pt x="202" y="228"/>
                  </a:cubicBezTo>
                  <a:cubicBezTo>
                    <a:pt x="202" y="229"/>
                    <a:pt x="201" y="229"/>
                    <a:pt x="201" y="229"/>
                  </a:cubicBezTo>
                  <a:cubicBezTo>
                    <a:pt x="201" y="231"/>
                    <a:pt x="203" y="233"/>
                    <a:pt x="203" y="235"/>
                  </a:cubicBezTo>
                  <a:cubicBezTo>
                    <a:pt x="203" y="243"/>
                    <a:pt x="201" y="249"/>
                    <a:pt x="203" y="256"/>
                  </a:cubicBezTo>
                  <a:cubicBezTo>
                    <a:pt x="211" y="256"/>
                    <a:pt x="220" y="257"/>
                    <a:pt x="226" y="256"/>
                  </a:cubicBezTo>
                  <a:cubicBezTo>
                    <a:pt x="227" y="230"/>
                    <a:pt x="224" y="207"/>
                    <a:pt x="224" y="182"/>
                  </a:cubicBezTo>
                  <a:cubicBezTo>
                    <a:pt x="224" y="179"/>
                    <a:pt x="225" y="178"/>
                    <a:pt x="224" y="176"/>
                  </a:cubicBezTo>
                  <a:cubicBezTo>
                    <a:pt x="224" y="175"/>
                    <a:pt x="222" y="176"/>
                    <a:pt x="222" y="175"/>
                  </a:cubicBezTo>
                  <a:cubicBezTo>
                    <a:pt x="223" y="172"/>
                    <a:pt x="224" y="172"/>
                    <a:pt x="224" y="168"/>
                  </a:cubicBezTo>
                  <a:cubicBezTo>
                    <a:pt x="224" y="167"/>
                    <a:pt x="222" y="168"/>
                    <a:pt x="222" y="167"/>
                  </a:cubicBezTo>
                  <a:cubicBezTo>
                    <a:pt x="222" y="163"/>
                    <a:pt x="225" y="160"/>
                    <a:pt x="223" y="156"/>
                  </a:cubicBezTo>
                  <a:cubicBezTo>
                    <a:pt x="224" y="149"/>
                    <a:pt x="222" y="143"/>
                    <a:pt x="223" y="136"/>
                  </a:cubicBezTo>
                  <a:cubicBezTo>
                    <a:pt x="223" y="135"/>
                    <a:pt x="221" y="135"/>
                    <a:pt x="222" y="134"/>
                  </a:cubicBezTo>
                  <a:cubicBezTo>
                    <a:pt x="223" y="128"/>
                    <a:pt x="221" y="122"/>
                    <a:pt x="222" y="117"/>
                  </a:cubicBezTo>
                  <a:cubicBezTo>
                    <a:pt x="222" y="116"/>
                    <a:pt x="221" y="116"/>
                    <a:pt x="221" y="115"/>
                  </a:cubicBezTo>
                  <a:cubicBezTo>
                    <a:pt x="221" y="114"/>
                    <a:pt x="221" y="113"/>
                    <a:pt x="222" y="112"/>
                  </a:cubicBezTo>
                  <a:cubicBezTo>
                    <a:pt x="221" y="102"/>
                    <a:pt x="221" y="92"/>
                    <a:pt x="220" y="81"/>
                  </a:cubicBezTo>
                  <a:cubicBezTo>
                    <a:pt x="220" y="71"/>
                    <a:pt x="222" y="61"/>
                    <a:pt x="219" y="53"/>
                  </a:cubicBezTo>
                  <a:cubicBezTo>
                    <a:pt x="221" y="44"/>
                    <a:pt x="219" y="34"/>
                    <a:pt x="219" y="25"/>
                  </a:cubicBezTo>
                  <a:cubicBezTo>
                    <a:pt x="219" y="24"/>
                    <a:pt x="218" y="24"/>
                    <a:pt x="217" y="23"/>
                  </a:cubicBezTo>
                  <a:cubicBezTo>
                    <a:pt x="217" y="21"/>
                    <a:pt x="219" y="20"/>
                    <a:pt x="219" y="19"/>
                  </a:cubicBezTo>
                  <a:cubicBezTo>
                    <a:pt x="219" y="14"/>
                    <a:pt x="220" y="9"/>
                    <a:pt x="219" y="4"/>
                  </a:cubicBezTo>
                  <a:cubicBezTo>
                    <a:pt x="222" y="2"/>
                    <a:pt x="226" y="3"/>
                    <a:pt x="230" y="3"/>
                  </a:cubicBezTo>
                  <a:cubicBezTo>
                    <a:pt x="239" y="2"/>
                    <a:pt x="249" y="0"/>
                    <a:pt x="258" y="2"/>
                  </a:cubicBezTo>
                  <a:cubicBezTo>
                    <a:pt x="256" y="17"/>
                    <a:pt x="260" y="40"/>
                    <a:pt x="258" y="55"/>
                  </a:cubicBezTo>
                  <a:cubicBezTo>
                    <a:pt x="261" y="70"/>
                    <a:pt x="258" y="88"/>
                    <a:pt x="260" y="103"/>
                  </a:cubicBezTo>
                  <a:cubicBezTo>
                    <a:pt x="259" y="104"/>
                    <a:pt x="261" y="108"/>
                    <a:pt x="259" y="110"/>
                  </a:cubicBezTo>
                  <a:cubicBezTo>
                    <a:pt x="261" y="113"/>
                    <a:pt x="261" y="117"/>
                    <a:pt x="261" y="121"/>
                  </a:cubicBezTo>
                  <a:cubicBezTo>
                    <a:pt x="261" y="121"/>
                    <a:pt x="261" y="121"/>
                    <a:pt x="262" y="121"/>
                  </a:cubicBezTo>
                  <a:cubicBezTo>
                    <a:pt x="260" y="130"/>
                    <a:pt x="262" y="137"/>
                    <a:pt x="261" y="148"/>
                  </a:cubicBezTo>
                  <a:cubicBezTo>
                    <a:pt x="262" y="149"/>
                    <a:pt x="262" y="150"/>
                    <a:pt x="263" y="151"/>
                  </a:cubicBezTo>
                  <a:cubicBezTo>
                    <a:pt x="262" y="158"/>
                    <a:pt x="263" y="167"/>
                    <a:pt x="263" y="176"/>
                  </a:cubicBezTo>
                  <a:cubicBezTo>
                    <a:pt x="263" y="179"/>
                    <a:pt x="263" y="182"/>
                    <a:pt x="263" y="184"/>
                  </a:cubicBezTo>
                  <a:cubicBezTo>
                    <a:pt x="263" y="187"/>
                    <a:pt x="264" y="189"/>
                    <a:pt x="264" y="192"/>
                  </a:cubicBezTo>
                  <a:cubicBezTo>
                    <a:pt x="264" y="194"/>
                    <a:pt x="263" y="197"/>
                    <a:pt x="263" y="200"/>
                  </a:cubicBezTo>
                  <a:cubicBezTo>
                    <a:pt x="263" y="202"/>
                    <a:pt x="264" y="203"/>
                    <a:pt x="264" y="205"/>
                  </a:cubicBezTo>
                  <a:cubicBezTo>
                    <a:pt x="264" y="205"/>
                    <a:pt x="263" y="206"/>
                    <a:pt x="263" y="206"/>
                  </a:cubicBezTo>
                  <a:cubicBezTo>
                    <a:pt x="263" y="207"/>
                    <a:pt x="264" y="208"/>
                    <a:pt x="264" y="208"/>
                  </a:cubicBezTo>
                  <a:cubicBezTo>
                    <a:pt x="264" y="209"/>
                    <a:pt x="263" y="210"/>
                    <a:pt x="263" y="211"/>
                  </a:cubicBezTo>
                  <a:cubicBezTo>
                    <a:pt x="263" y="214"/>
                    <a:pt x="264" y="216"/>
                    <a:pt x="264" y="218"/>
                  </a:cubicBezTo>
                  <a:cubicBezTo>
                    <a:pt x="264" y="231"/>
                    <a:pt x="263" y="242"/>
                    <a:pt x="263" y="255"/>
                  </a:cubicBezTo>
                  <a:cubicBezTo>
                    <a:pt x="277" y="257"/>
                    <a:pt x="293" y="256"/>
                    <a:pt x="306" y="256"/>
                  </a:cubicBezTo>
                  <a:cubicBezTo>
                    <a:pt x="308" y="256"/>
                    <a:pt x="309" y="255"/>
                    <a:pt x="311" y="256"/>
                  </a:cubicBezTo>
                  <a:cubicBezTo>
                    <a:pt x="310" y="260"/>
                    <a:pt x="307" y="258"/>
                    <a:pt x="303" y="258"/>
                  </a:cubicBezTo>
                  <a:cubicBezTo>
                    <a:pt x="299" y="258"/>
                    <a:pt x="294" y="260"/>
                    <a:pt x="291" y="260"/>
                  </a:cubicBezTo>
                  <a:cubicBezTo>
                    <a:pt x="288" y="259"/>
                    <a:pt x="285" y="259"/>
                    <a:pt x="282" y="258"/>
                  </a:cubicBezTo>
                  <a:cubicBezTo>
                    <a:pt x="276" y="259"/>
                    <a:pt x="270" y="258"/>
                    <a:pt x="264" y="258"/>
                  </a:cubicBezTo>
                  <a:cubicBezTo>
                    <a:pt x="263" y="259"/>
                    <a:pt x="264" y="260"/>
                    <a:pt x="262" y="261"/>
                  </a:cubicBezTo>
                  <a:cubicBezTo>
                    <a:pt x="261" y="261"/>
                    <a:pt x="260" y="260"/>
                    <a:pt x="260" y="258"/>
                  </a:cubicBezTo>
                  <a:cubicBezTo>
                    <a:pt x="250" y="258"/>
                    <a:pt x="240" y="258"/>
                    <a:pt x="229" y="258"/>
                  </a:cubicBezTo>
                  <a:cubicBezTo>
                    <a:pt x="228" y="259"/>
                    <a:pt x="228" y="260"/>
                    <a:pt x="228" y="261"/>
                  </a:cubicBezTo>
                  <a:cubicBezTo>
                    <a:pt x="226" y="261"/>
                    <a:pt x="226" y="259"/>
                    <a:pt x="226" y="259"/>
                  </a:cubicBezTo>
                  <a:cubicBezTo>
                    <a:pt x="216" y="259"/>
                    <a:pt x="202" y="259"/>
                    <a:pt x="192" y="258"/>
                  </a:cubicBezTo>
                  <a:cubicBezTo>
                    <a:pt x="191" y="258"/>
                    <a:pt x="191" y="260"/>
                    <a:pt x="190" y="260"/>
                  </a:cubicBezTo>
                  <a:cubicBezTo>
                    <a:pt x="190" y="257"/>
                    <a:pt x="185" y="259"/>
                    <a:pt x="184" y="258"/>
                  </a:cubicBezTo>
                  <a:cubicBezTo>
                    <a:pt x="182" y="258"/>
                    <a:pt x="183" y="260"/>
                    <a:pt x="181" y="260"/>
                  </a:cubicBezTo>
                  <a:cubicBezTo>
                    <a:pt x="180" y="260"/>
                    <a:pt x="182" y="259"/>
                    <a:pt x="182" y="258"/>
                  </a:cubicBezTo>
                  <a:cubicBezTo>
                    <a:pt x="177" y="258"/>
                    <a:pt x="171" y="256"/>
                    <a:pt x="166" y="258"/>
                  </a:cubicBezTo>
                  <a:cubicBezTo>
                    <a:pt x="161" y="256"/>
                    <a:pt x="156" y="257"/>
                    <a:pt x="151" y="257"/>
                  </a:cubicBezTo>
                  <a:cubicBezTo>
                    <a:pt x="146" y="257"/>
                    <a:pt x="142" y="256"/>
                    <a:pt x="139" y="258"/>
                  </a:cubicBezTo>
                  <a:cubicBezTo>
                    <a:pt x="135" y="255"/>
                    <a:pt x="130" y="257"/>
                    <a:pt x="126" y="256"/>
                  </a:cubicBezTo>
                  <a:cubicBezTo>
                    <a:pt x="126" y="256"/>
                    <a:pt x="125" y="255"/>
                    <a:pt x="124" y="255"/>
                  </a:cubicBezTo>
                  <a:cubicBezTo>
                    <a:pt x="122" y="255"/>
                    <a:pt x="120" y="256"/>
                    <a:pt x="117" y="256"/>
                  </a:cubicBezTo>
                  <a:cubicBezTo>
                    <a:pt x="116" y="256"/>
                    <a:pt x="114" y="255"/>
                    <a:pt x="111" y="256"/>
                  </a:cubicBezTo>
                  <a:cubicBezTo>
                    <a:pt x="110" y="256"/>
                    <a:pt x="110" y="257"/>
                    <a:pt x="108" y="257"/>
                  </a:cubicBezTo>
                  <a:cubicBezTo>
                    <a:pt x="107" y="257"/>
                    <a:pt x="108" y="257"/>
                    <a:pt x="108" y="256"/>
                  </a:cubicBezTo>
                  <a:cubicBezTo>
                    <a:pt x="104" y="256"/>
                    <a:pt x="100" y="256"/>
                    <a:pt x="97" y="257"/>
                  </a:cubicBezTo>
                  <a:cubicBezTo>
                    <a:pt x="90" y="257"/>
                    <a:pt x="82" y="258"/>
                    <a:pt x="75" y="257"/>
                  </a:cubicBezTo>
                  <a:cubicBezTo>
                    <a:pt x="72" y="257"/>
                    <a:pt x="68" y="255"/>
                    <a:pt x="64" y="257"/>
                  </a:cubicBezTo>
                  <a:cubicBezTo>
                    <a:pt x="64" y="256"/>
                    <a:pt x="64" y="256"/>
                    <a:pt x="64" y="255"/>
                  </a:cubicBezTo>
                  <a:cubicBezTo>
                    <a:pt x="64" y="256"/>
                    <a:pt x="63" y="255"/>
                    <a:pt x="61" y="255"/>
                  </a:cubicBezTo>
                  <a:cubicBezTo>
                    <a:pt x="61" y="255"/>
                    <a:pt x="60" y="256"/>
                    <a:pt x="59" y="256"/>
                  </a:cubicBezTo>
                  <a:cubicBezTo>
                    <a:pt x="56" y="256"/>
                    <a:pt x="49" y="257"/>
                    <a:pt x="46" y="256"/>
                  </a:cubicBezTo>
                  <a:cubicBezTo>
                    <a:pt x="45" y="256"/>
                    <a:pt x="41" y="256"/>
                    <a:pt x="41" y="258"/>
                  </a:cubicBezTo>
                  <a:close/>
                  <a:moveTo>
                    <a:pt x="243" y="4"/>
                  </a:moveTo>
                  <a:cubicBezTo>
                    <a:pt x="236" y="12"/>
                    <a:pt x="229" y="20"/>
                    <a:pt x="224" y="32"/>
                  </a:cubicBezTo>
                  <a:cubicBezTo>
                    <a:pt x="222" y="32"/>
                    <a:pt x="222" y="34"/>
                    <a:pt x="221" y="36"/>
                  </a:cubicBezTo>
                  <a:cubicBezTo>
                    <a:pt x="222" y="36"/>
                    <a:pt x="222" y="37"/>
                    <a:pt x="222" y="38"/>
                  </a:cubicBezTo>
                  <a:cubicBezTo>
                    <a:pt x="231" y="27"/>
                    <a:pt x="238" y="15"/>
                    <a:pt x="247" y="4"/>
                  </a:cubicBezTo>
                  <a:cubicBezTo>
                    <a:pt x="245" y="5"/>
                    <a:pt x="244" y="4"/>
                    <a:pt x="243" y="4"/>
                  </a:cubicBezTo>
                  <a:close/>
                  <a:moveTo>
                    <a:pt x="248" y="6"/>
                  </a:moveTo>
                  <a:cubicBezTo>
                    <a:pt x="248" y="8"/>
                    <a:pt x="246" y="8"/>
                    <a:pt x="246" y="9"/>
                  </a:cubicBezTo>
                  <a:cubicBezTo>
                    <a:pt x="238" y="17"/>
                    <a:pt x="233" y="29"/>
                    <a:pt x="225" y="38"/>
                  </a:cubicBezTo>
                  <a:cubicBezTo>
                    <a:pt x="225" y="39"/>
                    <a:pt x="226" y="39"/>
                    <a:pt x="226" y="41"/>
                  </a:cubicBezTo>
                  <a:cubicBezTo>
                    <a:pt x="225" y="41"/>
                    <a:pt x="224" y="42"/>
                    <a:pt x="223" y="42"/>
                  </a:cubicBezTo>
                  <a:cubicBezTo>
                    <a:pt x="222" y="43"/>
                    <a:pt x="222" y="46"/>
                    <a:pt x="222" y="47"/>
                  </a:cubicBezTo>
                  <a:cubicBezTo>
                    <a:pt x="223" y="47"/>
                    <a:pt x="224" y="46"/>
                    <a:pt x="225" y="45"/>
                  </a:cubicBezTo>
                  <a:cubicBezTo>
                    <a:pt x="234" y="31"/>
                    <a:pt x="245" y="19"/>
                    <a:pt x="254" y="5"/>
                  </a:cubicBezTo>
                  <a:cubicBezTo>
                    <a:pt x="251" y="3"/>
                    <a:pt x="250" y="6"/>
                    <a:pt x="248" y="6"/>
                  </a:cubicBezTo>
                  <a:close/>
                  <a:moveTo>
                    <a:pt x="223" y="6"/>
                  </a:moveTo>
                  <a:cubicBezTo>
                    <a:pt x="222" y="9"/>
                    <a:pt x="221" y="12"/>
                    <a:pt x="222" y="16"/>
                  </a:cubicBezTo>
                  <a:cubicBezTo>
                    <a:pt x="225" y="13"/>
                    <a:pt x="228" y="9"/>
                    <a:pt x="231" y="5"/>
                  </a:cubicBezTo>
                  <a:cubicBezTo>
                    <a:pt x="228" y="5"/>
                    <a:pt x="225" y="4"/>
                    <a:pt x="223" y="6"/>
                  </a:cubicBezTo>
                  <a:close/>
                  <a:moveTo>
                    <a:pt x="233" y="5"/>
                  </a:moveTo>
                  <a:cubicBezTo>
                    <a:pt x="229" y="11"/>
                    <a:pt x="224" y="16"/>
                    <a:pt x="221" y="23"/>
                  </a:cubicBezTo>
                  <a:cubicBezTo>
                    <a:pt x="222" y="24"/>
                    <a:pt x="221" y="27"/>
                    <a:pt x="223" y="28"/>
                  </a:cubicBezTo>
                  <a:cubicBezTo>
                    <a:pt x="227" y="21"/>
                    <a:pt x="231" y="14"/>
                    <a:pt x="237" y="9"/>
                  </a:cubicBezTo>
                  <a:cubicBezTo>
                    <a:pt x="236" y="7"/>
                    <a:pt x="238" y="7"/>
                    <a:pt x="238" y="5"/>
                  </a:cubicBezTo>
                  <a:cubicBezTo>
                    <a:pt x="236" y="5"/>
                    <a:pt x="235" y="5"/>
                    <a:pt x="233" y="5"/>
                  </a:cubicBezTo>
                  <a:close/>
                  <a:moveTo>
                    <a:pt x="254" y="10"/>
                  </a:moveTo>
                  <a:cubicBezTo>
                    <a:pt x="254" y="11"/>
                    <a:pt x="253" y="10"/>
                    <a:pt x="253" y="10"/>
                  </a:cubicBezTo>
                  <a:cubicBezTo>
                    <a:pt x="249" y="16"/>
                    <a:pt x="245" y="22"/>
                    <a:pt x="241" y="28"/>
                  </a:cubicBezTo>
                  <a:cubicBezTo>
                    <a:pt x="238" y="33"/>
                    <a:pt x="233" y="36"/>
                    <a:pt x="230" y="40"/>
                  </a:cubicBezTo>
                  <a:cubicBezTo>
                    <a:pt x="229" y="42"/>
                    <a:pt x="228" y="45"/>
                    <a:pt x="227" y="47"/>
                  </a:cubicBezTo>
                  <a:cubicBezTo>
                    <a:pt x="224" y="51"/>
                    <a:pt x="221" y="53"/>
                    <a:pt x="223" y="58"/>
                  </a:cubicBezTo>
                  <a:cubicBezTo>
                    <a:pt x="226" y="57"/>
                    <a:pt x="226" y="53"/>
                    <a:pt x="229" y="52"/>
                  </a:cubicBezTo>
                  <a:cubicBezTo>
                    <a:pt x="231" y="44"/>
                    <a:pt x="238" y="40"/>
                    <a:pt x="241" y="33"/>
                  </a:cubicBezTo>
                  <a:cubicBezTo>
                    <a:pt x="246" y="28"/>
                    <a:pt x="250" y="22"/>
                    <a:pt x="255" y="16"/>
                  </a:cubicBezTo>
                  <a:cubicBezTo>
                    <a:pt x="255" y="14"/>
                    <a:pt x="254" y="12"/>
                    <a:pt x="255" y="10"/>
                  </a:cubicBezTo>
                  <a:cubicBezTo>
                    <a:pt x="254" y="10"/>
                    <a:pt x="254" y="10"/>
                    <a:pt x="254" y="10"/>
                  </a:cubicBezTo>
                  <a:close/>
                  <a:moveTo>
                    <a:pt x="254" y="21"/>
                  </a:moveTo>
                  <a:cubicBezTo>
                    <a:pt x="244" y="33"/>
                    <a:pt x="236" y="46"/>
                    <a:pt x="226" y="57"/>
                  </a:cubicBezTo>
                  <a:cubicBezTo>
                    <a:pt x="226" y="59"/>
                    <a:pt x="225" y="59"/>
                    <a:pt x="225" y="61"/>
                  </a:cubicBezTo>
                  <a:cubicBezTo>
                    <a:pt x="224" y="61"/>
                    <a:pt x="223" y="62"/>
                    <a:pt x="223" y="62"/>
                  </a:cubicBezTo>
                  <a:cubicBezTo>
                    <a:pt x="223" y="65"/>
                    <a:pt x="222" y="69"/>
                    <a:pt x="223" y="70"/>
                  </a:cubicBezTo>
                  <a:cubicBezTo>
                    <a:pt x="232" y="61"/>
                    <a:pt x="238" y="48"/>
                    <a:pt x="247" y="39"/>
                  </a:cubicBezTo>
                  <a:cubicBezTo>
                    <a:pt x="248" y="32"/>
                    <a:pt x="258" y="28"/>
                    <a:pt x="254" y="21"/>
                  </a:cubicBezTo>
                  <a:cubicBezTo>
                    <a:pt x="254" y="21"/>
                    <a:pt x="254" y="21"/>
                    <a:pt x="254" y="21"/>
                  </a:cubicBezTo>
                  <a:close/>
                  <a:moveTo>
                    <a:pt x="232" y="68"/>
                  </a:moveTo>
                  <a:cubicBezTo>
                    <a:pt x="232" y="68"/>
                    <a:pt x="232" y="67"/>
                    <a:pt x="232" y="67"/>
                  </a:cubicBezTo>
                  <a:cubicBezTo>
                    <a:pt x="233" y="66"/>
                    <a:pt x="234" y="66"/>
                    <a:pt x="234" y="65"/>
                  </a:cubicBezTo>
                  <a:cubicBezTo>
                    <a:pt x="237" y="61"/>
                    <a:pt x="239" y="57"/>
                    <a:pt x="242" y="53"/>
                  </a:cubicBezTo>
                  <a:cubicBezTo>
                    <a:pt x="245" y="49"/>
                    <a:pt x="249" y="46"/>
                    <a:pt x="252" y="42"/>
                  </a:cubicBezTo>
                  <a:cubicBezTo>
                    <a:pt x="254" y="39"/>
                    <a:pt x="257" y="35"/>
                    <a:pt x="255" y="31"/>
                  </a:cubicBezTo>
                  <a:cubicBezTo>
                    <a:pt x="251" y="34"/>
                    <a:pt x="249" y="39"/>
                    <a:pt x="245" y="42"/>
                  </a:cubicBezTo>
                  <a:cubicBezTo>
                    <a:pt x="244" y="46"/>
                    <a:pt x="241" y="49"/>
                    <a:pt x="238" y="52"/>
                  </a:cubicBezTo>
                  <a:cubicBezTo>
                    <a:pt x="236" y="57"/>
                    <a:pt x="232" y="60"/>
                    <a:pt x="230" y="65"/>
                  </a:cubicBezTo>
                  <a:cubicBezTo>
                    <a:pt x="229" y="65"/>
                    <a:pt x="229" y="68"/>
                    <a:pt x="228" y="67"/>
                  </a:cubicBezTo>
                  <a:cubicBezTo>
                    <a:pt x="227" y="72"/>
                    <a:pt x="221" y="76"/>
                    <a:pt x="223" y="80"/>
                  </a:cubicBezTo>
                  <a:cubicBezTo>
                    <a:pt x="225" y="76"/>
                    <a:pt x="229" y="72"/>
                    <a:pt x="232" y="68"/>
                  </a:cubicBezTo>
                  <a:close/>
                  <a:moveTo>
                    <a:pt x="239" y="61"/>
                  </a:moveTo>
                  <a:cubicBezTo>
                    <a:pt x="234" y="68"/>
                    <a:pt x="229" y="75"/>
                    <a:pt x="225" y="82"/>
                  </a:cubicBezTo>
                  <a:cubicBezTo>
                    <a:pt x="224" y="82"/>
                    <a:pt x="225" y="83"/>
                    <a:pt x="225" y="84"/>
                  </a:cubicBezTo>
                  <a:cubicBezTo>
                    <a:pt x="224" y="85"/>
                    <a:pt x="223" y="85"/>
                    <a:pt x="223" y="86"/>
                  </a:cubicBezTo>
                  <a:cubicBezTo>
                    <a:pt x="223" y="87"/>
                    <a:pt x="224" y="88"/>
                    <a:pt x="223" y="89"/>
                  </a:cubicBezTo>
                  <a:cubicBezTo>
                    <a:pt x="235" y="76"/>
                    <a:pt x="245" y="61"/>
                    <a:pt x="256" y="47"/>
                  </a:cubicBezTo>
                  <a:cubicBezTo>
                    <a:pt x="256" y="45"/>
                    <a:pt x="257" y="42"/>
                    <a:pt x="255" y="41"/>
                  </a:cubicBezTo>
                  <a:cubicBezTo>
                    <a:pt x="250" y="47"/>
                    <a:pt x="244" y="54"/>
                    <a:pt x="239" y="61"/>
                  </a:cubicBezTo>
                  <a:close/>
                  <a:moveTo>
                    <a:pt x="164" y="42"/>
                  </a:moveTo>
                  <a:cubicBezTo>
                    <a:pt x="164" y="45"/>
                    <a:pt x="163" y="49"/>
                    <a:pt x="164" y="51"/>
                  </a:cubicBezTo>
                  <a:cubicBezTo>
                    <a:pt x="166" y="48"/>
                    <a:pt x="169" y="45"/>
                    <a:pt x="170" y="42"/>
                  </a:cubicBezTo>
                  <a:cubicBezTo>
                    <a:pt x="169" y="42"/>
                    <a:pt x="167" y="42"/>
                    <a:pt x="164" y="42"/>
                  </a:cubicBezTo>
                  <a:close/>
                  <a:moveTo>
                    <a:pt x="172" y="42"/>
                  </a:moveTo>
                  <a:cubicBezTo>
                    <a:pt x="170" y="48"/>
                    <a:pt x="162" y="52"/>
                    <a:pt x="164" y="61"/>
                  </a:cubicBezTo>
                  <a:cubicBezTo>
                    <a:pt x="168" y="55"/>
                    <a:pt x="172" y="48"/>
                    <a:pt x="176" y="42"/>
                  </a:cubicBezTo>
                  <a:cubicBezTo>
                    <a:pt x="174" y="42"/>
                    <a:pt x="174" y="42"/>
                    <a:pt x="172" y="42"/>
                  </a:cubicBezTo>
                  <a:close/>
                  <a:moveTo>
                    <a:pt x="180" y="42"/>
                  </a:moveTo>
                  <a:cubicBezTo>
                    <a:pt x="176" y="46"/>
                    <a:pt x="171" y="49"/>
                    <a:pt x="170" y="56"/>
                  </a:cubicBezTo>
                  <a:cubicBezTo>
                    <a:pt x="166" y="57"/>
                    <a:pt x="168" y="62"/>
                    <a:pt x="164" y="63"/>
                  </a:cubicBezTo>
                  <a:cubicBezTo>
                    <a:pt x="165" y="65"/>
                    <a:pt x="163" y="69"/>
                    <a:pt x="164" y="73"/>
                  </a:cubicBezTo>
                  <a:cubicBezTo>
                    <a:pt x="167" y="72"/>
                    <a:pt x="167" y="68"/>
                    <a:pt x="168" y="66"/>
                  </a:cubicBezTo>
                  <a:cubicBezTo>
                    <a:pt x="170" y="64"/>
                    <a:pt x="172" y="62"/>
                    <a:pt x="174" y="59"/>
                  </a:cubicBezTo>
                  <a:cubicBezTo>
                    <a:pt x="175" y="57"/>
                    <a:pt x="176" y="55"/>
                    <a:pt x="177" y="53"/>
                  </a:cubicBezTo>
                  <a:cubicBezTo>
                    <a:pt x="177" y="53"/>
                    <a:pt x="178" y="54"/>
                    <a:pt x="178" y="54"/>
                  </a:cubicBezTo>
                  <a:cubicBezTo>
                    <a:pt x="180" y="50"/>
                    <a:pt x="182" y="46"/>
                    <a:pt x="185" y="43"/>
                  </a:cubicBezTo>
                  <a:cubicBezTo>
                    <a:pt x="183" y="42"/>
                    <a:pt x="181" y="43"/>
                    <a:pt x="180" y="42"/>
                  </a:cubicBezTo>
                  <a:close/>
                  <a:moveTo>
                    <a:pt x="187" y="44"/>
                  </a:moveTo>
                  <a:cubicBezTo>
                    <a:pt x="180" y="54"/>
                    <a:pt x="171" y="62"/>
                    <a:pt x="166" y="76"/>
                  </a:cubicBezTo>
                  <a:cubicBezTo>
                    <a:pt x="165" y="76"/>
                    <a:pt x="165" y="77"/>
                    <a:pt x="164" y="78"/>
                  </a:cubicBezTo>
                  <a:cubicBezTo>
                    <a:pt x="164" y="80"/>
                    <a:pt x="164" y="81"/>
                    <a:pt x="164" y="83"/>
                  </a:cubicBezTo>
                  <a:cubicBezTo>
                    <a:pt x="167" y="83"/>
                    <a:pt x="168" y="78"/>
                    <a:pt x="170" y="77"/>
                  </a:cubicBezTo>
                  <a:cubicBezTo>
                    <a:pt x="176" y="64"/>
                    <a:pt x="185" y="55"/>
                    <a:pt x="191" y="43"/>
                  </a:cubicBezTo>
                  <a:cubicBezTo>
                    <a:pt x="190" y="43"/>
                    <a:pt x="189" y="43"/>
                    <a:pt x="187" y="44"/>
                  </a:cubicBezTo>
                  <a:close/>
                  <a:moveTo>
                    <a:pt x="165" y="86"/>
                  </a:moveTo>
                  <a:cubicBezTo>
                    <a:pt x="165" y="89"/>
                    <a:pt x="164" y="91"/>
                    <a:pt x="165" y="94"/>
                  </a:cubicBezTo>
                  <a:cubicBezTo>
                    <a:pt x="169" y="90"/>
                    <a:pt x="172" y="85"/>
                    <a:pt x="174" y="80"/>
                  </a:cubicBezTo>
                  <a:cubicBezTo>
                    <a:pt x="177" y="78"/>
                    <a:pt x="177" y="75"/>
                    <a:pt x="179" y="73"/>
                  </a:cubicBezTo>
                  <a:cubicBezTo>
                    <a:pt x="180" y="71"/>
                    <a:pt x="182" y="70"/>
                    <a:pt x="183" y="68"/>
                  </a:cubicBezTo>
                  <a:cubicBezTo>
                    <a:pt x="184" y="67"/>
                    <a:pt x="184" y="65"/>
                    <a:pt x="186" y="63"/>
                  </a:cubicBezTo>
                  <a:cubicBezTo>
                    <a:pt x="188" y="58"/>
                    <a:pt x="196" y="51"/>
                    <a:pt x="193" y="46"/>
                  </a:cubicBezTo>
                  <a:cubicBezTo>
                    <a:pt x="182" y="58"/>
                    <a:pt x="174" y="73"/>
                    <a:pt x="165" y="86"/>
                  </a:cubicBezTo>
                  <a:close/>
                  <a:moveTo>
                    <a:pt x="251" y="56"/>
                  </a:moveTo>
                  <a:cubicBezTo>
                    <a:pt x="250" y="58"/>
                    <a:pt x="248" y="60"/>
                    <a:pt x="246" y="62"/>
                  </a:cubicBezTo>
                  <a:cubicBezTo>
                    <a:pt x="246" y="63"/>
                    <a:pt x="245" y="64"/>
                    <a:pt x="245" y="64"/>
                  </a:cubicBezTo>
                  <a:cubicBezTo>
                    <a:pt x="245" y="64"/>
                    <a:pt x="244" y="64"/>
                    <a:pt x="244" y="64"/>
                  </a:cubicBezTo>
                  <a:cubicBezTo>
                    <a:pt x="244" y="65"/>
                    <a:pt x="243" y="67"/>
                    <a:pt x="243" y="67"/>
                  </a:cubicBezTo>
                  <a:cubicBezTo>
                    <a:pt x="240" y="71"/>
                    <a:pt x="237" y="75"/>
                    <a:pt x="234" y="78"/>
                  </a:cubicBezTo>
                  <a:cubicBezTo>
                    <a:pt x="231" y="83"/>
                    <a:pt x="227" y="87"/>
                    <a:pt x="225" y="92"/>
                  </a:cubicBezTo>
                  <a:cubicBezTo>
                    <a:pt x="224" y="92"/>
                    <a:pt x="223" y="93"/>
                    <a:pt x="223" y="93"/>
                  </a:cubicBezTo>
                  <a:cubicBezTo>
                    <a:pt x="224" y="95"/>
                    <a:pt x="223" y="99"/>
                    <a:pt x="224" y="100"/>
                  </a:cubicBezTo>
                  <a:cubicBezTo>
                    <a:pt x="229" y="96"/>
                    <a:pt x="231" y="90"/>
                    <a:pt x="235" y="86"/>
                  </a:cubicBezTo>
                  <a:cubicBezTo>
                    <a:pt x="242" y="76"/>
                    <a:pt x="250" y="67"/>
                    <a:pt x="256" y="57"/>
                  </a:cubicBezTo>
                  <a:cubicBezTo>
                    <a:pt x="256" y="55"/>
                    <a:pt x="256" y="53"/>
                    <a:pt x="256" y="52"/>
                  </a:cubicBezTo>
                  <a:cubicBezTo>
                    <a:pt x="256" y="52"/>
                    <a:pt x="254" y="51"/>
                    <a:pt x="254" y="52"/>
                  </a:cubicBezTo>
                  <a:cubicBezTo>
                    <a:pt x="255" y="53"/>
                    <a:pt x="252" y="55"/>
                    <a:pt x="251" y="56"/>
                  </a:cubicBezTo>
                  <a:close/>
                  <a:moveTo>
                    <a:pt x="173" y="84"/>
                  </a:moveTo>
                  <a:cubicBezTo>
                    <a:pt x="173" y="85"/>
                    <a:pt x="173" y="85"/>
                    <a:pt x="173" y="86"/>
                  </a:cubicBezTo>
                  <a:cubicBezTo>
                    <a:pt x="172" y="87"/>
                    <a:pt x="171" y="89"/>
                    <a:pt x="170" y="91"/>
                  </a:cubicBezTo>
                  <a:cubicBezTo>
                    <a:pt x="170" y="90"/>
                    <a:pt x="170" y="92"/>
                    <a:pt x="169" y="92"/>
                  </a:cubicBezTo>
                  <a:cubicBezTo>
                    <a:pt x="169" y="93"/>
                    <a:pt x="168" y="93"/>
                    <a:pt x="168" y="93"/>
                  </a:cubicBezTo>
                  <a:cubicBezTo>
                    <a:pt x="168" y="98"/>
                    <a:pt x="163" y="100"/>
                    <a:pt x="165" y="105"/>
                  </a:cubicBezTo>
                  <a:cubicBezTo>
                    <a:pt x="176" y="91"/>
                    <a:pt x="185" y="75"/>
                    <a:pt x="195" y="61"/>
                  </a:cubicBezTo>
                  <a:cubicBezTo>
                    <a:pt x="194" y="59"/>
                    <a:pt x="195" y="55"/>
                    <a:pt x="194" y="54"/>
                  </a:cubicBezTo>
                  <a:cubicBezTo>
                    <a:pt x="187" y="64"/>
                    <a:pt x="181" y="75"/>
                    <a:pt x="173" y="84"/>
                  </a:cubicBezTo>
                  <a:close/>
                  <a:moveTo>
                    <a:pt x="241" y="80"/>
                  </a:moveTo>
                  <a:cubicBezTo>
                    <a:pt x="237" y="86"/>
                    <a:pt x="232" y="94"/>
                    <a:pt x="227" y="100"/>
                  </a:cubicBezTo>
                  <a:cubicBezTo>
                    <a:pt x="226" y="101"/>
                    <a:pt x="227" y="101"/>
                    <a:pt x="227" y="103"/>
                  </a:cubicBezTo>
                  <a:cubicBezTo>
                    <a:pt x="225" y="103"/>
                    <a:pt x="225" y="103"/>
                    <a:pt x="224" y="103"/>
                  </a:cubicBezTo>
                  <a:cubicBezTo>
                    <a:pt x="224" y="105"/>
                    <a:pt x="224" y="107"/>
                    <a:pt x="224" y="109"/>
                  </a:cubicBezTo>
                  <a:cubicBezTo>
                    <a:pt x="227" y="108"/>
                    <a:pt x="226" y="106"/>
                    <a:pt x="228" y="104"/>
                  </a:cubicBezTo>
                  <a:cubicBezTo>
                    <a:pt x="231" y="100"/>
                    <a:pt x="236" y="96"/>
                    <a:pt x="240" y="90"/>
                  </a:cubicBezTo>
                  <a:cubicBezTo>
                    <a:pt x="243" y="87"/>
                    <a:pt x="246" y="83"/>
                    <a:pt x="249" y="79"/>
                  </a:cubicBezTo>
                  <a:cubicBezTo>
                    <a:pt x="252" y="74"/>
                    <a:pt x="259" y="66"/>
                    <a:pt x="256" y="62"/>
                  </a:cubicBezTo>
                  <a:cubicBezTo>
                    <a:pt x="251" y="68"/>
                    <a:pt x="247" y="75"/>
                    <a:pt x="241" y="80"/>
                  </a:cubicBezTo>
                  <a:close/>
                  <a:moveTo>
                    <a:pt x="186" y="79"/>
                  </a:moveTo>
                  <a:cubicBezTo>
                    <a:pt x="184" y="81"/>
                    <a:pt x="181" y="83"/>
                    <a:pt x="181" y="86"/>
                  </a:cubicBezTo>
                  <a:cubicBezTo>
                    <a:pt x="179" y="88"/>
                    <a:pt x="177" y="90"/>
                    <a:pt x="177" y="93"/>
                  </a:cubicBezTo>
                  <a:cubicBezTo>
                    <a:pt x="172" y="96"/>
                    <a:pt x="170" y="102"/>
                    <a:pt x="166" y="106"/>
                  </a:cubicBezTo>
                  <a:cubicBezTo>
                    <a:pt x="166" y="108"/>
                    <a:pt x="166" y="109"/>
                    <a:pt x="167" y="110"/>
                  </a:cubicBezTo>
                  <a:cubicBezTo>
                    <a:pt x="165" y="111"/>
                    <a:pt x="165" y="113"/>
                    <a:pt x="165" y="115"/>
                  </a:cubicBezTo>
                  <a:cubicBezTo>
                    <a:pt x="170" y="112"/>
                    <a:pt x="171" y="105"/>
                    <a:pt x="176" y="102"/>
                  </a:cubicBezTo>
                  <a:cubicBezTo>
                    <a:pt x="182" y="91"/>
                    <a:pt x="189" y="82"/>
                    <a:pt x="196" y="73"/>
                  </a:cubicBezTo>
                  <a:cubicBezTo>
                    <a:pt x="196" y="70"/>
                    <a:pt x="196" y="68"/>
                    <a:pt x="196" y="66"/>
                  </a:cubicBezTo>
                  <a:cubicBezTo>
                    <a:pt x="196" y="66"/>
                    <a:pt x="195" y="66"/>
                    <a:pt x="195" y="66"/>
                  </a:cubicBezTo>
                  <a:cubicBezTo>
                    <a:pt x="192" y="70"/>
                    <a:pt x="187" y="73"/>
                    <a:pt x="186" y="79"/>
                  </a:cubicBezTo>
                  <a:close/>
                  <a:moveTo>
                    <a:pt x="234" y="99"/>
                  </a:moveTo>
                  <a:cubicBezTo>
                    <a:pt x="231" y="104"/>
                    <a:pt x="228" y="108"/>
                    <a:pt x="225" y="113"/>
                  </a:cubicBezTo>
                  <a:cubicBezTo>
                    <a:pt x="225" y="114"/>
                    <a:pt x="224" y="117"/>
                    <a:pt x="225" y="118"/>
                  </a:cubicBezTo>
                  <a:cubicBezTo>
                    <a:pt x="234" y="108"/>
                    <a:pt x="241" y="96"/>
                    <a:pt x="251" y="86"/>
                  </a:cubicBezTo>
                  <a:cubicBezTo>
                    <a:pt x="252" y="81"/>
                    <a:pt x="259" y="77"/>
                    <a:pt x="257" y="72"/>
                  </a:cubicBezTo>
                  <a:cubicBezTo>
                    <a:pt x="249" y="81"/>
                    <a:pt x="243" y="91"/>
                    <a:pt x="234" y="99"/>
                  </a:cubicBezTo>
                  <a:close/>
                  <a:moveTo>
                    <a:pt x="195" y="77"/>
                  </a:moveTo>
                  <a:cubicBezTo>
                    <a:pt x="192" y="80"/>
                    <a:pt x="191" y="83"/>
                    <a:pt x="188" y="86"/>
                  </a:cubicBezTo>
                  <a:cubicBezTo>
                    <a:pt x="187" y="87"/>
                    <a:pt x="186" y="88"/>
                    <a:pt x="186" y="90"/>
                  </a:cubicBezTo>
                  <a:cubicBezTo>
                    <a:pt x="185" y="91"/>
                    <a:pt x="184" y="93"/>
                    <a:pt x="183" y="94"/>
                  </a:cubicBezTo>
                  <a:cubicBezTo>
                    <a:pt x="183" y="94"/>
                    <a:pt x="182" y="94"/>
                    <a:pt x="182" y="95"/>
                  </a:cubicBezTo>
                  <a:cubicBezTo>
                    <a:pt x="181" y="95"/>
                    <a:pt x="181" y="96"/>
                    <a:pt x="181" y="97"/>
                  </a:cubicBezTo>
                  <a:cubicBezTo>
                    <a:pt x="179" y="101"/>
                    <a:pt x="175" y="104"/>
                    <a:pt x="174" y="108"/>
                  </a:cubicBezTo>
                  <a:cubicBezTo>
                    <a:pt x="170" y="110"/>
                    <a:pt x="171" y="117"/>
                    <a:pt x="165" y="119"/>
                  </a:cubicBezTo>
                  <a:cubicBezTo>
                    <a:pt x="166" y="121"/>
                    <a:pt x="166" y="123"/>
                    <a:pt x="166" y="126"/>
                  </a:cubicBezTo>
                  <a:cubicBezTo>
                    <a:pt x="170" y="124"/>
                    <a:pt x="171" y="119"/>
                    <a:pt x="174" y="116"/>
                  </a:cubicBezTo>
                  <a:cubicBezTo>
                    <a:pt x="176" y="112"/>
                    <a:pt x="180" y="109"/>
                    <a:pt x="181" y="105"/>
                  </a:cubicBezTo>
                  <a:cubicBezTo>
                    <a:pt x="183" y="104"/>
                    <a:pt x="185" y="102"/>
                    <a:pt x="186" y="99"/>
                  </a:cubicBezTo>
                  <a:cubicBezTo>
                    <a:pt x="187" y="98"/>
                    <a:pt x="189" y="96"/>
                    <a:pt x="191" y="94"/>
                  </a:cubicBezTo>
                  <a:cubicBezTo>
                    <a:pt x="194" y="89"/>
                    <a:pt x="198" y="84"/>
                    <a:pt x="196" y="77"/>
                  </a:cubicBezTo>
                  <a:cubicBezTo>
                    <a:pt x="196" y="77"/>
                    <a:pt x="195" y="77"/>
                    <a:pt x="195" y="77"/>
                  </a:cubicBezTo>
                  <a:close/>
                  <a:moveTo>
                    <a:pt x="226" y="120"/>
                  </a:moveTo>
                  <a:cubicBezTo>
                    <a:pt x="226" y="123"/>
                    <a:pt x="224" y="124"/>
                    <a:pt x="225" y="128"/>
                  </a:cubicBezTo>
                  <a:cubicBezTo>
                    <a:pt x="231" y="123"/>
                    <a:pt x="235" y="115"/>
                    <a:pt x="241" y="110"/>
                  </a:cubicBezTo>
                  <a:cubicBezTo>
                    <a:pt x="245" y="103"/>
                    <a:pt x="251" y="98"/>
                    <a:pt x="255" y="91"/>
                  </a:cubicBezTo>
                  <a:cubicBezTo>
                    <a:pt x="256" y="91"/>
                    <a:pt x="256" y="90"/>
                    <a:pt x="257" y="91"/>
                  </a:cubicBezTo>
                  <a:cubicBezTo>
                    <a:pt x="257" y="88"/>
                    <a:pt x="257" y="84"/>
                    <a:pt x="257" y="82"/>
                  </a:cubicBezTo>
                  <a:cubicBezTo>
                    <a:pt x="246" y="94"/>
                    <a:pt x="236" y="107"/>
                    <a:pt x="226" y="120"/>
                  </a:cubicBezTo>
                  <a:close/>
                  <a:moveTo>
                    <a:pt x="103" y="96"/>
                  </a:moveTo>
                  <a:cubicBezTo>
                    <a:pt x="102" y="99"/>
                    <a:pt x="104" y="101"/>
                    <a:pt x="104" y="104"/>
                  </a:cubicBezTo>
                  <a:cubicBezTo>
                    <a:pt x="109" y="97"/>
                    <a:pt x="115" y="91"/>
                    <a:pt x="120" y="84"/>
                  </a:cubicBezTo>
                  <a:cubicBezTo>
                    <a:pt x="110" y="82"/>
                    <a:pt x="109" y="92"/>
                    <a:pt x="103" y="96"/>
                  </a:cubicBezTo>
                  <a:close/>
                  <a:moveTo>
                    <a:pt x="121" y="86"/>
                  </a:moveTo>
                  <a:cubicBezTo>
                    <a:pt x="118" y="90"/>
                    <a:pt x="115" y="94"/>
                    <a:pt x="111" y="98"/>
                  </a:cubicBezTo>
                  <a:cubicBezTo>
                    <a:pt x="111" y="99"/>
                    <a:pt x="109" y="100"/>
                    <a:pt x="108" y="101"/>
                  </a:cubicBezTo>
                  <a:cubicBezTo>
                    <a:pt x="108" y="101"/>
                    <a:pt x="109" y="102"/>
                    <a:pt x="108" y="102"/>
                  </a:cubicBezTo>
                  <a:cubicBezTo>
                    <a:pt x="105" y="106"/>
                    <a:pt x="102" y="110"/>
                    <a:pt x="104" y="115"/>
                  </a:cubicBezTo>
                  <a:cubicBezTo>
                    <a:pt x="108" y="112"/>
                    <a:pt x="110" y="107"/>
                    <a:pt x="113" y="103"/>
                  </a:cubicBezTo>
                  <a:cubicBezTo>
                    <a:pt x="118" y="97"/>
                    <a:pt x="125" y="90"/>
                    <a:pt x="129" y="84"/>
                  </a:cubicBezTo>
                  <a:cubicBezTo>
                    <a:pt x="125" y="82"/>
                    <a:pt x="123" y="84"/>
                    <a:pt x="121" y="86"/>
                  </a:cubicBezTo>
                  <a:close/>
                  <a:moveTo>
                    <a:pt x="103" y="85"/>
                  </a:moveTo>
                  <a:cubicBezTo>
                    <a:pt x="103" y="88"/>
                    <a:pt x="102" y="90"/>
                    <a:pt x="104" y="93"/>
                  </a:cubicBezTo>
                  <a:cubicBezTo>
                    <a:pt x="105" y="90"/>
                    <a:pt x="108" y="88"/>
                    <a:pt x="110" y="85"/>
                  </a:cubicBezTo>
                  <a:cubicBezTo>
                    <a:pt x="108" y="84"/>
                    <a:pt x="105" y="84"/>
                    <a:pt x="103" y="85"/>
                  </a:cubicBezTo>
                  <a:close/>
                  <a:moveTo>
                    <a:pt x="133" y="84"/>
                  </a:moveTo>
                  <a:cubicBezTo>
                    <a:pt x="122" y="95"/>
                    <a:pt x="113" y="108"/>
                    <a:pt x="103" y="120"/>
                  </a:cubicBezTo>
                  <a:cubicBezTo>
                    <a:pt x="104" y="123"/>
                    <a:pt x="103" y="124"/>
                    <a:pt x="104" y="127"/>
                  </a:cubicBezTo>
                  <a:cubicBezTo>
                    <a:pt x="110" y="122"/>
                    <a:pt x="113" y="114"/>
                    <a:pt x="119" y="109"/>
                  </a:cubicBezTo>
                  <a:cubicBezTo>
                    <a:pt x="120" y="107"/>
                    <a:pt x="121" y="104"/>
                    <a:pt x="123" y="104"/>
                  </a:cubicBezTo>
                  <a:cubicBezTo>
                    <a:pt x="122" y="103"/>
                    <a:pt x="123" y="104"/>
                    <a:pt x="123" y="102"/>
                  </a:cubicBezTo>
                  <a:cubicBezTo>
                    <a:pt x="127" y="97"/>
                    <a:pt x="133" y="92"/>
                    <a:pt x="135" y="85"/>
                  </a:cubicBezTo>
                  <a:cubicBezTo>
                    <a:pt x="134" y="84"/>
                    <a:pt x="134" y="84"/>
                    <a:pt x="133" y="84"/>
                  </a:cubicBezTo>
                  <a:close/>
                  <a:moveTo>
                    <a:pt x="188" y="100"/>
                  </a:moveTo>
                  <a:cubicBezTo>
                    <a:pt x="187" y="100"/>
                    <a:pt x="188" y="101"/>
                    <a:pt x="187" y="102"/>
                  </a:cubicBezTo>
                  <a:cubicBezTo>
                    <a:pt x="187" y="102"/>
                    <a:pt x="186" y="102"/>
                    <a:pt x="185" y="103"/>
                  </a:cubicBezTo>
                  <a:cubicBezTo>
                    <a:pt x="185" y="104"/>
                    <a:pt x="185" y="105"/>
                    <a:pt x="184" y="105"/>
                  </a:cubicBezTo>
                  <a:cubicBezTo>
                    <a:pt x="184" y="106"/>
                    <a:pt x="183" y="106"/>
                    <a:pt x="183" y="106"/>
                  </a:cubicBezTo>
                  <a:cubicBezTo>
                    <a:pt x="181" y="107"/>
                    <a:pt x="181" y="110"/>
                    <a:pt x="180" y="112"/>
                  </a:cubicBezTo>
                  <a:cubicBezTo>
                    <a:pt x="180" y="112"/>
                    <a:pt x="179" y="112"/>
                    <a:pt x="178" y="112"/>
                  </a:cubicBezTo>
                  <a:cubicBezTo>
                    <a:pt x="178" y="113"/>
                    <a:pt x="178" y="114"/>
                    <a:pt x="177" y="115"/>
                  </a:cubicBezTo>
                  <a:cubicBezTo>
                    <a:pt x="176" y="116"/>
                    <a:pt x="175" y="117"/>
                    <a:pt x="175" y="117"/>
                  </a:cubicBezTo>
                  <a:cubicBezTo>
                    <a:pt x="174" y="118"/>
                    <a:pt x="175" y="119"/>
                    <a:pt x="174" y="120"/>
                  </a:cubicBezTo>
                  <a:cubicBezTo>
                    <a:pt x="174" y="120"/>
                    <a:pt x="173" y="119"/>
                    <a:pt x="173" y="120"/>
                  </a:cubicBezTo>
                  <a:cubicBezTo>
                    <a:pt x="173" y="121"/>
                    <a:pt x="173" y="122"/>
                    <a:pt x="172" y="122"/>
                  </a:cubicBezTo>
                  <a:cubicBezTo>
                    <a:pt x="172" y="123"/>
                    <a:pt x="171" y="121"/>
                    <a:pt x="171" y="123"/>
                  </a:cubicBezTo>
                  <a:cubicBezTo>
                    <a:pt x="171" y="127"/>
                    <a:pt x="165" y="131"/>
                    <a:pt x="166" y="137"/>
                  </a:cubicBezTo>
                  <a:cubicBezTo>
                    <a:pt x="168" y="136"/>
                    <a:pt x="169" y="134"/>
                    <a:pt x="170" y="133"/>
                  </a:cubicBezTo>
                  <a:cubicBezTo>
                    <a:pt x="172" y="129"/>
                    <a:pt x="174" y="126"/>
                    <a:pt x="177" y="123"/>
                  </a:cubicBezTo>
                  <a:cubicBezTo>
                    <a:pt x="181" y="117"/>
                    <a:pt x="185" y="111"/>
                    <a:pt x="190" y="105"/>
                  </a:cubicBezTo>
                  <a:cubicBezTo>
                    <a:pt x="193" y="101"/>
                    <a:pt x="198" y="96"/>
                    <a:pt x="196" y="89"/>
                  </a:cubicBezTo>
                  <a:cubicBezTo>
                    <a:pt x="196" y="89"/>
                    <a:pt x="195" y="89"/>
                    <a:pt x="195" y="89"/>
                  </a:cubicBezTo>
                  <a:cubicBezTo>
                    <a:pt x="194" y="94"/>
                    <a:pt x="190" y="97"/>
                    <a:pt x="188" y="100"/>
                  </a:cubicBezTo>
                  <a:close/>
                  <a:moveTo>
                    <a:pt x="106" y="130"/>
                  </a:moveTo>
                  <a:cubicBezTo>
                    <a:pt x="106" y="131"/>
                    <a:pt x="105" y="131"/>
                    <a:pt x="104" y="132"/>
                  </a:cubicBezTo>
                  <a:cubicBezTo>
                    <a:pt x="104" y="133"/>
                    <a:pt x="103" y="135"/>
                    <a:pt x="104" y="137"/>
                  </a:cubicBezTo>
                  <a:cubicBezTo>
                    <a:pt x="107" y="135"/>
                    <a:pt x="108" y="132"/>
                    <a:pt x="110" y="130"/>
                  </a:cubicBezTo>
                  <a:cubicBezTo>
                    <a:pt x="119" y="120"/>
                    <a:pt x="127" y="110"/>
                    <a:pt x="135" y="99"/>
                  </a:cubicBezTo>
                  <a:cubicBezTo>
                    <a:pt x="134" y="96"/>
                    <a:pt x="136" y="94"/>
                    <a:pt x="134" y="92"/>
                  </a:cubicBezTo>
                  <a:cubicBezTo>
                    <a:pt x="125" y="105"/>
                    <a:pt x="114" y="115"/>
                    <a:pt x="106" y="130"/>
                  </a:cubicBezTo>
                  <a:close/>
                  <a:moveTo>
                    <a:pt x="257" y="95"/>
                  </a:moveTo>
                  <a:cubicBezTo>
                    <a:pt x="251" y="99"/>
                    <a:pt x="248" y="105"/>
                    <a:pt x="242" y="110"/>
                  </a:cubicBezTo>
                  <a:cubicBezTo>
                    <a:pt x="242" y="110"/>
                    <a:pt x="242" y="111"/>
                    <a:pt x="242" y="111"/>
                  </a:cubicBezTo>
                  <a:cubicBezTo>
                    <a:pt x="242" y="111"/>
                    <a:pt x="241" y="112"/>
                    <a:pt x="241" y="112"/>
                  </a:cubicBezTo>
                  <a:cubicBezTo>
                    <a:pt x="239" y="116"/>
                    <a:pt x="236" y="119"/>
                    <a:pt x="233" y="123"/>
                  </a:cubicBezTo>
                  <a:cubicBezTo>
                    <a:pt x="230" y="125"/>
                    <a:pt x="225" y="131"/>
                    <a:pt x="225" y="134"/>
                  </a:cubicBezTo>
                  <a:cubicBezTo>
                    <a:pt x="224" y="139"/>
                    <a:pt x="226" y="145"/>
                    <a:pt x="226" y="150"/>
                  </a:cubicBezTo>
                  <a:cubicBezTo>
                    <a:pt x="236" y="141"/>
                    <a:pt x="243" y="129"/>
                    <a:pt x="253" y="120"/>
                  </a:cubicBezTo>
                  <a:cubicBezTo>
                    <a:pt x="255" y="116"/>
                    <a:pt x="259" y="113"/>
                    <a:pt x="258" y="108"/>
                  </a:cubicBezTo>
                  <a:cubicBezTo>
                    <a:pt x="252" y="111"/>
                    <a:pt x="249" y="118"/>
                    <a:pt x="245" y="121"/>
                  </a:cubicBezTo>
                  <a:cubicBezTo>
                    <a:pt x="245" y="123"/>
                    <a:pt x="243" y="125"/>
                    <a:pt x="242" y="126"/>
                  </a:cubicBezTo>
                  <a:cubicBezTo>
                    <a:pt x="240" y="129"/>
                    <a:pt x="239" y="132"/>
                    <a:pt x="236" y="134"/>
                  </a:cubicBezTo>
                  <a:cubicBezTo>
                    <a:pt x="236" y="135"/>
                    <a:pt x="234" y="138"/>
                    <a:pt x="232" y="139"/>
                  </a:cubicBezTo>
                  <a:cubicBezTo>
                    <a:pt x="230" y="142"/>
                    <a:pt x="230" y="145"/>
                    <a:pt x="227" y="145"/>
                  </a:cubicBezTo>
                  <a:cubicBezTo>
                    <a:pt x="226" y="143"/>
                    <a:pt x="229" y="140"/>
                    <a:pt x="231" y="137"/>
                  </a:cubicBezTo>
                  <a:cubicBezTo>
                    <a:pt x="240" y="126"/>
                    <a:pt x="250" y="113"/>
                    <a:pt x="257" y="102"/>
                  </a:cubicBezTo>
                  <a:cubicBezTo>
                    <a:pt x="257" y="99"/>
                    <a:pt x="258" y="97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lose/>
                  <a:moveTo>
                    <a:pt x="195" y="100"/>
                  </a:moveTo>
                  <a:cubicBezTo>
                    <a:pt x="195" y="101"/>
                    <a:pt x="194" y="102"/>
                    <a:pt x="194" y="103"/>
                  </a:cubicBezTo>
                  <a:cubicBezTo>
                    <a:pt x="189" y="107"/>
                    <a:pt x="186" y="114"/>
                    <a:pt x="181" y="119"/>
                  </a:cubicBezTo>
                  <a:cubicBezTo>
                    <a:pt x="182" y="120"/>
                    <a:pt x="180" y="120"/>
                    <a:pt x="181" y="121"/>
                  </a:cubicBezTo>
                  <a:cubicBezTo>
                    <a:pt x="177" y="125"/>
                    <a:pt x="173" y="130"/>
                    <a:pt x="171" y="135"/>
                  </a:cubicBezTo>
                  <a:cubicBezTo>
                    <a:pt x="168" y="138"/>
                    <a:pt x="165" y="144"/>
                    <a:pt x="168" y="148"/>
                  </a:cubicBezTo>
                  <a:cubicBezTo>
                    <a:pt x="175" y="137"/>
                    <a:pt x="183" y="126"/>
                    <a:pt x="191" y="115"/>
                  </a:cubicBezTo>
                  <a:cubicBezTo>
                    <a:pt x="194" y="110"/>
                    <a:pt x="198" y="106"/>
                    <a:pt x="197" y="100"/>
                  </a:cubicBezTo>
                  <a:cubicBezTo>
                    <a:pt x="196" y="101"/>
                    <a:pt x="196" y="100"/>
                    <a:pt x="195" y="100"/>
                  </a:cubicBezTo>
                  <a:close/>
                  <a:moveTo>
                    <a:pt x="119" y="124"/>
                  </a:moveTo>
                  <a:cubicBezTo>
                    <a:pt x="117" y="126"/>
                    <a:pt x="115" y="128"/>
                    <a:pt x="112" y="131"/>
                  </a:cubicBezTo>
                  <a:cubicBezTo>
                    <a:pt x="111" y="133"/>
                    <a:pt x="110" y="135"/>
                    <a:pt x="108" y="137"/>
                  </a:cubicBezTo>
                  <a:cubicBezTo>
                    <a:pt x="106" y="139"/>
                    <a:pt x="104" y="141"/>
                    <a:pt x="105" y="143"/>
                  </a:cubicBezTo>
                  <a:cubicBezTo>
                    <a:pt x="102" y="146"/>
                    <a:pt x="103" y="153"/>
                    <a:pt x="105" y="157"/>
                  </a:cubicBezTo>
                  <a:cubicBezTo>
                    <a:pt x="106" y="154"/>
                    <a:pt x="109" y="152"/>
                    <a:pt x="111" y="150"/>
                  </a:cubicBezTo>
                  <a:cubicBezTo>
                    <a:pt x="115" y="146"/>
                    <a:pt x="119" y="140"/>
                    <a:pt x="122" y="135"/>
                  </a:cubicBezTo>
                  <a:cubicBezTo>
                    <a:pt x="124" y="134"/>
                    <a:pt x="125" y="131"/>
                    <a:pt x="126" y="130"/>
                  </a:cubicBezTo>
                  <a:cubicBezTo>
                    <a:pt x="126" y="130"/>
                    <a:pt x="127" y="130"/>
                    <a:pt x="128" y="129"/>
                  </a:cubicBezTo>
                  <a:cubicBezTo>
                    <a:pt x="128" y="129"/>
                    <a:pt x="128" y="128"/>
                    <a:pt x="128" y="128"/>
                  </a:cubicBezTo>
                  <a:cubicBezTo>
                    <a:pt x="130" y="124"/>
                    <a:pt x="138" y="119"/>
                    <a:pt x="135" y="116"/>
                  </a:cubicBezTo>
                  <a:cubicBezTo>
                    <a:pt x="126" y="127"/>
                    <a:pt x="117" y="137"/>
                    <a:pt x="109" y="148"/>
                  </a:cubicBezTo>
                  <a:cubicBezTo>
                    <a:pt x="109" y="150"/>
                    <a:pt x="108" y="150"/>
                    <a:pt x="108" y="151"/>
                  </a:cubicBezTo>
                  <a:cubicBezTo>
                    <a:pt x="107" y="151"/>
                    <a:pt x="106" y="152"/>
                    <a:pt x="105" y="152"/>
                  </a:cubicBezTo>
                  <a:cubicBezTo>
                    <a:pt x="104" y="150"/>
                    <a:pt x="107" y="146"/>
                    <a:pt x="109" y="144"/>
                  </a:cubicBezTo>
                  <a:cubicBezTo>
                    <a:pt x="111" y="141"/>
                    <a:pt x="116" y="137"/>
                    <a:pt x="118" y="135"/>
                  </a:cubicBezTo>
                  <a:cubicBezTo>
                    <a:pt x="120" y="130"/>
                    <a:pt x="124" y="127"/>
                    <a:pt x="127" y="123"/>
                  </a:cubicBezTo>
                  <a:cubicBezTo>
                    <a:pt x="129" y="121"/>
                    <a:pt x="130" y="119"/>
                    <a:pt x="131" y="117"/>
                  </a:cubicBezTo>
                  <a:cubicBezTo>
                    <a:pt x="135" y="113"/>
                    <a:pt x="137" y="110"/>
                    <a:pt x="134" y="105"/>
                  </a:cubicBezTo>
                  <a:cubicBezTo>
                    <a:pt x="129" y="110"/>
                    <a:pt x="124" y="118"/>
                    <a:pt x="119" y="124"/>
                  </a:cubicBezTo>
                  <a:close/>
                  <a:moveTo>
                    <a:pt x="167" y="155"/>
                  </a:moveTo>
                  <a:cubicBezTo>
                    <a:pt x="167" y="156"/>
                    <a:pt x="167" y="157"/>
                    <a:pt x="167" y="159"/>
                  </a:cubicBezTo>
                  <a:cubicBezTo>
                    <a:pt x="170" y="158"/>
                    <a:pt x="171" y="154"/>
                    <a:pt x="174" y="152"/>
                  </a:cubicBezTo>
                  <a:cubicBezTo>
                    <a:pt x="178" y="142"/>
                    <a:pt x="186" y="135"/>
                    <a:pt x="191" y="126"/>
                  </a:cubicBezTo>
                  <a:cubicBezTo>
                    <a:pt x="193" y="124"/>
                    <a:pt x="194" y="122"/>
                    <a:pt x="195" y="119"/>
                  </a:cubicBezTo>
                  <a:cubicBezTo>
                    <a:pt x="196" y="118"/>
                    <a:pt x="197" y="119"/>
                    <a:pt x="198" y="117"/>
                  </a:cubicBezTo>
                  <a:cubicBezTo>
                    <a:pt x="197" y="116"/>
                    <a:pt x="198" y="112"/>
                    <a:pt x="197" y="111"/>
                  </a:cubicBezTo>
                  <a:cubicBezTo>
                    <a:pt x="186" y="124"/>
                    <a:pt x="174" y="140"/>
                    <a:pt x="167" y="155"/>
                  </a:cubicBezTo>
                  <a:close/>
                  <a:moveTo>
                    <a:pt x="230" y="153"/>
                  </a:moveTo>
                  <a:cubicBezTo>
                    <a:pt x="236" y="147"/>
                    <a:pt x="243" y="141"/>
                    <a:pt x="248" y="135"/>
                  </a:cubicBezTo>
                  <a:cubicBezTo>
                    <a:pt x="253" y="129"/>
                    <a:pt x="259" y="124"/>
                    <a:pt x="258" y="117"/>
                  </a:cubicBezTo>
                  <a:cubicBezTo>
                    <a:pt x="258" y="117"/>
                    <a:pt x="258" y="117"/>
                    <a:pt x="258" y="117"/>
                  </a:cubicBezTo>
                  <a:cubicBezTo>
                    <a:pt x="254" y="120"/>
                    <a:pt x="252" y="125"/>
                    <a:pt x="247" y="128"/>
                  </a:cubicBezTo>
                  <a:cubicBezTo>
                    <a:pt x="248" y="129"/>
                    <a:pt x="247" y="129"/>
                    <a:pt x="247" y="130"/>
                  </a:cubicBezTo>
                  <a:cubicBezTo>
                    <a:pt x="243" y="132"/>
                    <a:pt x="241" y="137"/>
                    <a:pt x="238" y="138"/>
                  </a:cubicBezTo>
                  <a:cubicBezTo>
                    <a:pt x="238" y="141"/>
                    <a:pt x="237" y="142"/>
                    <a:pt x="235" y="143"/>
                  </a:cubicBezTo>
                  <a:cubicBezTo>
                    <a:pt x="232" y="149"/>
                    <a:pt x="224" y="151"/>
                    <a:pt x="226" y="159"/>
                  </a:cubicBezTo>
                  <a:cubicBezTo>
                    <a:pt x="229" y="158"/>
                    <a:pt x="229" y="156"/>
                    <a:pt x="230" y="153"/>
                  </a:cubicBezTo>
                  <a:close/>
                  <a:moveTo>
                    <a:pt x="194" y="125"/>
                  </a:moveTo>
                  <a:cubicBezTo>
                    <a:pt x="194" y="126"/>
                    <a:pt x="193" y="126"/>
                    <a:pt x="193" y="127"/>
                  </a:cubicBezTo>
                  <a:cubicBezTo>
                    <a:pt x="186" y="135"/>
                    <a:pt x="180" y="145"/>
                    <a:pt x="173" y="154"/>
                  </a:cubicBezTo>
                  <a:cubicBezTo>
                    <a:pt x="173" y="156"/>
                    <a:pt x="172" y="157"/>
                    <a:pt x="170" y="158"/>
                  </a:cubicBezTo>
                  <a:cubicBezTo>
                    <a:pt x="170" y="162"/>
                    <a:pt x="167" y="164"/>
                    <a:pt x="167" y="170"/>
                  </a:cubicBezTo>
                  <a:cubicBezTo>
                    <a:pt x="179" y="158"/>
                    <a:pt x="188" y="144"/>
                    <a:pt x="198" y="130"/>
                  </a:cubicBezTo>
                  <a:cubicBezTo>
                    <a:pt x="197" y="128"/>
                    <a:pt x="198" y="123"/>
                    <a:pt x="197" y="122"/>
                  </a:cubicBezTo>
                  <a:cubicBezTo>
                    <a:pt x="196" y="123"/>
                    <a:pt x="195" y="125"/>
                    <a:pt x="194" y="125"/>
                  </a:cubicBezTo>
                  <a:close/>
                  <a:moveTo>
                    <a:pt x="135" y="123"/>
                  </a:moveTo>
                  <a:cubicBezTo>
                    <a:pt x="127" y="130"/>
                    <a:pt x="123" y="140"/>
                    <a:pt x="115" y="147"/>
                  </a:cubicBezTo>
                  <a:cubicBezTo>
                    <a:pt x="113" y="152"/>
                    <a:pt x="108" y="154"/>
                    <a:pt x="107" y="160"/>
                  </a:cubicBezTo>
                  <a:cubicBezTo>
                    <a:pt x="106" y="160"/>
                    <a:pt x="105" y="160"/>
                    <a:pt x="104" y="161"/>
                  </a:cubicBezTo>
                  <a:cubicBezTo>
                    <a:pt x="104" y="163"/>
                    <a:pt x="104" y="164"/>
                    <a:pt x="104" y="167"/>
                  </a:cubicBezTo>
                  <a:cubicBezTo>
                    <a:pt x="108" y="164"/>
                    <a:pt x="109" y="159"/>
                    <a:pt x="114" y="156"/>
                  </a:cubicBezTo>
                  <a:cubicBezTo>
                    <a:pt x="118" y="149"/>
                    <a:pt x="124" y="144"/>
                    <a:pt x="129" y="137"/>
                  </a:cubicBezTo>
                  <a:cubicBezTo>
                    <a:pt x="132" y="133"/>
                    <a:pt x="136" y="128"/>
                    <a:pt x="136" y="124"/>
                  </a:cubicBezTo>
                  <a:cubicBezTo>
                    <a:pt x="136" y="123"/>
                    <a:pt x="136" y="123"/>
                    <a:pt x="135" y="123"/>
                  </a:cubicBezTo>
                  <a:close/>
                  <a:moveTo>
                    <a:pt x="258" y="127"/>
                  </a:moveTo>
                  <a:cubicBezTo>
                    <a:pt x="253" y="130"/>
                    <a:pt x="251" y="136"/>
                    <a:pt x="246" y="138"/>
                  </a:cubicBezTo>
                  <a:cubicBezTo>
                    <a:pt x="246" y="141"/>
                    <a:pt x="243" y="142"/>
                    <a:pt x="242" y="145"/>
                  </a:cubicBezTo>
                  <a:cubicBezTo>
                    <a:pt x="241" y="145"/>
                    <a:pt x="240" y="146"/>
                    <a:pt x="239" y="146"/>
                  </a:cubicBezTo>
                  <a:cubicBezTo>
                    <a:pt x="239" y="147"/>
                    <a:pt x="238" y="147"/>
                    <a:pt x="239" y="148"/>
                  </a:cubicBezTo>
                  <a:cubicBezTo>
                    <a:pt x="234" y="152"/>
                    <a:pt x="231" y="158"/>
                    <a:pt x="226" y="163"/>
                  </a:cubicBezTo>
                  <a:cubicBezTo>
                    <a:pt x="226" y="165"/>
                    <a:pt x="225" y="167"/>
                    <a:pt x="226" y="168"/>
                  </a:cubicBezTo>
                  <a:cubicBezTo>
                    <a:pt x="237" y="156"/>
                    <a:pt x="248" y="144"/>
                    <a:pt x="258" y="132"/>
                  </a:cubicBezTo>
                  <a:cubicBezTo>
                    <a:pt x="259" y="130"/>
                    <a:pt x="259" y="129"/>
                    <a:pt x="259" y="126"/>
                  </a:cubicBezTo>
                  <a:cubicBezTo>
                    <a:pt x="259" y="126"/>
                    <a:pt x="258" y="126"/>
                    <a:pt x="258" y="126"/>
                  </a:cubicBezTo>
                  <a:cubicBezTo>
                    <a:pt x="258" y="126"/>
                    <a:pt x="258" y="127"/>
                    <a:pt x="258" y="127"/>
                  </a:cubicBezTo>
                  <a:close/>
                  <a:moveTo>
                    <a:pt x="135" y="132"/>
                  </a:moveTo>
                  <a:cubicBezTo>
                    <a:pt x="127" y="143"/>
                    <a:pt x="119" y="154"/>
                    <a:pt x="109" y="163"/>
                  </a:cubicBezTo>
                  <a:cubicBezTo>
                    <a:pt x="110" y="165"/>
                    <a:pt x="106" y="167"/>
                    <a:pt x="107" y="169"/>
                  </a:cubicBezTo>
                  <a:cubicBezTo>
                    <a:pt x="106" y="170"/>
                    <a:pt x="105" y="170"/>
                    <a:pt x="104" y="172"/>
                  </a:cubicBezTo>
                  <a:cubicBezTo>
                    <a:pt x="105" y="172"/>
                    <a:pt x="104" y="175"/>
                    <a:pt x="105" y="176"/>
                  </a:cubicBezTo>
                  <a:cubicBezTo>
                    <a:pt x="107" y="176"/>
                    <a:pt x="109" y="175"/>
                    <a:pt x="109" y="172"/>
                  </a:cubicBezTo>
                  <a:cubicBezTo>
                    <a:pt x="112" y="171"/>
                    <a:pt x="113" y="168"/>
                    <a:pt x="115" y="166"/>
                  </a:cubicBezTo>
                  <a:cubicBezTo>
                    <a:pt x="116" y="163"/>
                    <a:pt x="119" y="161"/>
                    <a:pt x="121" y="158"/>
                  </a:cubicBezTo>
                  <a:cubicBezTo>
                    <a:pt x="127" y="151"/>
                    <a:pt x="132" y="144"/>
                    <a:pt x="137" y="137"/>
                  </a:cubicBezTo>
                  <a:cubicBezTo>
                    <a:pt x="137" y="135"/>
                    <a:pt x="137" y="134"/>
                    <a:pt x="137" y="132"/>
                  </a:cubicBezTo>
                  <a:cubicBezTo>
                    <a:pt x="136" y="132"/>
                    <a:pt x="136" y="132"/>
                    <a:pt x="135" y="132"/>
                  </a:cubicBezTo>
                  <a:close/>
                  <a:moveTo>
                    <a:pt x="238" y="157"/>
                  </a:moveTo>
                  <a:cubicBezTo>
                    <a:pt x="238" y="157"/>
                    <a:pt x="238" y="158"/>
                    <a:pt x="238" y="158"/>
                  </a:cubicBezTo>
                  <a:cubicBezTo>
                    <a:pt x="237" y="159"/>
                    <a:pt x="237" y="160"/>
                    <a:pt x="235" y="160"/>
                  </a:cubicBezTo>
                  <a:cubicBezTo>
                    <a:pt x="233" y="165"/>
                    <a:pt x="228" y="168"/>
                    <a:pt x="226" y="174"/>
                  </a:cubicBezTo>
                  <a:cubicBezTo>
                    <a:pt x="228" y="174"/>
                    <a:pt x="226" y="177"/>
                    <a:pt x="227" y="178"/>
                  </a:cubicBezTo>
                  <a:cubicBezTo>
                    <a:pt x="237" y="165"/>
                    <a:pt x="250" y="153"/>
                    <a:pt x="259" y="140"/>
                  </a:cubicBezTo>
                  <a:cubicBezTo>
                    <a:pt x="259" y="138"/>
                    <a:pt x="259" y="136"/>
                    <a:pt x="259" y="135"/>
                  </a:cubicBezTo>
                  <a:cubicBezTo>
                    <a:pt x="251" y="142"/>
                    <a:pt x="246" y="150"/>
                    <a:pt x="238" y="157"/>
                  </a:cubicBezTo>
                  <a:close/>
                  <a:moveTo>
                    <a:pt x="183" y="154"/>
                  </a:moveTo>
                  <a:cubicBezTo>
                    <a:pt x="181" y="155"/>
                    <a:pt x="181" y="159"/>
                    <a:pt x="178" y="159"/>
                  </a:cubicBezTo>
                  <a:cubicBezTo>
                    <a:pt x="176" y="164"/>
                    <a:pt x="172" y="166"/>
                    <a:pt x="169" y="171"/>
                  </a:cubicBezTo>
                  <a:cubicBezTo>
                    <a:pt x="170" y="174"/>
                    <a:pt x="167" y="175"/>
                    <a:pt x="167" y="179"/>
                  </a:cubicBezTo>
                  <a:cubicBezTo>
                    <a:pt x="171" y="175"/>
                    <a:pt x="175" y="171"/>
                    <a:pt x="178" y="167"/>
                  </a:cubicBezTo>
                  <a:cubicBezTo>
                    <a:pt x="183" y="161"/>
                    <a:pt x="188" y="154"/>
                    <a:pt x="193" y="148"/>
                  </a:cubicBezTo>
                  <a:cubicBezTo>
                    <a:pt x="196" y="144"/>
                    <a:pt x="200" y="141"/>
                    <a:pt x="197" y="136"/>
                  </a:cubicBezTo>
                  <a:cubicBezTo>
                    <a:pt x="192" y="141"/>
                    <a:pt x="187" y="147"/>
                    <a:pt x="183" y="154"/>
                  </a:cubicBezTo>
                  <a:close/>
                  <a:moveTo>
                    <a:pt x="59" y="136"/>
                  </a:moveTo>
                  <a:cubicBezTo>
                    <a:pt x="52" y="142"/>
                    <a:pt x="47" y="149"/>
                    <a:pt x="41" y="156"/>
                  </a:cubicBezTo>
                  <a:cubicBezTo>
                    <a:pt x="42" y="159"/>
                    <a:pt x="40" y="161"/>
                    <a:pt x="41" y="163"/>
                  </a:cubicBezTo>
                  <a:cubicBezTo>
                    <a:pt x="48" y="154"/>
                    <a:pt x="55" y="145"/>
                    <a:pt x="63" y="136"/>
                  </a:cubicBezTo>
                  <a:cubicBezTo>
                    <a:pt x="62" y="136"/>
                    <a:pt x="60" y="137"/>
                    <a:pt x="59" y="136"/>
                  </a:cubicBezTo>
                  <a:close/>
                  <a:moveTo>
                    <a:pt x="40" y="148"/>
                  </a:moveTo>
                  <a:cubicBezTo>
                    <a:pt x="41" y="149"/>
                    <a:pt x="41" y="151"/>
                    <a:pt x="41" y="152"/>
                  </a:cubicBezTo>
                  <a:cubicBezTo>
                    <a:pt x="46" y="147"/>
                    <a:pt x="50" y="142"/>
                    <a:pt x="54" y="137"/>
                  </a:cubicBezTo>
                  <a:cubicBezTo>
                    <a:pt x="52" y="137"/>
                    <a:pt x="51" y="136"/>
                    <a:pt x="50" y="137"/>
                  </a:cubicBezTo>
                  <a:cubicBezTo>
                    <a:pt x="47" y="140"/>
                    <a:pt x="43" y="144"/>
                    <a:pt x="40" y="148"/>
                  </a:cubicBezTo>
                  <a:close/>
                  <a:moveTo>
                    <a:pt x="66" y="137"/>
                  </a:moveTo>
                  <a:cubicBezTo>
                    <a:pt x="62" y="140"/>
                    <a:pt x="60" y="144"/>
                    <a:pt x="56" y="148"/>
                  </a:cubicBezTo>
                  <a:cubicBezTo>
                    <a:pt x="54" y="151"/>
                    <a:pt x="51" y="153"/>
                    <a:pt x="50" y="155"/>
                  </a:cubicBezTo>
                  <a:cubicBezTo>
                    <a:pt x="48" y="157"/>
                    <a:pt x="47" y="159"/>
                    <a:pt x="46" y="162"/>
                  </a:cubicBezTo>
                  <a:cubicBezTo>
                    <a:pt x="43" y="165"/>
                    <a:pt x="40" y="167"/>
                    <a:pt x="41" y="172"/>
                  </a:cubicBezTo>
                  <a:cubicBezTo>
                    <a:pt x="48" y="166"/>
                    <a:pt x="52" y="159"/>
                    <a:pt x="58" y="153"/>
                  </a:cubicBezTo>
                  <a:cubicBezTo>
                    <a:pt x="61" y="149"/>
                    <a:pt x="64" y="146"/>
                    <a:pt x="68" y="142"/>
                  </a:cubicBezTo>
                  <a:cubicBezTo>
                    <a:pt x="68" y="139"/>
                    <a:pt x="71" y="139"/>
                    <a:pt x="70" y="136"/>
                  </a:cubicBezTo>
                  <a:cubicBezTo>
                    <a:pt x="69" y="136"/>
                    <a:pt x="68" y="137"/>
                    <a:pt x="66" y="137"/>
                  </a:cubicBezTo>
                  <a:close/>
                  <a:moveTo>
                    <a:pt x="39" y="137"/>
                  </a:moveTo>
                  <a:cubicBezTo>
                    <a:pt x="39" y="139"/>
                    <a:pt x="40" y="142"/>
                    <a:pt x="41" y="144"/>
                  </a:cubicBezTo>
                  <a:cubicBezTo>
                    <a:pt x="42" y="142"/>
                    <a:pt x="45" y="140"/>
                    <a:pt x="46" y="137"/>
                  </a:cubicBezTo>
                  <a:cubicBezTo>
                    <a:pt x="44" y="136"/>
                    <a:pt x="41" y="137"/>
                    <a:pt x="39" y="137"/>
                  </a:cubicBezTo>
                  <a:close/>
                  <a:moveTo>
                    <a:pt x="71" y="141"/>
                  </a:moveTo>
                  <a:cubicBezTo>
                    <a:pt x="67" y="145"/>
                    <a:pt x="64" y="150"/>
                    <a:pt x="60" y="153"/>
                  </a:cubicBezTo>
                  <a:cubicBezTo>
                    <a:pt x="55" y="162"/>
                    <a:pt x="48" y="166"/>
                    <a:pt x="44" y="175"/>
                  </a:cubicBezTo>
                  <a:cubicBezTo>
                    <a:pt x="43" y="176"/>
                    <a:pt x="42" y="176"/>
                    <a:pt x="41" y="176"/>
                  </a:cubicBezTo>
                  <a:cubicBezTo>
                    <a:pt x="42" y="179"/>
                    <a:pt x="41" y="180"/>
                    <a:pt x="42" y="182"/>
                  </a:cubicBezTo>
                  <a:cubicBezTo>
                    <a:pt x="44" y="180"/>
                    <a:pt x="47" y="178"/>
                    <a:pt x="48" y="174"/>
                  </a:cubicBezTo>
                  <a:cubicBezTo>
                    <a:pt x="54" y="171"/>
                    <a:pt x="56" y="164"/>
                    <a:pt x="61" y="161"/>
                  </a:cubicBezTo>
                  <a:cubicBezTo>
                    <a:pt x="63" y="156"/>
                    <a:pt x="68" y="154"/>
                    <a:pt x="69" y="149"/>
                  </a:cubicBezTo>
                  <a:cubicBezTo>
                    <a:pt x="70" y="149"/>
                    <a:pt x="71" y="148"/>
                    <a:pt x="72" y="148"/>
                  </a:cubicBezTo>
                  <a:cubicBezTo>
                    <a:pt x="73" y="146"/>
                    <a:pt x="72" y="143"/>
                    <a:pt x="72" y="141"/>
                  </a:cubicBezTo>
                  <a:cubicBezTo>
                    <a:pt x="71" y="141"/>
                    <a:pt x="71" y="141"/>
                    <a:pt x="71" y="141"/>
                  </a:cubicBezTo>
                  <a:close/>
                  <a:moveTo>
                    <a:pt x="110" y="183"/>
                  </a:moveTo>
                  <a:cubicBezTo>
                    <a:pt x="112" y="179"/>
                    <a:pt x="115" y="176"/>
                    <a:pt x="118" y="172"/>
                  </a:cubicBezTo>
                  <a:cubicBezTo>
                    <a:pt x="122" y="167"/>
                    <a:pt x="127" y="161"/>
                    <a:pt x="131" y="156"/>
                  </a:cubicBezTo>
                  <a:cubicBezTo>
                    <a:pt x="132" y="154"/>
                    <a:pt x="133" y="152"/>
                    <a:pt x="134" y="151"/>
                  </a:cubicBezTo>
                  <a:cubicBezTo>
                    <a:pt x="136" y="148"/>
                    <a:pt x="139" y="145"/>
                    <a:pt x="136" y="143"/>
                  </a:cubicBezTo>
                  <a:cubicBezTo>
                    <a:pt x="136" y="144"/>
                    <a:pt x="134" y="144"/>
                    <a:pt x="133" y="145"/>
                  </a:cubicBezTo>
                  <a:cubicBezTo>
                    <a:pt x="128" y="155"/>
                    <a:pt x="119" y="161"/>
                    <a:pt x="115" y="171"/>
                  </a:cubicBezTo>
                  <a:cubicBezTo>
                    <a:pt x="111" y="173"/>
                    <a:pt x="109" y="178"/>
                    <a:pt x="106" y="180"/>
                  </a:cubicBezTo>
                  <a:cubicBezTo>
                    <a:pt x="106" y="182"/>
                    <a:pt x="105" y="186"/>
                    <a:pt x="106" y="188"/>
                  </a:cubicBezTo>
                  <a:cubicBezTo>
                    <a:pt x="107" y="186"/>
                    <a:pt x="108" y="184"/>
                    <a:pt x="110" y="183"/>
                  </a:cubicBezTo>
                  <a:close/>
                  <a:moveTo>
                    <a:pt x="189" y="157"/>
                  </a:moveTo>
                  <a:cubicBezTo>
                    <a:pt x="184" y="161"/>
                    <a:pt x="180" y="166"/>
                    <a:pt x="177" y="172"/>
                  </a:cubicBezTo>
                  <a:cubicBezTo>
                    <a:pt x="173" y="173"/>
                    <a:pt x="171" y="177"/>
                    <a:pt x="170" y="180"/>
                  </a:cubicBezTo>
                  <a:cubicBezTo>
                    <a:pt x="169" y="180"/>
                    <a:pt x="169" y="180"/>
                    <a:pt x="168" y="181"/>
                  </a:cubicBezTo>
                  <a:cubicBezTo>
                    <a:pt x="167" y="184"/>
                    <a:pt x="167" y="186"/>
                    <a:pt x="167" y="189"/>
                  </a:cubicBezTo>
                  <a:cubicBezTo>
                    <a:pt x="175" y="183"/>
                    <a:pt x="179" y="174"/>
                    <a:pt x="185" y="167"/>
                  </a:cubicBezTo>
                  <a:cubicBezTo>
                    <a:pt x="190" y="162"/>
                    <a:pt x="193" y="155"/>
                    <a:pt x="198" y="150"/>
                  </a:cubicBezTo>
                  <a:cubicBezTo>
                    <a:pt x="197" y="149"/>
                    <a:pt x="198" y="147"/>
                    <a:pt x="198" y="146"/>
                  </a:cubicBezTo>
                  <a:cubicBezTo>
                    <a:pt x="198" y="145"/>
                    <a:pt x="198" y="145"/>
                    <a:pt x="197" y="145"/>
                  </a:cubicBezTo>
                  <a:cubicBezTo>
                    <a:pt x="194" y="149"/>
                    <a:pt x="191" y="152"/>
                    <a:pt x="189" y="157"/>
                  </a:cubicBezTo>
                  <a:close/>
                  <a:moveTo>
                    <a:pt x="227" y="183"/>
                  </a:moveTo>
                  <a:cubicBezTo>
                    <a:pt x="227" y="187"/>
                    <a:pt x="227" y="188"/>
                    <a:pt x="227" y="191"/>
                  </a:cubicBezTo>
                  <a:cubicBezTo>
                    <a:pt x="228" y="191"/>
                    <a:pt x="229" y="189"/>
                    <a:pt x="229" y="187"/>
                  </a:cubicBezTo>
                  <a:cubicBezTo>
                    <a:pt x="233" y="185"/>
                    <a:pt x="236" y="179"/>
                    <a:pt x="239" y="178"/>
                  </a:cubicBezTo>
                  <a:cubicBezTo>
                    <a:pt x="238" y="175"/>
                    <a:pt x="240" y="175"/>
                    <a:pt x="241" y="174"/>
                  </a:cubicBezTo>
                  <a:cubicBezTo>
                    <a:pt x="244" y="171"/>
                    <a:pt x="248" y="165"/>
                    <a:pt x="251" y="162"/>
                  </a:cubicBezTo>
                  <a:cubicBezTo>
                    <a:pt x="254" y="158"/>
                    <a:pt x="262" y="153"/>
                    <a:pt x="259" y="146"/>
                  </a:cubicBezTo>
                  <a:cubicBezTo>
                    <a:pt x="246" y="157"/>
                    <a:pt x="237" y="170"/>
                    <a:pt x="227" y="183"/>
                  </a:cubicBezTo>
                  <a:close/>
                  <a:moveTo>
                    <a:pt x="41" y="187"/>
                  </a:moveTo>
                  <a:cubicBezTo>
                    <a:pt x="42" y="189"/>
                    <a:pt x="42" y="189"/>
                    <a:pt x="41" y="191"/>
                  </a:cubicBezTo>
                  <a:cubicBezTo>
                    <a:pt x="44" y="191"/>
                    <a:pt x="43" y="188"/>
                    <a:pt x="45" y="188"/>
                  </a:cubicBezTo>
                  <a:cubicBezTo>
                    <a:pt x="52" y="177"/>
                    <a:pt x="62" y="169"/>
                    <a:pt x="70" y="159"/>
                  </a:cubicBezTo>
                  <a:cubicBezTo>
                    <a:pt x="70" y="157"/>
                    <a:pt x="71" y="156"/>
                    <a:pt x="72" y="155"/>
                  </a:cubicBezTo>
                  <a:cubicBezTo>
                    <a:pt x="72" y="154"/>
                    <a:pt x="73" y="151"/>
                    <a:pt x="71" y="151"/>
                  </a:cubicBezTo>
                  <a:cubicBezTo>
                    <a:pt x="61" y="163"/>
                    <a:pt x="51" y="175"/>
                    <a:pt x="41" y="187"/>
                  </a:cubicBezTo>
                  <a:close/>
                  <a:moveTo>
                    <a:pt x="130" y="159"/>
                  </a:moveTo>
                  <a:cubicBezTo>
                    <a:pt x="128" y="164"/>
                    <a:pt x="123" y="166"/>
                    <a:pt x="122" y="171"/>
                  </a:cubicBezTo>
                  <a:cubicBezTo>
                    <a:pt x="117" y="175"/>
                    <a:pt x="115" y="182"/>
                    <a:pt x="109" y="186"/>
                  </a:cubicBezTo>
                  <a:cubicBezTo>
                    <a:pt x="109" y="189"/>
                    <a:pt x="108" y="191"/>
                    <a:pt x="105" y="192"/>
                  </a:cubicBezTo>
                  <a:cubicBezTo>
                    <a:pt x="106" y="194"/>
                    <a:pt x="106" y="195"/>
                    <a:pt x="106" y="196"/>
                  </a:cubicBezTo>
                  <a:cubicBezTo>
                    <a:pt x="109" y="196"/>
                    <a:pt x="110" y="193"/>
                    <a:pt x="111" y="191"/>
                  </a:cubicBezTo>
                  <a:cubicBezTo>
                    <a:pt x="115" y="187"/>
                    <a:pt x="118" y="182"/>
                    <a:pt x="122" y="178"/>
                  </a:cubicBezTo>
                  <a:cubicBezTo>
                    <a:pt x="124" y="174"/>
                    <a:pt x="127" y="170"/>
                    <a:pt x="130" y="167"/>
                  </a:cubicBezTo>
                  <a:cubicBezTo>
                    <a:pt x="134" y="163"/>
                    <a:pt x="138" y="159"/>
                    <a:pt x="137" y="153"/>
                  </a:cubicBezTo>
                  <a:cubicBezTo>
                    <a:pt x="136" y="153"/>
                    <a:pt x="136" y="152"/>
                    <a:pt x="136" y="152"/>
                  </a:cubicBezTo>
                  <a:cubicBezTo>
                    <a:pt x="134" y="155"/>
                    <a:pt x="133" y="158"/>
                    <a:pt x="130" y="159"/>
                  </a:cubicBezTo>
                  <a:close/>
                  <a:moveTo>
                    <a:pt x="188" y="167"/>
                  </a:moveTo>
                  <a:cubicBezTo>
                    <a:pt x="186" y="168"/>
                    <a:pt x="185" y="168"/>
                    <a:pt x="185" y="170"/>
                  </a:cubicBezTo>
                  <a:cubicBezTo>
                    <a:pt x="184" y="170"/>
                    <a:pt x="184" y="171"/>
                    <a:pt x="183" y="171"/>
                  </a:cubicBezTo>
                  <a:cubicBezTo>
                    <a:pt x="180" y="177"/>
                    <a:pt x="176" y="183"/>
                    <a:pt x="172" y="189"/>
                  </a:cubicBezTo>
                  <a:cubicBezTo>
                    <a:pt x="171" y="189"/>
                    <a:pt x="171" y="189"/>
                    <a:pt x="170" y="189"/>
                  </a:cubicBezTo>
                  <a:cubicBezTo>
                    <a:pt x="169" y="192"/>
                    <a:pt x="166" y="194"/>
                    <a:pt x="167" y="200"/>
                  </a:cubicBezTo>
                  <a:cubicBezTo>
                    <a:pt x="170" y="200"/>
                    <a:pt x="170" y="196"/>
                    <a:pt x="172" y="196"/>
                  </a:cubicBezTo>
                  <a:cubicBezTo>
                    <a:pt x="180" y="185"/>
                    <a:pt x="188" y="174"/>
                    <a:pt x="196" y="163"/>
                  </a:cubicBezTo>
                  <a:cubicBezTo>
                    <a:pt x="196" y="163"/>
                    <a:pt x="197" y="163"/>
                    <a:pt x="198" y="163"/>
                  </a:cubicBezTo>
                  <a:cubicBezTo>
                    <a:pt x="198" y="159"/>
                    <a:pt x="199" y="157"/>
                    <a:pt x="198" y="155"/>
                  </a:cubicBezTo>
                  <a:cubicBezTo>
                    <a:pt x="194" y="158"/>
                    <a:pt x="190" y="162"/>
                    <a:pt x="188" y="167"/>
                  </a:cubicBezTo>
                  <a:close/>
                  <a:moveTo>
                    <a:pt x="250" y="165"/>
                  </a:moveTo>
                  <a:cubicBezTo>
                    <a:pt x="249" y="167"/>
                    <a:pt x="246" y="169"/>
                    <a:pt x="245" y="171"/>
                  </a:cubicBezTo>
                  <a:cubicBezTo>
                    <a:pt x="241" y="175"/>
                    <a:pt x="239" y="179"/>
                    <a:pt x="236" y="183"/>
                  </a:cubicBezTo>
                  <a:cubicBezTo>
                    <a:pt x="233" y="186"/>
                    <a:pt x="230" y="189"/>
                    <a:pt x="229" y="194"/>
                  </a:cubicBezTo>
                  <a:cubicBezTo>
                    <a:pt x="229" y="194"/>
                    <a:pt x="228" y="195"/>
                    <a:pt x="227" y="195"/>
                  </a:cubicBezTo>
                  <a:cubicBezTo>
                    <a:pt x="228" y="197"/>
                    <a:pt x="227" y="199"/>
                    <a:pt x="228" y="201"/>
                  </a:cubicBezTo>
                  <a:cubicBezTo>
                    <a:pt x="239" y="189"/>
                    <a:pt x="249" y="174"/>
                    <a:pt x="260" y="162"/>
                  </a:cubicBezTo>
                  <a:cubicBezTo>
                    <a:pt x="260" y="160"/>
                    <a:pt x="261" y="157"/>
                    <a:pt x="259" y="156"/>
                  </a:cubicBezTo>
                  <a:cubicBezTo>
                    <a:pt x="257" y="159"/>
                    <a:pt x="254" y="163"/>
                    <a:pt x="250" y="165"/>
                  </a:cubicBezTo>
                  <a:close/>
                  <a:moveTo>
                    <a:pt x="45" y="193"/>
                  </a:moveTo>
                  <a:cubicBezTo>
                    <a:pt x="45" y="193"/>
                    <a:pt x="43" y="193"/>
                    <a:pt x="43" y="194"/>
                  </a:cubicBezTo>
                  <a:cubicBezTo>
                    <a:pt x="43" y="194"/>
                    <a:pt x="43" y="196"/>
                    <a:pt x="41" y="196"/>
                  </a:cubicBezTo>
                  <a:cubicBezTo>
                    <a:pt x="42" y="198"/>
                    <a:pt x="41" y="200"/>
                    <a:pt x="42" y="201"/>
                  </a:cubicBezTo>
                  <a:cubicBezTo>
                    <a:pt x="52" y="189"/>
                    <a:pt x="63" y="178"/>
                    <a:pt x="72" y="166"/>
                  </a:cubicBezTo>
                  <a:cubicBezTo>
                    <a:pt x="72" y="163"/>
                    <a:pt x="72" y="161"/>
                    <a:pt x="72" y="160"/>
                  </a:cubicBezTo>
                  <a:cubicBezTo>
                    <a:pt x="63" y="171"/>
                    <a:pt x="52" y="180"/>
                    <a:pt x="45" y="193"/>
                  </a:cubicBezTo>
                  <a:close/>
                  <a:moveTo>
                    <a:pt x="136" y="163"/>
                  </a:moveTo>
                  <a:cubicBezTo>
                    <a:pt x="134" y="166"/>
                    <a:pt x="132" y="168"/>
                    <a:pt x="129" y="170"/>
                  </a:cubicBezTo>
                  <a:cubicBezTo>
                    <a:pt x="129" y="172"/>
                    <a:pt x="128" y="173"/>
                    <a:pt x="127" y="173"/>
                  </a:cubicBezTo>
                  <a:cubicBezTo>
                    <a:pt x="126" y="176"/>
                    <a:pt x="124" y="177"/>
                    <a:pt x="122" y="179"/>
                  </a:cubicBezTo>
                  <a:cubicBezTo>
                    <a:pt x="120" y="185"/>
                    <a:pt x="113" y="190"/>
                    <a:pt x="110" y="197"/>
                  </a:cubicBezTo>
                  <a:cubicBezTo>
                    <a:pt x="108" y="198"/>
                    <a:pt x="106" y="201"/>
                    <a:pt x="107" y="203"/>
                  </a:cubicBezTo>
                  <a:cubicBezTo>
                    <a:pt x="109" y="202"/>
                    <a:pt x="110" y="200"/>
                    <a:pt x="111" y="198"/>
                  </a:cubicBezTo>
                  <a:cubicBezTo>
                    <a:pt x="121" y="188"/>
                    <a:pt x="128" y="177"/>
                    <a:pt x="137" y="168"/>
                  </a:cubicBezTo>
                  <a:cubicBezTo>
                    <a:pt x="137" y="166"/>
                    <a:pt x="138" y="164"/>
                    <a:pt x="136" y="163"/>
                  </a:cubicBezTo>
                  <a:close/>
                  <a:moveTo>
                    <a:pt x="188" y="177"/>
                  </a:moveTo>
                  <a:cubicBezTo>
                    <a:pt x="188" y="178"/>
                    <a:pt x="187" y="178"/>
                    <a:pt x="187" y="179"/>
                  </a:cubicBezTo>
                  <a:cubicBezTo>
                    <a:pt x="185" y="179"/>
                    <a:pt x="186" y="181"/>
                    <a:pt x="185" y="182"/>
                  </a:cubicBezTo>
                  <a:cubicBezTo>
                    <a:pt x="184" y="183"/>
                    <a:pt x="183" y="183"/>
                    <a:pt x="182" y="184"/>
                  </a:cubicBezTo>
                  <a:cubicBezTo>
                    <a:pt x="182" y="185"/>
                    <a:pt x="182" y="186"/>
                    <a:pt x="182" y="186"/>
                  </a:cubicBezTo>
                  <a:cubicBezTo>
                    <a:pt x="181" y="187"/>
                    <a:pt x="179" y="188"/>
                    <a:pt x="179" y="189"/>
                  </a:cubicBezTo>
                  <a:cubicBezTo>
                    <a:pt x="179" y="189"/>
                    <a:pt x="179" y="190"/>
                    <a:pt x="179" y="190"/>
                  </a:cubicBezTo>
                  <a:cubicBezTo>
                    <a:pt x="178" y="191"/>
                    <a:pt x="177" y="191"/>
                    <a:pt x="177" y="192"/>
                  </a:cubicBezTo>
                  <a:cubicBezTo>
                    <a:pt x="176" y="192"/>
                    <a:pt x="177" y="193"/>
                    <a:pt x="177" y="193"/>
                  </a:cubicBezTo>
                  <a:cubicBezTo>
                    <a:pt x="176" y="193"/>
                    <a:pt x="175" y="193"/>
                    <a:pt x="175" y="194"/>
                  </a:cubicBezTo>
                  <a:cubicBezTo>
                    <a:pt x="174" y="195"/>
                    <a:pt x="174" y="196"/>
                    <a:pt x="174" y="197"/>
                  </a:cubicBezTo>
                  <a:cubicBezTo>
                    <a:pt x="170" y="202"/>
                    <a:pt x="165" y="205"/>
                    <a:pt x="168" y="211"/>
                  </a:cubicBezTo>
                  <a:cubicBezTo>
                    <a:pt x="174" y="206"/>
                    <a:pt x="178" y="197"/>
                    <a:pt x="184" y="191"/>
                  </a:cubicBezTo>
                  <a:cubicBezTo>
                    <a:pt x="184" y="190"/>
                    <a:pt x="186" y="190"/>
                    <a:pt x="186" y="189"/>
                  </a:cubicBezTo>
                  <a:cubicBezTo>
                    <a:pt x="186" y="189"/>
                    <a:pt x="186" y="188"/>
                    <a:pt x="186" y="187"/>
                  </a:cubicBezTo>
                  <a:cubicBezTo>
                    <a:pt x="190" y="181"/>
                    <a:pt x="200" y="176"/>
                    <a:pt x="199" y="166"/>
                  </a:cubicBezTo>
                  <a:cubicBezTo>
                    <a:pt x="198" y="166"/>
                    <a:pt x="198" y="166"/>
                    <a:pt x="198" y="166"/>
                  </a:cubicBezTo>
                  <a:cubicBezTo>
                    <a:pt x="194" y="169"/>
                    <a:pt x="192" y="174"/>
                    <a:pt x="188" y="177"/>
                  </a:cubicBezTo>
                  <a:close/>
                  <a:moveTo>
                    <a:pt x="246" y="182"/>
                  </a:moveTo>
                  <a:cubicBezTo>
                    <a:pt x="245" y="183"/>
                    <a:pt x="244" y="183"/>
                    <a:pt x="244" y="184"/>
                  </a:cubicBezTo>
                  <a:cubicBezTo>
                    <a:pt x="243" y="184"/>
                    <a:pt x="243" y="186"/>
                    <a:pt x="243" y="186"/>
                  </a:cubicBezTo>
                  <a:cubicBezTo>
                    <a:pt x="241" y="190"/>
                    <a:pt x="237" y="191"/>
                    <a:pt x="235" y="194"/>
                  </a:cubicBezTo>
                  <a:cubicBezTo>
                    <a:pt x="235" y="195"/>
                    <a:pt x="235" y="196"/>
                    <a:pt x="234" y="196"/>
                  </a:cubicBezTo>
                  <a:cubicBezTo>
                    <a:pt x="233" y="198"/>
                    <a:pt x="230" y="200"/>
                    <a:pt x="229" y="203"/>
                  </a:cubicBezTo>
                  <a:cubicBezTo>
                    <a:pt x="228" y="203"/>
                    <a:pt x="230" y="203"/>
                    <a:pt x="229" y="204"/>
                  </a:cubicBezTo>
                  <a:cubicBezTo>
                    <a:pt x="229" y="205"/>
                    <a:pt x="228" y="205"/>
                    <a:pt x="227" y="206"/>
                  </a:cubicBezTo>
                  <a:cubicBezTo>
                    <a:pt x="228" y="208"/>
                    <a:pt x="228" y="211"/>
                    <a:pt x="228" y="213"/>
                  </a:cubicBezTo>
                  <a:cubicBezTo>
                    <a:pt x="235" y="207"/>
                    <a:pt x="239" y="198"/>
                    <a:pt x="247" y="192"/>
                  </a:cubicBezTo>
                  <a:cubicBezTo>
                    <a:pt x="250" y="186"/>
                    <a:pt x="255" y="182"/>
                    <a:pt x="259" y="176"/>
                  </a:cubicBezTo>
                  <a:cubicBezTo>
                    <a:pt x="260" y="176"/>
                    <a:pt x="261" y="178"/>
                    <a:pt x="261" y="177"/>
                  </a:cubicBezTo>
                  <a:cubicBezTo>
                    <a:pt x="260" y="174"/>
                    <a:pt x="262" y="168"/>
                    <a:pt x="260" y="166"/>
                  </a:cubicBezTo>
                  <a:cubicBezTo>
                    <a:pt x="255" y="171"/>
                    <a:pt x="250" y="176"/>
                    <a:pt x="246" y="182"/>
                  </a:cubicBezTo>
                  <a:close/>
                  <a:moveTo>
                    <a:pt x="70" y="173"/>
                  </a:moveTo>
                  <a:cubicBezTo>
                    <a:pt x="69" y="173"/>
                    <a:pt x="68" y="174"/>
                    <a:pt x="67" y="174"/>
                  </a:cubicBezTo>
                  <a:cubicBezTo>
                    <a:pt x="67" y="175"/>
                    <a:pt x="67" y="175"/>
                    <a:pt x="67" y="176"/>
                  </a:cubicBezTo>
                  <a:cubicBezTo>
                    <a:pt x="66" y="178"/>
                    <a:pt x="63" y="180"/>
                    <a:pt x="61" y="182"/>
                  </a:cubicBezTo>
                  <a:cubicBezTo>
                    <a:pt x="58" y="186"/>
                    <a:pt x="55" y="190"/>
                    <a:pt x="51" y="194"/>
                  </a:cubicBezTo>
                  <a:cubicBezTo>
                    <a:pt x="49" y="196"/>
                    <a:pt x="47" y="198"/>
                    <a:pt x="46" y="200"/>
                  </a:cubicBezTo>
                  <a:cubicBezTo>
                    <a:pt x="45" y="201"/>
                    <a:pt x="45" y="202"/>
                    <a:pt x="45" y="203"/>
                  </a:cubicBezTo>
                  <a:cubicBezTo>
                    <a:pt x="44" y="204"/>
                    <a:pt x="43" y="204"/>
                    <a:pt x="42" y="205"/>
                  </a:cubicBezTo>
                  <a:cubicBezTo>
                    <a:pt x="41" y="207"/>
                    <a:pt x="42" y="209"/>
                    <a:pt x="42" y="211"/>
                  </a:cubicBezTo>
                  <a:cubicBezTo>
                    <a:pt x="54" y="201"/>
                    <a:pt x="63" y="188"/>
                    <a:pt x="73" y="176"/>
                  </a:cubicBezTo>
                  <a:cubicBezTo>
                    <a:pt x="73" y="174"/>
                    <a:pt x="73" y="172"/>
                    <a:pt x="72" y="170"/>
                  </a:cubicBezTo>
                  <a:cubicBezTo>
                    <a:pt x="71" y="171"/>
                    <a:pt x="71" y="172"/>
                    <a:pt x="70" y="173"/>
                  </a:cubicBezTo>
                  <a:close/>
                  <a:moveTo>
                    <a:pt x="114" y="198"/>
                  </a:moveTo>
                  <a:cubicBezTo>
                    <a:pt x="114" y="199"/>
                    <a:pt x="110" y="203"/>
                    <a:pt x="109" y="207"/>
                  </a:cubicBezTo>
                  <a:cubicBezTo>
                    <a:pt x="107" y="208"/>
                    <a:pt x="105" y="210"/>
                    <a:pt x="107" y="214"/>
                  </a:cubicBezTo>
                  <a:cubicBezTo>
                    <a:pt x="117" y="201"/>
                    <a:pt x="128" y="188"/>
                    <a:pt x="138" y="174"/>
                  </a:cubicBezTo>
                  <a:cubicBezTo>
                    <a:pt x="138" y="174"/>
                    <a:pt x="138" y="172"/>
                    <a:pt x="137" y="172"/>
                  </a:cubicBezTo>
                  <a:cubicBezTo>
                    <a:pt x="128" y="179"/>
                    <a:pt x="123" y="189"/>
                    <a:pt x="114" y="198"/>
                  </a:cubicBezTo>
                  <a:close/>
                  <a:moveTo>
                    <a:pt x="168" y="214"/>
                  </a:moveTo>
                  <a:cubicBezTo>
                    <a:pt x="169" y="215"/>
                    <a:pt x="169" y="216"/>
                    <a:pt x="169" y="217"/>
                  </a:cubicBezTo>
                  <a:cubicBezTo>
                    <a:pt x="167" y="217"/>
                    <a:pt x="168" y="219"/>
                    <a:pt x="168" y="221"/>
                  </a:cubicBezTo>
                  <a:cubicBezTo>
                    <a:pt x="172" y="218"/>
                    <a:pt x="176" y="213"/>
                    <a:pt x="179" y="207"/>
                  </a:cubicBezTo>
                  <a:cubicBezTo>
                    <a:pt x="184" y="202"/>
                    <a:pt x="189" y="196"/>
                    <a:pt x="193" y="191"/>
                  </a:cubicBezTo>
                  <a:cubicBezTo>
                    <a:pt x="196" y="187"/>
                    <a:pt x="201" y="182"/>
                    <a:pt x="198" y="177"/>
                  </a:cubicBezTo>
                  <a:cubicBezTo>
                    <a:pt x="192" y="181"/>
                    <a:pt x="189" y="188"/>
                    <a:pt x="184" y="193"/>
                  </a:cubicBezTo>
                  <a:cubicBezTo>
                    <a:pt x="180" y="200"/>
                    <a:pt x="173" y="207"/>
                    <a:pt x="168" y="214"/>
                  </a:cubicBezTo>
                  <a:close/>
                  <a:moveTo>
                    <a:pt x="228" y="217"/>
                  </a:moveTo>
                  <a:cubicBezTo>
                    <a:pt x="228" y="219"/>
                    <a:pt x="227" y="221"/>
                    <a:pt x="228" y="224"/>
                  </a:cubicBezTo>
                  <a:cubicBezTo>
                    <a:pt x="234" y="216"/>
                    <a:pt x="240" y="209"/>
                    <a:pt x="247" y="203"/>
                  </a:cubicBezTo>
                  <a:cubicBezTo>
                    <a:pt x="248" y="201"/>
                    <a:pt x="249" y="199"/>
                    <a:pt x="251" y="198"/>
                  </a:cubicBezTo>
                  <a:cubicBezTo>
                    <a:pt x="255" y="193"/>
                    <a:pt x="263" y="187"/>
                    <a:pt x="260" y="179"/>
                  </a:cubicBezTo>
                  <a:cubicBezTo>
                    <a:pt x="249" y="192"/>
                    <a:pt x="237" y="202"/>
                    <a:pt x="228" y="217"/>
                  </a:cubicBezTo>
                  <a:close/>
                  <a:moveTo>
                    <a:pt x="137" y="180"/>
                  </a:moveTo>
                  <a:cubicBezTo>
                    <a:pt x="132" y="185"/>
                    <a:pt x="127" y="193"/>
                    <a:pt x="121" y="199"/>
                  </a:cubicBezTo>
                  <a:cubicBezTo>
                    <a:pt x="120" y="201"/>
                    <a:pt x="117" y="205"/>
                    <a:pt x="114" y="206"/>
                  </a:cubicBezTo>
                  <a:cubicBezTo>
                    <a:pt x="113" y="210"/>
                    <a:pt x="109" y="214"/>
                    <a:pt x="107" y="218"/>
                  </a:cubicBezTo>
                  <a:cubicBezTo>
                    <a:pt x="107" y="218"/>
                    <a:pt x="106" y="218"/>
                    <a:pt x="106" y="218"/>
                  </a:cubicBezTo>
                  <a:cubicBezTo>
                    <a:pt x="106" y="220"/>
                    <a:pt x="106" y="221"/>
                    <a:pt x="106" y="223"/>
                  </a:cubicBezTo>
                  <a:cubicBezTo>
                    <a:pt x="118" y="211"/>
                    <a:pt x="128" y="198"/>
                    <a:pt x="138" y="185"/>
                  </a:cubicBezTo>
                  <a:cubicBezTo>
                    <a:pt x="138" y="183"/>
                    <a:pt x="139" y="182"/>
                    <a:pt x="139" y="180"/>
                  </a:cubicBezTo>
                  <a:cubicBezTo>
                    <a:pt x="138" y="180"/>
                    <a:pt x="138" y="180"/>
                    <a:pt x="137" y="180"/>
                  </a:cubicBezTo>
                  <a:close/>
                  <a:moveTo>
                    <a:pt x="60" y="195"/>
                  </a:moveTo>
                  <a:cubicBezTo>
                    <a:pt x="55" y="203"/>
                    <a:pt x="49" y="207"/>
                    <a:pt x="44" y="214"/>
                  </a:cubicBezTo>
                  <a:cubicBezTo>
                    <a:pt x="44" y="214"/>
                    <a:pt x="42" y="214"/>
                    <a:pt x="43" y="215"/>
                  </a:cubicBezTo>
                  <a:cubicBezTo>
                    <a:pt x="42" y="216"/>
                    <a:pt x="43" y="219"/>
                    <a:pt x="42" y="220"/>
                  </a:cubicBezTo>
                  <a:cubicBezTo>
                    <a:pt x="49" y="213"/>
                    <a:pt x="57" y="205"/>
                    <a:pt x="64" y="197"/>
                  </a:cubicBezTo>
                  <a:cubicBezTo>
                    <a:pt x="67" y="193"/>
                    <a:pt x="70" y="189"/>
                    <a:pt x="73" y="185"/>
                  </a:cubicBezTo>
                  <a:cubicBezTo>
                    <a:pt x="73" y="184"/>
                    <a:pt x="73" y="182"/>
                    <a:pt x="73" y="181"/>
                  </a:cubicBezTo>
                  <a:cubicBezTo>
                    <a:pt x="73" y="181"/>
                    <a:pt x="73" y="181"/>
                    <a:pt x="72" y="181"/>
                  </a:cubicBezTo>
                  <a:cubicBezTo>
                    <a:pt x="68" y="185"/>
                    <a:pt x="65" y="191"/>
                    <a:pt x="60" y="195"/>
                  </a:cubicBezTo>
                  <a:close/>
                  <a:moveTo>
                    <a:pt x="197" y="190"/>
                  </a:moveTo>
                  <a:cubicBezTo>
                    <a:pt x="191" y="195"/>
                    <a:pt x="188" y="201"/>
                    <a:pt x="182" y="207"/>
                  </a:cubicBezTo>
                  <a:cubicBezTo>
                    <a:pt x="182" y="207"/>
                    <a:pt x="182" y="207"/>
                    <a:pt x="182" y="208"/>
                  </a:cubicBezTo>
                  <a:cubicBezTo>
                    <a:pt x="181" y="208"/>
                    <a:pt x="180" y="210"/>
                    <a:pt x="180" y="211"/>
                  </a:cubicBezTo>
                  <a:cubicBezTo>
                    <a:pt x="176" y="213"/>
                    <a:pt x="177" y="217"/>
                    <a:pt x="173" y="218"/>
                  </a:cubicBezTo>
                  <a:cubicBezTo>
                    <a:pt x="174" y="222"/>
                    <a:pt x="170" y="224"/>
                    <a:pt x="168" y="222"/>
                  </a:cubicBezTo>
                  <a:cubicBezTo>
                    <a:pt x="168" y="228"/>
                    <a:pt x="168" y="233"/>
                    <a:pt x="169" y="239"/>
                  </a:cubicBezTo>
                  <a:cubicBezTo>
                    <a:pt x="179" y="229"/>
                    <a:pt x="189" y="218"/>
                    <a:pt x="197" y="205"/>
                  </a:cubicBezTo>
                  <a:cubicBezTo>
                    <a:pt x="198" y="205"/>
                    <a:pt x="198" y="204"/>
                    <a:pt x="199" y="205"/>
                  </a:cubicBezTo>
                  <a:cubicBezTo>
                    <a:pt x="199" y="202"/>
                    <a:pt x="200" y="199"/>
                    <a:pt x="199" y="197"/>
                  </a:cubicBezTo>
                  <a:cubicBezTo>
                    <a:pt x="198" y="198"/>
                    <a:pt x="198" y="198"/>
                    <a:pt x="197" y="198"/>
                  </a:cubicBezTo>
                  <a:cubicBezTo>
                    <a:pt x="194" y="205"/>
                    <a:pt x="188" y="208"/>
                    <a:pt x="185" y="215"/>
                  </a:cubicBezTo>
                  <a:cubicBezTo>
                    <a:pt x="180" y="218"/>
                    <a:pt x="178" y="224"/>
                    <a:pt x="173" y="227"/>
                  </a:cubicBezTo>
                  <a:cubicBezTo>
                    <a:pt x="173" y="229"/>
                    <a:pt x="173" y="229"/>
                    <a:pt x="173" y="230"/>
                  </a:cubicBezTo>
                  <a:cubicBezTo>
                    <a:pt x="172" y="230"/>
                    <a:pt x="171" y="232"/>
                    <a:pt x="170" y="232"/>
                  </a:cubicBezTo>
                  <a:cubicBezTo>
                    <a:pt x="170" y="231"/>
                    <a:pt x="170" y="231"/>
                    <a:pt x="169" y="230"/>
                  </a:cubicBezTo>
                  <a:cubicBezTo>
                    <a:pt x="178" y="217"/>
                    <a:pt x="189" y="207"/>
                    <a:pt x="198" y="195"/>
                  </a:cubicBezTo>
                  <a:cubicBezTo>
                    <a:pt x="198" y="196"/>
                    <a:pt x="200" y="191"/>
                    <a:pt x="199" y="188"/>
                  </a:cubicBezTo>
                  <a:cubicBezTo>
                    <a:pt x="198" y="188"/>
                    <a:pt x="198" y="188"/>
                    <a:pt x="197" y="188"/>
                  </a:cubicBezTo>
                  <a:cubicBezTo>
                    <a:pt x="197" y="189"/>
                    <a:pt x="197" y="189"/>
                    <a:pt x="197" y="190"/>
                  </a:cubicBezTo>
                  <a:close/>
                  <a:moveTo>
                    <a:pt x="63" y="199"/>
                  </a:moveTo>
                  <a:cubicBezTo>
                    <a:pt x="63" y="200"/>
                    <a:pt x="63" y="201"/>
                    <a:pt x="62" y="201"/>
                  </a:cubicBezTo>
                  <a:cubicBezTo>
                    <a:pt x="58" y="207"/>
                    <a:pt x="51" y="213"/>
                    <a:pt x="47" y="218"/>
                  </a:cubicBezTo>
                  <a:cubicBezTo>
                    <a:pt x="47" y="219"/>
                    <a:pt x="47" y="220"/>
                    <a:pt x="47" y="220"/>
                  </a:cubicBezTo>
                  <a:cubicBezTo>
                    <a:pt x="46" y="221"/>
                    <a:pt x="44" y="222"/>
                    <a:pt x="43" y="224"/>
                  </a:cubicBezTo>
                  <a:cubicBezTo>
                    <a:pt x="43" y="224"/>
                    <a:pt x="42" y="227"/>
                    <a:pt x="42" y="227"/>
                  </a:cubicBezTo>
                  <a:cubicBezTo>
                    <a:pt x="42" y="227"/>
                    <a:pt x="43" y="229"/>
                    <a:pt x="42" y="229"/>
                  </a:cubicBezTo>
                  <a:cubicBezTo>
                    <a:pt x="44" y="227"/>
                    <a:pt x="46" y="225"/>
                    <a:pt x="49" y="223"/>
                  </a:cubicBezTo>
                  <a:cubicBezTo>
                    <a:pt x="51" y="221"/>
                    <a:pt x="52" y="218"/>
                    <a:pt x="54" y="216"/>
                  </a:cubicBezTo>
                  <a:cubicBezTo>
                    <a:pt x="54" y="216"/>
                    <a:pt x="55" y="216"/>
                    <a:pt x="56" y="215"/>
                  </a:cubicBezTo>
                  <a:cubicBezTo>
                    <a:pt x="57" y="214"/>
                    <a:pt x="58" y="212"/>
                    <a:pt x="59" y="211"/>
                  </a:cubicBezTo>
                  <a:cubicBezTo>
                    <a:pt x="61" y="208"/>
                    <a:pt x="63" y="207"/>
                    <a:pt x="66" y="204"/>
                  </a:cubicBezTo>
                  <a:cubicBezTo>
                    <a:pt x="69" y="200"/>
                    <a:pt x="75" y="193"/>
                    <a:pt x="72" y="190"/>
                  </a:cubicBezTo>
                  <a:cubicBezTo>
                    <a:pt x="70" y="193"/>
                    <a:pt x="66" y="196"/>
                    <a:pt x="63" y="199"/>
                  </a:cubicBezTo>
                  <a:close/>
                  <a:moveTo>
                    <a:pt x="237" y="215"/>
                  </a:moveTo>
                  <a:cubicBezTo>
                    <a:pt x="236" y="215"/>
                    <a:pt x="237" y="216"/>
                    <a:pt x="236" y="217"/>
                  </a:cubicBezTo>
                  <a:cubicBezTo>
                    <a:pt x="235" y="218"/>
                    <a:pt x="232" y="219"/>
                    <a:pt x="233" y="221"/>
                  </a:cubicBezTo>
                  <a:cubicBezTo>
                    <a:pt x="230" y="222"/>
                    <a:pt x="230" y="226"/>
                    <a:pt x="228" y="227"/>
                  </a:cubicBezTo>
                  <a:cubicBezTo>
                    <a:pt x="228" y="230"/>
                    <a:pt x="229" y="233"/>
                    <a:pt x="229" y="236"/>
                  </a:cubicBezTo>
                  <a:cubicBezTo>
                    <a:pt x="233" y="235"/>
                    <a:pt x="233" y="231"/>
                    <a:pt x="236" y="230"/>
                  </a:cubicBezTo>
                  <a:cubicBezTo>
                    <a:pt x="235" y="228"/>
                    <a:pt x="239" y="224"/>
                    <a:pt x="240" y="224"/>
                  </a:cubicBezTo>
                  <a:cubicBezTo>
                    <a:pt x="241" y="221"/>
                    <a:pt x="243" y="220"/>
                    <a:pt x="244" y="218"/>
                  </a:cubicBezTo>
                  <a:cubicBezTo>
                    <a:pt x="244" y="218"/>
                    <a:pt x="244" y="218"/>
                    <a:pt x="244" y="217"/>
                  </a:cubicBezTo>
                  <a:cubicBezTo>
                    <a:pt x="249" y="213"/>
                    <a:pt x="253" y="208"/>
                    <a:pt x="256" y="203"/>
                  </a:cubicBezTo>
                  <a:cubicBezTo>
                    <a:pt x="259" y="200"/>
                    <a:pt x="263" y="197"/>
                    <a:pt x="261" y="190"/>
                  </a:cubicBezTo>
                  <a:cubicBezTo>
                    <a:pt x="255" y="195"/>
                    <a:pt x="250" y="201"/>
                    <a:pt x="245" y="206"/>
                  </a:cubicBezTo>
                  <a:cubicBezTo>
                    <a:pt x="245" y="206"/>
                    <a:pt x="246" y="206"/>
                    <a:pt x="245" y="205"/>
                  </a:cubicBezTo>
                  <a:cubicBezTo>
                    <a:pt x="245" y="206"/>
                    <a:pt x="245" y="207"/>
                    <a:pt x="244" y="207"/>
                  </a:cubicBezTo>
                  <a:cubicBezTo>
                    <a:pt x="244" y="207"/>
                    <a:pt x="245" y="207"/>
                    <a:pt x="244" y="206"/>
                  </a:cubicBezTo>
                  <a:cubicBezTo>
                    <a:pt x="244" y="207"/>
                    <a:pt x="242" y="207"/>
                    <a:pt x="242" y="208"/>
                  </a:cubicBezTo>
                  <a:cubicBezTo>
                    <a:pt x="243" y="209"/>
                    <a:pt x="243" y="208"/>
                    <a:pt x="244" y="208"/>
                  </a:cubicBezTo>
                  <a:cubicBezTo>
                    <a:pt x="243" y="211"/>
                    <a:pt x="239" y="212"/>
                    <a:pt x="237" y="215"/>
                  </a:cubicBezTo>
                  <a:close/>
                  <a:moveTo>
                    <a:pt x="129" y="199"/>
                  </a:moveTo>
                  <a:cubicBezTo>
                    <a:pt x="127" y="204"/>
                    <a:pt x="122" y="206"/>
                    <a:pt x="120" y="211"/>
                  </a:cubicBezTo>
                  <a:cubicBezTo>
                    <a:pt x="120" y="211"/>
                    <a:pt x="119" y="211"/>
                    <a:pt x="119" y="211"/>
                  </a:cubicBezTo>
                  <a:cubicBezTo>
                    <a:pt x="118" y="214"/>
                    <a:pt x="115" y="215"/>
                    <a:pt x="114" y="218"/>
                  </a:cubicBezTo>
                  <a:cubicBezTo>
                    <a:pt x="114" y="218"/>
                    <a:pt x="114" y="218"/>
                    <a:pt x="113" y="218"/>
                  </a:cubicBezTo>
                  <a:cubicBezTo>
                    <a:pt x="114" y="219"/>
                    <a:pt x="113" y="219"/>
                    <a:pt x="112" y="220"/>
                  </a:cubicBezTo>
                  <a:cubicBezTo>
                    <a:pt x="110" y="222"/>
                    <a:pt x="109" y="227"/>
                    <a:pt x="106" y="227"/>
                  </a:cubicBezTo>
                  <a:cubicBezTo>
                    <a:pt x="107" y="230"/>
                    <a:pt x="105" y="231"/>
                    <a:pt x="107" y="232"/>
                  </a:cubicBezTo>
                  <a:cubicBezTo>
                    <a:pt x="116" y="220"/>
                    <a:pt x="127" y="211"/>
                    <a:pt x="135" y="198"/>
                  </a:cubicBezTo>
                  <a:cubicBezTo>
                    <a:pt x="137" y="198"/>
                    <a:pt x="137" y="197"/>
                    <a:pt x="138" y="196"/>
                  </a:cubicBezTo>
                  <a:cubicBezTo>
                    <a:pt x="138" y="194"/>
                    <a:pt x="139" y="191"/>
                    <a:pt x="137" y="190"/>
                  </a:cubicBezTo>
                  <a:cubicBezTo>
                    <a:pt x="134" y="193"/>
                    <a:pt x="133" y="197"/>
                    <a:pt x="129" y="199"/>
                  </a:cubicBezTo>
                  <a:close/>
                  <a:moveTo>
                    <a:pt x="120" y="219"/>
                  </a:moveTo>
                  <a:cubicBezTo>
                    <a:pt x="118" y="227"/>
                    <a:pt x="105" y="230"/>
                    <a:pt x="106" y="242"/>
                  </a:cubicBezTo>
                  <a:cubicBezTo>
                    <a:pt x="111" y="237"/>
                    <a:pt x="116" y="232"/>
                    <a:pt x="120" y="226"/>
                  </a:cubicBezTo>
                  <a:cubicBezTo>
                    <a:pt x="127" y="221"/>
                    <a:pt x="130" y="213"/>
                    <a:pt x="137" y="208"/>
                  </a:cubicBezTo>
                  <a:cubicBezTo>
                    <a:pt x="138" y="204"/>
                    <a:pt x="139" y="202"/>
                    <a:pt x="138" y="199"/>
                  </a:cubicBezTo>
                  <a:cubicBezTo>
                    <a:pt x="132" y="206"/>
                    <a:pt x="127" y="213"/>
                    <a:pt x="120" y="219"/>
                  </a:cubicBezTo>
                  <a:close/>
                  <a:moveTo>
                    <a:pt x="73" y="199"/>
                  </a:moveTo>
                  <a:cubicBezTo>
                    <a:pt x="69" y="202"/>
                    <a:pt x="66" y="206"/>
                    <a:pt x="62" y="211"/>
                  </a:cubicBezTo>
                  <a:cubicBezTo>
                    <a:pt x="58" y="215"/>
                    <a:pt x="55" y="219"/>
                    <a:pt x="52" y="222"/>
                  </a:cubicBezTo>
                  <a:cubicBezTo>
                    <a:pt x="49" y="227"/>
                    <a:pt x="42" y="231"/>
                    <a:pt x="42" y="237"/>
                  </a:cubicBezTo>
                  <a:cubicBezTo>
                    <a:pt x="48" y="233"/>
                    <a:pt x="53" y="226"/>
                    <a:pt x="58" y="221"/>
                  </a:cubicBezTo>
                  <a:cubicBezTo>
                    <a:pt x="63" y="215"/>
                    <a:pt x="70" y="211"/>
                    <a:pt x="73" y="205"/>
                  </a:cubicBezTo>
                  <a:cubicBezTo>
                    <a:pt x="73" y="204"/>
                    <a:pt x="73" y="204"/>
                    <a:pt x="73" y="204"/>
                  </a:cubicBezTo>
                  <a:cubicBezTo>
                    <a:pt x="73" y="202"/>
                    <a:pt x="73" y="201"/>
                    <a:pt x="74" y="199"/>
                  </a:cubicBezTo>
                  <a:cubicBezTo>
                    <a:pt x="73" y="199"/>
                    <a:pt x="73" y="199"/>
                    <a:pt x="73" y="199"/>
                  </a:cubicBezTo>
                  <a:close/>
                  <a:moveTo>
                    <a:pt x="242" y="232"/>
                  </a:moveTo>
                  <a:cubicBezTo>
                    <a:pt x="239" y="234"/>
                    <a:pt x="239" y="237"/>
                    <a:pt x="237" y="238"/>
                  </a:cubicBezTo>
                  <a:cubicBezTo>
                    <a:pt x="235" y="243"/>
                    <a:pt x="229" y="245"/>
                    <a:pt x="229" y="252"/>
                  </a:cubicBezTo>
                  <a:cubicBezTo>
                    <a:pt x="235" y="246"/>
                    <a:pt x="243" y="237"/>
                    <a:pt x="249" y="230"/>
                  </a:cubicBezTo>
                  <a:cubicBezTo>
                    <a:pt x="250" y="229"/>
                    <a:pt x="253" y="226"/>
                    <a:pt x="253" y="227"/>
                  </a:cubicBezTo>
                  <a:cubicBezTo>
                    <a:pt x="255" y="221"/>
                    <a:pt x="263" y="220"/>
                    <a:pt x="261" y="210"/>
                  </a:cubicBezTo>
                  <a:cubicBezTo>
                    <a:pt x="255" y="216"/>
                    <a:pt x="250" y="225"/>
                    <a:pt x="244" y="229"/>
                  </a:cubicBezTo>
                  <a:cubicBezTo>
                    <a:pt x="244" y="229"/>
                    <a:pt x="244" y="230"/>
                    <a:pt x="244" y="230"/>
                  </a:cubicBezTo>
                  <a:cubicBezTo>
                    <a:pt x="244" y="230"/>
                    <a:pt x="243" y="230"/>
                    <a:pt x="242" y="230"/>
                  </a:cubicBezTo>
                  <a:cubicBezTo>
                    <a:pt x="242" y="231"/>
                    <a:pt x="243" y="231"/>
                    <a:pt x="242" y="232"/>
                  </a:cubicBezTo>
                  <a:close/>
                  <a:moveTo>
                    <a:pt x="239" y="235"/>
                  </a:moveTo>
                  <a:cubicBezTo>
                    <a:pt x="242" y="229"/>
                    <a:pt x="247" y="225"/>
                    <a:pt x="251" y="220"/>
                  </a:cubicBezTo>
                  <a:cubicBezTo>
                    <a:pt x="251" y="221"/>
                    <a:pt x="251" y="221"/>
                    <a:pt x="251" y="220"/>
                  </a:cubicBezTo>
                  <a:cubicBezTo>
                    <a:pt x="253" y="217"/>
                    <a:pt x="257" y="213"/>
                    <a:pt x="259" y="209"/>
                  </a:cubicBezTo>
                  <a:cubicBezTo>
                    <a:pt x="260" y="208"/>
                    <a:pt x="260" y="208"/>
                    <a:pt x="261" y="208"/>
                  </a:cubicBezTo>
                  <a:cubicBezTo>
                    <a:pt x="262" y="206"/>
                    <a:pt x="261" y="203"/>
                    <a:pt x="261" y="200"/>
                  </a:cubicBezTo>
                  <a:cubicBezTo>
                    <a:pt x="255" y="205"/>
                    <a:pt x="251" y="212"/>
                    <a:pt x="246" y="218"/>
                  </a:cubicBezTo>
                  <a:cubicBezTo>
                    <a:pt x="245" y="218"/>
                    <a:pt x="245" y="217"/>
                    <a:pt x="245" y="217"/>
                  </a:cubicBezTo>
                  <a:cubicBezTo>
                    <a:pt x="245" y="218"/>
                    <a:pt x="245" y="218"/>
                    <a:pt x="245" y="219"/>
                  </a:cubicBezTo>
                  <a:cubicBezTo>
                    <a:pt x="240" y="225"/>
                    <a:pt x="235" y="232"/>
                    <a:pt x="230" y="238"/>
                  </a:cubicBezTo>
                  <a:cubicBezTo>
                    <a:pt x="229" y="238"/>
                    <a:pt x="229" y="237"/>
                    <a:pt x="228" y="237"/>
                  </a:cubicBezTo>
                  <a:cubicBezTo>
                    <a:pt x="229" y="240"/>
                    <a:pt x="228" y="242"/>
                    <a:pt x="229" y="245"/>
                  </a:cubicBezTo>
                  <a:cubicBezTo>
                    <a:pt x="233" y="243"/>
                    <a:pt x="234" y="237"/>
                    <a:pt x="239" y="235"/>
                  </a:cubicBezTo>
                  <a:close/>
                  <a:moveTo>
                    <a:pt x="174" y="244"/>
                  </a:moveTo>
                  <a:cubicBezTo>
                    <a:pt x="174" y="244"/>
                    <a:pt x="174" y="244"/>
                    <a:pt x="174" y="244"/>
                  </a:cubicBezTo>
                  <a:cubicBezTo>
                    <a:pt x="183" y="235"/>
                    <a:pt x="191" y="224"/>
                    <a:pt x="200" y="214"/>
                  </a:cubicBezTo>
                  <a:cubicBezTo>
                    <a:pt x="199" y="212"/>
                    <a:pt x="199" y="211"/>
                    <a:pt x="199" y="208"/>
                  </a:cubicBezTo>
                  <a:cubicBezTo>
                    <a:pt x="192" y="215"/>
                    <a:pt x="187" y="225"/>
                    <a:pt x="179" y="230"/>
                  </a:cubicBezTo>
                  <a:cubicBezTo>
                    <a:pt x="178" y="235"/>
                    <a:pt x="172" y="237"/>
                    <a:pt x="170" y="243"/>
                  </a:cubicBezTo>
                  <a:cubicBezTo>
                    <a:pt x="168" y="243"/>
                    <a:pt x="167" y="249"/>
                    <a:pt x="168" y="250"/>
                  </a:cubicBezTo>
                  <a:cubicBezTo>
                    <a:pt x="170" y="248"/>
                    <a:pt x="173" y="245"/>
                    <a:pt x="174" y="244"/>
                  </a:cubicBezTo>
                  <a:close/>
                  <a:moveTo>
                    <a:pt x="45" y="238"/>
                  </a:moveTo>
                  <a:cubicBezTo>
                    <a:pt x="45" y="239"/>
                    <a:pt x="46" y="239"/>
                    <a:pt x="45" y="240"/>
                  </a:cubicBezTo>
                  <a:cubicBezTo>
                    <a:pt x="45" y="241"/>
                    <a:pt x="43" y="241"/>
                    <a:pt x="42" y="241"/>
                  </a:cubicBezTo>
                  <a:cubicBezTo>
                    <a:pt x="43" y="244"/>
                    <a:pt x="43" y="246"/>
                    <a:pt x="42" y="249"/>
                  </a:cubicBezTo>
                  <a:cubicBezTo>
                    <a:pt x="54" y="237"/>
                    <a:pt x="62" y="225"/>
                    <a:pt x="74" y="215"/>
                  </a:cubicBezTo>
                  <a:cubicBezTo>
                    <a:pt x="73" y="213"/>
                    <a:pt x="74" y="210"/>
                    <a:pt x="72" y="210"/>
                  </a:cubicBezTo>
                  <a:cubicBezTo>
                    <a:pt x="63" y="219"/>
                    <a:pt x="55" y="229"/>
                    <a:pt x="45" y="238"/>
                  </a:cubicBezTo>
                  <a:close/>
                  <a:moveTo>
                    <a:pt x="116" y="233"/>
                  </a:moveTo>
                  <a:cubicBezTo>
                    <a:pt x="116" y="235"/>
                    <a:pt x="113" y="238"/>
                    <a:pt x="112" y="239"/>
                  </a:cubicBezTo>
                  <a:cubicBezTo>
                    <a:pt x="111" y="241"/>
                    <a:pt x="110" y="245"/>
                    <a:pt x="107" y="245"/>
                  </a:cubicBezTo>
                  <a:cubicBezTo>
                    <a:pt x="107" y="246"/>
                    <a:pt x="107" y="248"/>
                    <a:pt x="107" y="249"/>
                  </a:cubicBezTo>
                  <a:cubicBezTo>
                    <a:pt x="116" y="239"/>
                    <a:pt x="124" y="231"/>
                    <a:pt x="132" y="221"/>
                  </a:cubicBezTo>
                  <a:cubicBezTo>
                    <a:pt x="135" y="220"/>
                    <a:pt x="135" y="217"/>
                    <a:pt x="138" y="216"/>
                  </a:cubicBezTo>
                  <a:cubicBezTo>
                    <a:pt x="138" y="214"/>
                    <a:pt x="138" y="213"/>
                    <a:pt x="137" y="211"/>
                  </a:cubicBezTo>
                  <a:cubicBezTo>
                    <a:pt x="133" y="213"/>
                    <a:pt x="132" y="219"/>
                    <a:pt x="127" y="221"/>
                  </a:cubicBezTo>
                  <a:cubicBezTo>
                    <a:pt x="127" y="223"/>
                    <a:pt x="127" y="224"/>
                    <a:pt x="124" y="224"/>
                  </a:cubicBezTo>
                  <a:cubicBezTo>
                    <a:pt x="125" y="226"/>
                    <a:pt x="123" y="228"/>
                    <a:pt x="121" y="228"/>
                  </a:cubicBezTo>
                  <a:cubicBezTo>
                    <a:pt x="122" y="229"/>
                    <a:pt x="120" y="231"/>
                    <a:pt x="118" y="230"/>
                  </a:cubicBezTo>
                  <a:cubicBezTo>
                    <a:pt x="118" y="233"/>
                    <a:pt x="117" y="232"/>
                    <a:pt x="116" y="233"/>
                  </a:cubicBezTo>
                  <a:close/>
                  <a:moveTo>
                    <a:pt x="66" y="225"/>
                  </a:moveTo>
                  <a:cubicBezTo>
                    <a:pt x="61" y="233"/>
                    <a:pt x="54" y="239"/>
                    <a:pt x="48" y="246"/>
                  </a:cubicBezTo>
                  <a:cubicBezTo>
                    <a:pt x="46" y="248"/>
                    <a:pt x="43" y="251"/>
                    <a:pt x="43" y="254"/>
                  </a:cubicBezTo>
                  <a:cubicBezTo>
                    <a:pt x="47" y="253"/>
                    <a:pt x="50" y="249"/>
                    <a:pt x="53" y="246"/>
                  </a:cubicBezTo>
                  <a:cubicBezTo>
                    <a:pt x="56" y="243"/>
                    <a:pt x="59" y="240"/>
                    <a:pt x="61" y="237"/>
                  </a:cubicBezTo>
                  <a:cubicBezTo>
                    <a:pt x="65" y="234"/>
                    <a:pt x="67" y="229"/>
                    <a:pt x="71" y="226"/>
                  </a:cubicBezTo>
                  <a:cubicBezTo>
                    <a:pt x="72" y="226"/>
                    <a:pt x="73" y="225"/>
                    <a:pt x="74" y="224"/>
                  </a:cubicBezTo>
                  <a:cubicBezTo>
                    <a:pt x="73" y="221"/>
                    <a:pt x="74" y="219"/>
                    <a:pt x="73" y="218"/>
                  </a:cubicBezTo>
                  <a:cubicBezTo>
                    <a:pt x="71" y="221"/>
                    <a:pt x="69" y="223"/>
                    <a:pt x="66" y="225"/>
                  </a:cubicBezTo>
                  <a:close/>
                  <a:moveTo>
                    <a:pt x="191" y="227"/>
                  </a:moveTo>
                  <a:cubicBezTo>
                    <a:pt x="190" y="230"/>
                    <a:pt x="187" y="233"/>
                    <a:pt x="184" y="235"/>
                  </a:cubicBezTo>
                  <a:cubicBezTo>
                    <a:pt x="184" y="236"/>
                    <a:pt x="184" y="236"/>
                    <a:pt x="184" y="237"/>
                  </a:cubicBezTo>
                  <a:cubicBezTo>
                    <a:pt x="182" y="240"/>
                    <a:pt x="178" y="241"/>
                    <a:pt x="176" y="245"/>
                  </a:cubicBezTo>
                  <a:cubicBezTo>
                    <a:pt x="174" y="247"/>
                    <a:pt x="173" y="251"/>
                    <a:pt x="170" y="251"/>
                  </a:cubicBezTo>
                  <a:cubicBezTo>
                    <a:pt x="171" y="252"/>
                    <a:pt x="169" y="253"/>
                    <a:pt x="168" y="255"/>
                  </a:cubicBezTo>
                  <a:cubicBezTo>
                    <a:pt x="169" y="255"/>
                    <a:pt x="170" y="255"/>
                    <a:pt x="170" y="255"/>
                  </a:cubicBezTo>
                  <a:cubicBezTo>
                    <a:pt x="174" y="250"/>
                    <a:pt x="177" y="246"/>
                    <a:pt x="182" y="242"/>
                  </a:cubicBezTo>
                  <a:cubicBezTo>
                    <a:pt x="188" y="236"/>
                    <a:pt x="194" y="229"/>
                    <a:pt x="199" y="223"/>
                  </a:cubicBezTo>
                  <a:cubicBezTo>
                    <a:pt x="199" y="221"/>
                    <a:pt x="200" y="220"/>
                    <a:pt x="199" y="219"/>
                  </a:cubicBezTo>
                  <a:cubicBezTo>
                    <a:pt x="196" y="221"/>
                    <a:pt x="194" y="225"/>
                    <a:pt x="191" y="227"/>
                  </a:cubicBezTo>
                  <a:close/>
                  <a:moveTo>
                    <a:pt x="127" y="229"/>
                  </a:moveTo>
                  <a:cubicBezTo>
                    <a:pt x="126" y="230"/>
                    <a:pt x="128" y="229"/>
                    <a:pt x="127" y="231"/>
                  </a:cubicBezTo>
                  <a:cubicBezTo>
                    <a:pt x="124" y="232"/>
                    <a:pt x="124" y="237"/>
                    <a:pt x="121" y="235"/>
                  </a:cubicBezTo>
                  <a:cubicBezTo>
                    <a:pt x="120" y="237"/>
                    <a:pt x="120" y="236"/>
                    <a:pt x="121" y="237"/>
                  </a:cubicBezTo>
                  <a:cubicBezTo>
                    <a:pt x="115" y="242"/>
                    <a:pt x="111" y="247"/>
                    <a:pt x="107" y="253"/>
                  </a:cubicBezTo>
                  <a:cubicBezTo>
                    <a:pt x="107" y="254"/>
                    <a:pt x="108" y="253"/>
                    <a:pt x="109" y="253"/>
                  </a:cubicBezTo>
                  <a:cubicBezTo>
                    <a:pt x="115" y="248"/>
                    <a:pt x="119" y="242"/>
                    <a:pt x="124" y="237"/>
                  </a:cubicBezTo>
                  <a:cubicBezTo>
                    <a:pt x="125" y="235"/>
                    <a:pt x="127" y="235"/>
                    <a:pt x="128" y="233"/>
                  </a:cubicBezTo>
                  <a:cubicBezTo>
                    <a:pt x="130" y="231"/>
                    <a:pt x="131" y="228"/>
                    <a:pt x="134" y="227"/>
                  </a:cubicBezTo>
                  <a:cubicBezTo>
                    <a:pt x="134" y="226"/>
                    <a:pt x="135" y="225"/>
                    <a:pt x="136" y="225"/>
                  </a:cubicBezTo>
                  <a:cubicBezTo>
                    <a:pt x="136" y="226"/>
                    <a:pt x="137" y="226"/>
                    <a:pt x="137" y="227"/>
                  </a:cubicBezTo>
                  <a:cubicBezTo>
                    <a:pt x="134" y="229"/>
                    <a:pt x="133" y="232"/>
                    <a:pt x="130" y="234"/>
                  </a:cubicBezTo>
                  <a:cubicBezTo>
                    <a:pt x="130" y="236"/>
                    <a:pt x="126" y="238"/>
                    <a:pt x="125" y="240"/>
                  </a:cubicBezTo>
                  <a:cubicBezTo>
                    <a:pt x="122" y="243"/>
                    <a:pt x="119" y="248"/>
                    <a:pt x="117" y="248"/>
                  </a:cubicBezTo>
                  <a:cubicBezTo>
                    <a:pt x="116" y="251"/>
                    <a:pt x="113" y="251"/>
                    <a:pt x="113" y="253"/>
                  </a:cubicBezTo>
                  <a:cubicBezTo>
                    <a:pt x="113" y="254"/>
                    <a:pt x="115" y="253"/>
                    <a:pt x="117" y="254"/>
                  </a:cubicBezTo>
                  <a:cubicBezTo>
                    <a:pt x="122" y="246"/>
                    <a:pt x="131" y="240"/>
                    <a:pt x="137" y="232"/>
                  </a:cubicBezTo>
                  <a:cubicBezTo>
                    <a:pt x="137" y="228"/>
                    <a:pt x="139" y="224"/>
                    <a:pt x="137" y="220"/>
                  </a:cubicBezTo>
                  <a:cubicBezTo>
                    <a:pt x="133" y="222"/>
                    <a:pt x="131" y="228"/>
                    <a:pt x="127" y="229"/>
                  </a:cubicBezTo>
                  <a:close/>
                  <a:moveTo>
                    <a:pt x="258" y="224"/>
                  </a:moveTo>
                  <a:cubicBezTo>
                    <a:pt x="247" y="234"/>
                    <a:pt x="238" y="245"/>
                    <a:pt x="229" y="256"/>
                  </a:cubicBezTo>
                  <a:cubicBezTo>
                    <a:pt x="231" y="257"/>
                    <a:pt x="232" y="256"/>
                    <a:pt x="234" y="256"/>
                  </a:cubicBezTo>
                  <a:cubicBezTo>
                    <a:pt x="234" y="256"/>
                    <a:pt x="234" y="255"/>
                    <a:pt x="234" y="254"/>
                  </a:cubicBezTo>
                  <a:cubicBezTo>
                    <a:pt x="242" y="247"/>
                    <a:pt x="249" y="238"/>
                    <a:pt x="257" y="231"/>
                  </a:cubicBezTo>
                  <a:cubicBezTo>
                    <a:pt x="257" y="229"/>
                    <a:pt x="259" y="228"/>
                    <a:pt x="261" y="228"/>
                  </a:cubicBezTo>
                  <a:cubicBezTo>
                    <a:pt x="261" y="224"/>
                    <a:pt x="262" y="224"/>
                    <a:pt x="261" y="221"/>
                  </a:cubicBezTo>
                  <a:cubicBezTo>
                    <a:pt x="259" y="221"/>
                    <a:pt x="259" y="224"/>
                    <a:pt x="258" y="224"/>
                  </a:cubicBezTo>
                  <a:cubicBezTo>
                    <a:pt x="258" y="224"/>
                    <a:pt x="258" y="224"/>
                    <a:pt x="258" y="224"/>
                  </a:cubicBezTo>
                  <a:close/>
                  <a:moveTo>
                    <a:pt x="192" y="233"/>
                  </a:moveTo>
                  <a:cubicBezTo>
                    <a:pt x="193" y="234"/>
                    <a:pt x="192" y="235"/>
                    <a:pt x="192" y="235"/>
                  </a:cubicBezTo>
                  <a:cubicBezTo>
                    <a:pt x="189" y="237"/>
                    <a:pt x="188" y="241"/>
                    <a:pt x="184" y="242"/>
                  </a:cubicBezTo>
                  <a:cubicBezTo>
                    <a:pt x="182" y="247"/>
                    <a:pt x="176" y="249"/>
                    <a:pt x="174" y="255"/>
                  </a:cubicBezTo>
                  <a:cubicBezTo>
                    <a:pt x="175" y="256"/>
                    <a:pt x="176" y="255"/>
                    <a:pt x="177" y="255"/>
                  </a:cubicBezTo>
                  <a:cubicBezTo>
                    <a:pt x="183" y="248"/>
                    <a:pt x="192" y="241"/>
                    <a:pt x="198" y="233"/>
                  </a:cubicBezTo>
                  <a:cubicBezTo>
                    <a:pt x="199" y="232"/>
                    <a:pt x="199" y="230"/>
                    <a:pt x="200" y="228"/>
                  </a:cubicBezTo>
                  <a:cubicBezTo>
                    <a:pt x="199" y="228"/>
                    <a:pt x="200" y="227"/>
                    <a:pt x="199" y="227"/>
                  </a:cubicBezTo>
                  <a:cubicBezTo>
                    <a:pt x="196" y="229"/>
                    <a:pt x="195" y="232"/>
                    <a:pt x="192" y="233"/>
                  </a:cubicBezTo>
                  <a:close/>
                  <a:moveTo>
                    <a:pt x="73" y="228"/>
                  </a:moveTo>
                  <a:cubicBezTo>
                    <a:pt x="65" y="237"/>
                    <a:pt x="58" y="244"/>
                    <a:pt x="50" y="253"/>
                  </a:cubicBezTo>
                  <a:cubicBezTo>
                    <a:pt x="56" y="252"/>
                    <a:pt x="59" y="243"/>
                    <a:pt x="65" y="241"/>
                  </a:cubicBezTo>
                  <a:cubicBezTo>
                    <a:pt x="67" y="236"/>
                    <a:pt x="71" y="233"/>
                    <a:pt x="74" y="231"/>
                  </a:cubicBezTo>
                  <a:cubicBezTo>
                    <a:pt x="74" y="230"/>
                    <a:pt x="74" y="229"/>
                    <a:pt x="74" y="228"/>
                  </a:cubicBezTo>
                  <a:cubicBezTo>
                    <a:pt x="73" y="228"/>
                    <a:pt x="73" y="228"/>
                    <a:pt x="73" y="228"/>
                  </a:cubicBezTo>
                  <a:close/>
                  <a:moveTo>
                    <a:pt x="243" y="252"/>
                  </a:moveTo>
                  <a:cubicBezTo>
                    <a:pt x="250" y="247"/>
                    <a:pt x="254" y="239"/>
                    <a:pt x="261" y="233"/>
                  </a:cubicBezTo>
                  <a:cubicBezTo>
                    <a:pt x="261" y="232"/>
                    <a:pt x="261" y="230"/>
                    <a:pt x="261" y="229"/>
                  </a:cubicBezTo>
                  <a:cubicBezTo>
                    <a:pt x="252" y="238"/>
                    <a:pt x="243" y="246"/>
                    <a:pt x="236" y="256"/>
                  </a:cubicBezTo>
                  <a:cubicBezTo>
                    <a:pt x="237" y="256"/>
                    <a:pt x="238" y="256"/>
                    <a:pt x="238" y="256"/>
                  </a:cubicBezTo>
                  <a:cubicBezTo>
                    <a:pt x="240" y="255"/>
                    <a:pt x="243" y="253"/>
                    <a:pt x="243" y="252"/>
                  </a:cubicBezTo>
                  <a:close/>
                  <a:moveTo>
                    <a:pt x="55" y="253"/>
                  </a:moveTo>
                  <a:cubicBezTo>
                    <a:pt x="56" y="254"/>
                    <a:pt x="58" y="253"/>
                    <a:pt x="60" y="253"/>
                  </a:cubicBezTo>
                  <a:cubicBezTo>
                    <a:pt x="64" y="248"/>
                    <a:pt x="69" y="243"/>
                    <a:pt x="74" y="239"/>
                  </a:cubicBezTo>
                  <a:cubicBezTo>
                    <a:pt x="73" y="237"/>
                    <a:pt x="75" y="235"/>
                    <a:pt x="73" y="235"/>
                  </a:cubicBezTo>
                  <a:cubicBezTo>
                    <a:pt x="67" y="241"/>
                    <a:pt x="61" y="247"/>
                    <a:pt x="55" y="253"/>
                  </a:cubicBezTo>
                  <a:close/>
                  <a:moveTo>
                    <a:pt x="196" y="238"/>
                  </a:moveTo>
                  <a:cubicBezTo>
                    <a:pt x="192" y="244"/>
                    <a:pt x="184" y="249"/>
                    <a:pt x="180" y="255"/>
                  </a:cubicBezTo>
                  <a:cubicBezTo>
                    <a:pt x="181" y="256"/>
                    <a:pt x="183" y="255"/>
                    <a:pt x="184" y="256"/>
                  </a:cubicBezTo>
                  <a:cubicBezTo>
                    <a:pt x="189" y="250"/>
                    <a:pt x="195" y="245"/>
                    <a:pt x="200" y="239"/>
                  </a:cubicBezTo>
                  <a:cubicBezTo>
                    <a:pt x="200" y="238"/>
                    <a:pt x="200" y="238"/>
                    <a:pt x="200" y="236"/>
                  </a:cubicBezTo>
                  <a:cubicBezTo>
                    <a:pt x="198" y="236"/>
                    <a:pt x="198" y="238"/>
                    <a:pt x="196" y="238"/>
                  </a:cubicBezTo>
                  <a:close/>
                  <a:moveTo>
                    <a:pt x="244" y="252"/>
                  </a:moveTo>
                  <a:cubicBezTo>
                    <a:pt x="243" y="254"/>
                    <a:pt x="242" y="254"/>
                    <a:pt x="241" y="256"/>
                  </a:cubicBezTo>
                  <a:cubicBezTo>
                    <a:pt x="249" y="256"/>
                    <a:pt x="253" y="256"/>
                    <a:pt x="261" y="256"/>
                  </a:cubicBezTo>
                  <a:cubicBezTo>
                    <a:pt x="261" y="254"/>
                    <a:pt x="262" y="251"/>
                    <a:pt x="260" y="249"/>
                  </a:cubicBezTo>
                  <a:cubicBezTo>
                    <a:pt x="259" y="250"/>
                    <a:pt x="256" y="256"/>
                    <a:pt x="253" y="254"/>
                  </a:cubicBezTo>
                  <a:cubicBezTo>
                    <a:pt x="256" y="251"/>
                    <a:pt x="258" y="249"/>
                    <a:pt x="261" y="246"/>
                  </a:cubicBezTo>
                  <a:cubicBezTo>
                    <a:pt x="261" y="245"/>
                    <a:pt x="261" y="244"/>
                    <a:pt x="261" y="243"/>
                  </a:cubicBezTo>
                  <a:cubicBezTo>
                    <a:pt x="257" y="248"/>
                    <a:pt x="252" y="252"/>
                    <a:pt x="247" y="255"/>
                  </a:cubicBezTo>
                  <a:cubicBezTo>
                    <a:pt x="246" y="255"/>
                    <a:pt x="246" y="255"/>
                    <a:pt x="246" y="254"/>
                  </a:cubicBezTo>
                  <a:cubicBezTo>
                    <a:pt x="251" y="251"/>
                    <a:pt x="256" y="246"/>
                    <a:pt x="260" y="241"/>
                  </a:cubicBezTo>
                  <a:cubicBezTo>
                    <a:pt x="261" y="241"/>
                    <a:pt x="260" y="243"/>
                    <a:pt x="261" y="243"/>
                  </a:cubicBezTo>
                  <a:cubicBezTo>
                    <a:pt x="261" y="241"/>
                    <a:pt x="262" y="237"/>
                    <a:pt x="260" y="237"/>
                  </a:cubicBezTo>
                  <a:cubicBezTo>
                    <a:pt x="255" y="242"/>
                    <a:pt x="249" y="250"/>
                    <a:pt x="244" y="252"/>
                  </a:cubicBezTo>
                  <a:close/>
                  <a:moveTo>
                    <a:pt x="119" y="253"/>
                  </a:moveTo>
                  <a:cubicBezTo>
                    <a:pt x="122" y="255"/>
                    <a:pt x="126" y="253"/>
                    <a:pt x="130" y="254"/>
                  </a:cubicBezTo>
                  <a:cubicBezTo>
                    <a:pt x="131" y="250"/>
                    <a:pt x="138" y="249"/>
                    <a:pt x="136" y="245"/>
                  </a:cubicBezTo>
                  <a:cubicBezTo>
                    <a:pt x="134" y="249"/>
                    <a:pt x="131" y="250"/>
                    <a:pt x="127" y="253"/>
                  </a:cubicBezTo>
                  <a:cubicBezTo>
                    <a:pt x="127" y="252"/>
                    <a:pt x="125" y="253"/>
                    <a:pt x="126" y="252"/>
                  </a:cubicBezTo>
                  <a:cubicBezTo>
                    <a:pt x="130" y="248"/>
                    <a:pt x="134" y="245"/>
                    <a:pt x="137" y="241"/>
                  </a:cubicBezTo>
                  <a:cubicBezTo>
                    <a:pt x="137" y="239"/>
                    <a:pt x="138" y="238"/>
                    <a:pt x="136" y="237"/>
                  </a:cubicBezTo>
                  <a:cubicBezTo>
                    <a:pt x="131" y="242"/>
                    <a:pt x="124" y="247"/>
                    <a:pt x="119" y="253"/>
                  </a:cubicBezTo>
                  <a:close/>
                  <a:moveTo>
                    <a:pt x="73" y="242"/>
                  </a:moveTo>
                  <a:cubicBezTo>
                    <a:pt x="70" y="247"/>
                    <a:pt x="66" y="249"/>
                    <a:pt x="63" y="253"/>
                  </a:cubicBezTo>
                  <a:cubicBezTo>
                    <a:pt x="68" y="255"/>
                    <a:pt x="70" y="248"/>
                    <a:pt x="74" y="248"/>
                  </a:cubicBezTo>
                  <a:cubicBezTo>
                    <a:pt x="73" y="247"/>
                    <a:pt x="75" y="244"/>
                    <a:pt x="74" y="242"/>
                  </a:cubicBezTo>
                  <a:cubicBezTo>
                    <a:pt x="74" y="242"/>
                    <a:pt x="73" y="242"/>
                    <a:pt x="73" y="242"/>
                  </a:cubicBezTo>
                  <a:close/>
                  <a:moveTo>
                    <a:pt x="190" y="253"/>
                  </a:moveTo>
                  <a:cubicBezTo>
                    <a:pt x="189" y="253"/>
                    <a:pt x="187" y="254"/>
                    <a:pt x="188" y="256"/>
                  </a:cubicBezTo>
                  <a:cubicBezTo>
                    <a:pt x="189" y="256"/>
                    <a:pt x="190" y="255"/>
                    <a:pt x="192" y="256"/>
                  </a:cubicBezTo>
                  <a:cubicBezTo>
                    <a:pt x="194" y="251"/>
                    <a:pt x="203" y="250"/>
                    <a:pt x="199" y="243"/>
                  </a:cubicBezTo>
                  <a:cubicBezTo>
                    <a:pt x="196" y="246"/>
                    <a:pt x="192" y="249"/>
                    <a:pt x="190" y="253"/>
                  </a:cubicBezTo>
                  <a:close/>
                  <a:moveTo>
                    <a:pt x="70" y="253"/>
                  </a:moveTo>
                  <a:cubicBezTo>
                    <a:pt x="72" y="254"/>
                    <a:pt x="73" y="254"/>
                    <a:pt x="74" y="254"/>
                  </a:cubicBezTo>
                  <a:cubicBezTo>
                    <a:pt x="74" y="253"/>
                    <a:pt x="74" y="251"/>
                    <a:pt x="74" y="250"/>
                  </a:cubicBezTo>
                  <a:cubicBezTo>
                    <a:pt x="72" y="251"/>
                    <a:pt x="71" y="252"/>
                    <a:pt x="70" y="253"/>
                  </a:cubicBezTo>
                  <a:close/>
                  <a:moveTo>
                    <a:pt x="132" y="254"/>
                  </a:moveTo>
                  <a:cubicBezTo>
                    <a:pt x="134" y="254"/>
                    <a:pt x="135" y="254"/>
                    <a:pt x="137" y="254"/>
                  </a:cubicBezTo>
                  <a:cubicBezTo>
                    <a:pt x="137" y="253"/>
                    <a:pt x="137" y="252"/>
                    <a:pt x="137" y="251"/>
                  </a:cubicBezTo>
                  <a:cubicBezTo>
                    <a:pt x="135" y="251"/>
                    <a:pt x="134" y="253"/>
                    <a:pt x="132" y="254"/>
                  </a:cubicBezTo>
                  <a:close/>
                  <a:moveTo>
                    <a:pt x="195" y="256"/>
                  </a:moveTo>
                  <a:cubicBezTo>
                    <a:pt x="197" y="256"/>
                    <a:pt x="198" y="256"/>
                    <a:pt x="200" y="256"/>
                  </a:cubicBezTo>
                  <a:cubicBezTo>
                    <a:pt x="201" y="255"/>
                    <a:pt x="200" y="254"/>
                    <a:pt x="200" y="252"/>
                  </a:cubicBezTo>
                  <a:cubicBezTo>
                    <a:pt x="197" y="253"/>
                    <a:pt x="196" y="254"/>
                    <a:pt x="195" y="2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4837" y="1302"/>
              <a:ext cx="1388" cy="1128"/>
            </a:xfrm>
            <a:custGeom>
              <a:avLst/>
              <a:gdLst>
                <a:gd name="T0" fmla="*/ 183 w 183"/>
                <a:gd name="T1" fmla="*/ 5 h 176"/>
                <a:gd name="T2" fmla="*/ 169 w 183"/>
                <a:gd name="T3" fmla="*/ 31 h 176"/>
                <a:gd name="T4" fmla="*/ 166 w 183"/>
                <a:gd name="T5" fmla="*/ 33 h 176"/>
                <a:gd name="T6" fmla="*/ 156 w 183"/>
                <a:gd name="T7" fmla="*/ 51 h 176"/>
                <a:gd name="T8" fmla="*/ 154 w 183"/>
                <a:gd name="T9" fmla="*/ 51 h 176"/>
                <a:gd name="T10" fmla="*/ 153 w 183"/>
                <a:gd name="T11" fmla="*/ 56 h 176"/>
                <a:gd name="T12" fmla="*/ 149 w 183"/>
                <a:gd name="T13" fmla="*/ 57 h 176"/>
                <a:gd name="T14" fmla="*/ 148 w 183"/>
                <a:gd name="T15" fmla="*/ 44 h 176"/>
                <a:gd name="T16" fmla="*/ 132 w 183"/>
                <a:gd name="T17" fmla="*/ 60 h 176"/>
                <a:gd name="T18" fmla="*/ 122 w 183"/>
                <a:gd name="T19" fmla="*/ 70 h 176"/>
                <a:gd name="T20" fmla="*/ 78 w 183"/>
                <a:gd name="T21" fmla="*/ 110 h 176"/>
                <a:gd name="T22" fmla="*/ 65 w 183"/>
                <a:gd name="T23" fmla="*/ 123 h 176"/>
                <a:gd name="T24" fmla="*/ 63 w 183"/>
                <a:gd name="T25" fmla="*/ 124 h 176"/>
                <a:gd name="T26" fmla="*/ 52 w 183"/>
                <a:gd name="T27" fmla="*/ 134 h 176"/>
                <a:gd name="T28" fmla="*/ 41 w 183"/>
                <a:gd name="T29" fmla="*/ 145 h 176"/>
                <a:gd name="T30" fmla="*/ 30 w 183"/>
                <a:gd name="T31" fmla="*/ 152 h 176"/>
                <a:gd name="T32" fmla="*/ 20 w 183"/>
                <a:gd name="T33" fmla="*/ 161 h 176"/>
                <a:gd name="T34" fmla="*/ 2 w 183"/>
                <a:gd name="T35" fmla="*/ 176 h 176"/>
                <a:gd name="T36" fmla="*/ 0 w 183"/>
                <a:gd name="T37" fmla="*/ 174 h 176"/>
                <a:gd name="T38" fmla="*/ 24 w 183"/>
                <a:gd name="T39" fmla="*/ 155 h 176"/>
                <a:gd name="T40" fmla="*/ 52 w 183"/>
                <a:gd name="T41" fmla="*/ 130 h 176"/>
                <a:gd name="T42" fmla="*/ 84 w 183"/>
                <a:gd name="T43" fmla="*/ 103 h 176"/>
                <a:gd name="T44" fmla="*/ 89 w 183"/>
                <a:gd name="T45" fmla="*/ 99 h 176"/>
                <a:gd name="T46" fmla="*/ 97 w 183"/>
                <a:gd name="T47" fmla="*/ 91 h 176"/>
                <a:gd name="T48" fmla="*/ 107 w 183"/>
                <a:gd name="T49" fmla="*/ 83 h 176"/>
                <a:gd name="T50" fmla="*/ 134 w 183"/>
                <a:gd name="T51" fmla="*/ 55 h 176"/>
                <a:gd name="T52" fmla="*/ 147 w 183"/>
                <a:gd name="T53" fmla="*/ 41 h 176"/>
                <a:gd name="T54" fmla="*/ 137 w 183"/>
                <a:gd name="T55" fmla="*/ 40 h 176"/>
                <a:gd name="T56" fmla="*/ 142 w 183"/>
                <a:gd name="T57" fmla="*/ 36 h 176"/>
                <a:gd name="T58" fmla="*/ 148 w 183"/>
                <a:gd name="T59" fmla="*/ 32 h 176"/>
                <a:gd name="T60" fmla="*/ 150 w 183"/>
                <a:gd name="T61" fmla="*/ 30 h 176"/>
                <a:gd name="T62" fmla="*/ 172 w 183"/>
                <a:gd name="T63" fmla="*/ 11 h 176"/>
                <a:gd name="T64" fmla="*/ 183 w 183"/>
                <a:gd name="T65" fmla="*/ 5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3" h="176">
                  <a:moveTo>
                    <a:pt x="183" y="5"/>
                  </a:moveTo>
                  <a:cubicBezTo>
                    <a:pt x="178" y="13"/>
                    <a:pt x="173" y="21"/>
                    <a:pt x="169" y="31"/>
                  </a:cubicBezTo>
                  <a:cubicBezTo>
                    <a:pt x="168" y="31"/>
                    <a:pt x="167" y="32"/>
                    <a:pt x="166" y="33"/>
                  </a:cubicBezTo>
                  <a:cubicBezTo>
                    <a:pt x="164" y="40"/>
                    <a:pt x="158" y="44"/>
                    <a:pt x="156" y="51"/>
                  </a:cubicBezTo>
                  <a:cubicBezTo>
                    <a:pt x="155" y="51"/>
                    <a:pt x="155" y="51"/>
                    <a:pt x="154" y="51"/>
                  </a:cubicBezTo>
                  <a:cubicBezTo>
                    <a:pt x="154" y="53"/>
                    <a:pt x="153" y="54"/>
                    <a:pt x="153" y="56"/>
                  </a:cubicBezTo>
                  <a:cubicBezTo>
                    <a:pt x="151" y="56"/>
                    <a:pt x="151" y="57"/>
                    <a:pt x="149" y="57"/>
                  </a:cubicBezTo>
                  <a:cubicBezTo>
                    <a:pt x="149" y="52"/>
                    <a:pt x="149" y="49"/>
                    <a:pt x="148" y="44"/>
                  </a:cubicBezTo>
                  <a:cubicBezTo>
                    <a:pt x="143" y="49"/>
                    <a:pt x="138" y="55"/>
                    <a:pt x="132" y="60"/>
                  </a:cubicBezTo>
                  <a:cubicBezTo>
                    <a:pt x="129" y="64"/>
                    <a:pt x="125" y="67"/>
                    <a:pt x="122" y="70"/>
                  </a:cubicBezTo>
                  <a:cubicBezTo>
                    <a:pt x="108" y="84"/>
                    <a:pt x="93" y="98"/>
                    <a:pt x="78" y="110"/>
                  </a:cubicBezTo>
                  <a:cubicBezTo>
                    <a:pt x="74" y="115"/>
                    <a:pt x="69" y="119"/>
                    <a:pt x="65" y="123"/>
                  </a:cubicBezTo>
                  <a:cubicBezTo>
                    <a:pt x="64" y="124"/>
                    <a:pt x="64" y="124"/>
                    <a:pt x="63" y="124"/>
                  </a:cubicBezTo>
                  <a:cubicBezTo>
                    <a:pt x="60" y="128"/>
                    <a:pt x="56" y="131"/>
                    <a:pt x="52" y="134"/>
                  </a:cubicBezTo>
                  <a:cubicBezTo>
                    <a:pt x="48" y="137"/>
                    <a:pt x="44" y="141"/>
                    <a:pt x="41" y="145"/>
                  </a:cubicBezTo>
                  <a:cubicBezTo>
                    <a:pt x="38" y="148"/>
                    <a:pt x="33" y="149"/>
                    <a:pt x="30" y="152"/>
                  </a:cubicBezTo>
                  <a:cubicBezTo>
                    <a:pt x="26" y="155"/>
                    <a:pt x="24" y="158"/>
                    <a:pt x="20" y="161"/>
                  </a:cubicBezTo>
                  <a:cubicBezTo>
                    <a:pt x="14" y="166"/>
                    <a:pt x="8" y="171"/>
                    <a:pt x="2" y="176"/>
                  </a:cubicBezTo>
                  <a:cubicBezTo>
                    <a:pt x="1" y="175"/>
                    <a:pt x="1" y="174"/>
                    <a:pt x="0" y="174"/>
                  </a:cubicBezTo>
                  <a:cubicBezTo>
                    <a:pt x="8" y="168"/>
                    <a:pt x="16" y="162"/>
                    <a:pt x="24" y="155"/>
                  </a:cubicBezTo>
                  <a:cubicBezTo>
                    <a:pt x="33" y="146"/>
                    <a:pt x="44" y="140"/>
                    <a:pt x="52" y="130"/>
                  </a:cubicBezTo>
                  <a:cubicBezTo>
                    <a:pt x="63" y="122"/>
                    <a:pt x="73" y="112"/>
                    <a:pt x="84" y="103"/>
                  </a:cubicBezTo>
                  <a:cubicBezTo>
                    <a:pt x="85" y="101"/>
                    <a:pt x="87" y="100"/>
                    <a:pt x="89" y="99"/>
                  </a:cubicBezTo>
                  <a:cubicBezTo>
                    <a:pt x="92" y="96"/>
                    <a:pt x="94" y="93"/>
                    <a:pt x="97" y="91"/>
                  </a:cubicBezTo>
                  <a:cubicBezTo>
                    <a:pt x="100" y="88"/>
                    <a:pt x="104" y="86"/>
                    <a:pt x="107" y="83"/>
                  </a:cubicBezTo>
                  <a:cubicBezTo>
                    <a:pt x="116" y="74"/>
                    <a:pt x="125" y="64"/>
                    <a:pt x="134" y="55"/>
                  </a:cubicBezTo>
                  <a:cubicBezTo>
                    <a:pt x="139" y="51"/>
                    <a:pt x="143" y="46"/>
                    <a:pt x="147" y="41"/>
                  </a:cubicBezTo>
                  <a:cubicBezTo>
                    <a:pt x="143" y="39"/>
                    <a:pt x="140" y="43"/>
                    <a:pt x="137" y="40"/>
                  </a:cubicBezTo>
                  <a:cubicBezTo>
                    <a:pt x="136" y="37"/>
                    <a:pt x="140" y="37"/>
                    <a:pt x="142" y="36"/>
                  </a:cubicBezTo>
                  <a:cubicBezTo>
                    <a:pt x="144" y="35"/>
                    <a:pt x="145" y="33"/>
                    <a:pt x="148" y="32"/>
                  </a:cubicBezTo>
                  <a:cubicBezTo>
                    <a:pt x="148" y="31"/>
                    <a:pt x="150" y="31"/>
                    <a:pt x="150" y="30"/>
                  </a:cubicBezTo>
                  <a:cubicBezTo>
                    <a:pt x="158" y="26"/>
                    <a:pt x="166" y="18"/>
                    <a:pt x="172" y="11"/>
                  </a:cubicBezTo>
                  <a:cubicBezTo>
                    <a:pt x="175" y="8"/>
                    <a:pt x="180" y="0"/>
                    <a:pt x="18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4496" y="2417"/>
              <a:ext cx="349" cy="186"/>
            </a:xfrm>
            <a:custGeom>
              <a:avLst/>
              <a:gdLst>
                <a:gd name="T0" fmla="*/ 45 w 46"/>
                <a:gd name="T1" fmla="*/ 0 h 29"/>
                <a:gd name="T2" fmla="*/ 46 w 46"/>
                <a:gd name="T3" fmla="*/ 2 h 29"/>
                <a:gd name="T4" fmla="*/ 28 w 46"/>
                <a:gd name="T5" fmla="*/ 15 h 29"/>
                <a:gd name="T6" fmla="*/ 0 w 46"/>
                <a:gd name="T7" fmla="*/ 29 h 29"/>
                <a:gd name="T8" fmla="*/ 5 w 46"/>
                <a:gd name="T9" fmla="*/ 25 h 29"/>
                <a:gd name="T10" fmla="*/ 39 w 46"/>
                <a:gd name="T11" fmla="*/ 4 h 29"/>
                <a:gd name="T12" fmla="*/ 45 w 46"/>
                <a:gd name="T1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29">
                  <a:moveTo>
                    <a:pt x="45" y="0"/>
                  </a:moveTo>
                  <a:cubicBezTo>
                    <a:pt x="46" y="0"/>
                    <a:pt x="45" y="2"/>
                    <a:pt x="46" y="2"/>
                  </a:cubicBezTo>
                  <a:cubicBezTo>
                    <a:pt x="41" y="7"/>
                    <a:pt x="33" y="10"/>
                    <a:pt x="28" y="15"/>
                  </a:cubicBezTo>
                  <a:cubicBezTo>
                    <a:pt x="18" y="19"/>
                    <a:pt x="11" y="26"/>
                    <a:pt x="0" y="29"/>
                  </a:cubicBezTo>
                  <a:cubicBezTo>
                    <a:pt x="0" y="26"/>
                    <a:pt x="3" y="25"/>
                    <a:pt x="5" y="25"/>
                  </a:cubicBezTo>
                  <a:cubicBezTo>
                    <a:pt x="17" y="18"/>
                    <a:pt x="29" y="12"/>
                    <a:pt x="39" y="4"/>
                  </a:cubicBezTo>
                  <a:cubicBezTo>
                    <a:pt x="42" y="3"/>
                    <a:pt x="43" y="2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sp>
        <p:nvSpPr>
          <p:cNvPr id="74" name="文本框 73"/>
          <p:cNvSpPr txBox="1"/>
          <p:nvPr/>
        </p:nvSpPr>
        <p:spPr>
          <a:xfrm>
            <a:off x="7215692" y="2575182"/>
            <a:ext cx="4585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社内規程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AI</a:t>
            </a:r>
            <a:r>
              <a:rPr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エージェント</a:t>
            </a:r>
            <a:endParaRPr lang="zh-CN" alt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452387" y="2532369"/>
            <a:ext cx="83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300" dirty="0">
                <a:latin typeface="Meiryo UI" panose="020B0604030504040204" pitchFamily="34" charset="-128"/>
                <a:ea typeface="Meiryo UI" panose="020B0604030504040204" pitchFamily="34" charset="-128"/>
              </a:rPr>
              <a:t>01</a:t>
            </a:r>
            <a:endParaRPr lang="zh-CN" altLang="en-US" sz="2800" b="1" spc="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6" name="任意多边形 75"/>
          <p:cNvSpPr/>
          <p:nvPr/>
        </p:nvSpPr>
        <p:spPr>
          <a:xfrm>
            <a:off x="7360413" y="3006461"/>
            <a:ext cx="3240000" cy="18000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/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7" name="椭圆 31"/>
          <p:cNvSpPr/>
          <p:nvPr/>
        </p:nvSpPr>
        <p:spPr>
          <a:xfrm>
            <a:off x="6151542" y="2598036"/>
            <a:ext cx="904457" cy="483157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222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000" b="1" spc="-3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一段階</a:t>
            </a:r>
            <a:endParaRPr lang="zh-CN" altLang="en-US" sz="2000" b="1" spc="-3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7215692" y="3450186"/>
            <a:ext cx="4585784" cy="370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添付ファイル入力へ対応</a:t>
            </a:r>
            <a:endParaRPr lang="zh-CN" alt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452387" y="3407373"/>
            <a:ext cx="83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300" dirty="0">
                <a:latin typeface="Meiryo UI" panose="020B0604030504040204" pitchFamily="34" charset="-128"/>
                <a:ea typeface="Meiryo UI" panose="020B0604030504040204" pitchFamily="34" charset="-128"/>
              </a:rPr>
              <a:t>02</a:t>
            </a:r>
            <a:endParaRPr lang="zh-CN" altLang="en-US" sz="2800" b="1" spc="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3" name="任意多边形 82"/>
          <p:cNvSpPr/>
          <p:nvPr/>
        </p:nvSpPr>
        <p:spPr>
          <a:xfrm>
            <a:off x="7360413" y="3881465"/>
            <a:ext cx="3240000" cy="18000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/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4" name="椭圆 31"/>
          <p:cNvSpPr/>
          <p:nvPr/>
        </p:nvSpPr>
        <p:spPr>
          <a:xfrm>
            <a:off x="6151542" y="3473040"/>
            <a:ext cx="904457" cy="483157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222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spc="-3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二</a:t>
            </a:r>
            <a:r>
              <a:rPr lang="ja-JP" altLang="en-US" sz="2000" b="1" spc="-3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段階</a:t>
            </a:r>
            <a:endParaRPr lang="zh-CN" altLang="en-US" sz="2000" b="1" spc="-3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7215692" y="4339489"/>
            <a:ext cx="4585784" cy="370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endParaRPr lang="zh-CN" alt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452387" y="4296676"/>
            <a:ext cx="83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300" dirty="0">
                <a:latin typeface="Meiryo UI" panose="020B0604030504040204" pitchFamily="34" charset="-128"/>
                <a:ea typeface="Meiryo UI" panose="020B0604030504040204" pitchFamily="34" charset="-128"/>
              </a:rPr>
              <a:t>03</a:t>
            </a:r>
            <a:endParaRPr lang="zh-CN" altLang="en-US" sz="2800" b="1" spc="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7" name="任意多边形 86"/>
          <p:cNvSpPr/>
          <p:nvPr/>
        </p:nvSpPr>
        <p:spPr>
          <a:xfrm>
            <a:off x="7360413" y="4770768"/>
            <a:ext cx="3240000" cy="18000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/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8" name="椭圆 31"/>
          <p:cNvSpPr/>
          <p:nvPr/>
        </p:nvSpPr>
        <p:spPr>
          <a:xfrm>
            <a:off x="6151542" y="4362343"/>
            <a:ext cx="904457" cy="483157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222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spc="-3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三</a:t>
            </a:r>
            <a:r>
              <a:rPr lang="ja-JP" altLang="en-US" sz="2000" b="1" spc="-3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段階</a:t>
            </a:r>
            <a:endParaRPr lang="zh-CN" altLang="en-US" sz="2000" b="1" spc="-3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215692" y="5251838"/>
            <a:ext cx="4585784" cy="370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endParaRPr lang="zh-CN" alt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452387" y="5209025"/>
            <a:ext cx="83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300" dirty="0">
                <a:latin typeface="Meiryo UI" panose="020B0604030504040204" pitchFamily="34" charset="-128"/>
                <a:ea typeface="Meiryo UI" panose="020B0604030504040204" pitchFamily="34" charset="-128"/>
              </a:rPr>
              <a:t>04</a:t>
            </a:r>
            <a:endParaRPr lang="zh-CN" altLang="en-US" sz="2800" b="1" spc="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1" name="任意多边形 90"/>
          <p:cNvSpPr/>
          <p:nvPr/>
        </p:nvSpPr>
        <p:spPr>
          <a:xfrm>
            <a:off x="7360413" y="5683117"/>
            <a:ext cx="3240000" cy="18000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/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2" name="椭圆 31"/>
          <p:cNvSpPr/>
          <p:nvPr/>
        </p:nvSpPr>
        <p:spPr>
          <a:xfrm>
            <a:off x="6151542" y="5274692"/>
            <a:ext cx="904457" cy="483157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" fmla="*/ 328247 w 656494"/>
              <a:gd name="connsiteY0" fmla="*/ 0 h 633046"/>
              <a:gd name="connsiteX1" fmla="*/ 656494 w 656494"/>
              <a:gd name="connsiteY1" fmla="*/ 316523 h 633046"/>
              <a:gd name="connsiteX2" fmla="*/ 328247 w 656494"/>
              <a:gd name="connsiteY2" fmla="*/ 633046 h 633046"/>
              <a:gd name="connsiteX3" fmla="*/ 0 w 656494"/>
              <a:gd name="connsiteY3" fmla="*/ 316523 h 633046"/>
              <a:gd name="connsiteX4" fmla="*/ 419687 w 656494"/>
              <a:gd name="connsiteY4" fmla="*/ 91440 h 633046"/>
              <a:gd name="connsiteX0" fmla="*/ 402964 w 731211"/>
              <a:gd name="connsiteY0" fmla="*/ 0 h 633046"/>
              <a:gd name="connsiteX1" fmla="*/ 731211 w 731211"/>
              <a:gd name="connsiteY1" fmla="*/ 316523 h 633046"/>
              <a:gd name="connsiteX2" fmla="*/ 402964 w 731211"/>
              <a:gd name="connsiteY2" fmla="*/ 633046 h 633046"/>
              <a:gd name="connsiteX3" fmla="*/ 74717 w 731211"/>
              <a:gd name="connsiteY3" fmla="*/ 316523 h 633046"/>
              <a:gd name="connsiteX4" fmla="*/ 161895 w 731211"/>
              <a:gd name="connsiteY4" fmla="*/ 152400 h 633046"/>
              <a:gd name="connsiteX0" fmla="*/ 353700 w 681947"/>
              <a:gd name="connsiteY0" fmla="*/ 0 h 633046"/>
              <a:gd name="connsiteX1" fmla="*/ 681947 w 681947"/>
              <a:gd name="connsiteY1" fmla="*/ 316523 h 633046"/>
              <a:gd name="connsiteX2" fmla="*/ 353700 w 681947"/>
              <a:gd name="connsiteY2" fmla="*/ 633046 h 633046"/>
              <a:gd name="connsiteX3" fmla="*/ 25453 w 681947"/>
              <a:gd name="connsiteY3" fmla="*/ 316523 h 633046"/>
              <a:gd name="connsiteX4" fmla="*/ 112631 w 681947"/>
              <a:gd name="connsiteY4" fmla="*/ 152400 h 633046"/>
              <a:gd name="connsiteX0" fmla="*/ 341249 w 669496"/>
              <a:gd name="connsiteY0" fmla="*/ 0 h 633046"/>
              <a:gd name="connsiteX1" fmla="*/ 669496 w 669496"/>
              <a:gd name="connsiteY1" fmla="*/ 316523 h 633046"/>
              <a:gd name="connsiteX2" fmla="*/ 341249 w 669496"/>
              <a:gd name="connsiteY2" fmla="*/ 633046 h 633046"/>
              <a:gd name="connsiteX3" fmla="*/ 13002 w 669496"/>
              <a:gd name="connsiteY3" fmla="*/ 316523 h 633046"/>
              <a:gd name="connsiteX4" fmla="*/ 100180 w 669496"/>
              <a:gd name="connsiteY4" fmla="*/ 152400 h 633046"/>
              <a:gd name="connsiteX0" fmla="*/ 347951 w 676198"/>
              <a:gd name="connsiteY0" fmla="*/ 0 h 633046"/>
              <a:gd name="connsiteX1" fmla="*/ 676198 w 676198"/>
              <a:gd name="connsiteY1" fmla="*/ 316523 h 633046"/>
              <a:gd name="connsiteX2" fmla="*/ 347951 w 676198"/>
              <a:gd name="connsiteY2" fmla="*/ 633046 h 633046"/>
              <a:gd name="connsiteX3" fmla="*/ 19704 w 676198"/>
              <a:gd name="connsiteY3" fmla="*/ 316523 h 633046"/>
              <a:gd name="connsiteX4" fmla="*/ 79173 w 676198"/>
              <a:gd name="connsiteY4" fmla="*/ 113607 h 633046"/>
              <a:gd name="connsiteX0" fmla="*/ 333371 w 661618"/>
              <a:gd name="connsiteY0" fmla="*/ 0 h 633046"/>
              <a:gd name="connsiteX1" fmla="*/ 661618 w 661618"/>
              <a:gd name="connsiteY1" fmla="*/ 316523 h 633046"/>
              <a:gd name="connsiteX2" fmla="*/ 333371 w 661618"/>
              <a:gd name="connsiteY2" fmla="*/ 633046 h 633046"/>
              <a:gd name="connsiteX3" fmla="*/ 5124 w 661618"/>
              <a:gd name="connsiteY3" fmla="*/ 316523 h 633046"/>
              <a:gd name="connsiteX4" fmla="*/ 64593 w 661618"/>
              <a:gd name="connsiteY4" fmla="*/ 113607 h 633046"/>
              <a:gd name="connsiteX0" fmla="*/ 178200 w 661618"/>
              <a:gd name="connsiteY0" fmla="*/ 0 h 583170"/>
              <a:gd name="connsiteX1" fmla="*/ 661618 w 661618"/>
              <a:gd name="connsiteY1" fmla="*/ 266647 h 583170"/>
              <a:gd name="connsiteX2" fmla="*/ 333371 w 661618"/>
              <a:gd name="connsiteY2" fmla="*/ 583170 h 583170"/>
              <a:gd name="connsiteX3" fmla="*/ 5124 w 661618"/>
              <a:gd name="connsiteY3" fmla="*/ 266647 h 583170"/>
              <a:gd name="connsiteX4" fmla="*/ 64593 w 661618"/>
              <a:gd name="connsiteY4" fmla="*/ 63731 h 583170"/>
              <a:gd name="connsiteX0" fmla="*/ 178200 w 662133"/>
              <a:gd name="connsiteY0" fmla="*/ 66578 h 649748"/>
              <a:gd name="connsiteX1" fmla="*/ 412660 w 662133"/>
              <a:gd name="connsiteY1" fmla="*/ 10947 h 649748"/>
              <a:gd name="connsiteX2" fmla="*/ 661618 w 662133"/>
              <a:gd name="connsiteY2" fmla="*/ 333225 h 649748"/>
              <a:gd name="connsiteX3" fmla="*/ 333371 w 662133"/>
              <a:gd name="connsiteY3" fmla="*/ 649748 h 649748"/>
              <a:gd name="connsiteX4" fmla="*/ 5124 w 662133"/>
              <a:gd name="connsiteY4" fmla="*/ 333225 h 649748"/>
              <a:gd name="connsiteX5" fmla="*/ 64593 w 662133"/>
              <a:gd name="connsiteY5" fmla="*/ 130309 h 649748"/>
              <a:gd name="connsiteX0" fmla="*/ 178200 w 662148"/>
              <a:gd name="connsiteY0" fmla="*/ 66578 h 649748"/>
              <a:gd name="connsiteX1" fmla="*/ 412660 w 662148"/>
              <a:gd name="connsiteY1" fmla="*/ 10947 h 649748"/>
              <a:gd name="connsiteX2" fmla="*/ 661618 w 662148"/>
              <a:gd name="connsiteY2" fmla="*/ 333225 h 649748"/>
              <a:gd name="connsiteX3" fmla="*/ 333371 w 662148"/>
              <a:gd name="connsiteY3" fmla="*/ 649748 h 649748"/>
              <a:gd name="connsiteX4" fmla="*/ 5124 w 662148"/>
              <a:gd name="connsiteY4" fmla="*/ 333225 h 649748"/>
              <a:gd name="connsiteX5" fmla="*/ 64593 w 662148"/>
              <a:gd name="connsiteY5" fmla="*/ 130309 h 649748"/>
              <a:gd name="connsiteX0" fmla="*/ 178200 w 662148"/>
              <a:gd name="connsiteY0" fmla="*/ 61032 h 644202"/>
              <a:gd name="connsiteX1" fmla="*/ 412660 w 662148"/>
              <a:gd name="connsiteY1" fmla="*/ 5401 h 644202"/>
              <a:gd name="connsiteX2" fmla="*/ 661618 w 662148"/>
              <a:gd name="connsiteY2" fmla="*/ 327679 h 644202"/>
              <a:gd name="connsiteX3" fmla="*/ 333371 w 662148"/>
              <a:gd name="connsiteY3" fmla="*/ 644202 h 644202"/>
              <a:gd name="connsiteX4" fmla="*/ 5124 w 662148"/>
              <a:gd name="connsiteY4" fmla="*/ 327679 h 644202"/>
              <a:gd name="connsiteX5" fmla="*/ 64593 w 662148"/>
              <a:gd name="connsiteY5" fmla="*/ 124763 h 644202"/>
              <a:gd name="connsiteX0" fmla="*/ 178200 w 662148"/>
              <a:gd name="connsiteY0" fmla="*/ 75865 h 659035"/>
              <a:gd name="connsiteX1" fmla="*/ 168819 w 662148"/>
              <a:gd name="connsiteY1" fmla="*/ 31317 h 659035"/>
              <a:gd name="connsiteX2" fmla="*/ 412660 w 662148"/>
              <a:gd name="connsiteY2" fmla="*/ 20234 h 659035"/>
              <a:gd name="connsiteX3" fmla="*/ 661618 w 662148"/>
              <a:gd name="connsiteY3" fmla="*/ 342512 h 659035"/>
              <a:gd name="connsiteX4" fmla="*/ 333371 w 662148"/>
              <a:gd name="connsiteY4" fmla="*/ 659035 h 659035"/>
              <a:gd name="connsiteX5" fmla="*/ 5124 w 662148"/>
              <a:gd name="connsiteY5" fmla="*/ 342512 h 659035"/>
              <a:gd name="connsiteX6" fmla="*/ 64593 w 662148"/>
              <a:gd name="connsiteY6" fmla="*/ 139596 h 659035"/>
              <a:gd name="connsiteX0" fmla="*/ 178200 w 662148"/>
              <a:gd name="connsiteY0" fmla="*/ 68901 h 652071"/>
              <a:gd name="connsiteX1" fmla="*/ 130026 w 662148"/>
              <a:gd name="connsiteY1" fmla="*/ 68688 h 652071"/>
              <a:gd name="connsiteX2" fmla="*/ 412660 w 662148"/>
              <a:gd name="connsiteY2" fmla="*/ 13270 h 652071"/>
              <a:gd name="connsiteX3" fmla="*/ 661618 w 662148"/>
              <a:gd name="connsiteY3" fmla="*/ 335548 h 652071"/>
              <a:gd name="connsiteX4" fmla="*/ 333371 w 662148"/>
              <a:gd name="connsiteY4" fmla="*/ 652071 h 652071"/>
              <a:gd name="connsiteX5" fmla="*/ 5124 w 662148"/>
              <a:gd name="connsiteY5" fmla="*/ 335548 h 652071"/>
              <a:gd name="connsiteX6" fmla="*/ 64593 w 662148"/>
              <a:gd name="connsiteY6" fmla="*/ 132632 h 652071"/>
              <a:gd name="connsiteX0" fmla="*/ 178200 w 662220"/>
              <a:gd name="connsiteY0" fmla="*/ 68901 h 652071"/>
              <a:gd name="connsiteX1" fmla="*/ 130026 w 662220"/>
              <a:gd name="connsiteY1" fmla="*/ 68688 h 652071"/>
              <a:gd name="connsiteX2" fmla="*/ 412660 w 662220"/>
              <a:gd name="connsiteY2" fmla="*/ 13270 h 652071"/>
              <a:gd name="connsiteX3" fmla="*/ 661618 w 662220"/>
              <a:gd name="connsiteY3" fmla="*/ 335548 h 652071"/>
              <a:gd name="connsiteX4" fmla="*/ 333371 w 662220"/>
              <a:gd name="connsiteY4" fmla="*/ 652071 h 652071"/>
              <a:gd name="connsiteX5" fmla="*/ 5124 w 662220"/>
              <a:gd name="connsiteY5" fmla="*/ 335548 h 652071"/>
              <a:gd name="connsiteX6" fmla="*/ 64593 w 662220"/>
              <a:gd name="connsiteY6" fmla="*/ 132632 h 652071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8200 w 662220"/>
              <a:gd name="connsiteY0" fmla="*/ 58449 h 641619"/>
              <a:gd name="connsiteX1" fmla="*/ 130026 w 662220"/>
              <a:gd name="connsiteY1" fmla="*/ 58236 h 641619"/>
              <a:gd name="connsiteX2" fmla="*/ 412660 w 662220"/>
              <a:gd name="connsiteY2" fmla="*/ 2818 h 641619"/>
              <a:gd name="connsiteX3" fmla="*/ 661618 w 662220"/>
              <a:gd name="connsiteY3" fmla="*/ 325096 h 641619"/>
              <a:gd name="connsiteX4" fmla="*/ 333371 w 662220"/>
              <a:gd name="connsiteY4" fmla="*/ 641619 h 641619"/>
              <a:gd name="connsiteX5" fmla="*/ 5124 w 662220"/>
              <a:gd name="connsiteY5" fmla="*/ 325096 h 641619"/>
              <a:gd name="connsiteX6" fmla="*/ 64593 w 662220"/>
              <a:gd name="connsiteY6" fmla="*/ 122180 h 641619"/>
              <a:gd name="connsiteX0" fmla="*/ 176252 w 660272"/>
              <a:gd name="connsiteY0" fmla="*/ 58449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272"/>
              <a:gd name="connsiteY0" fmla="*/ 30740 h 641619"/>
              <a:gd name="connsiteX1" fmla="*/ 128078 w 660272"/>
              <a:gd name="connsiteY1" fmla="*/ 58236 h 641619"/>
              <a:gd name="connsiteX2" fmla="*/ 410712 w 660272"/>
              <a:gd name="connsiteY2" fmla="*/ 2818 h 641619"/>
              <a:gd name="connsiteX3" fmla="*/ 659670 w 660272"/>
              <a:gd name="connsiteY3" fmla="*/ 325096 h 641619"/>
              <a:gd name="connsiteX4" fmla="*/ 331423 w 660272"/>
              <a:gd name="connsiteY4" fmla="*/ 641619 h 641619"/>
              <a:gd name="connsiteX5" fmla="*/ 3176 w 660272"/>
              <a:gd name="connsiteY5" fmla="*/ 325096 h 641619"/>
              <a:gd name="connsiteX6" fmla="*/ 62645 w 660272"/>
              <a:gd name="connsiteY6" fmla="*/ 122180 h 641619"/>
              <a:gd name="connsiteX0" fmla="*/ 253837 w 660191"/>
              <a:gd name="connsiteY0" fmla="*/ 41069 h 651948"/>
              <a:gd name="connsiteX1" fmla="*/ 161329 w 660191"/>
              <a:gd name="connsiteY1" fmla="*/ 63023 h 651948"/>
              <a:gd name="connsiteX2" fmla="*/ 410712 w 660191"/>
              <a:gd name="connsiteY2" fmla="*/ 13147 h 651948"/>
              <a:gd name="connsiteX3" fmla="*/ 659670 w 660191"/>
              <a:gd name="connsiteY3" fmla="*/ 335425 h 651948"/>
              <a:gd name="connsiteX4" fmla="*/ 331423 w 660191"/>
              <a:gd name="connsiteY4" fmla="*/ 651948 h 651948"/>
              <a:gd name="connsiteX5" fmla="*/ 3176 w 660191"/>
              <a:gd name="connsiteY5" fmla="*/ 335425 h 651948"/>
              <a:gd name="connsiteX6" fmla="*/ 62645 w 660191"/>
              <a:gd name="connsiteY6" fmla="*/ 132509 h 651948"/>
              <a:gd name="connsiteX0" fmla="*/ 253837 w 660897"/>
              <a:gd name="connsiteY0" fmla="*/ 45475 h 656354"/>
              <a:gd name="connsiteX1" fmla="*/ 161329 w 660897"/>
              <a:gd name="connsiteY1" fmla="*/ 67429 h 656354"/>
              <a:gd name="connsiteX2" fmla="*/ 410712 w 660897"/>
              <a:gd name="connsiteY2" fmla="*/ 17553 h 656354"/>
              <a:gd name="connsiteX3" fmla="*/ 659670 w 660897"/>
              <a:gd name="connsiteY3" fmla="*/ 339831 h 656354"/>
              <a:gd name="connsiteX4" fmla="*/ 331423 w 660897"/>
              <a:gd name="connsiteY4" fmla="*/ 656354 h 656354"/>
              <a:gd name="connsiteX5" fmla="*/ 3176 w 660897"/>
              <a:gd name="connsiteY5" fmla="*/ 339831 h 656354"/>
              <a:gd name="connsiteX6" fmla="*/ 62645 w 660897"/>
              <a:gd name="connsiteY6" fmla="*/ 136915 h 656354"/>
              <a:gd name="connsiteX0" fmla="*/ 253837 w 660406"/>
              <a:gd name="connsiteY0" fmla="*/ 41070 h 651949"/>
              <a:gd name="connsiteX1" fmla="*/ 161329 w 660406"/>
              <a:gd name="connsiteY1" fmla="*/ 63024 h 651949"/>
              <a:gd name="connsiteX2" fmla="*/ 410712 w 660406"/>
              <a:gd name="connsiteY2" fmla="*/ 13148 h 651949"/>
              <a:gd name="connsiteX3" fmla="*/ 659670 w 660406"/>
              <a:gd name="connsiteY3" fmla="*/ 335426 h 651949"/>
              <a:gd name="connsiteX4" fmla="*/ 331423 w 660406"/>
              <a:gd name="connsiteY4" fmla="*/ 651949 h 651949"/>
              <a:gd name="connsiteX5" fmla="*/ 3176 w 660406"/>
              <a:gd name="connsiteY5" fmla="*/ 335426 h 651949"/>
              <a:gd name="connsiteX6" fmla="*/ 62645 w 660406"/>
              <a:gd name="connsiteY6" fmla="*/ 132510 h 651949"/>
              <a:gd name="connsiteX0" fmla="*/ 161329 w 660406"/>
              <a:gd name="connsiteY0" fmla="*/ 63024 h 651949"/>
              <a:gd name="connsiteX1" fmla="*/ 410712 w 660406"/>
              <a:gd name="connsiteY1" fmla="*/ 13148 h 651949"/>
              <a:gd name="connsiteX2" fmla="*/ 659670 w 660406"/>
              <a:gd name="connsiteY2" fmla="*/ 335426 h 651949"/>
              <a:gd name="connsiteX3" fmla="*/ 331423 w 660406"/>
              <a:gd name="connsiteY3" fmla="*/ 651949 h 651949"/>
              <a:gd name="connsiteX4" fmla="*/ 3176 w 660406"/>
              <a:gd name="connsiteY4" fmla="*/ 335426 h 651949"/>
              <a:gd name="connsiteX5" fmla="*/ 62645 w 660406"/>
              <a:gd name="connsiteY5" fmla="*/ 132510 h 651949"/>
              <a:gd name="connsiteX0" fmla="*/ 128078 w 660207"/>
              <a:gd name="connsiteY0" fmla="*/ 63024 h 651949"/>
              <a:gd name="connsiteX1" fmla="*/ 410712 w 660207"/>
              <a:gd name="connsiteY1" fmla="*/ 13148 h 651949"/>
              <a:gd name="connsiteX2" fmla="*/ 659670 w 660207"/>
              <a:gd name="connsiteY2" fmla="*/ 335426 h 651949"/>
              <a:gd name="connsiteX3" fmla="*/ 331423 w 660207"/>
              <a:gd name="connsiteY3" fmla="*/ 651949 h 651949"/>
              <a:gd name="connsiteX4" fmla="*/ 3176 w 660207"/>
              <a:gd name="connsiteY4" fmla="*/ 335426 h 651949"/>
              <a:gd name="connsiteX5" fmla="*/ 62645 w 660207"/>
              <a:gd name="connsiteY5" fmla="*/ 132510 h 651949"/>
              <a:gd name="connsiteX0" fmla="*/ 128078 w 660438"/>
              <a:gd name="connsiteY0" fmla="*/ 60888 h 649813"/>
              <a:gd name="connsiteX1" fmla="*/ 410712 w 660438"/>
              <a:gd name="connsiteY1" fmla="*/ 11012 h 649813"/>
              <a:gd name="connsiteX2" fmla="*/ 659670 w 660438"/>
              <a:gd name="connsiteY2" fmla="*/ 333290 h 649813"/>
              <a:gd name="connsiteX3" fmla="*/ 331423 w 660438"/>
              <a:gd name="connsiteY3" fmla="*/ 649813 h 649813"/>
              <a:gd name="connsiteX4" fmla="*/ 3176 w 660438"/>
              <a:gd name="connsiteY4" fmla="*/ 333290 h 649813"/>
              <a:gd name="connsiteX5" fmla="*/ 62645 w 660438"/>
              <a:gd name="connsiteY5" fmla="*/ 130374 h 649813"/>
              <a:gd name="connsiteX0" fmla="*/ 128078 w 660438"/>
              <a:gd name="connsiteY0" fmla="*/ 64927 h 653852"/>
              <a:gd name="connsiteX1" fmla="*/ 410712 w 660438"/>
              <a:gd name="connsiteY1" fmla="*/ 15051 h 653852"/>
              <a:gd name="connsiteX2" fmla="*/ 659670 w 660438"/>
              <a:gd name="connsiteY2" fmla="*/ 337329 h 653852"/>
              <a:gd name="connsiteX3" fmla="*/ 331423 w 660438"/>
              <a:gd name="connsiteY3" fmla="*/ 653852 h 653852"/>
              <a:gd name="connsiteX4" fmla="*/ 3176 w 660438"/>
              <a:gd name="connsiteY4" fmla="*/ 337329 h 653852"/>
              <a:gd name="connsiteX5" fmla="*/ 62645 w 660438"/>
              <a:gd name="connsiteY5" fmla="*/ 134413 h 653852"/>
              <a:gd name="connsiteX0" fmla="*/ 128078 w 687378"/>
              <a:gd name="connsiteY0" fmla="*/ 58090 h 647015"/>
              <a:gd name="connsiteX1" fmla="*/ 571432 w 687378"/>
              <a:gd name="connsiteY1" fmla="*/ 16673 h 647015"/>
              <a:gd name="connsiteX2" fmla="*/ 659670 w 687378"/>
              <a:gd name="connsiteY2" fmla="*/ 330492 h 647015"/>
              <a:gd name="connsiteX3" fmla="*/ 331423 w 687378"/>
              <a:gd name="connsiteY3" fmla="*/ 647015 h 647015"/>
              <a:gd name="connsiteX4" fmla="*/ 3176 w 687378"/>
              <a:gd name="connsiteY4" fmla="*/ 330492 h 647015"/>
              <a:gd name="connsiteX5" fmla="*/ 62645 w 687378"/>
              <a:gd name="connsiteY5" fmla="*/ 127576 h 647015"/>
              <a:gd name="connsiteX0" fmla="*/ 128078 w 677145"/>
              <a:gd name="connsiteY0" fmla="*/ 58090 h 663933"/>
              <a:gd name="connsiteX1" fmla="*/ 571432 w 677145"/>
              <a:gd name="connsiteY1" fmla="*/ 16673 h 663933"/>
              <a:gd name="connsiteX2" fmla="*/ 659670 w 677145"/>
              <a:gd name="connsiteY2" fmla="*/ 330492 h 663933"/>
              <a:gd name="connsiteX3" fmla="*/ 559815 w 677145"/>
              <a:gd name="connsiteY3" fmla="*/ 663933 h 663933"/>
              <a:gd name="connsiteX4" fmla="*/ 3176 w 677145"/>
              <a:gd name="connsiteY4" fmla="*/ 330492 h 663933"/>
              <a:gd name="connsiteX5" fmla="*/ 62645 w 677145"/>
              <a:gd name="connsiteY5" fmla="*/ 127576 h 663933"/>
              <a:gd name="connsiteX0" fmla="*/ 101940 w 644966"/>
              <a:gd name="connsiteY0" fmla="*/ 58090 h 685888"/>
              <a:gd name="connsiteX1" fmla="*/ 545294 w 644966"/>
              <a:gd name="connsiteY1" fmla="*/ 16673 h 685888"/>
              <a:gd name="connsiteX2" fmla="*/ 633532 w 644966"/>
              <a:gd name="connsiteY2" fmla="*/ 330492 h 685888"/>
              <a:gd name="connsiteX3" fmla="*/ 533677 w 644966"/>
              <a:gd name="connsiteY3" fmla="*/ 663933 h 685888"/>
              <a:gd name="connsiteX4" fmla="*/ 10874 w 644966"/>
              <a:gd name="connsiteY4" fmla="*/ 575801 h 685888"/>
              <a:gd name="connsiteX5" fmla="*/ 36507 w 644966"/>
              <a:gd name="connsiteY5" fmla="*/ 127576 h 685888"/>
              <a:gd name="connsiteX0" fmla="*/ 101940 w 642626"/>
              <a:gd name="connsiteY0" fmla="*/ 58090 h 654766"/>
              <a:gd name="connsiteX1" fmla="*/ 545294 w 642626"/>
              <a:gd name="connsiteY1" fmla="*/ 16673 h 654766"/>
              <a:gd name="connsiteX2" fmla="*/ 633532 w 642626"/>
              <a:gd name="connsiteY2" fmla="*/ 330492 h 654766"/>
              <a:gd name="connsiteX3" fmla="*/ 567513 w 642626"/>
              <a:gd name="connsiteY3" fmla="*/ 613179 h 654766"/>
              <a:gd name="connsiteX4" fmla="*/ 10874 w 642626"/>
              <a:gd name="connsiteY4" fmla="*/ 575801 h 654766"/>
              <a:gd name="connsiteX5" fmla="*/ 36507 w 642626"/>
              <a:gd name="connsiteY5" fmla="*/ 127576 h 654766"/>
              <a:gd name="connsiteX0" fmla="*/ 101940 w 642626"/>
              <a:gd name="connsiteY0" fmla="*/ 30477 h 627153"/>
              <a:gd name="connsiteX1" fmla="*/ 545294 w 642626"/>
              <a:gd name="connsiteY1" fmla="*/ 31354 h 627153"/>
              <a:gd name="connsiteX2" fmla="*/ 633532 w 642626"/>
              <a:gd name="connsiteY2" fmla="*/ 302879 h 627153"/>
              <a:gd name="connsiteX3" fmla="*/ 567513 w 642626"/>
              <a:gd name="connsiteY3" fmla="*/ 585566 h 627153"/>
              <a:gd name="connsiteX4" fmla="*/ 10874 w 642626"/>
              <a:gd name="connsiteY4" fmla="*/ 548188 h 627153"/>
              <a:gd name="connsiteX5" fmla="*/ 36507 w 642626"/>
              <a:gd name="connsiteY5" fmla="*/ 99963 h 627153"/>
              <a:gd name="connsiteX0" fmla="*/ 101940 w 641803"/>
              <a:gd name="connsiteY0" fmla="*/ 32533 h 629209"/>
              <a:gd name="connsiteX1" fmla="*/ 545294 w 641803"/>
              <a:gd name="connsiteY1" fmla="*/ 33410 h 629209"/>
              <a:gd name="connsiteX2" fmla="*/ 633532 w 641803"/>
              <a:gd name="connsiteY2" fmla="*/ 304935 h 629209"/>
              <a:gd name="connsiteX3" fmla="*/ 567513 w 641803"/>
              <a:gd name="connsiteY3" fmla="*/ 587622 h 629209"/>
              <a:gd name="connsiteX4" fmla="*/ 10874 w 641803"/>
              <a:gd name="connsiteY4" fmla="*/ 550244 h 629209"/>
              <a:gd name="connsiteX5" fmla="*/ 36507 w 641803"/>
              <a:gd name="connsiteY5" fmla="*/ 102019 h 629209"/>
              <a:gd name="connsiteX0" fmla="*/ 93785 w 633648"/>
              <a:gd name="connsiteY0" fmla="*/ 32533 h 629209"/>
              <a:gd name="connsiteX1" fmla="*/ 537139 w 633648"/>
              <a:gd name="connsiteY1" fmla="*/ 33410 h 629209"/>
              <a:gd name="connsiteX2" fmla="*/ 625377 w 633648"/>
              <a:gd name="connsiteY2" fmla="*/ 304935 h 629209"/>
              <a:gd name="connsiteX3" fmla="*/ 559358 w 633648"/>
              <a:gd name="connsiteY3" fmla="*/ 587622 h 629209"/>
              <a:gd name="connsiteX4" fmla="*/ 2719 w 633648"/>
              <a:gd name="connsiteY4" fmla="*/ 550244 h 629209"/>
              <a:gd name="connsiteX5" fmla="*/ 28352 w 633648"/>
              <a:gd name="connsiteY5" fmla="*/ 102019 h 629209"/>
              <a:gd name="connsiteX0" fmla="*/ 103603 w 643466"/>
              <a:gd name="connsiteY0" fmla="*/ 32533 h 629209"/>
              <a:gd name="connsiteX1" fmla="*/ 546957 w 643466"/>
              <a:gd name="connsiteY1" fmla="*/ 33410 h 629209"/>
              <a:gd name="connsiteX2" fmla="*/ 635195 w 643466"/>
              <a:gd name="connsiteY2" fmla="*/ 304935 h 629209"/>
              <a:gd name="connsiteX3" fmla="*/ 569176 w 643466"/>
              <a:gd name="connsiteY3" fmla="*/ 587622 h 629209"/>
              <a:gd name="connsiteX4" fmla="*/ 12537 w 643466"/>
              <a:gd name="connsiteY4" fmla="*/ 550244 h 629209"/>
              <a:gd name="connsiteX5" fmla="*/ 4334 w 643466"/>
              <a:gd name="connsiteY5" fmla="*/ 102019 h 629209"/>
              <a:gd name="connsiteX0" fmla="*/ 103603 w 643466"/>
              <a:gd name="connsiteY0" fmla="*/ 32533 h 613248"/>
              <a:gd name="connsiteX1" fmla="*/ 546957 w 643466"/>
              <a:gd name="connsiteY1" fmla="*/ 33410 h 613248"/>
              <a:gd name="connsiteX2" fmla="*/ 635195 w 643466"/>
              <a:gd name="connsiteY2" fmla="*/ 304935 h 613248"/>
              <a:gd name="connsiteX3" fmla="*/ 569176 w 643466"/>
              <a:gd name="connsiteY3" fmla="*/ 587622 h 613248"/>
              <a:gd name="connsiteX4" fmla="*/ 12537 w 643466"/>
              <a:gd name="connsiteY4" fmla="*/ 518643 h 613248"/>
              <a:gd name="connsiteX5" fmla="*/ 4334 w 643466"/>
              <a:gd name="connsiteY5" fmla="*/ 102019 h 613248"/>
              <a:gd name="connsiteX0" fmla="*/ 103603 w 622280"/>
              <a:gd name="connsiteY0" fmla="*/ 51723 h 632438"/>
              <a:gd name="connsiteX1" fmla="*/ 546957 w 622280"/>
              <a:gd name="connsiteY1" fmla="*/ 52600 h 632438"/>
              <a:gd name="connsiteX2" fmla="*/ 569176 w 622280"/>
              <a:gd name="connsiteY2" fmla="*/ 606812 h 632438"/>
              <a:gd name="connsiteX3" fmla="*/ 12537 w 622280"/>
              <a:gd name="connsiteY3" fmla="*/ 537833 h 632438"/>
              <a:gd name="connsiteX4" fmla="*/ 4334 w 622280"/>
              <a:gd name="connsiteY4" fmla="*/ 121209 h 632438"/>
              <a:gd name="connsiteX0" fmla="*/ 103603 w 640916"/>
              <a:gd name="connsiteY0" fmla="*/ 51277 h 628066"/>
              <a:gd name="connsiteX1" fmla="*/ 546957 w 640916"/>
              <a:gd name="connsiteY1" fmla="*/ 52154 h 628066"/>
              <a:gd name="connsiteX2" fmla="*/ 595444 w 640916"/>
              <a:gd name="connsiteY2" fmla="*/ 600046 h 628066"/>
              <a:gd name="connsiteX3" fmla="*/ 12537 w 640916"/>
              <a:gd name="connsiteY3" fmla="*/ 537387 h 628066"/>
              <a:gd name="connsiteX4" fmla="*/ 4334 w 640916"/>
              <a:gd name="connsiteY4" fmla="*/ 120763 h 628066"/>
              <a:gd name="connsiteX0" fmla="*/ 103603 w 629940"/>
              <a:gd name="connsiteY0" fmla="*/ 26437 h 603226"/>
              <a:gd name="connsiteX1" fmla="*/ 546957 w 629940"/>
              <a:gd name="connsiteY1" fmla="*/ 27314 h 603226"/>
              <a:gd name="connsiteX2" fmla="*/ 595444 w 629940"/>
              <a:gd name="connsiteY2" fmla="*/ 575206 h 603226"/>
              <a:gd name="connsiteX3" fmla="*/ 12537 w 629940"/>
              <a:gd name="connsiteY3" fmla="*/ 512547 h 603226"/>
              <a:gd name="connsiteX4" fmla="*/ 4334 w 629940"/>
              <a:gd name="connsiteY4" fmla="*/ 95923 h 603226"/>
              <a:gd name="connsiteX0" fmla="*/ 103603 w 651443"/>
              <a:gd name="connsiteY0" fmla="*/ 20041 h 614843"/>
              <a:gd name="connsiteX1" fmla="*/ 608249 w 651443"/>
              <a:gd name="connsiteY1" fmla="*/ 39879 h 614843"/>
              <a:gd name="connsiteX2" fmla="*/ 595444 w 651443"/>
              <a:gd name="connsiteY2" fmla="*/ 568810 h 614843"/>
              <a:gd name="connsiteX3" fmla="*/ 12537 w 651443"/>
              <a:gd name="connsiteY3" fmla="*/ 506151 h 614843"/>
              <a:gd name="connsiteX4" fmla="*/ 4334 w 651443"/>
              <a:gd name="connsiteY4" fmla="*/ 89527 h 614843"/>
              <a:gd name="connsiteX0" fmla="*/ 103603 w 640788"/>
              <a:gd name="connsiteY0" fmla="*/ 20041 h 614843"/>
              <a:gd name="connsiteX1" fmla="*/ 581981 w 640788"/>
              <a:gd name="connsiteY1" fmla="*/ 39879 h 614843"/>
              <a:gd name="connsiteX2" fmla="*/ 595444 w 640788"/>
              <a:gd name="connsiteY2" fmla="*/ 568810 h 614843"/>
              <a:gd name="connsiteX3" fmla="*/ 12537 w 640788"/>
              <a:gd name="connsiteY3" fmla="*/ 506151 h 614843"/>
              <a:gd name="connsiteX4" fmla="*/ 4334 w 640788"/>
              <a:gd name="connsiteY4" fmla="*/ 89527 h 614843"/>
              <a:gd name="connsiteX0" fmla="*/ 103603 w 673655"/>
              <a:gd name="connsiteY0" fmla="*/ 38763 h 618146"/>
              <a:gd name="connsiteX1" fmla="*/ 581981 w 673655"/>
              <a:gd name="connsiteY1" fmla="*/ 58601 h 618146"/>
              <a:gd name="connsiteX2" fmla="*/ 621713 w 673655"/>
              <a:gd name="connsiteY2" fmla="*/ 562250 h 618146"/>
              <a:gd name="connsiteX3" fmla="*/ 12537 w 673655"/>
              <a:gd name="connsiteY3" fmla="*/ 524873 h 618146"/>
              <a:gd name="connsiteX4" fmla="*/ 4334 w 673655"/>
              <a:gd name="connsiteY4" fmla="*/ 108249 h 618146"/>
              <a:gd name="connsiteX0" fmla="*/ 103603 w 654750"/>
              <a:gd name="connsiteY0" fmla="*/ 38763 h 605787"/>
              <a:gd name="connsiteX1" fmla="*/ 581981 w 654750"/>
              <a:gd name="connsiteY1" fmla="*/ 58601 h 605787"/>
              <a:gd name="connsiteX2" fmla="*/ 621713 w 654750"/>
              <a:gd name="connsiteY2" fmla="*/ 562250 h 605787"/>
              <a:gd name="connsiteX3" fmla="*/ 12537 w 654750"/>
              <a:gd name="connsiteY3" fmla="*/ 524873 h 605787"/>
              <a:gd name="connsiteX4" fmla="*/ 4334 w 654750"/>
              <a:gd name="connsiteY4" fmla="*/ 108249 h 605787"/>
              <a:gd name="connsiteX0" fmla="*/ 103603 w 643734"/>
              <a:gd name="connsiteY0" fmla="*/ 31800 h 598824"/>
              <a:gd name="connsiteX1" fmla="*/ 581981 w 643734"/>
              <a:gd name="connsiteY1" fmla="*/ 51638 h 598824"/>
              <a:gd name="connsiteX2" fmla="*/ 621713 w 643734"/>
              <a:gd name="connsiteY2" fmla="*/ 555287 h 598824"/>
              <a:gd name="connsiteX3" fmla="*/ 12537 w 643734"/>
              <a:gd name="connsiteY3" fmla="*/ 517910 h 598824"/>
              <a:gd name="connsiteX4" fmla="*/ 4334 w 643734"/>
              <a:gd name="connsiteY4" fmla="*/ 101286 h 598824"/>
              <a:gd name="connsiteX0" fmla="*/ 103603 w 643734"/>
              <a:gd name="connsiteY0" fmla="*/ 24551 h 591575"/>
              <a:gd name="connsiteX1" fmla="*/ 581981 w 643734"/>
              <a:gd name="connsiteY1" fmla="*/ 44389 h 591575"/>
              <a:gd name="connsiteX2" fmla="*/ 621713 w 643734"/>
              <a:gd name="connsiteY2" fmla="*/ 548038 h 591575"/>
              <a:gd name="connsiteX3" fmla="*/ 12537 w 643734"/>
              <a:gd name="connsiteY3" fmla="*/ 510661 h 591575"/>
              <a:gd name="connsiteX4" fmla="*/ 4334 w 643734"/>
              <a:gd name="connsiteY4" fmla="*/ 94037 h 591575"/>
              <a:gd name="connsiteX0" fmla="*/ 103603 w 643734"/>
              <a:gd name="connsiteY0" fmla="*/ 20135 h 587159"/>
              <a:gd name="connsiteX1" fmla="*/ 581981 w 643734"/>
              <a:gd name="connsiteY1" fmla="*/ 39973 h 587159"/>
              <a:gd name="connsiteX2" fmla="*/ 621713 w 643734"/>
              <a:gd name="connsiteY2" fmla="*/ 543622 h 587159"/>
              <a:gd name="connsiteX3" fmla="*/ 12537 w 643734"/>
              <a:gd name="connsiteY3" fmla="*/ 506245 h 587159"/>
              <a:gd name="connsiteX4" fmla="*/ 4334 w 643734"/>
              <a:gd name="connsiteY4" fmla="*/ 89621 h 587159"/>
              <a:gd name="connsiteX0" fmla="*/ 51067 w 657504"/>
              <a:gd name="connsiteY0" fmla="*/ 31623 h 592327"/>
              <a:gd name="connsiteX1" fmla="*/ 581981 w 657504"/>
              <a:gd name="connsiteY1" fmla="*/ 45141 h 592327"/>
              <a:gd name="connsiteX2" fmla="*/ 621713 w 657504"/>
              <a:gd name="connsiteY2" fmla="*/ 548790 h 592327"/>
              <a:gd name="connsiteX3" fmla="*/ 12537 w 657504"/>
              <a:gd name="connsiteY3" fmla="*/ 511413 h 592327"/>
              <a:gd name="connsiteX4" fmla="*/ 4334 w 657504"/>
              <a:gd name="connsiteY4" fmla="*/ 94789 h 592327"/>
              <a:gd name="connsiteX0" fmla="*/ 51067 w 676118"/>
              <a:gd name="connsiteY0" fmla="*/ 31623 h 604686"/>
              <a:gd name="connsiteX1" fmla="*/ 581981 w 676118"/>
              <a:gd name="connsiteY1" fmla="*/ 45141 h 604686"/>
              <a:gd name="connsiteX2" fmla="*/ 621713 w 676118"/>
              <a:gd name="connsiteY2" fmla="*/ 548790 h 604686"/>
              <a:gd name="connsiteX3" fmla="*/ 12537 w 676118"/>
              <a:gd name="connsiteY3" fmla="*/ 511413 h 604686"/>
              <a:gd name="connsiteX4" fmla="*/ 4334 w 676118"/>
              <a:gd name="connsiteY4" fmla="*/ 94789 h 604686"/>
              <a:gd name="connsiteX0" fmla="*/ 51067 w 659741"/>
              <a:gd name="connsiteY0" fmla="*/ 18182 h 591245"/>
              <a:gd name="connsiteX1" fmla="*/ 581981 w 659741"/>
              <a:gd name="connsiteY1" fmla="*/ 31700 h 591245"/>
              <a:gd name="connsiteX2" fmla="*/ 621713 w 659741"/>
              <a:gd name="connsiteY2" fmla="*/ 535349 h 591245"/>
              <a:gd name="connsiteX3" fmla="*/ 12537 w 659741"/>
              <a:gd name="connsiteY3" fmla="*/ 497972 h 591245"/>
              <a:gd name="connsiteX4" fmla="*/ 4334 w 659741"/>
              <a:gd name="connsiteY4" fmla="*/ 81348 h 591245"/>
              <a:gd name="connsiteX0" fmla="*/ 51067 w 671131"/>
              <a:gd name="connsiteY0" fmla="*/ 18182 h 591245"/>
              <a:gd name="connsiteX1" fmla="*/ 617005 w 671131"/>
              <a:gd name="connsiteY1" fmla="*/ 31700 h 591245"/>
              <a:gd name="connsiteX2" fmla="*/ 621713 w 671131"/>
              <a:gd name="connsiteY2" fmla="*/ 535349 h 591245"/>
              <a:gd name="connsiteX3" fmla="*/ 12537 w 671131"/>
              <a:gd name="connsiteY3" fmla="*/ 497972 h 591245"/>
              <a:gd name="connsiteX4" fmla="*/ 4334 w 671131"/>
              <a:gd name="connsiteY4" fmla="*/ 81348 h 591245"/>
              <a:gd name="connsiteX0" fmla="*/ 51067 w 648099"/>
              <a:gd name="connsiteY0" fmla="*/ 18182 h 578886"/>
              <a:gd name="connsiteX1" fmla="*/ 617005 w 648099"/>
              <a:gd name="connsiteY1" fmla="*/ 31700 h 578886"/>
              <a:gd name="connsiteX2" fmla="*/ 621713 w 648099"/>
              <a:gd name="connsiteY2" fmla="*/ 535349 h 578886"/>
              <a:gd name="connsiteX3" fmla="*/ 12537 w 648099"/>
              <a:gd name="connsiteY3" fmla="*/ 497972 h 578886"/>
              <a:gd name="connsiteX4" fmla="*/ 4334 w 648099"/>
              <a:gd name="connsiteY4" fmla="*/ 81348 h 578886"/>
              <a:gd name="connsiteX0" fmla="*/ 51067 w 648099"/>
              <a:gd name="connsiteY0" fmla="*/ 18182 h 565791"/>
              <a:gd name="connsiteX1" fmla="*/ 617005 w 648099"/>
              <a:gd name="connsiteY1" fmla="*/ 31700 h 565791"/>
              <a:gd name="connsiteX2" fmla="*/ 621713 w 648099"/>
              <a:gd name="connsiteY2" fmla="*/ 535349 h 565791"/>
              <a:gd name="connsiteX3" fmla="*/ 12537 w 648099"/>
              <a:gd name="connsiteY3" fmla="*/ 497972 h 565791"/>
              <a:gd name="connsiteX4" fmla="*/ 4334 w 648099"/>
              <a:gd name="connsiteY4" fmla="*/ 81348 h 56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222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spc="-3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四</a:t>
            </a:r>
            <a:r>
              <a:rPr lang="ja-JP" altLang="en-US" sz="2000" b="1" spc="-3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段階</a:t>
            </a:r>
            <a:endParaRPr lang="zh-CN" altLang="en-US" sz="2000" b="1" spc="-3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3790496" y="841830"/>
            <a:ext cx="4540704" cy="1074057"/>
            <a:chOff x="3659868" y="841828"/>
            <a:chExt cx="4540704" cy="1074057"/>
          </a:xfrm>
        </p:grpSpPr>
        <p:sp>
          <p:nvSpPr>
            <p:cNvPr id="78" name="任意多边形 77"/>
            <p:cNvSpPr/>
            <p:nvPr/>
          </p:nvSpPr>
          <p:spPr>
            <a:xfrm>
              <a:off x="4311650" y="1082675"/>
              <a:ext cx="3025775" cy="809625"/>
            </a:xfrm>
            <a:custGeom>
              <a:avLst/>
              <a:gdLst>
                <a:gd name="connsiteX0" fmla="*/ 22225 w 3025775"/>
                <a:gd name="connsiteY0" fmla="*/ 34925 h 809625"/>
                <a:gd name="connsiteX1" fmla="*/ 0 w 3025775"/>
                <a:gd name="connsiteY1" fmla="*/ 581025 h 809625"/>
                <a:gd name="connsiteX2" fmla="*/ 3175 w 3025775"/>
                <a:gd name="connsiteY2" fmla="*/ 762000 h 809625"/>
                <a:gd name="connsiteX3" fmla="*/ 63500 w 3025775"/>
                <a:gd name="connsiteY3" fmla="*/ 809625 h 809625"/>
                <a:gd name="connsiteX4" fmla="*/ 2936875 w 3025775"/>
                <a:gd name="connsiteY4" fmla="*/ 752475 h 809625"/>
                <a:gd name="connsiteX5" fmla="*/ 3022600 w 3025775"/>
                <a:gd name="connsiteY5" fmla="*/ 717550 h 809625"/>
                <a:gd name="connsiteX6" fmla="*/ 3025775 w 3025775"/>
                <a:gd name="connsiteY6" fmla="*/ 660400 h 809625"/>
                <a:gd name="connsiteX7" fmla="*/ 3003550 w 3025775"/>
                <a:gd name="connsiteY7" fmla="*/ 50800 h 809625"/>
                <a:gd name="connsiteX8" fmla="*/ 2946400 w 3025775"/>
                <a:gd name="connsiteY8" fmla="*/ 9525 h 809625"/>
                <a:gd name="connsiteX9" fmla="*/ 2419350 w 3025775"/>
                <a:gd name="connsiteY9" fmla="*/ 0 h 809625"/>
                <a:gd name="connsiteX10" fmla="*/ 22225 w 3025775"/>
                <a:gd name="connsiteY10" fmla="*/ 34925 h 80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25775" h="809625">
                  <a:moveTo>
                    <a:pt x="22225" y="34925"/>
                  </a:moveTo>
                  <a:lnTo>
                    <a:pt x="0" y="581025"/>
                  </a:lnTo>
                  <a:cubicBezTo>
                    <a:pt x="1058" y="641350"/>
                    <a:pt x="2117" y="701675"/>
                    <a:pt x="3175" y="762000"/>
                  </a:cubicBezTo>
                  <a:lnTo>
                    <a:pt x="63500" y="809625"/>
                  </a:lnTo>
                  <a:lnTo>
                    <a:pt x="2936875" y="752475"/>
                  </a:lnTo>
                  <a:lnTo>
                    <a:pt x="3022600" y="717550"/>
                  </a:lnTo>
                  <a:lnTo>
                    <a:pt x="3025775" y="660400"/>
                  </a:lnTo>
                  <a:lnTo>
                    <a:pt x="3003550" y="50800"/>
                  </a:lnTo>
                  <a:lnTo>
                    <a:pt x="2946400" y="9525"/>
                  </a:lnTo>
                  <a:lnTo>
                    <a:pt x="2419350" y="0"/>
                  </a:lnTo>
                  <a:lnTo>
                    <a:pt x="22225" y="34925"/>
                  </a:lnTo>
                  <a:close/>
                </a:path>
              </a:pathLst>
            </a:cu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3659868" y="841828"/>
              <a:ext cx="4540704" cy="1074057"/>
              <a:chOff x="4429125" y="2685143"/>
              <a:chExt cx="4118758" cy="1182009"/>
            </a:xfrm>
          </p:grpSpPr>
          <p:sp>
            <p:nvSpPr>
              <p:cNvPr id="93" name="Freeform 92"/>
              <p:cNvSpPr>
                <a:spLocks noEditPoints="1"/>
              </p:cNvSpPr>
              <p:nvPr/>
            </p:nvSpPr>
            <p:spPr bwMode="auto">
              <a:xfrm>
                <a:off x="4429125" y="2685143"/>
                <a:ext cx="4118758" cy="1182009"/>
              </a:xfrm>
              <a:custGeom>
                <a:avLst/>
                <a:gdLst>
                  <a:gd name="T0" fmla="*/ 1235 w 1305"/>
                  <a:gd name="T1" fmla="*/ 116 h 339"/>
                  <a:gd name="T2" fmla="*/ 1299 w 1305"/>
                  <a:gd name="T3" fmla="*/ 11 h 339"/>
                  <a:gd name="T4" fmla="*/ 868 w 1305"/>
                  <a:gd name="T5" fmla="*/ 14 h 339"/>
                  <a:gd name="T6" fmla="*/ 862 w 1305"/>
                  <a:gd name="T7" fmla="*/ 70 h 339"/>
                  <a:gd name="T8" fmla="*/ 408 w 1305"/>
                  <a:gd name="T9" fmla="*/ 31 h 339"/>
                  <a:gd name="T10" fmla="*/ 1 w 1305"/>
                  <a:gd name="T11" fmla="*/ 36 h 339"/>
                  <a:gd name="T12" fmla="*/ 20 w 1305"/>
                  <a:gd name="T13" fmla="*/ 231 h 339"/>
                  <a:gd name="T14" fmla="*/ 174 w 1305"/>
                  <a:gd name="T15" fmla="*/ 250 h 339"/>
                  <a:gd name="T16" fmla="*/ 61 w 1305"/>
                  <a:gd name="T17" fmla="*/ 177 h 339"/>
                  <a:gd name="T18" fmla="*/ 45 w 1305"/>
                  <a:gd name="T19" fmla="*/ 90 h 339"/>
                  <a:gd name="T20" fmla="*/ 44 w 1305"/>
                  <a:gd name="T21" fmla="*/ 40 h 339"/>
                  <a:gd name="T22" fmla="*/ 14 w 1305"/>
                  <a:gd name="T23" fmla="*/ 37 h 339"/>
                  <a:gd name="T24" fmla="*/ 189 w 1305"/>
                  <a:gd name="T25" fmla="*/ 89 h 339"/>
                  <a:gd name="T26" fmla="*/ 199 w 1305"/>
                  <a:gd name="T27" fmla="*/ 335 h 339"/>
                  <a:gd name="T28" fmla="*/ 778 w 1305"/>
                  <a:gd name="T29" fmla="*/ 327 h 339"/>
                  <a:gd name="T30" fmla="*/ 1061 w 1305"/>
                  <a:gd name="T31" fmla="*/ 273 h 339"/>
                  <a:gd name="T32" fmla="*/ 1076 w 1305"/>
                  <a:gd name="T33" fmla="*/ 231 h 339"/>
                  <a:gd name="T34" fmla="*/ 1299 w 1305"/>
                  <a:gd name="T35" fmla="*/ 209 h 339"/>
                  <a:gd name="T36" fmla="*/ 909 w 1305"/>
                  <a:gd name="T37" fmla="*/ 71 h 339"/>
                  <a:gd name="T38" fmla="*/ 925 w 1305"/>
                  <a:gd name="T39" fmla="*/ 71 h 339"/>
                  <a:gd name="T40" fmla="*/ 886 w 1305"/>
                  <a:gd name="T41" fmla="*/ 30 h 339"/>
                  <a:gd name="T42" fmla="*/ 870 w 1305"/>
                  <a:gd name="T43" fmla="*/ 25 h 339"/>
                  <a:gd name="T44" fmla="*/ 869 w 1305"/>
                  <a:gd name="T45" fmla="*/ 70 h 339"/>
                  <a:gd name="T46" fmla="*/ 399 w 1305"/>
                  <a:gd name="T47" fmla="*/ 56 h 339"/>
                  <a:gd name="T48" fmla="*/ 382 w 1305"/>
                  <a:gd name="T49" fmla="*/ 47 h 339"/>
                  <a:gd name="T50" fmla="*/ 382 w 1305"/>
                  <a:gd name="T51" fmla="*/ 47 h 339"/>
                  <a:gd name="T52" fmla="*/ 349 w 1305"/>
                  <a:gd name="T53" fmla="*/ 70 h 339"/>
                  <a:gd name="T54" fmla="*/ 325 w 1305"/>
                  <a:gd name="T55" fmla="*/ 63 h 339"/>
                  <a:gd name="T56" fmla="*/ 325 w 1305"/>
                  <a:gd name="T57" fmla="*/ 76 h 339"/>
                  <a:gd name="T58" fmla="*/ 318 w 1305"/>
                  <a:gd name="T59" fmla="*/ 76 h 339"/>
                  <a:gd name="T60" fmla="*/ 298 w 1305"/>
                  <a:gd name="T61" fmla="*/ 70 h 339"/>
                  <a:gd name="T62" fmla="*/ 1049 w 1305"/>
                  <a:gd name="T63" fmla="*/ 289 h 339"/>
                  <a:gd name="T64" fmla="*/ 1042 w 1305"/>
                  <a:gd name="T65" fmla="*/ 297 h 339"/>
                  <a:gd name="T66" fmla="*/ 762 w 1305"/>
                  <a:gd name="T67" fmla="*/ 315 h 339"/>
                  <a:gd name="T68" fmla="*/ 192 w 1305"/>
                  <a:gd name="T69" fmla="*/ 310 h 339"/>
                  <a:gd name="T70" fmla="*/ 213 w 1305"/>
                  <a:gd name="T71" fmla="*/ 302 h 339"/>
                  <a:gd name="T72" fmla="*/ 192 w 1305"/>
                  <a:gd name="T73" fmla="*/ 236 h 339"/>
                  <a:gd name="T74" fmla="*/ 223 w 1305"/>
                  <a:gd name="T75" fmla="*/ 111 h 339"/>
                  <a:gd name="T76" fmla="*/ 196 w 1305"/>
                  <a:gd name="T77" fmla="*/ 104 h 339"/>
                  <a:gd name="T78" fmla="*/ 1036 w 1305"/>
                  <a:gd name="T79" fmla="*/ 88 h 339"/>
                  <a:gd name="T80" fmla="*/ 1043 w 1305"/>
                  <a:gd name="T81" fmla="*/ 99 h 339"/>
                  <a:gd name="T82" fmla="*/ 1049 w 1305"/>
                  <a:gd name="T83" fmla="*/ 289 h 339"/>
                  <a:gd name="T84" fmla="*/ 947 w 1305"/>
                  <a:gd name="T85" fmla="*/ 72 h 339"/>
                  <a:gd name="T86" fmla="*/ 952 w 1305"/>
                  <a:gd name="T87" fmla="*/ 62 h 339"/>
                  <a:gd name="T88" fmla="*/ 968 w 1305"/>
                  <a:gd name="T89" fmla="*/ 72 h 339"/>
                  <a:gd name="T90" fmla="*/ 1004 w 1305"/>
                  <a:gd name="T91" fmla="*/ 73 h 339"/>
                  <a:gd name="T92" fmla="*/ 1176 w 1305"/>
                  <a:gd name="T93" fmla="*/ 209 h 339"/>
                  <a:gd name="T94" fmla="*/ 1059 w 1305"/>
                  <a:gd name="T95" fmla="*/ 210 h 339"/>
                  <a:gd name="T96" fmla="*/ 1071 w 1305"/>
                  <a:gd name="T97" fmla="*/ 206 h 339"/>
                  <a:gd name="T98" fmla="*/ 1044 w 1305"/>
                  <a:gd name="T99" fmla="*/ 78 h 339"/>
                  <a:gd name="T100" fmla="*/ 972 w 1305"/>
                  <a:gd name="T101" fmla="*/ 44 h 339"/>
                  <a:gd name="T102" fmla="*/ 949 w 1305"/>
                  <a:gd name="T103" fmla="*/ 41 h 339"/>
                  <a:gd name="T104" fmla="*/ 1232 w 1305"/>
                  <a:gd name="T105" fmla="*/ 99 h 339"/>
                  <a:gd name="T106" fmla="*/ 1269 w 1305"/>
                  <a:gd name="T107" fmla="*/ 185 h 339"/>
                  <a:gd name="T108" fmla="*/ 1280 w 1305"/>
                  <a:gd name="T109" fmla="*/ 18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305" h="339">
                    <a:moveTo>
                      <a:pt x="1303" y="200"/>
                    </a:moveTo>
                    <a:cubicBezTo>
                      <a:pt x="1293" y="186"/>
                      <a:pt x="1281" y="173"/>
                      <a:pt x="1269" y="160"/>
                    </a:cubicBezTo>
                    <a:cubicBezTo>
                      <a:pt x="1263" y="152"/>
                      <a:pt x="1256" y="145"/>
                      <a:pt x="1250" y="138"/>
                    </a:cubicBezTo>
                    <a:cubicBezTo>
                      <a:pt x="1244" y="132"/>
                      <a:pt x="1233" y="124"/>
                      <a:pt x="1235" y="116"/>
                    </a:cubicBezTo>
                    <a:cubicBezTo>
                      <a:pt x="1236" y="109"/>
                      <a:pt x="1245" y="99"/>
                      <a:pt x="1249" y="93"/>
                    </a:cubicBezTo>
                    <a:cubicBezTo>
                      <a:pt x="1254" y="85"/>
                      <a:pt x="1260" y="77"/>
                      <a:pt x="1265" y="68"/>
                    </a:cubicBezTo>
                    <a:cubicBezTo>
                      <a:pt x="1276" y="50"/>
                      <a:pt x="1287" y="32"/>
                      <a:pt x="1298" y="14"/>
                    </a:cubicBezTo>
                    <a:cubicBezTo>
                      <a:pt x="1299" y="13"/>
                      <a:pt x="1299" y="12"/>
                      <a:pt x="1299" y="11"/>
                    </a:cubicBezTo>
                    <a:cubicBezTo>
                      <a:pt x="1303" y="8"/>
                      <a:pt x="1300" y="0"/>
                      <a:pt x="1294" y="1"/>
                    </a:cubicBezTo>
                    <a:cubicBezTo>
                      <a:pt x="1154" y="22"/>
                      <a:pt x="1012" y="26"/>
                      <a:pt x="872" y="13"/>
                    </a:cubicBezTo>
                    <a:cubicBezTo>
                      <a:pt x="870" y="13"/>
                      <a:pt x="869" y="14"/>
                      <a:pt x="868" y="15"/>
                    </a:cubicBezTo>
                    <a:cubicBezTo>
                      <a:pt x="868" y="15"/>
                      <a:pt x="868" y="14"/>
                      <a:pt x="868" y="14"/>
                    </a:cubicBezTo>
                    <a:cubicBezTo>
                      <a:pt x="867" y="11"/>
                      <a:pt x="862" y="12"/>
                      <a:pt x="862" y="15"/>
                    </a:cubicBezTo>
                    <a:cubicBezTo>
                      <a:pt x="861" y="24"/>
                      <a:pt x="862" y="34"/>
                      <a:pt x="862" y="44"/>
                    </a:cubicBezTo>
                    <a:cubicBezTo>
                      <a:pt x="862" y="52"/>
                      <a:pt x="860" y="61"/>
                      <a:pt x="862" y="69"/>
                    </a:cubicBezTo>
                    <a:cubicBezTo>
                      <a:pt x="862" y="70"/>
                      <a:pt x="862" y="70"/>
                      <a:pt x="862" y="70"/>
                    </a:cubicBezTo>
                    <a:cubicBezTo>
                      <a:pt x="710" y="68"/>
                      <a:pt x="559" y="69"/>
                      <a:pt x="407" y="73"/>
                    </a:cubicBezTo>
                    <a:cubicBezTo>
                      <a:pt x="408" y="68"/>
                      <a:pt x="408" y="62"/>
                      <a:pt x="409" y="57"/>
                    </a:cubicBezTo>
                    <a:cubicBezTo>
                      <a:pt x="409" y="49"/>
                      <a:pt x="410" y="41"/>
                      <a:pt x="409" y="33"/>
                    </a:cubicBezTo>
                    <a:cubicBezTo>
                      <a:pt x="409" y="32"/>
                      <a:pt x="409" y="31"/>
                      <a:pt x="408" y="31"/>
                    </a:cubicBezTo>
                    <a:cubicBezTo>
                      <a:pt x="407" y="30"/>
                      <a:pt x="406" y="29"/>
                      <a:pt x="404" y="29"/>
                    </a:cubicBezTo>
                    <a:cubicBezTo>
                      <a:pt x="338" y="26"/>
                      <a:pt x="272" y="26"/>
                      <a:pt x="206" y="26"/>
                    </a:cubicBezTo>
                    <a:cubicBezTo>
                      <a:pt x="141" y="26"/>
                      <a:pt x="74" y="24"/>
                      <a:pt x="9" y="30"/>
                    </a:cubicBezTo>
                    <a:cubicBezTo>
                      <a:pt x="6" y="27"/>
                      <a:pt x="0" y="31"/>
                      <a:pt x="1" y="36"/>
                    </a:cubicBezTo>
                    <a:cubicBezTo>
                      <a:pt x="10" y="71"/>
                      <a:pt x="38" y="103"/>
                      <a:pt x="63" y="128"/>
                    </a:cubicBezTo>
                    <a:cubicBezTo>
                      <a:pt x="73" y="138"/>
                      <a:pt x="73" y="139"/>
                      <a:pt x="65" y="151"/>
                    </a:cubicBezTo>
                    <a:cubicBezTo>
                      <a:pt x="59" y="159"/>
                      <a:pt x="53" y="167"/>
                      <a:pt x="48" y="176"/>
                    </a:cubicBezTo>
                    <a:cubicBezTo>
                      <a:pt x="37" y="193"/>
                      <a:pt x="26" y="211"/>
                      <a:pt x="20" y="231"/>
                    </a:cubicBezTo>
                    <a:cubicBezTo>
                      <a:pt x="19" y="234"/>
                      <a:pt x="22" y="236"/>
                      <a:pt x="24" y="235"/>
                    </a:cubicBezTo>
                    <a:cubicBezTo>
                      <a:pt x="24" y="237"/>
                      <a:pt x="24" y="239"/>
                      <a:pt x="27" y="239"/>
                    </a:cubicBezTo>
                    <a:cubicBezTo>
                      <a:pt x="50" y="243"/>
                      <a:pt x="74" y="244"/>
                      <a:pt x="98" y="246"/>
                    </a:cubicBezTo>
                    <a:cubicBezTo>
                      <a:pt x="123" y="248"/>
                      <a:pt x="149" y="252"/>
                      <a:pt x="174" y="250"/>
                    </a:cubicBezTo>
                    <a:cubicBezTo>
                      <a:pt x="179" y="249"/>
                      <a:pt x="181" y="242"/>
                      <a:pt x="176" y="241"/>
                    </a:cubicBezTo>
                    <a:cubicBezTo>
                      <a:pt x="152" y="236"/>
                      <a:pt x="128" y="236"/>
                      <a:pt x="104" y="235"/>
                    </a:cubicBezTo>
                    <a:cubicBezTo>
                      <a:pt x="79" y="233"/>
                      <a:pt x="53" y="231"/>
                      <a:pt x="28" y="232"/>
                    </a:cubicBezTo>
                    <a:cubicBezTo>
                      <a:pt x="40" y="214"/>
                      <a:pt x="50" y="195"/>
                      <a:pt x="61" y="177"/>
                    </a:cubicBezTo>
                    <a:cubicBezTo>
                      <a:pt x="68" y="167"/>
                      <a:pt x="77" y="157"/>
                      <a:pt x="83" y="147"/>
                    </a:cubicBezTo>
                    <a:cubicBezTo>
                      <a:pt x="86" y="142"/>
                      <a:pt x="87" y="139"/>
                      <a:pt x="84" y="133"/>
                    </a:cubicBezTo>
                    <a:cubicBezTo>
                      <a:pt x="81" y="126"/>
                      <a:pt x="73" y="121"/>
                      <a:pt x="67" y="115"/>
                    </a:cubicBezTo>
                    <a:cubicBezTo>
                      <a:pt x="60" y="107"/>
                      <a:pt x="52" y="99"/>
                      <a:pt x="45" y="90"/>
                    </a:cubicBezTo>
                    <a:cubicBezTo>
                      <a:pt x="35" y="77"/>
                      <a:pt x="27" y="62"/>
                      <a:pt x="19" y="48"/>
                    </a:cubicBezTo>
                    <a:cubicBezTo>
                      <a:pt x="23" y="48"/>
                      <a:pt x="27" y="48"/>
                      <a:pt x="31" y="48"/>
                    </a:cubicBezTo>
                    <a:cubicBezTo>
                      <a:pt x="35" y="48"/>
                      <a:pt x="40" y="49"/>
                      <a:pt x="44" y="47"/>
                    </a:cubicBezTo>
                    <a:cubicBezTo>
                      <a:pt x="48" y="46"/>
                      <a:pt x="48" y="42"/>
                      <a:pt x="44" y="40"/>
                    </a:cubicBezTo>
                    <a:cubicBezTo>
                      <a:pt x="40" y="39"/>
                      <a:pt x="35" y="39"/>
                      <a:pt x="31" y="40"/>
                    </a:cubicBezTo>
                    <a:cubicBezTo>
                      <a:pt x="26" y="40"/>
                      <a:pt x="21" y="40"/>
                      <a:pt x="17" y="40"/>
                    </a:cubicBezTo>
                    <a:cubicBezTo>
                      <a:pt x="16" y="40"/>
                      <a:pt x="16" y="40"/>
                      <a:pt x="15" y="40"/>
                    </a:cubicBezTo>
                    <a:cubicBezTo>
                      <a:pt x="15" y="39"/>
                      <a:pt x="14" y="38"/>
                      <a:pt x="14" y="37"/>
                    </a:cubicBezTo>
                    <a:cubicBezTo>
                      <a:pt x="78" y="39"/>
                      <a:pt x="142" y="36"/>
                      <a:pt x="206" y="36"/>
                    </a:cubicBezTo>
                    <a:cubicBezTo>
                      <a:pt x="263" y="36"/>
                      <a:pt x="320" y="37"/>
                      <a:pt x="377" y="38"/>
                    </a:cubicBezTo>
                    <a:cubicBezTo>
                      <a:pt x="317" y="58"/>
                      <a:pt x="254" y="69"/>
                      <a:pt x="191" y="81"/>
                    </a:cubicBezTo>
                    <a:cubicBezTo>
                      <a:pt x="187" y="81"/>
                      <a:pt x="187" y="86"/>
                      <a:pt x="189" y="89"/>
                    </a:cubicBezTo>
                    <a:cubicBezTo>
                      <a:pt x="188" y="90"/>
                      <a:pt x="187" y="91"/>
                      <a:pt x="187" y="93"/>
                    </a:cubicBezTo>
                    <a:cubicBezTo>
                      <a:pt x="183" y="143"/>
                      <a:pt x="182" y="192"/>
                      <a:pt x="180" y="242"/>
                    </a:cubicBezTo>
                    <a:cubicBezTo>
                      <a:pt x="179" y="263"/>
                      <a:pt x="177" y="284"/>
                      <a:pt x="178" y="304"/>
                    </a:cubicBezTo>
                    <a:cubicBezTo>
                      <a:pt x="179" y="318"/>
                      <a:pt x="185" y="330"/>
                      <a:pt x="199" y="335"/>
                    </a:cubicBezTo>
                    <a:cubicBezTo>
                      <a:pt x="217" y="339"/>
                      <a:pt x="238" y="336"/>
                      <a:pt x="255" y="336"/>
                    </a:cubicBezTo>
                    <a:cubicBezTo>
                      <a:pt x="282" y="335"/>
                      <a:pt x="309" y="335"/>
                      <a:pt x="335" y="335"/>
                    </a:cubicBezTo>
                    <a:cubicBezTo>
                      <a:pt x="384" y="334"/>
                      <a:pt x="433" y="333"/>
                      <a:pt x="482" y="333"/>
                    </a:cubicBezTo>
                    <a:cubicBezTo>
                      <a:pt x="581" y="331"/>
                      <a:pt x="679" y="329"/>
                      <a:pt x="778" y="327"/>
                    </a:cubicBezTo>
                    <a:cubicBezTo>
                      <a:pt x="828" y="326"/>
                      <a:pt x="878" y="324"/>
                      <a:pt x="928" y="323"/>
                    </a:cubicBezTo>
                    <a:cubicBezTo>
                      <a:pt x="950" y="322"/>
                      <a:pt x="972" y="322"/>
                      <a:pt x="995" y="321"/>
                    </a:cubicBezTo>
                    <a:cubicBezTo>
                      <a:pt x="1011" y="321"/>
                      <a:pt x="1036" y="325"/>
                      <a:pt x="1051" y="315"/>
                    </a:cubicBezTo>
                    <a:cubicBezTo>
                      <a:pt x="1064" y="305"/>
                      <a:pt x="1061" y="287"/>
                      <a:pt x="1061" y="273"/>
                    </a:cubicBezTo>
                    <a:cubicBezTo>
                      <a:pt x="1060" y="259"/>
                      <a:pt x="1060" y="245"/>
                      <a:pt x="1059" y="232"/>
                    </a:cubicBezTo>
                    <a:cubicBezTo>
                      <a:pt x="1061" y="232"/>
                      <a:pt x="1063" y="232"/>
                      <a:pt x="1065" y="232"/>
                    </a:cubicBezTo>
                    <a:cubicBezTo>
                      <a:pt x="1068" y="233"/>
                      <a:pt x="1072" y="234"/>
                      <a:pt x="1074" y="233"/>
                    </a:cubicBezTo>
                    <a:cubicBezTo>
                      <a:pt x="1075" y="232"/>
                      <a:pt x="1076" y="232"/>
                      <a:pt x="1076" y="231"/>
                    </a:cubicBezTo>
                    <a:cubicBezTo>
                      <a:pt x="1090" y="231"/>
                      <a:pt x="1104" y="229"/>
                      <a:pt x="1118" y="227"/>
                    </a:cubicBezTo>
                    <a:cubicBezTo>
                      <a:pt x="1138" y="225"/>
                      <a:pt x="1159" y="223"/>
                      <a:pt x="1180" y="221"/>
                    </a:cubicBezTo>
                    <a:cubicBezTo>
                      <a:pt x="1199" y="219"/>
                      <a:pt x="1219" y="217"/>
                      <a:pt x="1239" y="215"/>
                    </a:cubicBezTo>
                    <a:cubicBezTo>
                      <a:pt x="1258" y="213"/>
                      <a:pt x="1280" y="214"/>
                      <a:pt x="1299" y="209"/>
                    </a:cubicBezTo>
                    <a:cubicBezTo>
                      <a:pt x="1301" y="208"/>
                      <a:pt x="1302" y="206"/>
                      <a:pt x="1302" y="204"/>
                    </a:cubicBezTo>
                    <a:cubicBezTo>
                      <a:pt x="1304" y="204"/>
                      <a:pt x="1305" y="202"/>
                      <a:pt x="1303" y="200"/>
                    </a:cubicBezTo>
                    <a:close/>
                    <a:moveTo>
                      <a:pt x="925" y="71"/>
                    </a:moveTo>
                    <a:cubicBezTo>
                      <a:pt x="919" y="71"/>
                      <a:pt x="914" y="71"/>
                      <a:pt x="909" y="71"/>
                    </a:cubicBezTo>
                    <a:cubicBezTo>
                      <a:pt x="908" y="66"/>
                      <a:pt x="907" y="60"/>
                      <a:pt x="906" y="55"/>
                    </a:cubicBezTo>
                    <a:cubicBezTo>
                      <a:pt x="905" y="49"/>
                      <a:pt x="905" y="43"/>
                      <a:pt x="904" y="37"/>
                    </a:cubicBezTo>
                    <a:cubicBezTo>
                      <a:pt x="910" y="39"/>
                      <a:pt x="916" y="41"/>
                      <a:pt x="922" y="43"/>
                    </a:cubicBezTo>
                    <a:cubicBezTo>
                      <a:pt x="920" y="52"/>
                      <a:pt x="920" y="63"/>
                      <a:pt x="925" y="71"/>
                    </a:cubicBezTo>
                    <a:close/>
                    <a:moveTo>
                      <a:pt x="900" y="35"/>
                    </a:moveTo>
                    <a:cubicBezTo>
                      <a:pt x="899" y="46"/>
                      <a:pt x="898" y="60"/>
                      <a:pt x="901" y="71"/>
                    </a:cubicBezTo>
                    <a:cubicBezTo>
                      <a:pt x="897" y="71"/>
                      <a:pt x="894" y="71"/>
                      <a:pt x="890" y="71"/>
                    </a:cubicBezTo>
                    <a:cubicBezTo>
                      <a:pt x="889" y="57"/>
                      <a:pt x="886" y="44"/>
                      <a:pt x="886" y="30"/>
                    </a:cubicBezTo>
                    <a:cubicBezTo>
                      <a:pt x="890" y="32"/>
                      <a:pt x="895" y="34"/>
                      <a:pt x="900" y="35"/>
                    </a:cubicBezTo>
                    <a:close/>
                    <a:moveTo>
                      <a:pt x="869" y="69"/>
                    </a:moveTo>
                    <a:cubicBezTo>
                      <a:pt x="873" y="61"/>
                      <a:pt x="872" y="51"/>
                      <a:pt x="872" y="42"/>
                    </a:cubicBezTo>
                    <a:cubicBezTo>
                      <a:pt x="872" y="36"/>
                      <a:pt x="871" y="30"/>
                      <a:pt x="870" y="25"/>
                    </a:cubicBezTo>
                    <a:cubicBezTo>
                      <a:pt x="870" y="25"/>
                      <a:pt x="870" y="25"/>
                      <a:pt x="870" y="25"/>
                    </a:cubicBezTo>
                    <a:cubicBezTo>
                      <a:pt x="874" y="26"/>
                      <a:pt x="877" y="27"/>
                      <a:pt x="880" y="28"/>
                    </a:cubicBezTo>
                    <a:cubicBezTo>
                      <a:pt x="879" y="42"/>
                      <a:pt x="878" y="57"/>
                      <a:pt x="882" y="71"/>
                    </a:cubicBezTo>
                    <a:cubicBezTo>
                      <a:pt x="878" y="71"/>
                      <a:pt x="873" y="70"/>
                      <a:pt x="869" y="70"/>
                    </a:cubicBezTo>
                    <a:cubicBezTo>
                      <a:pt x="869" y="70"/>
                      <a:pt x="869" y="70"/>
                      <a:pt x="869" y="69"/>
                    </a:cubicBezTo>
                    <a:close/>
                    <a:moveTo>
                      <a:pt x="388" y="45"/>
                    </a:moveTo>
                    <a:cubicBezTo>
                      <a:pt x="392" y="43"/>
                      <a:pt x="397" y="42"/>
                      <a:pt x="402" y="40"/>
                    </a:cubicBezTo>
                    <a:cubicBezTo>
                      <a:pt x="401" y="45"/>
                      <a:pt x="400" y="51"/>
                      <a:pt x="399" y="56"/>
                    </a:cubicBezTo>
                    <a:cubicBezTo>
                      <a:pt x="398" y="62"/>
                      <a:pt x="397" y="68"/>
                      <a:pt x="397" y="73"/>
                    </a:cubicBezTo>
                    <a:cubicBezTo>
                      <a:pt x="395" y="73"/>
                      <a:pt x="392" y="74"/>
                      <a:pt x="389" y="74"/>
                    </a:cubicBezTo>
                    <a:cubicBezTo>
                      <a:pt x="387" y="64"/>
                      <a:pt x="386" y="55"/>
                      <a:pt x="388" y="45"/>
                    </a:cubicBezTo>
                    <a:close/>
                    <a:moveTo>
                      <a:pt x="382" y="47"/>
                    </a:moveTo>
                    <a:cubicBezTo>
                      <a:pt x="380" y="56"/>
                      <a:pt x="379" y="65"/>
                      <a:pt x="381" y="74"/>
                    </a:cubicBezTo>
                    <a:cubicBezTo>
                      <a:pt x="377" y="74"/>
                      <a:pt x="373" y="74"/>
                      <a:pt x="368" y="74"/>
                    </a:cubicBezTo>
                    <a:cubicBezTo>
                      <a:pt x="369" y="66"/>
                      <a:pt x="369" y="59"/>
                      <a:pt x="368" y="51"/>
                    </a:cubicBezTo>
                    <a:cubicBezTo>
                      <a:pt x="373" y="49"/>
                      <a:pt x="377" y="48"/>
                      <a:pt x="382" y="47"/>
                    </a:cubicBezTo>
                    <a:close/>
                    <a:moveTo>
                      <a:pt x="363" y="52"/>
                    </a:moveTo>
                    <a:cubicBezTo>
                      <a:pt x="363" y="60"/>
                      <a:pt x="362" y="67"/>
                      <a:pt x="361" y="74"/>
                    </a:cubicBezTo>
                    <a:cubicBezTo>
                      <a:pt x="357" y="75"/>
                      <a:pt x="353" y="75"/>
                      <a:pt x="349" y="75"/>
                    </a:cubicBezTo>
                    <a:cubicBezTo>
                      <a:pt x="350" y="73"/>
                      <a:pt x="349" y="72"/>
                      <a:pt x="349" y="70"/>
                    </a:cubicBezTo>
                    <a:cubicBezTo>
                      <a:pt x="349" y="66"/>
                      <a:pt x="349" y="61"/>
                      <a:pt x="348" y="57"/>
                    </a:cubicBezTo>
                    <a:cubicBezTo>
                      <a:pt x="353" y="55"/>
                      <a:pt x="358" y="54"/>
                      <a:pt x="363" y="52"/>
                    </a:cubicBezTo>
                    <a:close/>
                    <a:moveTo>
                      <a:pt x="325" y="71"/>
                    </a:moveTo>
                    <a:cubicBezTo>
                      <a:pt x="325" y="68"/>
                      <a:pt x="325" y="66"/>
                      <a:pt x="325" y="63"/>
                    </a:cubicBezTo>
                    <a:cubicBezTo>
                      <a:pt x="331" y="61"/>
                      <a:pt x="337" y="60"/>
                      <a:pt x="343" y="58"/>
                    </a:cubicBezTo>
                    <a:cubicBezTo>
                      <a:pt x="343" y="62"/>
                      <a:pt x="343" y="66"/>
                      <a:pt x="342" y="70"/>
                    </a:cubicBezTo>
                    <a:cubicBezTo>
                      <a:pt x="342" y="72"/>
                      <a:pt x="342" y="73"/>
                      <a:pt x="342" y="75"/>
                    </a:cubicBezTo>
                    <a:cubicBezTo>
                      <a:pt x="336" y="75"/>
                      <a:pt x="330" y="75"/>
                      <a:pt x="325" y="76"/>
                    </a:cubicBezTo>
                    <a:cubicBezTo>
                      <a:pt x="325" y="74"/>
                      <a:pt x="325" y="72"/>
                      <a:pt x="325" y="71"/>
                    </a:cubicBezTo>
                    <a:close/>
                    <a:moveTo>
                      <a:pt x="320" y="64"/>
                    </a:moveTo>
                    <a:cubicBezTo>
                      <a:pt x="320" y="66"/>
                      <a:pt x="319" y="68"/>
                      <a:pt x="319" y="70"/>
                    </a:cubicBezTo>
                    <a:cubicBezTo>
                      <a:pt x="319" y="72"/>
                      <a:pt x="318" y="74"/>
                      <a:pt x="318" y="76"/>
                    </a:cubicBezTo>
                    <a:cubicBezTo>
                      <a:pt x="313" y="76"/>
                      <a:pt x="309" y="76"/>
                      <a:pt x="304" y="76"/>
                    </a:cubicBezTo>
                    <a:cubicBezTo>
                      <a:pt x="303" y="74"/>
                      <a:pt x="302" y="71"/>
                      <a:pt x="302" y="69"/>
                    </a:cubicBezTo>
                    <a:cubicBezTo>
                      <a:pt x="308" y="67"/>
                      <a:pt x="314" y="66"/>
                      <a:pt x="320" y="64"/>
                    </a:cubicBezTo>
                    <a:close/>
                    <a:moveTo>
                      <a:pt x="298" y="70"/>
                    </a:moveTo>
                    <a:cubicBezTo>
                      <a:pt x="298" y="72"/>
                      <a:pt x="298" y="74"/>
                      <a:pt x="299" y="76"/>
                    </a:cubicBezTo>
                    <a:cubicBezTo>
                      <a:pt x="286" y="77"/>
                      <a:pt x="274" y="77"/>
                      <a:pt x="261" y="78"/>
                    </a:cubicBezTo>
                    <a:cubicBezTo>
                      <a:pt x="273" y="75"/>
                      <a:pt x="286" y="72"/>
                      <a:pt x="298" y="70"/>
                    </a:cubicBezTo>
                    <a:close/>
                    <a:moveTo>
                      <a:pt x="1049" y="289"/>
                    </a:moveTo>
                    <a:cubicBezTo>
                      <a:pt x="1047" y="288"/>
                      <a:pt x="1045" y="289"/>
                      <a:pt x="1042" y="289"/>
                    </a:cubicBezTo>
                    <a:cubicBezTo>
                      <a:pt x="1039" y="289"/>
                      <a:pt x="1037" y="289"/>
                      <a:pt x="1034" y="289"/>
                    </a:cubicBezTo>
                    <a:cubicBezTo>
                      <a:pt x="1031" y="290"/>
                      <a:pt x="1031" y="296"/>
                      <a:pt x="1034" y="297"/>
                    </a:cubicBezTo>
                    <a:cubicBezTo>
                      <a:pt x="1037" y="297"/>
                      <a:pt x="1039" y="297"/>
                      <a:pt x="1042" y="297"/>
                    </a:cubicBezTo>
                    <a:cubicBezTo>
                      <a:pt x="1044" y="297"/>
                      <a:pt x="1046" y="297"/>
                      <a:pt x="1048" y="297"/>
                    </a:cubicBezTo>
                    <a:cubicBezTo>
                      <a:pt x="1048" y="297"/>
                      <a:pt x="1048" y="297"/>
                      <a:pt x="1048" y="297"/>
                    </a:cubicBezTo>
                    <a:cubicBezTo>
                      <a:pt x="1044" y="311"/>
                      <a:pt x="1025" y="308"/>
                      <a:pt x="1015" y="308"/>
                    </a:cubicBezTo>
                    <a:cubicBezTo>
                      <a:pt x="930" y="311"/>
                      <a:pt x="846" y="313"/>
                      <a:pt x="762" y="315"/>
                    </a:cubicBezTo>
                    <a:cubicBezTo>
                      <a:pt x="593" y="319"/>
                      <a:pt x="424" y="321"/>
                      <a:pt x="255" y="323"/>
                    </a:cubicBezTo>
                    <a:cubicBezTo>
                      <a:pt x="244" y="323"/>
                      <a:pt x="233" y="323"/>
                      <a:pt x="222" y="323"/>
                    </a:cubicBezTo>
                    <a:cubicBezTo>
                      <a:pt x="217" y="323"/>
                      <a:pt x="212" y="324"/>
                      <a:pt x="207" y="323"/>
                    </a:cubicBezTo>
                    <a:cubicBezTo>
                      <a:pt x="198" y="321"/>
                      <a:pt x="194" y="316"/>
                      <a:pt x="192" y="310"/>
                    </a:cubicBezTo>
                    <a:cubicBezTo>
                      <a:pt x="192" y="310"/>
                      <a:pt x="193" y="310"/>
                      <a:pt x="193" y="310"/>
                    </a:cubicBezTo>
                    <a:cubicBezTo>
                      <a:pt x="195" y="310"/>
                      <a:pt x="198" y="310"/>
                      <a:pt x="200" y="310"/>
                    </a:cubicBezTo>
                    <a:cubicBezTo>
                      <a:pt x="204" y="311"/>
                      <a:pt x="209" y="311"/>
                      <a:pt x="213" y="310"/>
                    </a:cubicBezTo>
                    <a:cubicBezTo>
                      <a:pt x="217" y="309"/>
                      <a:pt x="217" y="303"/>
                      <a:pt x="213" y="302"/>
                    </a:cubicBezTo>
                    <a:cubicBezTo>
                      <a:pt x="209" y="301"/>
                      <a:pt x="204" y="302"/>
                      <a:pt x="200" y="302"/>
                    </a:cubicBezTo>
                    <a:cubicBezTo>
                      <a:pt x="197" y="302"/>
                      <a:pt x="193" y="302"/>
                      <a:pt x="191" y="304"/>
                    </a:cubicBezTo>
                    <a:cubicBezTo>
                      <a:pt x="190" y="303"/>
                      <a:pt x="190" y="301"/>
                      <a:pt x="190" y="299"/>
                    </a:cubicBezTo>
                    <a:cubicBezTo>
                      <a:pt x="189" y="278"/>
                      <a:pt x="192" y="257"/>
                      <a:pt x="192" y="236"/>
                    </a:cubicBezTo>
                    <a:cubicBezTo>
                      <a:pt x="194" y="195"/>
                      <a:pt x="195" y="154"/>
                      <a:pt x="196" y="112"/>
                    </a:cubicBezTo>
                    <a:cubicBezTo>
                      <a:pt x="196" y="113"/>
                      <a:pt x="197" y="113"/>
                      <a:pt x="198" y="113"/>
                    </a:cubicBezTo>
                    <a:cubicBezTo>
                      <a:pt x="202" y="113"/>
                      <a:pt x="207" y="113"/>
                      <a:pt x="211" y="113"/>
                    </a:cubicBezTo>
                    <a:cubicBezTo>
                      <a:pt x="215" y="113"/>
                      <a:pt x="219" y="113"/>
                      <a:pt x="223" y="111"/>
                    </a:cubicBezTo>
                    <a:cubicBezTo>
                      <a:pt x="225" y="110"/>
                      <a:pt x="225" y="107"/>
                      <a:pt x="223" y="106"/>
                    </a:cubicBezTo>
                    <a:cubicBezTo>
                      <a:pt x="219" y="103"/>
                      <a:pt x="215" y="104"/>
                      <a:pt x="211" y="104"/>
                    </a:cubicBezTo>
                    <a:cubicBezTo>
                      <a:pt x="207" y="104"/>
                      <a:pt x="202" y="104"/>
                      <a:pt x="197" y="104"/>
                    </a:cubicBezTo>
                    <a:cubicBezTo>
                      <a:pt x="197" y="104"/>
                      <a:pt x="196" y="104"/>
                      <a:pt x="196" y="104"/>
                    </a:cubicBezTo>
                    <a:cubicBezTo>
                      <a:pt x="196" y="100"/>
                      <a:pt x="196" y="97"/>
                      <a:pt x="196" y="93"/>
                    </a:cubicBezTo>
                    <a:cubicBezTo>
                      <a:pt x="196" y="92"/>
                      <a:pt x="196" y="91"/>
                      <a:pt x="196" y="91"/>
                    </a:cubicBezTo>
                    <a:cubicBezTo>
                      <a:pt x="475" y="80"/>
                      <a:pt x="754" y="78"/>
                      <a:pt x="1033" y="85"/>
                    </a:cubicBezTo>
                    <a:cubicBezTo>
                      <a:pt x="1034" y="86"/>
                      <a:pt x="1035" y="87"/>
                      <a:pt x="1036" y="88"/>
                    </a:cubicBezTo>
                    <a:cubicBezTo>
                      <a:pt x="1038" y="88"/>
                      <a:pt x="1039" y="90"/>
                      <a:pt x="1040" y="92"/>
                    </a:cubicBezTo>
                    <a:cubicBezTo>
                      <a:pt x="1039" y="92"/>
                      <a:pt x="1037" y="91"/>
                      <a:pt x="1035" y="90"/>
                    </a:cubicBezTo>
                    <a:cubicBezTo>
                      <a:pt x="1031" y="89"/>
                      <a:pt x="1028" y="93"/>
                      <a:pt x="1032" y="96"/>
                    </a:cubicBezTo>
                    <a:cubicBezTo>
                      <a:pt x="1035" y="98"/>
                      <a:pt x="1039" y="99"/>
                      <a:pt x="1043" y="99"/>
                    </a:cubicBezTo>
                    <a:cubicBezTo>
                      <a:pt x="1046" y="113"/>
                      <a:pt x="1044" y="135"/>
                      <a:pt x="1044" y="142"/>
                    </a:cubicBezTo>
                    <a:cubicBezTo>
                      <a:pt x="1045" y="164"/>
                      <a:pt x="1045" y="185"/>
                      <a:pt x="1046" y="207"/>
                    </a:cubicBezTo>
                    <a:cubicBezTo>
                      <a:pt x="1047" y="227"/>
                      <a:pt x="1047" y="247"/>
                      <a:pt x="1048" y="266"/>
                    </a:cubicBezTo>
                    <a:cubicBezTo>
                      <a:pt x="1048" y="272"/>
                      <a:pt x="1050" y="281"/>
                      <a:pt x="1049" y="289"/>
                    </a:cubicBezTo>
                    <a:close/>
                    <a:moveTo>
                      <a:pt x="928" y="45"/>
                    </a:moveTo>
                    <a:cubicBezTo>
                      <a:pt x="934" y="48"/>
                      <a:pt x="940" y="50"/>
                      <a:pt x="946" y="52"/>
                    </a:cubicBezTo>
                    <a:cubicBezTo>
                      <a:pt x="946" y="56"/>
                      <a:pt x="946" y="59"/>
                      <a:pt x="946" y="62"/>
                    </a:cubicBezTo>
                    <a:cubicBezTo>
                      <a:pt x="947" y="66"/>
                      <a:pt x="946" y="69"/>
                      <a:pt x="947" y="72"/>
                    </a:cubicBezTo>
                    <a:cubicBezTo>
                      <a:pt x="942" y="72"/>
                      <a:pt x="937" y="72"/>
                      <a:pt x="932" y="71"/>
                    </a:cubicBezTo>
                    <a:cubicBezTo>
                      <a:pt x="931" y="66"/>
                      <a:pt x="929" y="62"/>
                      <a:pt x="928" y="57"/>
                    </a:cubicBezTo>
                    <a:cubicBezTo>
                      <a:pt x="927" y="53"/>
                      <a:pt x="927" y="49"/>
                      <a:pt x="928" y="45"/>
                    </a:cubicBezTo>
                    <a:close/>
                    <a:moveTo>
                      <a:pt x="952" y="62"/>
                    </a:moveTo>
                    <a:cubicBezTo>
                      <a:pt x="952" y="59"/>
                      <a:pt x="952" y="57"/>
                      <a:pt x="951" y="54"/>
                    </a:cubicBezTo>
                    <a:cubicBezTo>
                      <a:pt x="957" y="56"/>
                      <a:pt x="962" y="58"/>
                      <a:pt x="967" y="60"/>
                    </a:cubicBezTo>
                    <a:cubicBezTo>
                      <a:pt x="968" y="62"/>
                      <a:pt x="968" y="64"/>
                      <a:pt x="968" y="67"/>
                    </a:cubicBezTo>
                    <a:cubicBezTo>
                      <a:pt x="968" y="68"/>
                      <a:pt x="968" y="70"/>
                      <a:pt x="968" y="72"/>
                    </a:cubicBezTo>
                    <a:cubicBezTo>
                      <a:pt x="963" y="72"/>
                      <a:pt x="958" y="72"/>
                      <a:pt x="953" y="72"/>
                    </a:cubicBezTo>
                    <a:cubicBezTo>
                      <a:pt x="954" y="68"/>
                      <a:pt x="953" y="65"/>
                      <a:pt x="952" y="62"/>
                    </a:cubicBezTo>
                    <a:close/>
                    <a:moveTo>
                      <a:pt x="974" y="62"/>
                    </a:moveTo>
                    <a:cubicBezTo>
                      <a:pt x="984" y="66"/>
                      <a:pt x="994" y="69"/>
                      <a:pt x="1004" y="73"/>
                    </a:cubicBezTo>
                    <a:cubicBezTo>
                      <a:pt x="994" y="73"/>
                      <a:pt x="984" y="72"/>
                      <a:pt x="975" y="72"/>
                    </a:cubicBezTo>
                    <a:cubicBezTo>
                      <a:pt x="975" y="69"/>
                      <a:pt x="975" y="66"/>
                      <a:pt x="974" y="62"/>
                    </a:cubicBezTo>
                    <a:close/>
                    <a:moveTo>
                      <a:pt x="1239" y="203"/>
                    </a:moveTo>
                    <a:cubicBezTo>
                      <a:pt x="1218" y="205"/>
                      <a:pt x="1197" y="207"/>
                      <a:pt x="1176" y="209"/>
                    </a:cubicBezTo>
                    <a:cubicBezTo>
                      <a:pt x="1156" y="211"/>
                      <a:pt x="1135" y="213"/>
                      <a:pt x="1114" y="216"/>
                    </a:cubicBezTo>
                    <a:cubicBezTo>
                      <a:pt x="1098" y="218"/>
                      <a:pt x="1080" y="219"/>
                      <a:pt x="1064" y="225"/>
                    </a:cubicBezTo>
                    <a:cubicBezTo>
                      <a:pt x="1062" y="225"/>
                      <a:pt x="1061" y="225"/>
                      <a:pt x="1059" y="225"/>
                    </a:cubicBezTo>
                    <a:cubicBezTo>
                      <a:pt x="1059" y="220"/>
                      <a:pt x="1059" y="215"/>
                      <a:pt x="1059" y="210"/>
                    </a:cubicBezTo>
                    <a:cubicBezTo>
                      <a:pt x="1062" y="212"/>
                      <a:pt x="1065" y="213"/>
                      <a:pt x="1069" y="214"/>
                    </a:cubicBezTo>
                    <a:cubicBezTo>
                      <a:pt x="1073" y="214"/>
                      <a:pt x="1078" y="215"/>
                      <a:pt x="1081" y="212"/>
                    </a:cubicBezTo>
                    <a:cubicBezTo>
                      <a:pt x="1082" y="211"/>
                      <a:pt x="1082" y="210"/>
                      <a:pt x="1081" y="209"/>
                    </a:cubicBezTo>
                    <a:cubicBezTo>
                      <a:pt x="1078" y="206"/>
                      <a:pt x="1075" y="207"/>
                      <a:pt x="1071" y="206"/>
                    </a:cubicBezTo>
                    <a:cubicBezTo>
                      <a:pt x="1067" y="206"/>
                      <a:pt x="1062" y="205"/>
                      <a:pt x="1058" y="204"/>
                    </a:cubicBezTo>
                    <a:cubicBezTo>
                      <a:pt x="1058" y="199"/>
                      <a:pt x="1058" y="193"/>
                      <a:pt x="1058" y="188"/>
                    </a:cubicBezTo>
                    <a:cubicBezTo>
                      <a:pt x="1057" y="161"/>
                      <a:pt x="1056" y="135"/>
                      <a:pt x="1055" y="109"/>
                    </a:cubicBezTo>
                    <a:cubicBezTo>
                      <a:pt x="1055" y="97"/>
                      <a:pt x="1054" y="84"/>
                      <a:pt x="1044" y="78"/>
                    </a:cubicBezTo>
                    <a:cubicBezTo>
                      <a:pt x="1043" y="76"/>
                      <a:pt x="1042" y="75"/>
                      <a:pt x="1040" y="74"/>
                    </a:cubicBezTo>
                    <a:cubicBezTo>
                      <a:pt x="1012" y="64"/>
                      <a:pt x="983" y="53"/>
                      <a:pt x="955" y="43"/>
                    </a:cubicBezTo>
                    <a:cubicBezTo>
                      <a:pt x="957" y="43"/>
                      <a:pt x="959" y="43"/>
                      <a:pt x="962" y="44"/>
                    </a:cubicBezTo>
                    <a:cubicBezTo>
                      <a:pt x="965" y="44"/>
                      <a:pt x="969" y="46"/>
                      <a:pt x="972" y="44"/>
                    </a:cubicBezTo>
                    <a:cubicBezTo>
                      <a:pt x="974" y="44"/>
                      <a:pt x="974" y="42"/>
                      <a:pt x="973" y="40"/>
                    </a:cubicBezTo>
                    <a:cubicBezTo>
                      <a:pt x="972" y="36"/>
                      <a:pt x="966" y="36"/>
                      <a:pt x="962" y="35"/>
                    </a:cubicBezTo>
                    <a:cubicBezTo>
                      <a:pt x="957" y="35"/>
                      <a:pt x="953" y="36"/>
                      <a:pt x="949" y="39"/>
                    </a:cubicBezTo>
                    <a:cubicBezTo>
                      <a:pt x="949" y="40"/>
                      <a:pt x="949" y="40"/>
                      <a:pt x="949" y="41"/>
                    </a:cubicBezTo>
                    <a:cubicBezTo>
                      <a:pt x="937" y="37"/>
                      <a:pt x="926" y="32"/>
                      <a:pt x="914" y="28"/>
                    </a:cubicBezTo>
                    <a:cubicBezTo>
                      <a:pt x="1038" y="37"/>
                      <a:pt x="1162" y="32"/>
                      <a:pt x="1285" y="14"/>
                    </a:cubicBezTo>
                    <a:cubicBezTo>
                      <a:pt x="1273" y="33"/>
                      <a:pt x="1261" y="52"/>
                      <a:pt x="1249" y="71"/>
                    </a:cubicBezTo>
                    <a:cubicBezTo>
                      <a:pt x="1244" y="80"/>
                      <a:pt x="1238" y="89"/>
                      <a:pt x="1232" y="99"/>
                    </a:cubicBezTo>
                    <a:cubicBezTo>
                      <a:pt x="1228" y="105"/>
                      <a:pt x="1222" y="111"/>
                      <a:pt x="1222" y="119"/>
                    </a:cubicBezTo>
                    <a:cubicBezTo>
                      <a:pt x="1221" y="132"/>
                      <a:pt x="1240" y="145"/>
                      <a:pt x="1248" y="153"/>
                    </a:cubicBezTo>
                    <a:cubicBezTo>
                      <a:pt x="1257" y="164"/>
                      <a:pt x="1267" y="174"/>
                      <a:pt x="1276" y="184"/>
                    </a:cubicBezTo>
                    <a:cubicBezTo>
                      <a:pt x="1274" y="184"/>
                      <a:pt x="1272" y="185"/>
                      <a:pt x="1269" y="185"/>
                    </a:cubicBezTo>
                    <a:cubicBezTo>
                      <a:pt x="1266" y="186"/>
                      <a:pt x="1262" y="186"/>
                      <a:pt x="1258" y="186"/>
                    </a:cubicBezTo>
                    <a:cubicBezTo>
                      <a:pt x="1255" y="186"/>
                      <a:pt x="1255" y="190"/>
                      <a:pt x="1257" y="191"/>
                    </a:cubicBezTo>
                    <a:cubicBezTo>
                      <a:pt x="1261" y="192"/>
                      <a:pt x="1265" y="192"/>
                      <a:pt x="1270" y="192"/>
                    </a:cubicBezTo>
                    <a:cubicBezTo>
                      <a:pt x="1273" y="192"/>
                      <a:pt x="1278" y="192"/>
                      <a:pt x="1280" y="189"/>
                    </a:cubicBezTo>
                    <a:cubicBezTo>
                      <a:pt x="1281" y="189"/>
                      <a:pt x="1281" y="189"/>
                      <a:pt x="1281" y="189"/>
                    </a:cubicBezTo>
                    <a:cubicBezTo>
                      <a:pt x="1284" y="192"/>
                      <a:pt x="1288" y="196"/>
                      <a:pt x="1292" y="199"/>
                    </a:cubicBezTo>
                    <a:cubicBezTo>
                      <a:pt x="1274" y="198"/>
                      <a:pt x="1256" y="201"/>
                      <a:pt x="1239" y="20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4" name="Freeform 93"/>
              <p:cNvSpPr>
                <a:spLocks/>
              </p:cNvSpPr>
              <p:nvPr/>
            </p:nvSpPr>
            <p:spPr bwMode="auto">
              <a:xfrm>
                <a:off x="4583754" y="3442044"/>
                <a:ext cx="84343" cy="38883"/>
              </a:xfrm>
              <a:custGeom>
                <a:avLst/>
                <a:gdLst>
                  <a:gd name="T0" fmla="*/ 21 w 27"/>
                  <a:gd name="T1" fmla="*/ 1 h 11"/>
                  <a:gd name="T2" fmla="*/ 3 w 27"/>
                  <a:gd name="T3" fmla="*/ 0 h 11"/>
                  <a:gd name="T4" fmla="*/ 2 w 27"/>
                  <a:gd name="T5" fmla="*/ 5 h 11"/>
                  <a:gd name="T6" fmla="*/ 20 w 27"/>
                  <a:gd name="T7" fmla="*/ 9 h 11"/>
                  <a:gd name="T8" fmla="*/ 21 w 27"/>
                  <a:gd name="T9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21" y="1"/>
                    </a:moveTo>
                    <a:cubicBezTo>
                      <a:pt x="15" y="0"/>
                      <a:pt x="9" y="0"/>
                      <a:pt x="3" y="0"/>
                    </a:cubicBezTo>
                    <a:cubicBezTo>
                      <a:pt x="0" y="0"/>
                      <a:pt x="0" y="4"/>
                      <a:pt x="2" y="5"/>
                    </a:cubicBezTo>
                    <a:cubicBezTo>
                      <a:pt x="8" y="6"/>
                      <a:pt x="14" y="8"/>
                      <a:pt x="20" y="9"/>
                    </a:cubicBezTo>
                    <a:cubicBezTo>
                      <a:pt x="26" y="11"/>
                      <a:pt x="27" y="1"/>
                      <a:pt x="21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5" name="Freeform 94"/>
              <p:cNvSpPr>
                <a:spLocks/>
              </p:cNvSpPr>
              <p:nvPr/>
            </p:nvSpPr>
            <p:spPr bwMode="auto">
              <a:xfrm>
                <a:off x="4712611" y="3439451"/>
                <a:ext cx="117143" cy="33698"/>
              </a:xfrm>
              <a:custGeom>
                <a:avLst/>
                <a:gdLst>
                  <a:gd name="T0" fmla="*/ 32 w 37"/>
                  <a:gd name="T1" fmla="*/ 2 h 10"/>
                  <a:gd name="T2" fmla="*/ 4 w 37"/>
                  <a:gd name="T3" fmla="*/ 0 h 10"/>
                  <a:gd name="T4" fmla="*/ 4 w 37"/>
                  <a:gd name="T5" fmla="*/ 6 h 10"/>
                  <a:gd name="T6" fmla="*/ 31 w 37"/>
                  <a:gd name="T7" fmla="*/ 10 h 10"/>
                  <a:gd name="T8" fmla="*/ 32 w 37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0">
                    <a:moveTo>
                      <a:pt x="32" y="2"/>
                    </a:moveTo>
                    <a:cubicBezTo>
                      <a:pt x="23" y="0"/>
                      <a:pt x="14" y="0"/>
                      <a:pt x="4" y="0"/>
                    </a:cubicBezTo>
                    <a:cubicBezTo>
                      <a:pt x="1" y="0"/>
                      <a:pt x="0" y="5"/>
                      <a:pt x="4" y="6"/>
                    </a:cubicBezTo>
                    <a:cubicBezTo>
                      <a:pt x="13" y="8"/>
                      <a:pt x="22" y="10"/>
                      <a:pt x="31" y="10"/>
                    </a:cubicBezTo>
                    <a:cubicBezTo>
                      <a:pt x="36" y="10"/>
                      <a:pt x="37" y="2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6" name="Freeform 95"/>
              <p:cNvSpPr>
                <a:spLocks/>
              </p:cNvSpPr>
              <p:nvPr/>
            </p:nvSpPr>
            <p:spPr bwMode="auto">
              <a:xfrm>
                <a:off x="4888327" y="3439451"/>
                <a:ext cx="96058" cy="38883"/>
              </a:xfrm>
              <a:custGeom>
                <a:avLst/>
                <a:gdLst>
                  <a:gd name="T0" fmla="*/ 28 w 30"/>
                  <a:gd name="T1" fmla="*/ 3 h 11"/>
                  <a:gd name="T2" fmla="*/ 17 w 30"/>
                  <a:gd name="T3" fmla="*/ 1 h 11"/>
                  <a:gd name="T4" fmla="*/ 4 w 30"/>
                  <a:gd name="T5" fmla="*/ 3 h 11"/>
                  <a:gd name="T6" fmla="*/ 4 w 30"/>
                  <a:gd name="T7" fmla="*/ 9 h 11"/>
                  <a:gd name="T8" fmla="*/ 17 w 30"/>
                  <a:gd name="T9" fmla="*/ 10 h 11"/>
                  <a:gd name="T10" fmla="*/ 28 w 30"/>
                  <a:gd name="T11" fmla="*/ 9 h 11"/>
                  <a:gd name="T12" fmla="*/ 28 w 30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1">
                    <a:moveTo>
                      <a:pt x="28" y="3"/>
                    </a:moveTo>
                    <a:cubicBezTo>
                      <a:pt x="25" y="0"/>
                      <a:pt x="21" y="1"/>
                      <a:pt x="17" y="1"/>
                    </a:cubicBezTo>
                    <a:cubicBezTo>
                      <a:pt x="13" y="2"/>
                      <a:pt x="8" y="2"/>
                      <a:pt x="4" y="3"/>
                    </a:cubicBezTo>
                    <a:cubicBezTo>
                      <a:pt x="0" y="3"/>
                      <a:pt x="0" y="8"/>
                      <a:pt x="4" y="9"/>
                    </a:cubicBezTo>
                    <a:cubicBezTo>
                      <a:pt x="8" y="9"/>
                      <a:pt x="13" y="10"/>
                      <a:pt x="17" y="10"/>
                    </a:cubicBezTo>
                    <a:cubicBezTo>
                      <a:pt x="21" y="11"/>
                      <a:pt x="25" y="11"/>
                      <a:pt x="28" y="9"/>
                    </a:cubicBezTo>
                    <a:cubicBezTo>
                      <a:pt x="30" y="7"/>
                      <a:pt x="30" y="4"/>
                      <a:pt x="28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7" name="Freeform 96"/>
              <p:cNvSpPr>
                <a:spLocks/>
              </p:cNvSpPr>
              <p:nvPr/>
            </p:nvSpPr>
            <p:spPr bwMode="auto">
              <a:xfrm>
                <a:off x="5169471" y="3734953"/>
                <a:ext cx="124173" cy="49251"/>
              </a:xfrm>
              <a:custGeom>
                <a:avLst/>
                <a:gdLst>
                  <a:gd name="T0" fmla="*/ 36 w 39"/>
                  <a:gd name="T1" fmla="*/ 2 h 14"/>
                  <a:gd name="T2" fmla="*/ 22 w 39"/>
                  <a:gd name="T3" fmla="*/ 1 h 14"/>
                  <a:gd name="T4" fmla="*/ 6 w 39"/>
                  <a:gd name="T5" fmla="*/ 2 h 14"/>
                  <a:gd name="T6" fmla="*/ 5 w 39"/>
                  <a:gd name="T7" fmla="*/ 11 h 14"/>
                  <a:gd name="T8" fmla="*/ 37 w 39"/>
                  <a:gd name="T9" fmla="*/ 7 h 14"/>
                  <a:gd name="T10" fmla="*/ 36 w 39"/>
                  <a:gd name="T11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4">
                    <a:moveTo>
                      <a:pt x="36" y="2"/>
                    </a:moveTo>
                    <a:cubicBezTo>
                      <a:pt x="31" y="0"/>
                      <a:pt x="27" y="1"/>
                      <a:pt x="22" y="1"/>
                    </a:cubicBezTo>
                    <a:cubicBezTo>
                      <a:pt x="17" y="2"/>
                      <a:pt x="11" y="2"/>
                      <a:pt x="6" y="2"/>
                    </a:cubicBezTo>
                    <a:cubicBezTo>
                      <a:pt x="2" y="2"/>
                      <a:pt x="0" y="10"/>
                      <a:pt x="5" y="11"/>
                    </a:cubicBezTo>
                    <a:cubicBezTo>
                      <a:pt x="15" y="12"/>
                      <a:pt x="28" y="14"/>
                      <a:pt x="37" y="7"/>
                    </a:cubicBezTo>
                    <a:cubicBezTo>
                      <a:pt x="39" y="5"/>
                      <a:pt x="38" y="3"/>
                      <a:pt x="36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8" name="Freeform 97"/>
              <p:cNvSpPr>
                <a:spLocks/>
              </p:cNvSpPr>
              <p:nvPr/>
            </p:nvSpPr>
            <p:spPr bwMode="auto">
              <a:xfrm>
                <a:off x="5373299" y="3721993"/>
                <a:ext cx="119487" cy="49251"/>
              </a:xfrm>
              <a:custGeom>
                <a:avLst/>
                <a:gdLst>
                  <a:gd name="T0" fmla="*/ 34 w 38"/>
                  <a:gd name="T1" fmla="*/ 3 h 14"/>
                  <a:gd name="T2" fmla="*/ 4 w 38"/>
                  <a:gd name="T3" fmla="*/ 4 h 14"/>
                  <a:gd name="T4" fmla="*/ 4 w 38"/>
                  <a:gd name="T5" fmla="*/ 11 h 14"/>
                  <a:gd name="T6" fmla="*/ 34 w 38"/>
                  <a:gd name="T7" fmla="*/ 11 h 14"/>
                  <a:gd name="T8" fmla="*/ 34 w 38"/>
                  <a:gd name="T9" fmla="*/ 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4">
                    <a:moveTo>
                      <a:pt x="34" y="3"/>
                    </a:moveTo>
                    <a:cubicBezTo>
                      <a:pt x="26" y="0"/>
                      <a:pt x="14" y="3"/>
                      <a:pt x="4" y="4"/>
                    </a:cubicBezTo>
                    <a:cubicBezTo>
                      <a:pt x="0" y="4"/>
                      <a:pt x="0" y="10"/>
                      <a:pt x="4" y="11"/>
                    </a:cubicBezTo>
                    <a:cubicBezTo>
                      <a:pt x="14" y="11"/>
                      <a:pt x="26" y="14"/>
                      <a:pt x="34" y="11"/>
                    </a:cubicBezTo>
                    <a:cubicBezTo>
                      <a:pt x="38" y="10"/>
                      <a:pt x="38" y="5"/>
                      <a:pt x="34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99" name="Freeform 98"/>
              <p:cNvSpPr>
                <a:spLocks/>
              </p:cNvSpPr>
              <p:nvPr/>
            </p:nvSpPr>
            <p:spPr bwMode="auto">
              <a:xfrm>
                <a:off x="5567758" y="3724584"/>
                <a:ext cx="107772" cy="38883"/>
              </a:xfrm>
              <a:custGeom>
                <a:avLst/>
                <a:gdLst>
                  <a:gd name="T0" fmla="*/ 30 w 34"/>
                  <a:gd name="T1" fmla="*/ 1 h 11"/>
                  <a:gd name="T2" fmla="*/ 16 w 34"/>
                  <a:gd name="T3" fmla="*/ 2 h 11"/>
                  <a:gd name="T4" fmla="*/ 2 w 34"/>
                  <a:gd name="T5" fmla="*/ 4 h 11"/>
                  <a:gd name="T6" fmla="*/ 1 w 34"/>
                  <a:gd name="T7" fmla="*/ 8 h 11"/>
                  <a:gd name="T8" fmla="*/ 17 w 34"/>
                  <a:gd name="T9" fmla="*/ 11 h 11"/>
                  <a:gd name="T10" fmla="*/ 32 w 34"/>
                  <a:gd name="T11" fmla="*/ 7 h 11"/>
                  <a:gd name="T12" fmla="*/ 30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0" y="1"/>
                    </a:moveTo>
                    <a:cubicBezTo>
                      <a:pt x="26" y="0"/>
                      <a:pt x="21" y="2"/>
                      <a:pt x="16" y="2"/>
                    </a:cubicBezTo>
                    <a:cubicBezTo>
                      <a:pt x="11" y="2"/>
                      <a:pt x="6" y="2"/>
                      <a:pt x="2" y="4"/>
                    </a:cubicBezTo>
                    <a:cubicBezTo>
                      <a:pt x="0" y="5"/>
                      <a:pt x="0" y="7"/>
                      <a:pt x="1" y="8"/>
                    </a:cubicBezTo>
                    <a:cubicBezTo>
                      <a:pt x="6" y="11"/>
                      <a:pt x="12" y="11"/>
                      <a:pt x="17" y="11"/>
                    </a:cubicBezTo>
                    <a:cubicBezTo>
                      <a:pt x="22" y="11"/>
                      <a:pt x="28" y="11"/>
                      <a:pt x="32" y="7"/>
                    </a:cubicBezTo>
                    <a:cubicBezTo>
                      <a:pt x="34" y="5"/>
                      <a:pt x="33" y="2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0" name="Freeform 99"/>
              <p:cNvSpPr>
                <a:spLocks/>
              </p:cNvSpPr>
              <p:nvPr/>
            </p:nvSpPr>
            <p:spPr bwMode="auto">
              <a:xfrm>
                <a:off x="5720043" y="3729769"/>
                <a:ext cx="107772" cy="33698"/>
              </a:xfrm>
              <a:custGeom>
                <a:avLst/>
                <a:gdLst>
                  <a:gd name="T0" fmla="*/ 28 w 34"/>
                  <a:gd name="T1" fmla="*/ 0 h 10"/>
                  <a:gd name="T2" fmla="*/ 3 w 34"/>
                  <a:gd name="T3" fmla="*/ 3 h 10"/>
                  <a:gd name="T4" fmla="*/ 3 w 34"/>
                  <a:gd name="T5" fmla="*/ 8 h 10"/>
                  <a:gd name="T6" fmla="*/ 28 w 34"/>
                  <a:gd name="T7" fmla="*/ 10 h 10"/>
                  <a:gd name="T8" fmla="*/ 28 w 34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10">
                    <a:moveTo>
                      <a:pt x="28" y="0"/>
                    </a:moveTo>
                    <a:cubicBezTo>
                      <a:pt x="20" y="0"/>
                      <a:pt x="12" y="2"/>
                      <a:pt x="3" y="3"/>
                    </a:cubicBezTo>
                    <a:cubicBezTo>
                      <a:pt x="0" y="3"/>
                      <a:pt x="0" y="7"/>
                      <a:pt x="3" y="8"/>
                    </a:cubicBezTo>
                    <a:cubicBezTo>
                      <a:pt x="12" y="9"/>
                      <a:pt x="20" y="10"/>
                      <a:pt x="28" y="10"/>
                    </a:cubicBezTo>
                    <a:cubicBezTo>
                      <a:pt x="34" y="10"/>
                      <a:pt x="34" y="1"/>
                      <a:pt x="28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1" name="Freeform 100"/>
              <p:cNvSpPr>
                <a:spLocks/>
              </p:cNvSpPr>
              <p:nvPr/>
            </p:nvSpPr>
            <p:spPr bwMode="auto">
              <a:xfrm>
                <a:off x="5893415" y="3719400"/>
                <a:ext cx="110115" cy="44067"/>
              </a:xfrm>
              <a:custGeom>
                <a:avLst/>
                <a:gdLst>
                  <a:gd name="T0" fmla="*/ 32 w 35"/>
                  <a:gd name="T1" fmla="*/ 1 h 13"/>
                  <a:gd name="T2" fmla="*/ 19 w 35"/>
                  <a:gd name="T3" fmla="*/ 2 h 13"/>
                  <a:gd name="T4" fmla="*/ 4 w 35"/>
                  <a:gd name="T5" fmla="*/ 3 h 13"/>
                  <a:gd name="T6" fmla="*/ 3 w 35"/>
                  <a:gd name="T7" fmla="*/ 8 h 13"/>
                  <a:gd name="T8" fmla="*/ 33 w 35"/>
                  <a:gd name="T9" fmla="*/ 7 h 13"/>
                  <a:gd name="T10" fmla="*/ 32 w 35"/>
                  <a:gd name="T11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13">
                    <a:moveTo>
                      <a:pt x="32" y="1"/>
                    </a:moveTo>
                    <a:cubicBezTo>
                      <a:pt x="28" y="0"/>
                      <a:pt x="23" y="2"/>
                      <a:pt x="19" y="2"/>
                    </a:cubicBezTo>
                    <a:cubicBezTo>
                      <a:pt x="14" y="3"/>
                      <a:pt x="9" y="3"/>
                      <a:pt x="4" y="3"/>
                    </a:cubicBezTo>
                    <a:cubicBezTo>
                      <a:pt x="1" y="3"/>
                      <a:pt x="0" y="8"/>
                      <a:pt x="3" y="8"/>
                    </a:cubicBezTo>
                    <a:cubicBezTo>
                      <a:pt x="12" y="10"/>
                      <a:pt x="26" y="13"/>
                      <a:pt x="33" y="7"/>
                    </a:cubicBezTo>
                    <a:cubicBezTo>
                      <a:pt x="35" y="5"/>
                      <a:pt x="34" y="2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2" name="Freeform 101"/>
              <p:cNvSpPr>
                <a:spLocks/>
              </p:cNvSpPr>
              <p:nvPr/>
            </p:nvSpPr>
            <p:spPr bwMode="auto">
              <a:xfrm>
                <a:off x="6073817" y="3721993"/>
                <a:ext cx="121829" cy="51843"/>
              </a:xfrm>
              <a:custGeom>
                <a:avLst/>
                <a:gdLst>
                  <a:gd name="T0" fmla="*/ 32 w 39"/>
                  <a:gd name="T1" fmla="*/ 0 h 15"/>
                  <a:gd name="T2" fmla="*/ 5 w 39"/>
                  <a:gd name="T3" fmla="*/ 2 h 15"/>
                  <a:gd name="T4" fmla="*/ 3 w 39"/>
                  <a:gd name="T5" fmla="*/ 7 h 15"/>
                  <a:gd name="T6" fmla="*/ 35 w 39"/>
                  <a:gd name="T7" fmla="*/ 7 h 15"/>
                  <a:gd name="T8" fmla="*/ 32 w 39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5">
                    <a:moveTo>
                      <a:pt x="32" y="0"/>
                    </a:moveTo>
                    <a:cubicBezTo>
                      <a:pt x="23" y="2"/>
                      <a:pt x="14" y="4"/>
                      <a:pt x="5" y="2"/>
                    </a:cubicBezTo>
                    <a:cubicBezTo>
                      <a:pt x="2" y="1"/>
                      <a:pt x="0" y="5"/>
                      <a:pt x="3" y="7"/>
                    </a:cubicBezTo>
                    <a:cubicBezTo>
                      <a:pt x="13" y="12"/>
                      <a:pt x="26" y="15"/>
                      <a:pt x="35" y="7"/>
                    </a:cubicBezTo>
                    <a:cubicBezTo>
                      <a:pt x="39" y="5"/>
                      <a:pt x="37" y="0"/>
                      <a:pt x="32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3" name="Freeform 102"/>
              <p:cNvSpPr>
                <a:spLocks/>
              </p:cNvSpPr>
              <p:nvPr/>
            </p:nvSpPr>
            <p:spPr bwMode="auto">
              <a:xfrm>
                <a:off x="6261246" y="3711625"/>
                <a:ext cx="126515" cy="44067"/>
              </a:xfrm>
              <a:custGeom>
                <a:avLst/>
                <a:gdLst>
                  <a:gd name="T0" fmla="*/ 34 w 40"/>
                  <a:gd name="T1" fmla="*/ 1 h 13"/>
                  <a:gd name="T2" fmla="*/ 19 w 40"/>
                  <a:gd name="T3" fmla="*/ 1 h 13"/>
                  <a:gd name="T4" fmla="*/ 5 w 40"/>
                  <a:gd name="T5" fmla="*/ 1 h 13"/>
                  <a:gd name="T6" fmla="*/ 4 w 40"/>
                  <a:gd name="T7" fmla="*/ 7 h 13"/>
                  <a:gd name="T8" fmla="*/ 35 w 40"/>
                  <a:gd name="T9" fmla="*/ 10 h 13"/>
                  <a:gd name="T10" fmla="*/ 34 w 40"/>
                  <a:gd name="T11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13">
                    <a:moveTo>
                      <a:pt x="34" y="1"/>
                    </a:moveTo>
                    <a:cubicBezTo>
                      <a:pt x="29" y="1"/>
                      <a:pt x="24" y="1"/>
                      <a:pt x="19" y="1"/>
                    </a:cubicBezTo>
                    <a:cubicBezTo>
                      <a:pt x="14" y="1"/>
                      <a:pt x="10" y="1"/>
                      <a:pt x="5" y="1"/>
                    </a:cubicBezTo>
                    <a:cubicBezTo>
                      <a:pt x="1" y="0"/>
                      <a:pt x="0" y="6"/>
                      <a:pt x="4" y="7"/>
                    </a:cubicBezTo>
                    <a:cubicBezTo>
                      <a:pt x="13" y="10"/>
                      <a:pt x="26" y="13"/>
                      <a:pt x="35" y="10"/>
                    </a:cubicBezTo>
                    <a:cubicBezTo>
                      <a:pt x="40" y="8"/>
                      <a:pt x="39" y="2"/>
                      <a:pt x="34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4" name="Freeform 103"/>
              <p:cNvSpPr>
                <a:spLocks/>
              </p:cNvSpPr>
              <p:nvPr/>
            </p:nvSpPr>
            <p:spPr bwMode="auto">
              <a:xfrm>
                <a:off x="6448675" y="3706440"/>
                <a:ext cx="126515" cy="46658"/>
              </a:xfrm>
              <a:custGeom>
                <a:avLst/>
                <a:gdLst>
                  <a:gd name="T0" fmla="*/ 36 w 40"/>
                  <a:gd name="T1" fmla="*/ 3 h 13"/>
                  <a:gd name="T2" fmla="*/ 4 w 40"/>
                  <a:gd name="T3" fmla="*/ 4 h 13"/>
                  <a:gd name="T4" fmla="*/ 4 w 40"/>
                  <a:gd name="T5" fmla="*/ 10 h 13"/>
                  <a:gd name="T6" fmla="*/ 36 w 40"/>
                  <a:gd name="T7" fmla="*/ 11 h 13"/>
                  <a:gd name="T8" fmla="*/ 36 w 40"/>
                  <a:gd name="T9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3">
                    <a:moveTo>
                      <a:pt x="36" y="3"/>
                    </a:moveTo>
                    <a:cubicBezTo>
                      <a:pt x="26" y="0"/>
                      <a:pt x="14" y="2"/>
                      <a:pt x="4" y="4"/>
                    </a:cubicBezTo>
                    <a:cubicBezTo>
                      <a:pt x="0" y="4"/>
                      <a:pt x="0" y="9"/>
                      <a:pt x="4" y="10"/>
                    </a:cubicBezTo>
                    <a:cubicBezTo>
                      <a:pt x="14" y="11"/>
                      <a:pt x="26" y="13"/>
                      <a:pt x="36" y="11"/>
                    </a:cubicBezTo>
                    <a:cubicBezTo>
                      <a:pt x="40" y="10"/>
                      <a:pt x="40" y="4"/>
                      <a:pt x="36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5" name="Freeform 104"/>
              <p:cNvSpPr>
                <a:spLocks/>
              </p:cNvSpPr>
              <p:nvPr/>
            </p:nvSpPr>
            <p:spPr bwMode="auto">
              <a:xfrm>
                <a:off x="6643132" y="3711625"/>
                <a:ext cx="121829" cy="38883"/>
              </a:xfrm>
              <a:custGeom>
                <a:avLst/>
                <a:gdLst>
                  <a:gd name="T0" fmla="*/ 34 w 38"/>
                  <a:gd name="T1" fmla="*/ 2 h 11"/>
                  <a:gd name="T2" fmla="*/ 20 w 38"/>
                  <a:gd name="T3" fmla="*/ 1 h 11"/>
                  <a:gd name="T4" fmla="*/ 4 w 38"/>
                  <a:gd name="T5" fmla="*/ 2 h 11"/>
                  <a:gd name="T6" fmla="*/ 4 w 38"/>
                  <a:gd name="T7" fmla="*/ 9 h 11"/>
                  <a:gd name="T8" fmla="*/ 20 w 38"/>
                  <a:gd name="T9" fmla="*/ 10 h 11"/>
                  <a:gd name="T10" fmla="*/ 34 w 38"/>
                  <a:gd name="T11" fmla="*/ 10 h 11"/>
                  <a:gd name="T12" fmla="*/ 34 w 38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1">
                    <a:moveTo>
                      <a:pt x="34" y="2"/>
                    </a:moveTo>
                    <a:cubicBezTo>
                      <a:pt x="30" y="0"/>
                      <a:pt x="24" y="1"/>
                      <a:pt x="20" y="1"/>
                    </a:cubicBezTo>
                    <a:cubicBezTo>
                      <a:pt x="15" y="2"/>
                      <a:pt x="9" y="2"/>
                      <a:pt x="4" y="2"/>
                    </a:cubicBezTo>
                    <a:cubicBezTo>
                      <a:pt x="0" y="3"/>
                      <a:pt x="0" y="9"/>
                      <a:pt x="4" y="9"/>
                    </a:cubicBezTo>
                    <a:cubicBezTo>
                      <a:pt x="9" y="9"/>
                      <a:pt x="15" y="10"/>
                      <a:pt x="20" y="10"/>
                    </a:cubicBezTo>
                    <a:cubicBezTo>
                      <a:pt x="24" y="10"/>
                      <a:pt x="30" y="11"/>
                      <a:pt x="34" y="10"/>
                    </a:cubicBezTo>
                    <a:cubicBezTo>
                      <a:pt x="38" y="8"/>
                      <a:pt x="38" y="3"/>
                      <a:pt x="34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6" name="Freeform 105"/>
              <p:cNvSpPr>
                <a:spLocks/>
              </p:cNvSpPr>
              <p:nvPr/>
            </p:nvSpPr>
            <p:spPr bwMode="auto">
              <a:xfrm>
                <a:off x="6828219" y="3711625"/>
                <a:ext cx="93715" cy="44067"/>
              </a:xfrm>
              <a:custGeom>
                <a:avLst/>
                <a:gdLst>
                  <a:gd name="T0" fmla="*/ 27 w 30"/>
                  <a:gd name="T1" fmla="*/ 3 h 13"/>
                  <a:gd name="T2" fmla="*/ 17 w 30"/>
                  <a:gd name="T3" fmla="*/ 2 h 13"/>
                  <a:gd name="T4" fmla="*/ 5 w 30"/>
                  <a:gd name="T5" fmla="*/ 1 h 13"/>
                  <a:gd name="T6" fmla="*/ 3 w 30"/>
                  <a:gd name="T7" fmla="*/ 7 h 13"/>
                  <a:gd name="T8" fmla="*/ 28 w 30"/>
                  <a:gd name="T9" fmla="*/ 8 h 13"/>
                  <a:gd name="T10" fmla="*/ 27 w 30"/>
                  <a:gd name="T11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13">
                    <a:moveTo>
                      <a:pt x="27" y="3"/>
                    </a:moveTo>
                    <a:cubicBezTo>
                      <a:pt x="24" y="2"/>
                      <a:pt x="20" y="2"/>
                      <a:pt x="17" y="2"/>
                    </a:cubicBezTo>
                    <a:cubicBezTo>
                      <a:pt x="13" y="2"/>
                      <a:pt x="9" y="2"/>
                      <a:pt x="5" y="1"/>
                    </a:cubicBezTo>
                    <a:cubicBezTo>
                      <a:pt x="1" y="0"/>
                      <a:pt x="0" y="5"/>
                      <a:pt x="3" y="7"/>
                    </a:cubicBezTo>
                    <a:cubicBezTo>
                      <a:pt x="10" y="9"/>
                      <a:pt x="21" y="13"/>
                      <a:pt x="28" y="8"/>
                    </a:cubicBezTo>
                    <a:cubicBezTo>
                      <a:pt x="30" y="7"/>
                      <a:pt x="30" y="3"/>
                      <a:pt x="27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7" name="Freeform 106"/>
              <p:cNvSpPr>
                <a:spLocks/>
              </p:cNvSpPr>
              <p:nvPr/>
            </p:nvSpPr>
            <p:spPr bwMode="auto">
              <a:xfrm>
                <a:off x="6978163" y="3696072"/>
                <a:ext cx="114801" cy="38883"/>
              </a:xfrm>
              <a:custGeom>
                <a:avLst/>
                <a:gdLst>
                  <a:gd name="T0" fmla="*/ 32 w 36"/>
                  <a:gd name="T1" fmla="*/ 2 h 11"/>
                  <a:gd name="T2" fmla="*/ 19 w 36"/>
                  <a:gd name="T3" fmla="*/ 2 h 11"/>
                  <a:gd name="T4" fmla="*/ 4 w 36"/>
                  <a:gd name="T5" fmla="*/ 5 h 11"/>
                  <a:gd name="T6" fmla="*/ 5 w 36"/>
                  <a:gd name="T7" fmla="*/ 11 h 11"/>
                  <a:gd name="T8" fmla="*/ 20 w 36"/>
                  <a:gd name="T9" fmla="*/ 11 h 11"/>
                  <a:gd name="T10" fmla="*/ 33 w 36"/>
                  <a:gd name="T11" fmla="*/ 8 h 11"/>
                  <a:gd name="T12" fmla="*/ 32 w 36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1">
                    <a:moveTo>
                      <a:pt x="32" y="2"/>
                    </a:moveTo>
                    <a:cubicBezTo>
                      <a:pt x="28" y="0"/>
                      <a:pt x="24" y="1"/>
                      <a:pt x="19" y="2"/>
                    </a:cubicBezTo>
                    <a:cubicBezTo>
                      <a:pt x="14" y="3"/>
                      <a:pt x="9" y="4"/>
                      <a:pt x="4" y="5"/>
                    </a:cubicBezTo>
                    <a:cubicBezTo>
                      <a:pt x="0" y="5"/>
                      <a:pt x="1" y="11"/>
                      <a:pt x="5" y="11"/>
                    </a:cubicBezTo>
                    <a:cubicBezTo>
                      <a:pt x="10" y="11"/>
                      <a:pt x="15" y="11"/>
                      <a:pt x="20" y="11"/>
                    </a:cubicBezTo>
                    <a:cubicBezTo>
                      <a:pt x="25" y="10"/>
                      <a:pt x="30" y="11"/>
                      <a:pt x="33" y="8"/>
                    </a:cubicBezTo>
                    <a:cubicBezTo>
                      <a:pt x="36" y="6"/>
                      <a:pt x="35" y="3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8" name="Freeform 107"/>
              <p:cNvSpPr>
                <a:spLocks/>
              </p:cNvSpPr>
              <p:nvPr/>
            </p:nvSpPr>
            <p:spPr bwMode="auto">
              <a:xfrm>
                <a:off x="7167934" y="3696072"/>
                <a:ext cx="105430" cy="46658"/>
              </a:xfrm>
              <a:custGeom>
                <a:avLst/>
                <a:gdLst>
                  <a:gd name="T0" fmla="*/ 32 w 33"/>
                  <a:gd name="T1" fmla="*/ 6 h 13"/>
                  <a:gd name="T2" fmla="*/ 4 w 33"/>
                  <a:gd name="T3" fmla="*/ 6 h 13"/>
                  <a:gd name="T4" fmla="*/ 6 w 33"/>
                  <a:gd name="T5" fmla="*/ 12 h 13"/>
                  <a:gd name="T6" fmla="*/ 20 w 33"/>
                  <a:gd name="T7" fmla="*/ 11 h 13"/>
                  <a:gd name="T8" fmla="*/ 31 w 33"/>
                  <a:gd name="T9" fmla="*/ 10 h 13"/>
                  <a:gd name="T10" fmla="*/ 32 w 33"/>
                  <a:gd name="T11" fmla="*/ 6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13">
                    <a:moveTo>
                      <a:pt x="32" y="6"/>
                    </a:moveTo>
                    <a:cubicBezTo>
                      <a:pt x="25" y="0"/>
                      <a:pt x="11" y="3"/>
                      <a:pt x="4" y="6"/>
                    </a:cubicBezTo>
                    <a:cubicBezTo>
                      <a:pt x="0" y="7"/>
                      <a:pt x="2" y="13"/>
                      <a:pt x="6" y="12"/>
                    </a:cubicBezTo>
                    <a:cubicBezTo>
                      <a:pt x="10" y="11"/>
                      <a:pt x="15" y="11"/>
                      <a:pt x="20" y="11"/>
                    </a:cubicBezTo>
                    <a:cubicBezTo>
                      <a:pt x="24" y="11"/>
                      <a:pt x="27" y="12"/>
                      <a:pt x="31" y="10"/>
                    </a:cubicBezTo>
                    <a:cubicBezTo>
                      <a:pt x="33" y="9"/>
                      <a:pt x="33" y="7"/>
                      <a:pt x="32" y="6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09" name="Freeform 108"/>
              <p:cNvSpPr>
                <a:spLocks/>
              </p:cNvSpPr>
              <p:nvPr/>
            </p:nvSpPr>
            <p:spPr bwMode="auto">
              <a:xfrm>
                <a:off x="7341306" y="3696072"/>
                <a:ext cx="107772" cy="38883"/>
              </a:xfrm>
              <a:custGeom>
                <a:avLst/>
                <a:gdLst>
                  <a:gd name="T0" fmla="*/ 32 w 34"/>
                  <a:gd name="T1" fmla="*/ 3 h 11"/>
                  <a:gd name="T2" fmla="*/ 19 w 34"/>
                  <a:gd name="T3" fmla="*/ 1 h 11"/>
                  <a:gd name="T4" fmla="*/ 3 w 34"/>
                  <a:gd name="T5" fmla="*/ 2 h 11"/>
                  <a:gd name="T6" fmla="*/ 3 w 34"/>
                  <a:gd name="T7" fmla="*/ 8 h 11"/>
                  <a:gd name="T8" fmla="*/ 19 w 34"/>
                  <a:gd name="T9" fmla="*/ 10 h 11"/>
                  <a:gd name="T10" fmla="*/ 32 w 34"/>
                  <a:gd name="T11" fmla="*/ 7 h 11"/>
                  <a:gd name="T12" fmla="*/ 32 w 34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2" y="3"/>
                    </a:moveTo>
                    <a:cubicBezTo>
                      <a:pt x="28" y="0"/>
                      <a:pt x="24" y="1"/>
                      <a:pt x="19" y="1"/>
                    </a:cubicBezTo>
                    <a:cubicBezTo>
                      <a:pt x="13" y="1"/>
                      <a:pt x="8" y="2"/>
                      <a:pt x="3" y="2"/>
                    </a:cubicBezTo>
                    <a:cubicBezTo>
                      <a:pt x="0" y="3"/>
                      <a:pt x="0" y="8"/>
                      <a:pt x="3" y="8"/>
                    </a:cubicBezTo>
                    <a:cubicBezTo>
                      <a:pt x="8" y="9"/>
                      <a:pt x="13" y="9"/>
                      <a:pt x="19" y="10"/>
                    </a:cubicBezTo>
                    <a:cubicBezTo>
                      <a:pt x="24" y="10"/>
                      <a:pt x="28" y="11"/>
                      <a:pt x="32" y="7"/>
                    </a:cubicBezTo>
                    <a:cubicBezTo>
                      <a:pt x="34" y="6"/>
                      <a:pt x="34" y="4"/>
                      <a:pt x="32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0" name="Freeform 109"/>
              <p:cNvSpPr>
                <a:spLocks/>
              </p:cNvSpPr>
              <p:nvPr/>
            </p:nvSpPr>
            <p:spPr bwMode="auto">
              <a:xfrm>
                <a:off x="7519364" y="3683110"/>
                <a:ext cx="119487" cy="51843"/>
              </a:xfrm>
              <a:custGeom>
                <a:avLst/>
                <a:gdLst>
                  <a:gd name="T0" fmla="*/ 32 w 38"/>
                  <a:gd name="T1" fmla="*/ 1 h 15"/>
                  <a:gd name="T2" fmla="*/ 19 w 38"/>
                  <a:gd name="T3" fmla="*/ 3 h 15"/>
                  <a:gd name="T4" fmla="*/ 6 w 38"/>
                  <a:gd name="T5" fmla="*/ 2 h 15"/>
                  <a:gd name="T6" fmla="*/ 4 w 38"/>
                  <a:gd name="T7" fmla="*/ 8 h 15"/>
                  <a:gd name="T8" fmla="*/ 35 w 38"/>
                  <a:gd name="T9" fmla="*/ 8 h 15"/>
                  <a:gd name="T10" fmla="*/ 32 w 38"/>
                  <a:gd name="T11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15">
                    <a:moveTo>
                      <a:pt x="32" y="1"/>
                    </a:moveTo>
                    <a:cubicBezTo>
                      <a:pt x="28" y="0"/>
                      <a:pt x="24" y="2"/>
                      <a:pt x="19" y="3"/>
                    </a:cubicBezTo>
                    <a:cubicBezTo>
                      <a:pt x="15" y="3"/>
                      <a:pt x="10" y="3"/>
                      <a:pt x="6" y="2"/>
                    </a:cubicBezTo>
                    <a:cubicBezTo>
                      <a:pt x="3" y="2"/>
                      <a:pt x="0" y="6"/>
                      <a:pt x="4" y="8"/>
                    </a:cubicBezTo>
                    <a:cubicBezTo>
                      <a:pt x="12" y="12"/>
                      <a:pt x="27" y="15"/>
                      <a:pt x="35" y="8"/>
                    </a:cubicBezTo>
                    <a:cubicBezTo>
                      <a:pt x="38" y="5"/>
                      <a:pt x="35" y="1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1" name="Freeform 110"/>
              <p:cNvSpPr>
                <a:spLocks/>
              </p:cNvSpPr>
              <p:nvPr/>
            </p:nvSpPr>
            <p:spPr bwMode="auto">
              <a:xfrm>
                <a:off x="7891880" y="3382424"/>
                <a:ext cx="103086" cy="31106"/>
              </a:xfrm>
              <a:custGeom>
                <a:avLst/>
                <a:gdLst>
                  <a:gd name="T0" fmla="*/ 30 w 33"/>
                  <a:gd name="T1" fmla="*/ 1 h 9"/>
                  <a:gd name="T2" fmla="*/ 17 w 33"/>
                  <a:gd name="T3" fmla="*/ 1 h 9"/>
                  <a:gd name="T4" fmla="*/ 2 w 33"/>
                  <a:gd name="T5" fmla="*/ 4 h 9"/>
                  <a:gd name="T6" fmla="*/ 3 w 33"/>
                  <a:gd name="T7" fmla="*/ 9 h 9"/>
                  <a:gd name="T8" fmla="*/ 18 w 33"/>
                  <a:gd name="T9" fmla="*/ 9 h 9"/>
                  <a:gd name="T10" fmla="*/ 31 w 33"/>
                  <a:gd name="T11" fmla="*/ 6 h 9"/>
                  <a:gd name="T12" fmla="*/ 30 w 33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9">
                    <a:moveTo>
                      <a:pt x="30" y="1"/>
                    </a:moveTo>
                    <a:cubicBezTo>
                      <a:pt x="26" y="0"/>
                      <a:pt x="22" y="1"/>
                      <a:pt x="17" y="1"/>
                    </a:cubicBezTo>
                    <a:cubicBezTo>
                      <a:pt x="12" y="2"/>
                      <a:pt x="7" y="3"/>
                      <a:pt x="2" y="4"/>
                    </a:cubicBezTo>
                    <a:cubicBezTo>
                      <a:pt x="0" y="5"/>
                      <a:pt x="0" y="9"/>
                      <a:pt x="3" y="9"/>
                    </a:cubicBezTo>
                    <a:cubicBezTo>
                      <a:pt x="8" y="9"/>
                      <a:pt x="13" y="9"/>
                      <a:pt x="18" y="9"/>
                    </a:cubicBezTo>
                    <a:cubicBezTo>
                      <a:pt x="23" y="9"/>
                      <a:pt x="27" y="9"/>
                      <a:pt x="31" y="6"/>
                    </a:cubicBezTo>
                    <a:cubicBezTo>
                      <a:pt x="33" y="5"/>
                      <a:pt x="33" y="2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2" name="Freeform 111"/>
              <p:cNvSpPr>
                <a:spLocks/>
              </p:cNvSpPr>
              <p:nvPr/>
            </p:nvSpPr>
            <p:spPr bwMode="auto">
              <a:xfrm>
                <a:off x="8055881" y="3353911"/>
                <a:ext cx="100744" cy="38883"/>
              </a:xfrm>
              <a:custGeom>
                <a:avLst/>
                <a:gdLst>
                  <a:gd name="T0" fmla="*/ 30 w 32"/>
                  <a:gd name="T1" fmla="*/ 2 h 11"/>
                  <a:gd name="T2" fmla="*/ 18 w 32"/>
                  <a:gd name="T3" fmla="*/ 2 h 11"/>
                  <a:gd name="T4" fmla="*/ 4 w 32"/>
                  <a:gd name="T5" fmla="*/ 5 h 11"/>
                  <a:gd name="T6" fmla="*/ 4 w 32"/>
                  <a:gd name="T7" fmla="*/ 11 h 11"/>
                  <a:gd name="T8" fmla="*/ 19 w 32"/>
                  <a:gd name="T9" fmla="*/ 10 h 11"/>
                  <a:gd name="T10" fmla="*/ 31 w 32"/>
                  <a:gd name="T11" fmla="*/ 7 h 11"/>
                  <a:gd name="T12" fmla="*/ 30 w 32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1">
                    <a:moveTo>
                      <a:pt x="30" y="2"/>
                    </a:moveTo>
                    <a:cubicBezTo>
                      <a:pt x="26" y="0"/>
                      <a:pt x="22" y="2"/>
                      <a:pt x="18" y="2"/>
                    </a:cubicBezTo>
                    <a:cubicBezTo>
                      <a:pt x="13" y="3"/>
                      <a:pt x="8" y="4"/>
                      <a:pt x="4" y="5"/>
                    </a:cubicBezTo>
                    <a:cubicBezTo>
                      <a:pt x="0" y="6"/>
                      <a:pt x="1" y="10"/>
                      <a:pt x="4" y="11"/>
                    </a:cubicBezTo>
                    <a:cubicBezTo>
                      <a:pt x="9" y="11"/>
                      <a:pt x="14" y="10"/>
                      <a:pt x="19" y="10"/>
                    </a:cubicBezTo>
                    <a:cubicBezTo>
                      <a:pt x="23" y="10"/>
                      <a:pt x="28" y="10"/>
                      <a:pt x="31" y="7"/>
                    </a:cubicBezTo>
                    <a:cubicBezTo>
                      <a:pt x="32" y="6"/>
                      <a:pt x="32" y="3"/>
                      <a:pt x="30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3" name="Freeform 112"/>
              <p:cNvSpPr>
                <a:spLocks/>
              </p:cNvSpPr>
              <p:nvPr/>
            </p:nvSpPr>
            <p:spPr bwMode="auto">
              <a:xfrm>
                <a:off x="8210510" y="3330581"/>
                <a:ext cx="131200" cy="38883"/>
              </a:xfrm>
              <a:custGeom>
                <a:avLst/>
                <a:gdLst>
                  <a:gd name="T0" fmla="*/ 39 w 42"/>
                  <a:gd name="T1" fmla="*/ 1 h 11"/>
                  <a:gd name="T2" fmla="*/ 22 w 42"/>
                  <a:gd name="T3" fmla="*/ 2 h 11"/>
                  <a:gd name="T4" fmla="*/ 3 w 42"/>
                  <a:gd name="T5" fmla="*/ 5 h 11"/>
                  <a:gd name="T6" fmla="*/ 4 w 42"/>
                  <a:gd name="T7" fmla="*/ 11 h 11"/>
                  <a:gd name="T8" fmla="*/ 24 w 42"/>
                  <a:gd name="T9" fmla="*/ 10 h 11"/>
                  <a:gd name="T10" fmla="*/ 40 w 42"/>
                  <a:gd name="T11" fmla="*/ 7 h 11"/>
                  <a:gd name="T12" fmla="*/ 39 w 42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11">
                    <a:moveTo>
                      <a:pt x="39" y="1"/>
                    </a:moveTo>
                    <a:cubicBezTo>
                      <a:pt x="33" y="0"/>
                      <a:pt x="28" y="1"/>
                      <a:pt x="22" y="2"/>
                    </a:cubicBezTo>
                    <a:cubicBezTo>
                      <a:pt x="16" y="3"/>
                      <a:pt x="10" y="4"/>
                      <a:pt x="3" y="5"/>
                    </a:cubicBezTo>
                    <a:cubicBezTo>
                      <a:pt x="0" y="6"/>
                      <a:pt x="1" y="11"/>
                      <a:pt x="4" y="11"/>
                    </a:cubicBezTo>
                    <a:cubicBezTo>
                      <a:pt x="11" y="11"/>
                      <a:pt x="17" y="10"/>
                      <a:pt x="24" y="10"/>
                    </a:cubicBezTo>
                    <a:cubicBezTo>
                      <a:pt x="29" y="10"/>
                      <a:pt x="34" y="10"/>
                      <a:pt x="40" y="7"/>
                    </a:cubicBezTo>
                    <a:cubicBezTo>
                      <a:pt x="42" y="6"/>
                      <a:pt x="42" y="2"/>
                      <a:pt x="3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4" name="Freeform 113"/>
              <p:cNvSpPr>
                <a:spLocks/>
              </p:cNvSpPr>
              <p:nvPr/>
            </p:nvSpPr>
            <p:spPr bwMode="auto">
              <a:xfrm>
                <a:off x="4621240" y="2827709"/>
                <a:ext cx="89029" cy="33698"/>
              </a:xfrm>
              <a:custGeom>
                <a:avLst/>
                <a:gdLst>
                  <a:gd name="T0" fmla="*/ 27 w 28"/>
                  <a:gd name="T1" fmla="*/ 3 h 10"/>
                  <a:gd name="T2" fmla="*/ 17 w 28"/>
                  <a:gd name="T3" fmla="*/ 1 h 10"/>
                  <a:gd name="T4" fmla="*/ 4 w 28"/>
                  <a:gd name="T5" fmla="*/ 2 h 10"/>
                  <a:gd name="T6" fmla="*/ 4 w 28"/>
                  <a:gd name="T7" fmla="*/ 8 h 10"/>
                  <a:gd name="T8" fmla="*/ 17 w 28"/>
                  <a:gd name="T9" fmla="*/ 9 h 10"/>
                  <a:gd name="T10" fmla="*/ 27 w 28"/>
                  <a:gd name="T11" fmla="*/ 7 h 10"/>
                  <a:gd name="T12" fmla="*/ 27 w 28"/>
                  <a:gd name="T13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10">
                    <a:moveTo>
                      <a:pt x="27" y="3"/>
                    </a:moveTo>
                    <a:cubicBezTo>
                      <a:pt x="24" y="0"/>
                      <a:pt x="20" y="1"/>
                      <a:pt x="17" y="1"/>
                    </a:cubicBezTo>
                    <a:cubicBezTo>
                      <a:pt x="13" y="1"/>
                      <a:pt x="9" y="1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9"/>
                      <a:pt x="13" y="9"/>
                      <a:pt x="17" y="9"/>
                    </a:cubicBezTo>
                    <a:cubicBezTo>
                      <a:pt x="20" y="9"/>
                      <a:pt x="24" y="10"/>
                      <a:pt x="27" y="7"/>
                    </a:cubicBezTo>
                    <a:cubicBezTo>
                      <a:pt x="28" y="6"/>
                      <a:pt x="28" y="4"/>
                      <a:pt x="27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5" name="Freeform 114"/>
              <p:cNvSpPr>
                <a:spLocks/>
              </p:cNvSpPr>
              <p:nvPr/>
            </p:nvSpPr>
            <p:spPr bwMode="auto">
              <a:xfrm>
                <a:off x="4775869" y="2835486"/>
                <a:ext cx="103086" cy="33698"/>
              </a:xfrm>
              <a:custGeom>
                <a:avLst/>
                <a:gdLst>
                  <a:gd name="T0" fmla="*/ 31 w 33"/>
                  <a:gd name="T1" fmla="*/ 2 h 10"/>
                  <a:gd name="T2" fmla="*/ 19 w 33"/>
                  <a:gd name="T3" fmla="*/ 1 h 10"/>
                  <a:gd name="T4" fmla="*/ 4 w 33"/>
                  <a:gd name="T5" fmla="*/ 2 h 10"/>
                  <a:gd name="T6" fmla="*/ 4 w 33"/>
                  <a:gd name="T7" fmla="*/ 9 h 10"/>
                  <a:gd name="T8" fmla="*/ 19 w 33"/>
                  <a:gd name="T9" fmla="*/ 10 h 10"/>
                  <a:gd name="T10" fmla="*/ 31 w 33"/>
                  <a:gd name="T11" fmla="*/ 8 h 10"/>
                  <a:gd name="T12" fmla="*/ 31 w 33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10">
                    <a:moveTo>
                      <a:pt x="31" y="2"/>
                    </a:moveTo>
                    <a:cubicBezTo>
                      <a:pt x="27" y="0"/>
                      <a:pt x="23" y="1"/>
                      <a:pt x="19" y="1"/>
                    </a:cubicBezTo>
                    <a:cubicBezTo>
                      <a:pt x="14" y="1"/>
                      <a:pt x="9" y="1"/>
                      <a:pt x="4" y="2"/>
                    </a:cubicBezTo>
                    <a:cubicBezTo>
                      <a:pt x="0" y="2"/>
                      <a:pt x="0" y="8"/>
                      <a:pt x="4" y="9"/>
                    </a:cubicBezTo>
                    <a:cubicBezTo>
                      <a:pt x="9" y="9"/>
                      <a:pt x="14" y="9"/>
                      <a:pt x="19" y="10"/>
                    </a:cubicBezTo>
                    <a:cubicBezTo>
                      <a:pt x="23" y="10"/>
                      <a:pt x="27" y="10"/>
                      <a:pt x="31" y="8"/>
                    </a:cubicBezTo>
                    <a:cubicBezTo>
                      <a:pt x="33" y="7"/>
                      <a:pt x="33" y="3"/>
                      <a:pt x="31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6" name="Freeform 115"/>
              <p:cNvSpPr>
                <a:spLocks/>
              </p:cNvSpPr>
              <p:nvPr/>
            </p:nvSpPr>
            <p:spPr bwMode="auto">
              <a:xfrm>
                <a:off x="4937526" y="2835486"/>
                <a:ext cx="110115" cy="41474"/>
              </a:xfrm>
              <a:custGeom>
                <a:avLst/>
                <a:gdLst>
                  <a:gd name="T0" fmla="*/ 32 w 35"/>
                  <a:gd name="T1" fmla="*/ 1 h 12"/>
                  <a:gd name="T2" fmla="*/ 19 w 35"/>
                  <a:gd name="T3" fmla="*/ 2 h 12"/>
                  <a:gd name="T4" fmla="*/ 5 w 35"/>
                  <a:gd name="T5" fmla="*/ 2 h 12"/>
                  <a:gd name="T6" fmla="*/ 4 w 35"/>
                  <a:gd name="T7" fmla="*/ 8 h 12"/>
                  <a:gd name="T8" fmla="*/ 33 w 35"/>
                  <a:gd name="T9" fmla="*/ 7 h 12"/>
                  <a:gd name="T10" fmla="*/ 32 w 35"/>
                  <a:gd name="T1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12">
                    <a:moveTo>
                      <a:pt x="32" y="1"/>
                    </a:moveTo>
                    <a:cubicBezTo>
                      <a:pt x="28" y="0"/>
                      <a:pt x="23" y="1"/>
                      <a:pt x="19" y="2"/>
                    </a:cubicBezTo>
                    <a:cubicBezTo>
                      <a:pt x="14" y="2"/>
                      <a:pt x="9" y="2"/>
                      <a:pt x="5" y="2"/>
                    </a:cubicBezTo>
                    <a:cubicBezTo>
                      <a:pt x="1" y="2"/>
                      <a:pt x="0" y="7"/>
                      <a:pt x="4" y="8"/>
                    </a:cubicBezTo>
                    <a:cubicBezTo>
                      <a:pt x="12" y="10"/>
                      <a:pt x="25" y="12"/>
                      <a:pt x="33" y="7"/>
                    </a:cubicBezTo>
                    <a:cubicBezTo>
                      <a:pt x="35" y="5"/>
                      <a:pt x="35" y="2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7" name="Freeform 116"/>
              <p:cNvSpPr>
                <a:spLocks/>
              </p:cNvSpPr>
              <p:nvPr/>
            </p:nvSpPr>
            <p:spPr bwMode="auto">
              <a:xfrm>
                <a:off x="5101527" y="2825118"/>
                <a:ext cx="100744" cy="41474"/>
              </a:xfrm>
              <a:custGeom>
                <a:avLst/>
                <a:gdLst>
                  <a:gd name="T0" fmla="*/ 29 w 32"/>
                  <a:gd name="T1" fmla="*/ 1 h 12"/>
                  <a:gd name="T2" fmla="*/ 18 w 32"/>
                  <a:gd name="T3" fmla="*/ 2 h 12"/>
                  <a:gd name="T4" fmla="*/ 4 w 32"/>
                  <a:gd name="T5" fmla="*/ 3 h 12"/>
                  <a:gd name="T6" fmla="*/ 3 w 32"/>
                  <a:gd name="T7" fmla="*/ 9 h 12"/>
                  <a:gd name="T8" fmla="*/ 31 w 32"/>
                  <a:gd name="T9" fmla="*/ 6 h 12"/>
                  <a:gd name="T10" fmla="*/ 29 w 32"/>
                  <a:gd name="T1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12">
                    <a:moveTo>
                      <a:pt x="29" y="1"/>
                    </a:moveTo>
                    <a:cubicBezTo>
                      <a:pt x="25" y="0"/>
                      <a:pt x="22" y="1"/>
                      <a:pt x="18" y="2"/>
                    </a:cubicBezTo>
                    <a:cubicBezTo>
                      <a:pt x="13" y="3"/>
                      <a:pt x="8" y="3"/>
                      <a:pt x="4" y="3"/>
                    </a:cubicBezTo>
                    <a:cubicBezTo>
                      <a:pt x="0" y="3"/>
                      <a:pt x="0" y="8"/>
                      <a:pt x="3" y="9"/>
                    </a:cubicBezTo>
                    <a:cubicBezTo>
                      <a:pt x="10" y="11"/>
                      <a:pt x="24" y="12"/>
                      <a:pt x="31" y="6"/>
                    </a:cubicBezTo>
                    <a:cubicBezTo>
                      <a:pt x="32" y="5"/>
                      <a:pt x="32" y="1"/>
                      <a:pt x="2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8" name="Freeform 117"/>
              <p:cNvSpPr>
                <a:spLocks/>
              </p:cNvSpPr>
              <p:nvPr/>
            </p:nvSpPr>
            <p:spPr bwMode="auto">
              <a:xfrm>
                <a:off x="5237413" y="2817341"/>
                <a:ext cx="105430" cy="38883"/>
              </a:xfrm>
              <a:custGeom>
                <a:avLst/>
                <a:gdLst>
                  <a:gd name="T0" fmla="*/ 31 w 34"/>
                  <a:gd name="T1" fmla="*/ 1 h 11"/>
                  <a:gd name="T2" fmla="*/ 19 w 34"/>
                  <a:gd name="T3" fmla="*/ 2 h 11"/>
                  <a:gd name="T4" fmla="*/ 5 w 34"/>
                  <a:gd name="T5" fmla="*/ 2 h 11"/>
                  <a:gd name="T6" fmla="*/ 4 w 34"/>
                  <a:gd name="T7" fmla="*/ 9 h 11"/>
                  <a:gd name="T8" fmla="*/ 19 w 34"/>
                  <a:gd name="T9" fmla="*/ 10 h 11"/>
                  <a:gd name="T10" fmla="*/ 32 w 34"/>
                  <a:gd name="T11" fmla="*/ 7 h 11"/>
                  <a:gd name="T12" fmla="*/ 31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1" y="1"/>
                    </a:moveTo>
                    <a:cubicBezTo>
                      <a:pt x="27" y="0"/>
                      <a:pt x="23" y="1"/>
                      <a:pt x="19" y="2"/>
                    </a:cubicBezTo>
                    <a:cubicBezTo>
                      <a:pt x="14" y="2"/>
                      <a:pt x="10" y="2"/>
                      <a:pt x="5" y="2"/>
                    </a:cubicBezTo>
                    <a:cubicBezTo>
                      <a:pt x="1" y="2"/>
                      <a:pt x="0" y="8"/>
                      <a:pt x="4" y="9"/>
                    </a:cubicBezTo>
                    <a:cubicBezTo>
                      <a:pt x="9" y="10"/>
                      <a:pt x="14" y="11"/>
                      <a:pt x="19" y="10"/>
                    </a:cubicBezTo>
                    <a:cubicBezTo>
                      <a:pt x="24" y="10"/>
                      <a:pt x="29" y="10"/>
                      <a:pt x="32" y="7"/>
                    </a:cubicBezTo>
                    <a:cubicBezTo>
                      <a:pt x="34" y="5"/>
                      <a:pt x="33" y="2"/>
                      <a:pt x="31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19" name="Freeform 118"/>
              <p:cNvSpPr>
                <a:spLocks/>
              </p:cNvSpPr>
              <p:nvPr/>
            </p:nvSpPr>
            <p:spPr bwMode="auto">
              <a:xfrm>
                <a:off x="5403757" y="2819934"/>
                <a:ext cx="89029" cy="36290"/>
              </a:xfrm>
              <a:custGeom>
                <a:avLst/>
                <a:gdLst>
                  <a:gd name="T0" fmla="*/ 25 w 28"/>
                  <a:gd name="T1" fmla="*/ 2 h 10"/>
                  <a:gd name="T2" fmla="*/ 14 w 28"/>
                  <a:gd name="T3" fmla="*/ 1 h 10"/>
                  <a:gd name="T4" fmla="*/ 3 w 28"/>
                  <a:gd name="T5" fmla="*/ 2 h 10"/>
                  <a:gd name="T6" fmla="*/ 3 w 28"/>
                  <a:gd name="T7" fmla="*/ 8 h 10"/>
                  <a:gd name="T8" fmla="*/ 14 w 28"/>
                  <a:gd name="T9" fmla="*/ 9 h 10"/>
                  <a:gd name="T10" fmla="*/ 25 w 28"/>
                  <a:gd name="T11" fmla="*/ 8 h 10"/>
                  <a:gd name="T12" fmla="*/ 25 w 28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10">
                    <a:moveTo>
                      <a:pt x="25" y="2"/>
                    </a:moveTo>
                    <a:cubicBezTo>
                      <a:pt x="22" y="0"/>
                      <a:pt x="18" y="0"/>
                      <a:pt x="14" y="1"/>
                    </a:cubicBezTo>
                    <a:cubicBezTo>
                      <a:pt x="10" y="1"/>
                      <a:pt x="6" y="1"/>
                      <a:pt x="3" y="2"/>
                    </a:cubicBezTo>
                    <a:cubicBezTo>
                      <a:pt x="0" y="2"/>
                      <a:pt x="0" y="7"/>
                      <a:pt x="3" y="8"/>
                    </a:cubicBezTo>
                    <a:cubicBezTo>
                      <a:pt x="6" y="8"/>
                      <a:pt x="10" y="9"/>
                      <a:pt x="14" y="9"/>
                    </a:cubicBezTo>
                    <a:cubicBezTo>
                      <a:pt x="18" y="9"/>
                      <a:pt x="22" y="10"/>
                      <a:pt x="25" y="8"/>
                    </a:cubicBezTo>
                    <a:cubicBezTo>
                      <a:pt x="28" y="7"/>
                      <a:pt x="28" y="3"/>
                      <a:pt x="25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0" name="Freeform 119"/>
              <p:cNvSpPr>
                <a:spLocks/>
              </p:cNvSpPr>
              <p:nvPr/>
            </p:nvSpPr>
            <p:spPr bwMode="auto">
              <a:xfrm>
                <a:off x="7559194" y="2825118"/>
                <a:ext cx="91372" cy="25921"/>
              </a:xfrm>
              <a:custGeom>
                <a:avLst/>
                <a:gdLst>
                  <a:gd name="T0" fmla="*/ 27 w 29"/>
                  <a:gd name="T1" fmla="*/ 1 h 8"/>
                  <a:gd name="T2" fmla="*/ 16 w 29"/>
                  <a:gd name="T3" fmla="*/ 0 h 8"/>
                  <a:gd name="T4" fmla="*/ 3 w 29"/>
                  <a:gd name="T5" fmla="*/ 1 h 8"/>
                  <a:gd name="T6" fmla="*/ 3 w 29"/>
                  <a:gd name="T7" fmla="*/ 7 h 8"/>
                  <a:gd name="T8" fmla="*/ 16 w 29"/>
                  <a:gd name="T9" fmla="*/ 7 h 8"/>
                  <a:gd name="T10" fmla="*/ 27 w 29"/>
                  <a:gd name="T11" fmla="*/ 6 h 8"/>
                  <a:gd name="T12" fmla="*/ 27 w 2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8">
                    <a:moveTo>
                      <a:pt x="27" y="1"/>
                    </a:moveTo>
                    <a:cubicBezTo>
                      <a:pt x="24" y="0"/>
                      <a:pt x="20" y="0"/>
                      <a:pt x="16" y="0"/>
                    </a:cubicBezTo>
                    <a:cubicBezTo>
                      <a:pt x="12" y="1"/>
                      <a:pt x="8" y="1"/>
                      <a:pt x="3" y="1"/>
                    </a:cubicBezTo>
                    <a:cubicBezTo>
                      <a:pt x="0" y="1"/>
                      <a:pt x="0" y="6"/>
                      <a:pt x="3" y="7"/>
                    </a:cubicBezTo>
                    <a:cubicBezTo>
                      <a:pt x="8" y="7"/>
                      <a:pt x="12" y="7"/>
                      <a:pt x="16" y="7"/>
                    </a:cubicBezTo>
                    <a:cubicBezTo>
                      <a:pt x="20" y="7"/>
                      <a:pt x="24" y="8"/>
                      <a:pt x="27" y="6"/>
                    </a:cubicBezTo>
                    <a:cubicBezTo>
                      <a:pt x="29" y="5"/>
                      <a:pt x="29" y="2"/>
                      <a:pt x="27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1" name="Freeform 120"/>
              <p:cNvSpPr>
                <a:spLocks/>
              </p:cNvSpPr>
              <p:nvPr/>
            </p:nvSpPr>
            <p:spPr bwMode="auto">
              <a:xfrm>
                <a:off x="7711479" y="2819934"/>
                <a:ext cx="110115" cy="36290"/>
              </a:xfrm>
              <a:custGeom>
                <a:avLst/>
                <a:gdLst>
                  <a:gd name="T0" fmla="*/ 32 w 35"/>
                  <a:gd name="T1" fmla="*/ 1 h 10"/>
                  <a:gd name="T2" fmla="*/ 19 w 35"/>
                  <a:gd name="T3" fmla="*/ 1 h 10"/>
                  <a:gd name="T4" fmla="*/ 4 w 35"/>
                  <a:gd name="T5" fmla="*/ 2 h 10"/>
                  <a:gd name="T6" fmla="*/ 4 w 35"/>
                  <a:gd name="T7" fmla="*/ 8 h 10"/>
                  <a:gd name="T8" fmla="*/ 19 w 35"/>
                  <a:gd name="T9" fmla="*/ 9 h 10"/>
                  <a:gd name="T10" fmla="*/ 32 w 35"/>
                  <a:gd name="T11" fmla="*/ 8 h 10"/>
                  <a:gd name="T12" fmla="*/ 32 w 35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0">
                    <a:moveTo>
                      <a:pt x="32" y="1"/>
                    </a:moveTo>
                    <a:cubicBezTo>
                      <a:pt x="28" y="0"/>
                      <a:pt x="23" y="1"/>
                      <a:pt x="19" y="1"/>
                    </a:cubicBezTo>
                    <a:cubicBezTo>
                      <a:pt x="14" y="1"/>
                      <a:pt x="9" y="2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8"/>
                      <a:pt x="14" y="8"/>
                      <a:pt x="19" y="9"/>
                    </a:cubicBezTo>
                    <a:cubicBezTo>
                      <a:pt x="23" y="9"/>
                      <a:pt x="28" y="10"/>
                      <a:pt x="32" y="8"/>
                    </a:cubicBezTo>
                    <a:cubicBezTo>
                      <a:pt x="35" y="7"/>
                      <a:pt x="35" y="3"/>
                      <a:pt x="32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2" name="Freeform 121"/>
              <p:cNvSpPr>
                <a:spLocks/>
              </p:cNvSpPr>
              <p:nvPr/>
            </p:nvSpPr>
            <p:spPr bwMode="auto">
              <a:xfrm>
                <a:off x="7875480" y="2814749"/>
                <a:ext cx="100744" cy="31106"/>
              </a:xfrm>
              <a:custGeom>
                <a:avLst/>
                <a:gdLst>
                  <a:gd name="T0" fmla="*/ 29 w 32"/>
                  <a:gd name="T1" fmla="*/ 1 h 9"/>
                  <a:gd name="T2" fmla="*/ 17 w 32"/>
                  <a:gd name="T3" fmla="*/ 1 h 9"/>
                  <a:gd name="T4" fmla="*/ 3 w 32"/>
                  <a:gd name="T5" fmla="*/ 2 h 9"/>
                  <a:gd name="T6" fmla="*/ 3 w 32"/>
                  <a:gd name="T7" fmla="*/ 8 h 9"/>
                  <a:gd name="T8" fmla="*/ 17 w 32"/>
                  <a:gd name="T9" fmla="*/ 8 h 9"/>
                  <a:gd name="T10" fmla="*/ 29 w 32"/>
                  <a:gd name="T11" fmla="*/ 8 h 9"/>
                  <a:gd name="T12" fmla="*/ 29 w 32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9">
                    <a:moveTo>
                      <a:pt x="29" y="1"/>
                    </a:moveTo>
                    <a:cubicBezTo>
                      <a:pt x="25" y="0"/>
                      <a:pt x="21" y="1"/>
                      <a:pt x="17" y="1"/>
                    </a:cubicBezTo>
                    <a:cubicBezTo>
                      <a:pt x="12" y="1"/>
                      <a:pt x="8" y="1"/>
                      <a:pt x="3" y="2"/>
                    </a:cubicBezTo>
                    <a:cubicBezTo>
                      <a:pt x="0" y="2"/>
                      <a:pt x="0" y="7"/>
                      <a:pt x="3" y="8"/>
                    </a:cubicBezTo>
                    <a:cubicBezTo>
                      <a:pt x="8" y="8"/>
                      <a:pt x="12" y="8"/>
                      <a:pt x="17" y="8"/>
                    </a:cubicBezTo>
                    <a:cubicBezTo>
                      <a:pt x="21" y="9"/>
                      <a:pt x="25" y="9"/>
                      <a:pt x="29" y="8"/>
                    </a:cubicBezTo>
                    <a:cubicBezTo>
                      <a:pt x="32" y="7"/>
                      <a:pt x="32" y="2"/>
                      <a:pt x="29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3" name="Freeform 122"/>
              <p:cNvSpPr>
                <a:spLocks/>
              </p:cNvSpPr>
              <p:nvPr/>
            </p:nvSpPr>
            <p:spPr bwMode="auto">
              <a:xfrm>
                <a:off x="8046510" y="2796604"/>
                <a:ext cx="105430" cy="38883"/>
              </a:xfrm>
              <a:custGeom>
                <a:avLst/>
                <a:gdLst>
                  <a:gd name="T0" fmla="*/ 30 w 34"/>
                  <a:gd name="T1" fmla="*/ 1 h 11"/>
                  <a:gd name="T2" fmla="*/ 19 w 34"/>
                  <a:gd name="T3" fmla="*/ 3 h 11"/>
                  <a:gd name="T4" fmla="*/ 6 w 34"/>
                  <a:gd name="T5" fmla="*/ 2 h 11"/>
                  <a:gd name="T6" fmla="*/ 4 w 34"/>
                  <a:gd name="T7" fmla="*/ 9 h 11"/>
                  <a:gd name="T8" fmla="*/ 19 w 34"/>
                  <a:gd name="T9" fmla="*/ 11 h 11"/>
                  <a:gd name="T10" fmla="*/ 32 w 34"/>
                  <a:gd name="T11" fmla="*/ 7 h 11"/>
                  <a:gd name="T12" fmla="*/ 30 w 34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0" y="1"/>
                    </a:moveTo>
                    <a:cubicBezTo>
                      <a:pt x="26" y="0"/>
                      <a:pt x="23" y="2"/>
                      <a:pt x="19" y="3"/>
                    </a:cubicBezTo>
                    <a:cubicBezTo>
                      <a:pt x="15" y="3"/>
                      <a:pt x="10" y="3"/>
                      <a:pt x="6" y="2"/>
                    </a:cubicBezTo>
                    <a:cubicBezTo>
                      <a:pt x="2" y="2"/>
                      <a:pt x="0" y="7"/>
                      <a:pt x="4" y="9"/>
                    </a:cubicBezTo>
                    <a:cubicBezTo>
                      <a:pt x="9" y="10"/>
                      <a:pt x="14" y="11"/>
                      <a:pt x="19" y="11"/>
                    </a:cubicBezTo>
                    <a:cubicBezTo>
                      <a:pt x="23" y="11"/>
                      <a:pt x="29" y="11"/>
                      <a:pt x="32" y="7"/>
                    </a:cubicBezTo>
                    <a:cubicBezTo>
                      <a:pt x="34" y="5"/>
                      <a:pt x="33" y="1"/>
                      <a:pt x="30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4" name="Freeform 123"/>
              <p:cNvSpPr>
                <a:spLocks/>
              </p:cNvSpPr>
              <p:nvPr/>
            </p:nvSpPr>
            <p:spPr bwMode="auto">
              <a:xfrm>
                <a:off x="8210510" y="2778460"/>
                <a:ext cx="110115" cy="38883"/>
              </a:xfrm>
              <a:custGeom>
                <a:avLst/>
                <a:gdLst>
                  <a:gd name="T0" fmla="*/ 32 w 35"/>
                  <a:gd name="T1" fmla="*/ 2 h 11"/>
                  <a:gd name="T2" fmla="*/ 19 w 35"/>
                  <a:gd name="T3" fmla="*/ 3 h 11"/>
                  <a:gd name="T4" fmla="*/ 3 w 35"/>
                  <a:gd name="T5" fmla="*/ 5 h 11"/>
                  <a:gd name="T6" fmla="*/ 4 w 35"/>
                  <a:gd name="T7" fmla="*/ 11 h 11"/>
                  <a:gd name="T8" fmla="*/ 20 w 35"/>
                  <a:gd name="T9" fmla="*/ 11 h 11"/>
                  <a:gd name="T10" fmla="*/ 33 w 35"/>
                  <a:gd name="T11" fmla="*/ 8 h 11"/>
                  <a:gd name="T12" fmla="*/ 32 w 35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1">
                    <a:moveTo>
                      <a:pt x="32" y="2"/>
                    </a:moveTo>
                    <a:cubicBezTo>
                      <a:pt x="28" y="0"/>
                      <a:pt x="23" y="2"/>
                      <a:pt x="19" y="3"/>
                    </a:cubicBezTo>
                    <a:cubicBezTo>
                      <a:pt x="13" y="3"/>
                      <a:pt x="8" y="4"/>
                      <a:pt x="3" y="5"/>
                    </a:cubicBezTo>
                    <a:cubicBezTo>
                      <a:pt x="0" y="6"/>
                      <a:pt x="1" y="11"/>
                      <a:pt x="4" y="11"/>
                    </a:cubicBezTo>
                    <a:cubicBezTo>
                      <a:pt x="9" y="11"/>
                      <a:pt x="14" y="11"/>
                      <a:pt x="20" y="11"/>
                    </a:cubicBezTo>
                    <a:cubicBezTo>
                      <a:pt x="24" y="10"/>
                      <a:pt x="29" y="11"/>
                      <a:pt x="33" y="8"/>
                    </a:cubicBezTo>
                    <a:cubicBezTo>
                      <a:pt x="35" y="7"/>
                      <a:pt x="35" y="3"/>
                      <a:pt x="32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5" name="Freeform 124"/>
              <p:cNvSpPr>
                <a:spLocks/>
              </p:cNvSpPr>
              <p:nvPr/>
            </p:nvSpPr>
            <p:spPr bwMode="auto">
              <a:xfrm>
                <a:off x="8365139" y="2768091"/>
                <a:ext cx="86687" cy="31106"/>
              </a:xfrm>
              <a:custGeom>
                <a:avLst/>
                <a:gdLst>
                  <a:gd name="T0" fmla="*/ 26 w 28"/>
                  <a:gd name="T1" fmla="*/ 1 h 9"/>
                  <a:gd name="T2" fmla="*/ 16 w 28"/>
                  <a:gd name="T3" fmla="*/ 1 h 9"/>
                  <a:gd name="T4" fmla="*/ 4 w 28"/>
                  <a:gd name="T5" fmla="*/ 1 h 9"/>
                  <a:gd name="T6" fmla="*/ 4 w 28"/>
                  <a:gd name="T7" fmla="*/ 7 h 9"/>
                  <a:gd name="T8" fmla="*/ 16 w 28"/>
                  <a:gd name="T9" fmla="*/ 8 h 9"/>
                  <a:gd name="T10" fmla="*/ 26 w 28"/>
                  <a:gd name="T11" fmla="*/ 7 h 9"/>
                  <a:gd name="T12" fmla="*/ 26 w 28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9">
                    <a:moveTo>
                      <a:pt x="26" y="1"/>
                    </a:moveTo>
                    <a:cubicBezTo>
                      <a:pt x="23" y="0"/>
                      <a:pt x="19" y="0"/>
                      <a:pt x="16" y="1"/>
                    </a:cubicBezTo>
                    <a:cubicBezTo>
                      <a:pt x="12" y="1"/>
                      <a:pt x="8" y="1"/>
                      <a:pt x="4" y="1"/>
                    </a:cubicBezTo>
                    <a:cubicBezTo>
                      <a:pt x="0" y="1"/>
                      <a:pt x="0" y="7"/>
                      <a:pt x="4" y="7"/>
                    </a:cubicBezTo>
                    <a:cubicBezTo>
                      <a:pt x="8" y="8"/>
                      <a:pt x="12" y="8"/>
                      <a:pt x="16" y="8"/>
                    </a:cubicBezTo>
                    <a:cubicBezTo>
                      <a:pt x="19" y="8"/>
                      <a:pt x="23" y="9"/>
                      <a:pt x="26" y="7"/>
                    </a:cubicBezTo>
                    <a:cubicBezTo>
                      <a:pt x="28" y="6"/>
                      <a:pt x="28" y="2"/>
                      <a:pt x="26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6" name="Freeform 125"/>
              <p:cNvSpPr>
                <a:spLocks/>
              </p:cNvSpPr>
              <p:nvPr/>
            </p:nvSpPr>
            <p:spPr bwMode="auto">
              <a:xfrm>
                <a:off x="5209299" y="3055816"/>
                <a:ext cx="93715" cy="33698"/>
              </a:xfrm>
              <a:custGeom>
                <a:avLst/>
                <a:gdLst>
                  <a:gd name="T0" fmla="*/ 26 w 30"/>
                  <a:gd name="T1" fmla="*/ 1 h 10"/>
                  <a:gd name="T2" fmla="*/ 13 w 30"/>
                  <a:gd name="T3" fmla="*/ 1 h 10"/>
                  <a:gd name="T4" fmla="*/ 2 w 30"/>
                  <a:gd name="T5" fmla="*/ 2 h 10"/>
                  <a:gd name="T6" fmla="*/ 1 w 30"/>
                  <a:gd name="T7" fmla="*/ 5 h 10"/>
                  <a:gd name="T8" fmla="*/ 13 w 30"/>
                  <a:gd name="T9" fmla="*/ 9 h 10"/>
                  <a:gd name="T10" fmla="*/ 27 w 30"/>
                  <a:gd name="T11" fmla="*/ 7 h 10"/>
                  <a:gd name="T12" fmla="*/ 26 w 30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0">
                    <a:moveTo>
                      <a:pt x="26" y="1"/>
                    </a:moveTo>
                    <a:cubicBezTo>
                      <a:pt x="22" y="0"/>
                      <a:pt x="17" y="1"/>
                      <a:pt x="13" y="1"/>
                    </a:cubicBezTo>
                    <a:cubicBezTo>
                      <a:pt x="9" y="1"/>
                      <a:pt x="5" y="0"/>
                      <a:pt x="2" y="2"/>
                    </a:cubicBezTo>
                    <a:cubicBezTo>
                      <a:pt x="1" y="2"/>
                      <a:pt x="0" y="4"/>
                      <a:pt x="1" y="5"/>
                    </a:cubicBezTo>
                    <a:cubicBezTo>
                      <a:pt x="4" y="8"/>
                      <a:pt x="9" y="8"/>
                      <a:pt x="13" y="9"/>
                    </a:cubicBezTo>
                    <a:cubicBezTo>
                      <a:pt x="18" y="9"/>
                      <a:pt x="23" y="10"/>
                      <a:pt x="27" y="7"/>
                    </a:cubicBezTo>
                    <a:cubicBezTo>
                      <a:pt x="30" y="6"/>
                      <a:pt x="29" y="2"/>
                      <a:pt x="26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7" name="Freeform 126"/>
              <p:cNvSpPr>
                <a:spLocks/>
              </p:cNvSpPr>
              <p:nvPr/>
            </p:nvSpPr>
            <p:spPr bwMode="auto">
              <a:xfrm>
                <a:off x="5375643" y="3040263"/>
                <a:ext cx="117143" cy="41474"/>
              </a:xfrm>
              <a:custGeom>
                <a:avLst/>
                <a:gdLst>
                  <a:gd name="T0" fmla="*/ 33 w 37"/>
                  <a:gd name="T1" fmla="*/ 3 h 12"/>
                  <a:gd name="T2" fmla="*/ 3 w 37"/>
                  <a:gd name="T3" fmla="*/ 6 h 12"/>
                  <a:gd name="T4" fmla="*/ 4 w 37"/>
                  <a:gd name="T5" fmla="*/ 11 h 12"/>
                  <a:gd name="T6" fmla="*/ 19 w 37"/>
                  <a:gd name="T7" fmla="*/ 10 h 12"/>
                  <a:gd name="T8" fmla="*/ 33 w 37"/>
                  <a:gd name="T9" fmla="*/ 9 h 12"/>
                  <a:gd name="T10" fmla="*/ 33 w 37"/>
                  <a:gd name="T11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2">
                    <a:moveTo>
                      <a:pt x="33" y="3"/>
                    </a:moveTo>
                    <a:cubicBezTo>
                      <a:pt x="25" y="0"/>
                      <a:pt x="11" y="4"/>
                      <a:pt x="3" y="6"/>
                    </a:cubicBezTo>
                    <a:cubicBezTo>
                      <a:pt x="0" y="7"/>
                      <a:pt x="1" y="12"/>
                      <a:pt x="4" y="11"/>
                    </a:cubicBezTo>
                    <a:cubicBezTo>
                      <a:pt x="9" y="11"/>
                      <a:pt x="14" y="10"/>
                      <a:pt x="19" y="10"/>
                    </a:cubicBezTo>
                    <a:cubicBezTo>
                      <a:pt x="24" y="10"/>
                      <a:pt x="29" y="11"/>
                      <a:pt x="33" y="9"/>
                    </a:cubicBezTo>
                    <a:cubicBezTo>
                      <a:pt x="37" y="9"/>
                      <a:pt x="36" y="4"/>
                      <a:pt x="33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8" name="Freeform 127"/>
              <p:cNvSpPr>
                <a:spLocks/>
              </p:cNvSpPr>
              <p:nvPr/>
            </p:nvSpPr>
            <p:spPr bwMode="auto">
              <a:xfrm>
                <a:off x="5579471" y="3027304"/>
                <a:ext cx="117143" cy="41474"/>
              </a:xfrm>
              <a:custGeom>
                <a:avLst/>
                <a:gdLst>
                  <a:gd name="T0" fmla="*/ 34 w 37"/>
                  <a:gd name="T1" fmla="*/ 3 h 12"/>
                  <a:gd name="T2" fmla="*/ 15 w 37"/>
                  <a:gd name="T3" fmla="*/ 1 h 12"/>
                  <a:gd name="T4" fmla="*/ 1 w 37"/>
                  <a:gd name="T5" fmla="*/ 4 h 12"/>
                  <a:gd name="T6" fmla="*/ 0 w 37"/>
                  <a:gd name="T7" fmla="*/ 8 h 12"/>
                  <a:gd name="T8" fmla="*/ 4 w 37"/>
                  <a:gd name="T9" fmla="*/ 10 h 12"/>
                  <a:gd name="T10" fmla="*/ 4 w 37"/>
                  <a:gd name="T11" fmla="*/ 10 h 12"/>
                  <a:gd name="T12" fmla="*/ 15 w 37"/>
                  <a:gd name="T13" fmla="*/ 10 h 12"/>
                  <a:gd name="T14" fmla="*/ 33 w 37"/>
                  <a:gd name="T15" fmla="*/ 10 h 12"/>
                  <a:gd name="T16" fmla="*/ 34 w 37"/>
                  <a:gd name="T17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12">
                    <a:moveTo>
                      <a:pt x="34" y="3"/>
                    </a:moveTo>
                    <a:cubicBezTo>
                      <a:pt x="28" y="0"/>
                      <a:pt x="21" y="1"/>
                      <a:pt x="15" y="1"/>
                    </a:cubicBezTo>
                    <a:cubicBezTo>
                      <a:pt x="11" y="1"/>
                      <a:pt x="4" y="1"/>
                      <a:pt x="1" y="4"/>
                    </a:cubicBezTo>
                    <a:cubicBezTo>
                      <a:pt x="0" y="5"/>
                      <a:pt x="0" y="7"/>
                      <a:pt x="0" y="8"/>
                    </a:cubicBezTo>
                    <a:cubicBezTo>
                      <a:pt x="1" y="10"/>
                      <a:pt x="2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8" y="10"/>
                      <a:pt x="12" y="10"/>
                      <a:pt x="15" y="10"/>
                    </a:cubicBezTo>
                    <a:cubicBezTo>
                      <a:pt x="21" y="11"/>
                      <a:pt x="28" y="12"/>
                      <a:pt x="33" y="10"/>
                    </a:cubicBezTo>
                    <a:cubicBezTo>
                      <a:pt x="36" y="9"/>
                      <a:pt x="37" y="5"/>
                      <a:pt x="34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29" name="Freeform 128"/>
              <p:cNvSpPr>
                <a:spLocks/>
              </p:cNvSpPr>
              <p:nvPr/>
            </p:nvSpPr>
            <p:spPr bwMode="auto">
              <a:xfrm>
                <a:off x="5757529" y="3027304"/>
                <a:ext cx="107772" cy="38883"/>
              </a:xfrm>
              <a:custGeom>
                <a:avLst/>
                <a:gdLst>
                  <a:gd name="T0" fmla="*/ 31 w 34"/>
                  <a:gd name="T1" fmla="*/ 3 h 11"/>
                  <a:gd name="T2" fmla="*/ 19 w 34"/>
                  <a:gd name="T3" fmla="*/ 1 h 11"/>
                  <a:gd name="T4" fmla="*/ 5 w 34"/>
                  <a:gd name="T5" fmla="*/ 0 h 11"/>
                  <a:gd name="T6" fmla="*/ 4 w 34"/>
                  <a:gd name="T7" fmla="*/ 6 h 11"/>
                  <a:gd name="T8" fmla="*/ 18 w 34"/>
                  <a:gd name="T9" fmla="*/ 9 h 11"/>
                  <a:gd name="T10" fmla="*/ 30 w 34"/>
                  <a:gd name="T11" fmla="*/ 9 h 11"/>
                  <a:gd name="T12" fmla="*/ 31 w 34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1">
                    <a:moveTo>
                      <a:pt x="31" y="3"/>
                    </a:moveTo>
                    <a:cubicBezTo>
                      <a:pt x="27" y="1"/>
                      <a:pt x="23" y="1"/>
                      <a:pt x="19" y="1"/>
                    </a:cubicBezTo>
                    <a:cubicBezTo>
                      <a:pt x="14" y="1"/>
                      <a:pt x="10" y="0"/>
                      <a:pt x="5" y="0"/>
                    </a:cubicBezTo>
                    <a:cubicBezTo>
                      <a:pt x="1" y="0"/>
                      <a:pt x="0" y="6"/>
                      <a:pt x="4" y="6"/>
                    </a:cubicBezTo>
                    <a:cubicBezTo>
                      <a:pt x="9" y="7"/>
                      <a:pt x="13" y="8"/>
                      <a:pt x="18" y="9"/>
                    </a:cubicBezTo>
                    <a:cubicBezTo>
                      <a:pt x="22" y="9"/>
                      <a:pt x="26" y="11"/>
                      <a:pt x="30" y="9"/>
                    </a:cubicBezTo>
                    <a:cubicBezTo>
                      <a:pt x="33" y="9"/>
                      <a:pt x="34" y="4"/>
                      <a:pt x="31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0" name="Freeform 129"/>
              <p:cNvSpPr>
                <a:spLocks/>
              </p:cNvSpPr>
              <p:nvPr/>
            </p:nvSpPr>
            <p:spPr bwMode="auto">
              <a:xfrm>
                <a:off x="5937930" y="3011751"/>
                <a:ext cx="93715" cy="38883"/>
              </a:xfrm>
              <a:custGeom>
                <a:avLst/>
                <a:gdLst>
                  <a:gd name="T0" fmla="*/ 27 w 30"/>
                  <a:gd name="T1" fmla="*/ 2 h 11"/>
                  <a:gd name="T2" fmla="*/ 13 w 30"/>
                  <a:gd name="T3" fmla="*/ 2 h 11"/>
                  <a:gd name="T4" fmla="*/ 0 w 30"/>
                  <a:gd name="T5" fmla="*/ 4 h 11"/>
                  <a:gd name="T6" fmla="*/ 0 w 30"/>
                  <a:gd name="T7" fmla="*/ 7 h 11"/>
                  <a:gd name="T8" fmla="*/ 13 w 30"/>
                  <a:gd name="T9" fmla="*/ 9 h 11"/>
                  <a:gd name="T10" fmla="*/ 27 w 30"/>
                  <a:gd name="T11" fmla="*/ 8 h 11"/>
                  <a:gd name="T12" fmla="*/ 27 w 30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1">
                    <a:moveTo>
                      <a:pt x="27" y="2"/>
                    </a:moveTo>
                    <a:cubicBezTo>
                      <a:pt x="23" y="0"/>
                      <a:pt x="18" y="1"/>
                      <a:pt x="13" y="2"/>
                    </a:cubicBezTo>
                    <a:cubicBezTo>
                      <a:pt x="9" y="2"/>
                      <a:pt x="4" y="2"/>
                      <a:pt x="0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4" y="9"/>
                      <a:pt x="9" y="9"/>
                      <a:pt x="13" y="9"/>
                    </a:cubicBezTo>
                    <a:cubicBezTo>
                      <a:pt x="18" y="10"/>
                      <a:pt x="23" y="11"/>
                      <a:pt x="27" y="8"/>
                    </a:cubicBezTo>
                    <a:cubicBezTo>
                      <a:pt x="30" y="7"/>
                      <a:pt x="30" y="4"/>
                      <a:pt x="27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1" name="Freeform 130"/>
              <p:cNvSpPr>
                <a:spLocks/>
              </p:cNvSpPr>
              <p:nvPr/>
            </p:nvSpPr>
            <p:spPr bwMode="auto">
              <a:xfrm>
                <a:off x="6120674" y="3006567"/>
                <a:ext cx="93715" cy="38883"/>
              </a:xfrm>
              <a:custGeom>
                <a:avLst/>
                <a:gdLst>
                  <a:gd name="T0" fmla="*/ 27 w 30"/>
                  <a:gd name="T1" fmla="*/ 1 h 11"/>
                  <a:gd name="T2" fmla="*/ 12 w 30"/>
                  <a:gd name="T3" fmla="*/ 1 h 11"/>
                  <a:gd name="T4" fmla="*/ 6 w 30"/>
                  <a:gd name="T5" fmla="*/ 2 h 11"/>
                  <a:gd name="T6" fmla="*/ 1 w 30"/>
                  <a:gd name="T7" fmla="*/ 4 h 11"/>
                  <a:gd name="T8" fmla="*/ 1 w 30"/>
                  <a:gd name="T9" fmla="*/ 6 h 11"/>
                  <a:gd name="T10" fmla="*/ 6 w 30"/>
                  <a:gd name="T11" fmla="*/ 8 h 11"/>
                  <a:gd name="T12" fmla="*/ 12 w 30"/>
                  <a:gd name="T13" fmla="*/ 9 h 11"/>
                  <a:gd name="T14" fmla="*/ 27 w 30"/>
                  <a:gd name="T15" fmla="*/ 9 h 11"/>
                  <a:gd name="T16" fmla="*/ 27 w 30"/>
                  <a:gd name="T1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11">
                    <a:moveTo>
                      <a:pt x="27" y="1"/>
                    </a:moveTo>
                    <a:cubicBezTo>
                      <a:pt x="22" y="0"/>
                      <a:pt x="17" y="1"/>
                      <a:pt x="12" y="1"/>
                    </a:cubicBezTo>
                    <a:cubicBezTo>
                      <a:pt x="10" y="2"/>
                      <a:pt x="8" y="2"/>
                      <a:pt x="6" y="2"/>
                    </a:cubicBezTo>
                    <a:cubicBezTo>
                      <a:pt x="3" y="2"/>
                      <a:pt x="3" y="3"/>
                      <a:pt x="1" y="4"/>
                    </a:cubicBezTo>
                    <a:cubicBezTo>
                      <a:pt x="0" y="5"/>
                      <a:pt x="0" y="6"/>
                      <a:pt x="1" y="6"/>
                    </a:cubicBezTo>
                    <a:cubicBezTo>
                      <a:pt x="3" y="7"/>
                      <a:pt x="3" y="8"/>
                      <a:pt x="6" y="8"/>
                    </a:cubicBezTo>
                    <a:cubicBezTo>
                      <a:pt x="8" y="9"/>
                      <a:pt x="10" y="9"/>
                      <a:pt x="12" y="9"/>
                    </a:cubicBezTo>
                    <a:cubicBezTo>
                      <a:pt x="17" y="9"/>
                      <a:pt x="22" y="11"/>
                      <a:pt x="27" y="9"/>
                    </a:cubicBezTo>
                    <a:cubicBezTo>
                      <a:pt x="30" y="8"/>
                      <a:pt x="30" y="3"/>
                      <a:pt x="27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2" name="Freeform 131"/>
              <p:cNvSpPr>
                <a:spLocks/>
              </p:cNvSpPr>
              <p:nvPr/>
            </p:nvSpPr>
            <p:spPr bwMode="auto">
              <a:xfrm>
                <a:off x="6277645" y="2991014"/>
                <a:ext cx="126515" cy="38883"/>
              </a:xfrm>
              <a:custGeom>
                <a:avLst/>
                <a:gdLst>
                  <a:gd name="T0" fmla="*/ 37 w 40"/>
                  <a:gd name="T1" fmla="*/ 4 h 11"/>
                  <a:gd name="T2" fmla="*/ 21 w 40"/>
                  <a:gd name="T3" fmla="*/ 0 h 11"/>
                  <a:gd name="T4" fmla="*/ 4 w 40"/>
                  <a:gd name="T5" fmla="*/ 2 h 11"/>
                  <a:gd name="T6" fmla="*/ 4 w 40"/>
                  <a:gd name="T7" fmla="*/ 8 h 11"/>
                  <a:gd name="T8" fmla="*/ 21 w 40"/>
                  <a:gd name="T9" fmla="*/ 9 h 11"/>
                  <a:gd name="T10" fmla="*/ 37 w 40"/>
                  <a:gd name="T11" fmla="*/ 10 h 11"/>
                  <a:gd name="T12" fmla="*/ 37 w 40"/>
                  <a:gd name="T13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1">
                    <a:moveTo>
                      <a:pt x="37" y="4"/>
                    </a:moveTo>
                    <a:cubicBezTo>
                      <a:pt x="33" y="1"/>
                      <a:pt x="26" y="1"/>
                      <a:pt x="21" y="0"/>
                    </a:cubicBezTo>
                    <a:cubicBezTo>
                      <a:pt x="15" y="0"/>
                      <a:pt x="9" y="1"/>
                      <a:pt x="4" y="2"/>
                    </a:cubicBezTo>
                    <a:cubicBezTo>
                      <a:pt x="0" y="2"/>
                      <a:pt x="1" y="8"/>
                      <a:pt x="4" y="8"/>
                    </a:cubicBezTo>
                    <a:cubicBezTo>
                      <a:pt x="10" y="8"/>
                      <a:pt x="16" y="8"/>
                      <a:pt x="21" y="9"/>
                    </a:cubicBezTo>
                    <a:cubicBezTo>
                      <a:pt x="26" y="9"/>
                      <a:pt x="31" y="11"/>
                      <a:pt x="37" y="10"/>
                    </a:cubicBezTo>
                    <a:cubicBezTo>
                      <a:pt x="40" y="9"/>
                      <a:pt x="40" y="5"/>
                      <a:pt x="37" y="4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3" name="Freeform 132"/>
              <p:cNvSpPr>
                <a:spLocks/>
              </p:cNvSpPr>
              <p:nvPr/>
            </p:nvSpPr>
            <p:spPr bwMode="auto">
              <a:xfrm>
                <a:off x="6474446" y="2998789"/>
                <a:ext cx="112458" cy="38883"/>
              </a:xfrm>
              <a:custGeom>
                <a:avLst/>
                <a:gdLst>
                  <a:gd name="T0" fmla="*/ 33 w 36"/>
                  <a:gd name="T1" fmla="*/ 2 h 11"/>
                  <a:gd name="T2" fmla="*/ 19 w 36"/>
                  <a:gd name="T3" fmla="*/ 1 h 11"/>
                  <a:gd name="T4" fmla="*/ 4 w 36"/>
                  <a:gd name="T5" fmla="*/ 4 h 11"/>
                  <a:gd name="T6" fmla="*/ 5 w 36"/>
                  <a:gd name="T7" fmla="*/ 10 h 11"/>
                  <a:gd name="T8" fmla="*/ 20 w 36"/>
                  <a:gd name="T9" fmla="*/ 9 h 11"/>
                  <a:gd name="T10" fmla="*/ 32 w 36"/>
                  <a:gd name="T11" fmla="*/ 9 h 11"/>
                  <a:gd name="T12" fmla="*/ 33 w 36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1">
                    <a:moveTo>
                      <a:pt x="33" y="2"/>
                    </a:moveTo>
                    <a:cubicBezTo>
                      <a:pt x="29" y="0"/>
                      <a:pt x="24" y="0"/>
                      <a:pt x="19" y="1"/>
                    </a:cubicBezTo>
                    <a:cubicBezTo>
                      <a:pt x="14" y="1"/>
                      <a:pt x="9" y="2"/>
                      <a:pt x="4" y="4"/>
                    </a:cubicBezTo>
                    <a:cubicBezTo>
                      <a:pt x="0" y="5"/>
                      <a:pt x="2" y="11"/>
                      <a:pt x="5" y="10"/>
                    </a:cubicBezTo>
                    <a:cubicBezTo>
                      <a:pt x="10" y="9"/>
                      <a:pt x="15" y="9"/>
                      <a:pt x="20" y="9"/>
                    </a:cubicBezTo>
                    <a:cubicBezTo>
                      <a:pt x="24" y="9"/>
                      <a:pt x="28" y="10"/>
                      <a:pt x="32" y="9"/>
                    </a:cubicBezTo>
                    <a:cubicBezTo>
                      <a:pt x="35" y="8"/>
                      <a:pt x="36" y="4"/>
                      <a:pt x="33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4" name="Freeform 133"/>
              <p:cNvSpPr>
                <a:spLocks/>
              </p:cNvSpPr>
              <p:nvPr/>
            </p:nvSpPr>
            <p:spPr bwMode="auto">
              <a:xfrm>
                <a:off x="6673590" y="3009158"/>
                <a:ext cx="110115" cy="41474"/>
              </a:xfrm>
              <a:custGeom>
                <a:avLst/>
                <a:gdLst>
                  <a:gd name="T0" fmla="*/ 32 w 35"/>
                  <a:gd name="T1" fmla="*/ 4 h 12"/>
                  <a:gd name="T2" fmla="*/ 16 w 35"/>
                  <a:gd name="T3" fmla="*/ 1 h 12"/>
                  <a:gd name="T4" fmla="*/ 1 w 35"/>
                  <a:gd name="T5" fmla="*/ 3 h 12"/>
                  <a:gd name="T6" fmla="*/ 1 w 35"/>
                  <a:gd name="T7" fmla="*/ 5 h 12"/>
                  <a:gd name="T8" fmla="*/ 14 w 35"/>
                  <a:gd name="T9" fmla="*/ 9 h 12"/>
                  <a:gd name="T10" fmla="*/ 32 w 35"/>
                  <a:gd name="T11" fmla="*/ 10 h 12"/>
                  <a:gd name="T12" fmla="*/ 32 w 35"/>
                  <a:gd name="T13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2">
                    <a:moveTo>
                      <a:pt x="32" y="4"/>
                    </a:moveTo>
                    <a:cubicBezTo>
                      <a:pt x="28" y="1"/>
                      <a:pt x="22" y="2"/>
                      <a:pt x="16" y="1"/>
                    </a:cubicBezTo>
                    <a:cubicBezTo>
                      <a:pt x="11" y="1"/>
                      <a:pt x="5" y="0"/>
                      <a:pt x="1" y="3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4" y="9"/>
                      <a:pt x="9" y="8"/>
                      <a:pt x="14" y="9"/>
                    </a:cubicBezTo>
                    <a:cubicBezTo>
                      <a:pt x="20" y="10"/>
                      <a:pt x="26" y="12"/>
                      <a:pt x="32" y="10"/>
                    </a:cubicBezTo>
                    <a:cubicBezTo>
                      <a:pt x="34" y="9"/>
                      <a:pt x="35" y="5"/>
                      <a:pt x="32" y="4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5" name="Freeform 134"/>
              <p:cNvSpPr>
                <a:spLocks/>
              </p:cNvSpPr>
              <p:nvPr/>
            </p:nvSpPr>
            <p:spPr bwMode="auto">
              <a:xfrm>
                <a:off x="6846962" y="3001382"/>
                <a:ext cx="107772" cy="31106"/>
              </a:xfrm>
              <a:custGeom>
                <a:avLst/>
                <a:gdLst>
                  <a:gd name="T0" fmla="*/ 33 w 34"/>
                  <a:gd name="T1" fmla="*/ 3 h 9"/>
                  <a:gd name="T2" fmla="*/ 19 w 34"/>
                  <a:gd name="T3" fmla="*/ 2 h 9"/>
                  <a:gd name="T4" fmla="*/ 2 w 34"/>
                  <a:gd name="T5" fmla="*/ 3 h 9"/>
                  <a:gd name="T6" fmla="*/ 2 w 34"/>
                  <a:gd name="T7" fmla="*/ 7 h 9"/>
                  <a:gd name="T8" fmla="*/ 19 w 34"/>
                  <a:gd name="T9" fmla="*/ 8 h 9"/>
                  <a:gd name="T10" fmla="*/ 33 w 34"/>
                  <a:gd name="T11" fmla="*/ 7 h 9"/>
                  <a:gd name="T12" fmla="*/ 33 w 34"/>
                  <a:gd name="T13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9">
                    <a:moveTo>
                      <a:pt x="33" y="3"/>
                    </a:moveTo>
                    <a:cubicBezTo>
                      <a:pt x="28" y="0"/>
                      <a:pt x="24" y="1"/>
                      <a:pt x="19" y="2"/>
                    </a:cubicBezTo>
                    <a:cubicBezTo>
                      <a:pt x="14" y="2"/>
                      <a:pt x="8" y="2"/>
                      <a:pt x="2" y="3"/>
                    </a:cubicBezTo>
                    <a:cubicBezTo>
                      <a:pt x="0" y="3"/>
                      <a:pt x="0" y="7"/>
                      <a:pt x="2" y="7"/>
                    </a:cubicBezTo>
                    <a:cubicBezTo>
                      <a:pt x="8" y="8"/>
                      <a:pt x="14" y="8"/>
                      <a:pt x="19" y="8"/>
                    </a:cubicBezTo>
                    <a:cubicBezTo>
                      <a:pt x="24" y="9"/>
                      <a:pt x="28" y="9"/>
                      <a:pt x="33" y="7"/>
                    </a:cubicBezTo>
                    <a:cubicBezTo>
                      <a:pt x="34" y="6"/>
                      <a:pt x="34" y="4"/>
                      <a:pt x="33" y="3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6" name="Freeform 135"/>
              <p:cNvSpPr>
                <a:spLocks/>
              </p:cNvSpPr>
              <p:nvPr/>
            </p:nvSpPr>
            <p:spPr bwMode="auto">
              <a:xfrm>
                <a:off x="7010963" y="2998789"/>
                <a:ext cx="121829" cy="38883"/>
              </a:xfrm>
              <a:custGeom>
                <a:avLst/>
                <a:gdLst>
                  <a:gd name="T0" fmla="*/ 36 w 39"/>
                  <a:gd name="T1" fmla="*/ 2 h 11"/>
                  <a:gd name="T2" fmla="*/ 22 w 39"/>
                  <a:gd name="T3" fmla="*/ 2 h 11"/>
                  <a:gd name="T4" fmla="*/ 4 w 39"/>
                  <a:gd name="T5" fmla="*/ 0 h 11"/>
                  <a:gd name="T6" fmla="*/ 3 w 39"/>
                  <a:gd name="T7" fmla="*/ 6 h 11"/>
                  <a:gd name="T8" fmla="*/ 36 w 39"/>
                  <a:gd name="T9" fmla="*/ 8 h 11"/>
                  <a:gd name="T10" fmla="*/ 36 w 39"/>
                  <a:gd name="T11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1">
                    <a:moveTo>
                      <a:pt x="36" y="2"/>
                    </a:moveTo>
                    <a:cubicBezTo>
                      <a:pt x="31" y="1"/>
                      <a:pt x="26" y="2"/>
                      <a:pt x="22" y="2"/>
                    </a:cubicBezTo>
                    <a:cubicBezTo>
                      <a:pt x="16" y="2"/>
                      <a:pt x="10" y="1"/>
                      <a:pt x="4" y="0"/>
                    </a:cubicBezTo>
                    <a:cubicBezTo>
                      <a:pt x="1" y="0"/>
                      <a:pt x="0" y="5"/>
                      <a:pt x="3" y="6"/>
                    </a:cubicBezTo>
                    <a:cubicBezTo>
                      <a:pt x="13" y="9"/>
                      <a:pt x="26" y="11"/>
                      <a:pt x="36" y="8"/>
                    </a:cubicBezTo>
                    <a:cubicBezTo>
                      <a:pt x="39" y="7"/>
                      <a:pt x="39" y="2"/>
                      <a:pt x="36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7" name="Freeform 136"/>
              <p:cNvSpPr>
                <a:spLocks/>
              </p:cNvSpPr>
              <p:nvPr/>
            </p:nvSpPr>
            <p:spPr bwMode="auto">
              <a:xfrm>
                <a:off x="7181991" y="3001382"/>
                <a:ext cx="100744" cy="36290"/>
              </a:xfrm>
              <a:custGeom>
                <a:avLst/>
                <a:gdLst>
                  <a:gd name="T0" fmla="*/ 28 w 32"/>
                  <a:gd name="T1" fmla="*/ 1 h 10"/>
                  <a:gd name="T2" fmla="*/ 15 w 32"/>
                  <a:gd name="T3" fmla="*/ 2 h 10"/>
                  <a:gd name="T4" fmla="*/ 3 w 32"/>
                  <a:gd name="T5" fmla="*/ 4 h 10"/>
                  <a:gd name="T6" fmla="*/ 3 w 32"/>
                  <a:gd name="T7" fmla="*/ 9 h 10"/>
                  <a:gd name="T8" fmla="*/ 29 w 32"/>
                  <a:gd name="T9" fmla="*/ 7 h 10"/>
                  <a:gd name="T10" fmla="*/ 28 w 32"/>
                  <a:gd name="T11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10">
                    <a:moveTo>
                      <a:pt x="28" y="1"/>
                    </a:moveTo>
                    <a:cubicBezTo>
                      <a:pt x="24" y="0"/>
                      <a:pt x="20" y="1"/>
                      <a:pt x="15" y="2"/>
                    </a:cubicBezTo>
                    <a:cubicBezTo>
                      <a:pt x="11" y="3"/>
                      <a:pt x="7" y="3"/>
                      <a:pt x="3" y="4"/>
                    </a:cubicBezTo>
                    <a:cubicBezTo>
                      <a:pt x="0" y="5"/>
                      <a:pt x="0" y="9"/>
                      <a:pt x="3" y="9"/>
                    </a:cubicBezTo>
                    <a:cubicBezTo>
                      <a:pt x="11" y="10"/>
                      <a:pt x="21" y="10"/>
                      <a:pt x="29" y="7"/>
                    </a:cubicBezTo>
                    <a:cubicBezTo>
                      <a:pt x="32" y="6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8" name="Freeform 137"/>
              <p:cNvSpPr>
                <a:spLocks/>
              </p:cNvSpPr>
              <p:nvPr/>
            </p:nvSpPr>
            <p:spPr bwMode="auto">
              <a:xfrm>
                <a:off x="7355363" y="3006567"/>
                <a:ext cx="100744" cy="33698"/>
              </a:xfrm>
              <a:custGeom>
                <a:avLst/>
                <a:gdLst>
                  <a:gd name="T0" fmla="*/ 30 w 32"/>
                  <a:gd name="T1" fmla="*/ 2 h 10"/>
                  <a:gd name="T2" fmla="*/ 18 w 32"/>
                  <a:gd name="T3" fmla="*/ 1 h 10"/>
                  <a:gd name="T4" fmla="*/ 4 w 32"/>
                  <a:gd name="T5" fmla="*/ 2 h 10"/>
                  <a:gd name="T6" fmla="*/ 4 w 32"/>
                  <a:gd name="T7" fmla="*/ 8 h 10"/>
                  <a:gd name="T8" fmla="*/ 18 w 32"/>
                  <a:gd name="T9" fmla="*/ 9 h 10"/>
                  <a:gd name="T10" fmla="*/ 30 w 32"/>
                  <a:gd name="T11" fmla="*/ 8 h 10"/>
                  <a:gd name="T12" fmla="*/ 30 w 32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0">
                    <a:moveTo>
                      <a:pt x="30" y="2"/>
                    </a:moveTo>
                    <a:cubicBezTo>
                      <a:pt x="26" y="0"/>
                      <a:pt x="22" y="1"/>
                      <a:pt x="18" y="1"/>
                    </a:cubicBezTo>
                    <a:cubicBezTo>
                      <a:pt x="13" y="2"/>
                      <a:pt x="9" y="2"/>
                      <a:pt x="4" y="2"/>
                    </a:cubicBezTo>
                    <a:cubicBezTo>
                      <a:pt x="0" y="2"/>
                      <a:pt x="0" y="8"/>
                      <a:pt x="4" y="8"/>
                    </a:cubicBezTo>
                    <a:cubicBezTo>
                      <a:pt x="9" y="8"/>
                      <a:pt x="13" y="9"/>
                      <a:pt x="18" y="9"/>
                    </a:cubicBezTo>
                    <a:cubicBezTo>
                      <a:pt x="22" y="9"/>
                      <a:pt x="26" y="10"/>
                      <a:pt x="30" y="8"/>
                    </a:cubicBezTo>
                    <a:cubicBezTo>
                      <a:pt x="32" y="7"/>
                      <a:pt x="32" y="4"/>
                      <a:pt x="30" y="2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39" name="Freeform 138"/>
              <p:cNvSpPr>
                <a:spLocks/>
              </p:cNvSpPr>
              <p:nvPr/>
            </p:nvSpPr>
            <p:spPr bwMode="auto">
              <a:xfrm>
                <a:off x="7521708" y="2996198"/>
                <a:ext cx="112458" cy="44067"/>
              </a:xfrm>
              <a:custGeom>
                <a:avLst/>
                <a:gdLst>
                  <a:gd name="T0" fmla="*/ 31 w 36"/>
                  <a:gd name="T1" fmla="*/ 0 h 13"/>
                  <a:gd name="T2" fmla="*/ 18 w 36"/>
                  <a:gd name="T3" fmla="*/ 3 h 13"/>
                  <a:gd name="T4" fmla="*/ 5 w 36"/>
                  <a:gd name="T5" fmla="*/ 2 h 13"/>
                  <a:gd name="T6" fmla="*/ 3 w 36"/>
                  <a:gd name="T7" fmla="*/ 6 h 13"/>
                  <a:gd name="T8" fmla="*/ 33 w 36"/>
                  <a:gd name="T9" fmla="*/ 7 h 13"/>
                  <a:gd name="T10" fmla="*/ 31 w 36"/>
                  <a:gd name="T1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13">
                    <a:moveTo>
                      <a:pt x="31" y="0"/>
                    </a:moveTo>
                    <a:cubicBezTo>
                      <a:pt x="27" y="1"/>
                      <a:pt x="23" y="3"/>
                      <a:pt x="18" y="3"/>
                    </a:cubicBezTo>
                    <a:cubicBezTo>
                      <a:pt x="14" y="3"/>
                      <a:pt x="9" y="3"/>
                      <a:pt x="5" y="2"/>
                    </a:cubicBezTo>
                    <a:cubicBezTo>
                      <a:pt x="2" y="2"/>
                      <a:pt x="0" y="5"/>
                      <a:pt x="3" y="6"/>
                    </a:cubicBezTo>
                    <a:cubicBezTo>
                      <a:pt x="11" y="10"/>
                      <a:pt x="25" y="13"/>
                      <a:pt x="33" y="7"/>
                    </a:cubicBezTo>
                    <a:cubicBezTo>
                      <a:pt x="36" y="5"/>
                      <a:pt x="35" y="0"/>
                      <a:pt x="31" y="0"/>
                    </a:cubicBezTo>
                    <a:close/>
                  </a:path>
                </a:pathLst>
              </a:custGeom>
              <a:solidFill>
                <a:srgbClr val="5757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sp>
          <p:nvSpPr>
            <p:cNvPr id="80" name="文本框 79"/>
            <p:cNvSpPr txBox="1"/>
            <p:nvPr/>
          </p:nvSpPr>
          <p:spPr>
            <a:xfrm>
              <a:off x="4311650" y="1219514"/>
              <a:ext cx="28631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今後の展望</a:t>
              </a:r>
              <a:endParaRPr lang="zh-CN" altLang="en-US" sz="2800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  <p:pic>
        <p:nvPicPr>
          <p:cNvPr id="2" name="图片 1" descr="Premium Vector | Tick checkmark icon Web choice ok illustration symbol ...">
            <a:extLst>
              <a:ext uri="{FF2B5EF4-FFF2-40B4-BE49-F238E27FC236}">
                <a16:creationId xmlns:a16="http://schemas.microsoft.com/office/drawing/2014/main" id="{DD60EAE2-3181-E219-7726-5396434A8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413" y="2475745"/>
            <a:ext cx="542615" cy="54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82120"/>
      </p:ext>
    </p:extLst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CE96-D84A-AF75-F09F-84DC76BC6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76E8567B-0C16-F925-6A23-514434BA1D01}"/>
              </a:ext>
            </a:extLst>
          </p:cNvPr>
          <p:cNvGrpSpPr/>
          <p:nvPr/>
        </p:nvGrpSpPr>
        <p:grpSpPr>
          <a:xfrm>
            <a:off x="383747" y="128103"/>
            <a:ext cx="2324321" cy="2399943"/>
            <a:chOff x="4427538" y="954088"/>
            <a:chExt cx="3333750" cy="3729038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50BC7F7-C88D-42C0-D20C-C31E747A8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6026" y="1547813"/>
              <a:ext cx="2144713" cy="2363788"/>
            </a:xfrm>
            <a:custGeom>
              <a:avLst/>
              <a:gdLst>
                <a:gd name="T0" fmla="*/ 518 w 570"/>
                <a:gd name="T1" fmla="*/ 231 h 629"/>
                <a:gd name="T2" fmla="*/ 454 w 570"/>
                <a:gd name="T3" fmla="*/ 271 h 629"/>
                <a:gd name="T4" fmla="*/ 496 w 570"/>
                <a:gd name="T5" fmla="*/ 135 h 629"/>
                <a:gd name="T6" fmla="*/ 393 w 570"/>
                <a:gd name="T7" fmla="*/ 205 h 629"/>
                <a:gd name="T8" fmla="*/ 326 w 570"/>
                <a:gd name="T9" fmla="*/ 264 h 629"/>
                <a:gd name="T10" fmla="*/ 474 w 570"/>
                <a:gd name="T11" fmla="*/ 89 h 629"/>
                <a:gd name="T12" fmla="*/ 385 w 570"/>
                <a:gd name="T13" fmla="*/ 100 h 629"/>
                <a:gd name="T14" fmla="*/ 322 w 570"/>
                <a:gd name="T15" fmla="*/ 156 h 629"/>
                <a:gd name="T16" fmla="*/ 401 w 570"/>
                <a:gd name="T17" fmla="*/ 66 h 629"/>
                <a:gd name="T18" fmla="*/ 279 w 570"/>
                <a:gd name="T19" fmla="*/ 80 h 629"/>
                <a:gd name="T20" fmla="*/ 223 w 570"/>
                <a:gd name="T21" fmla="*/ 103 h 629"/>
                <a:gd name="T22" fmla="*/ 280 w 570"/>
                <a:gd name="T23" fmla="*/ 61 h 629"/>
                <a:gd name="T24" fmla="*/ 212 w 570"/>
                <a:gd name="T25" fmla="*/ 33 h 629"/>
                <a:gd name="T26" fmla="*/ 78 w 570"/>
                <a:gd name="T27" fmla="*/ 109 h 629"/>
                <a:gd name="T28" fmla="*/ 29 w 570"/>
                <a:gd name="T29" fmla="*/ 198 h 629"/>
                <a:gd name="T30" fmla="*/ 35 w 570"/>
                <a:gd name="T31" fmla="*/ 232 h 629"/>
                <a:gd name="T32" fmla="*/ 42 w 570"/>
                <a:gd name="T33" fmla="*/ 311 h 629"/>
                <a:gd name="T34" fmla="*/ 20 w 570"/>
                <a:gd name="T35" fmla="*/ 366 h 629"/>
                <a:gd name="T36" fmla="*/ 73 w 570"/>
                <a:gd name="T37" fmla="*/ 388 h 629"/>
                <a:gd name="T38" fmla="*/ 178 w 570"/>
                <a:gd name="T39" fmla="*/ 311 h 629"/>
                <a:gd name="T40" fmla="*/ 102 w 570"/>
                <a:gd name="T41" fmla="*/ 390 h 629"/>
                <a:gd name="T42" fmla="*/ 92 w 570"/>
                <a:gd name="T43" fmla="*/ 469 h 629"/>
                <a:gd name="T44" fmla="*/ 196 w 570"/>
                <a:gd name="T45" fmla="*/ 407 h 629"/>
                <a:gd name="T46" fmla="*/ 265 w 570"/>
                <a:gd name="T47" fmla="*/ 373 h 629"/>
                <a:gd name="T48" fmla="*/ 196 w 570"/>
                <a:gd name="T49" fmla="*/ 450 h 629"/>
                <a:gd name="T50" fmla="*/ 179 w 570"/>
                <a:gd name="T51" fmla="*/ 542 h 629"/>
                <a:gd name="T52" fmla="*/ 261 w 570"/>
                <a:gd name="T53" fmla="*/ 489 h 629"/>
                <a:gd name="T54" fmla="*/ 270 w 570"/>
                <a:gd name="T55" fmla="*/ 506 h 629"/>
                <a:gd name="T56" fmla="*/ 208 w 570"/>
                <a:gd name="T57" fmla="*/ 588 h 629"/>
                <a:gd name="T58" fmla="*/ 303 w 570"/>
                <a:gd name="T59" fmla="*/ 597 h 629"/>
                <a:gd name="T60" fmla="*/ 332 w 570"/>
                <a:gd name="T61" fmla="*/ 603 h 629"/>
                <a:gd name="T62" fmla="*/ 406 w 570"/>
                <a:gd name="T63" fmla="*/ 554 h 629"/>
                <a:gd name="T64" fmla="*/ 430 w 570"/>
                <a:gd name="T65" fmla="*/ 535 h 629"/>
                <a:gd name="T66" fmla="*/ 504 w 570"/>
                <a:gd name="T67" fmla="*/ 444 h 629"/>
                <a:gd name="T68" fmla="*/ 549 w 570"/>
                <a:gd name="T69" fmla="*/ 342 h 629"/>
                <a:gd name="T70" fmla="*/ 563 w 570"/>
                <a:gd name="T71" fmla="*/ 266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70" h="629">
                  <a:moveTo>
                    <a:pt x="558" y="231"/>
                  </a:moveTo>
                  <a:cubicBezTo>
                    <a:pt x="547" y="219"/>
                    <a:pt x="530" y="221"/>
                    <a:pt x="518" y="231"/>
                  </a:cubicBezTo>
                  <a:cubicBezTo>
                    <a:pt x="477" y="265"/>
                    <a:pt x="437" y="300"/>
                    <a:pt x="395" y="332"/>
                  </a:cubicBezTo>
                  <a:cubicBezTo>
                    <a:pt x="415" y="313"/>
                    <a:pt x="434" y="292"/>
                    <a:pt x="454" y="271"/>
                  </a:cubicBezTo>
                  <a:cubicBezTo>
                    <a:pt x="482" y="243"/>
                    <a:pt x="510" y="213"/>
                    <a:pt x="528" y="177"/>
                  </a:cubicBezTo>
                  <a:cubicBezTo>
                    <a:pt x="539" y="156"/>
                    <a:pt x="521" y="127"/>
                    <a:pt x="496" y="135"/>
                  </a:cubicBezTo>
                  <a:cubicBezTo>
                    <a:pt x="475" y="142"/>
                    <a:pt x="458" y="154"/>
                    <a:pt x="441" y="168"/>
                  </a:cubicBezTo>
                  <a:cubicBezTo>
                    <a:pt x="425" y="180"/>
                    <a:pt x="408" y="191"/>
                    <a:pt x="393" y="205"/>
                  </a:cubicBezTo>
                  <a:cubicBezTo>
                    <a:pt x="377" y="218"/>
                    <a:pt x="364" y="234"/>
                    <a:pt x="349" y="247"/>
                  </a:cubicBezTo>
                  <a:cubicBezTo>
                    <a:pt x="342" y="253"/>
                    <a:pt x="334" y="259"/>
                    <a:pt x="326" y="264"/>
                  </a:cubicBezTo>
                  <a:cubicBezTo>
                    <a:pt x="353" y="239"/>
                    <a:pt x="378" y="210"/>
                    <a:pt x="407" y="186"/>
                  </a:cubicBezTo>
                  <a:cubicBezTo>
                    <a:pt x="437" y="160"/>
                    <a:pt x="471" y="131"/>
                    <a:pt x="474" y="89"/>
                  </a:cubicBezTo>
                  <a:cubicBezTo>
                    <a:pt x="475" y="66"/>
                    <a:pt x="448" y="54"/>
                    <a:pt x="430" y="64"/>
                  </a:cubicBezTo>
                  <a:cubicBezTo>
                    <a:pt x="413" y="73"/>
                    <a:pt x="399" y="87"/>
                    <a:pt x="385" y="100"/>
                  </a:cubicBezTo>
                  <a:cubicBezTo>
                    <a:pt x="369" y="115"/>
                    <a:pt x="353" y="130"/>
                    <a:pt x="336" y="144"/>
                  </a:cubicBezTo>
                  <a:cubicBezTo>
                    <a:pt x="331" y="148"/>
                    <a:pt x="326" y="152"/>
                    <a:pt x="322" y="156"/>
                  </a:cubicBezTo>
                  <a:cubicBezTo>
                    <a:pt x="323" y="155"/>
                    <a:pt x="323" y="154"/>
                    <a:pt x="324" y="153"/>
                  </a:cubicBezTo>
                  <a:cubicBezTo>
                    <a:pt x="351" y="125"/>
                    <a:pt x="374" y="93"/>
                    <a:pt x="401" y="66"/>
                  </a:cubicBezTo>
                  <a:cubicBezTo>
                    <a:pt x="423" y="43"/>
                    <a:pt x="393" y="1"/>
                    <a:pt x="366" y="21"/>
                  </a:cubicBezTo>
                  <a:cubicBezTo>
                    <a:pt x="337" y="41"/>
                    <a:pt x="309" y="62"/>
                    <a:pt x="279" y="80"/>
                  </a:cubicBezTo>
                  <a:cubicBezTo>
                    <a:pt x="256" y="95"/>
                    <a:pt x="232" y="107"/>
                    <a:pt x="208" y="119"/>
                  </a:cubicBezTo>
                  <a:cubicBezTo>
                    <a:pt x="213" y="113"/>
                    <a:pt x="218" y="108"/>
                    <a:pt x="223" y="103"/>
                  </a:cubicBezTo>
                  <a:cubicBezTo>
                    <a:pt x="229" y="96"/>
                    <a:pt x="236" y="88"/>
                    <a:pt x="244" y="81"/>
                  </a:cubicBezTo>
                  <a:cubicBezTo>
                    <a:pt x="256" y="75"/>
                    <a:pt x="268" y="69"/>
                    <a:pt x="280" y="61"/>
                  </a:cubicBezTo>
                  <a:cubicBezTo>
                    <a:pt x="306" y="42"/>
                    <a:pt x="291" y="0"/>
                    <a:pt x="257" y="8"/>
                  </a:cubicBezTo>
                  <a:cubicBezTo>
                    <a:pt x="240" y="12"/>
                    <a:pt x="225" y="22"/>
                    <a:pt x="212" y="33"/>
                  </a:cubicBezTo>
                  <a:cubicBezTo>
                    <a:pt x="187" y="45"/>
                    <a:pt x="161" y="54"/>
                    <a:pt x="138" y="68"/>
                  </a:cubicBezTo>
                  <a:cubicBezTo>
                    <a:pt x="116" y="79"/>
                    <a:pt x="97" y="94"/>
                    <a:pt x="78" y="109"/>
                  </a:cubicBezTo>
                  <a:cubicBezTo>
                    <a:pt x="59" y="123"/>
                    <a:pt x="47" y="142"/>
                    <a:pt x="29" y="157"/>
                  </a:cubicBezTo>
                  <a:cubicBezTo>
                    <a:pt x="17" y="167"/>
                    <a:pt x="19" y="187"/>
                    <a:pt x="29" y="198"/>
                  </a:cubicBezTo>
                  <a:cubicBezTo>
                    <a:pt x="36" y="205"/>
                    <a:pt x="45" y="207"/>
                    <a:pt x="54" y="205"/>
                  </a:cubicBezTo>
                  <a:cubicBezTo>
                    <a:pt x="48" y="215"/>
                    <a:pt x="42" y="224"/>
                    <a:pt x="35" y="232"/>
                  </a:cubicBezTo>
                  <a:cubicBezTo>
                    <a:pt x="23" y="245"/>
                    <a:pt x="11" y="258"/>
                    <a:pt x="7" y="275"/>
                  </a:cubicBezTo>
                  <a:cubicBezTo>
                    <a:pt x="0" y="298"/>
                    <a:pt x="21" y="314"/>
                    <a:pt x="42" y="311"/>
                  </a:cubicBezTo>
                  <a:cubicBezTo>
                    <a:pt x="46" y="310"/>
                    <a:pt x="49" y="309"/>
                    <a:pt x="52" y="308"/>
                  </a:cubicBezTo>
                  <a:cubicBezTo>
                    <a:pt x="39" y="326"/>
                    <a:pt x="28" y="345"/>
                    <a:pt x="20" y="366"/>
                  </a:cubicBezTo>
                  <a:cubicBezTo>
                    <a:pt x="15" y="378"/>
                    <a:pt x="23" y="392"/>
                    <a:pt x="33" y="398"/>
                  </a:cubicBezTo>
                  <a:cubicBezTo>
                    <a:pt x="47" y="407"/>
                    <a:pt x="64" y="401"/>
                    <a:pt x="73" y="388"/>
                  </a:cubicBezTo>
                  <a:cubicBezTo>
                    <a:pt x="93" y="358"/>
                    <a:pt x="122" y="337"/>
                    <a:pt x="155" y="321"/>
                  </a:cubicBezTo>
                  <a:cubicBezTo>
                    <a:pt x="162" y="317"/>
                    <a:pt x="170" y="314"/>
                    <a:pt x="178" y="311"/>
                  </a:cubicBezTo>
                  <a:cubicBezTo>
                    <a:pt x="167" y="323"/>
                    <a:pt x="157" y="337"/>
                    <a:pt x="146" y="349"/>
                  </a:cubicBezTo>
                  <a:cubicBezTo>
                    <a:pt x="134" y="364"/>
                    <a:pt x="118" y="379"/>
                    <a:pt x="102" y="390"/>
                  </a:cubicBezTo>
                  <a:cubicBezTo>
                    <a:pt x="87" y="400"/>
                    <a:pt x="68" y="410"/>
                    <a:pt x="59" y="427"/>
                  </a:cubicBezTo>
                  <a:cubicBezTo>
                    <a:pt x="48" y="450"/>
                    <a:pt x="67" y="476"/>
                    <a:pt x="92" y="469"/>
                  </a:cubicBezTo>
                  <a:cubicBezTo>
                    <a:pt x="112" y="465"/>
                    <a:pt x="127" y="451"/>
                    <a:pt x="142" y="438"/>
                  </a:cubicBezTo>
                  <a:cubicBezTo>
                    <a:pt x="158" y="426"/>
                    <a:pt x="178" y="417"/>
                    <a:pt x="196" y="407"/>
                  </a:cubicBezTo>
                  <a:cubicBezTo>
                    <a:pt x="216" y="397"/>
                    <a:pt x="237" y="388"/>
                    <a:pt x="258" y="377"/>
                  </a:cubicBezTo>
                  <a:cubicBezTo>
                    <a:pt x="260" y="376"/>
                    <a:pt x="263" y="375"/>
                    <a:pt x="265" y="373"/>
                  </a:cubicBezTo>
                  <a:cubicBezTo>
                    <a:pt x="255" y="384"/>
                    <a:pt x="245" y="394"/>
                    <a:pt x="236" y="405"/>
                  </a:cubicBezTo>
                  <a:cubicBezTo>
                    <a:pt x="223" y="421"/>
                    <a:pt x="210" y="436"/>
                    <a:pt x="196" y="450"/>
                  </a:cubicBezTo>
                  <a:cubicBezTo>
                    <a:pt x="180" y="465"/>
                    <a:pt x="164" y="477"/>
                    <a:pt x="150" y="493"/>
                  </a:cubicBezTo>
                  <a:cubicBezTo>
                    <a:pt x="131" y="516"/>
                    <a:pt x="150" y="546"/>
                    <a:pt x="179" y="542"/>
                  </a:cubicBezTo>
                  <a:cubicBezTo>
                    <a:pt x="193" y="539"/>
                    <a:pt x="204" y="525"/>
                    <a:pt x="211" y="519"/>
                  </a:cubicBezTo>
                  <a:cubicBezTo>
                    <a:pt x="227" y="508"/>
                    <a:pt x="244" y="498"/>
                    <a:pt x="261" y="489"/>
                  </a:cubicBezTo>
                  <a:cubicBezTo>
                    <a:pt x="279" y="479"/>
                    <a:pt x="298" y="468"/>
                    <a:pt x="316" y="457"/>
                  </a:cubicBezTo>
                  <a:cubicBezTo>
                    <a:pt x="300" y="473"/>
                    <a:pt x="286" y="490"/>
                    <a:pt x="270" y="506"/>
                  </a:cubicBezTo>
                  <a:cubicBezTo>
                    <a:pt x="258" y="517"/>
                    <a:pt x="247" y="531"/>
                    <a:pt x="236" y="543"/>
                  </a:cubicBezTo>
                  <a:cubicBezTo>
                    <a:pt x="225" y="557"/>
                    <a:pt x="214" y="571"/>
                    <a:pt x="208" y="588"/>
                  </a:cubicBezTo>
                  <a:cubicBezTo>
                    <a:pt x="204" y="602"/>
                    <a:pt x="214" y="620"/>
                    <a:pt x="229" y="623"/>
                  </a:cubicBezTo>
                  <a:cubicBezTo>
                    <a:pt x="256" y="629"/>
                    <a:pt x="281" y="611"/>
                    <a:pt x="303" y="597"/>
                  </a:cubicBezTo>
                  <a:cubicBezTo>
                    <a:pt x="310" y="592"/>
                    <a:pt x="317" y="588"/>
                    <a:pt x="324" y="583"/>
                  </a:cubicBezTo>
                  <a:cubicBezTo>
                    <a:pt x="324" y="590"/>
                    <a:pt x="326" y="597"/>
                    <a:pt x="332" y="603"/>
                  </a:cubicBezTo>
                  <a:cubicBezTo>
                    <a:pt x="343" y="614"/>
                    <a:pt x="363" y="615"/>
                    <a:pt x="373" y="603"/>
                  </a:cubicBezTo>
                  <a:cubicBezTo>
                    <a:pt x="386" y="588"/>
                    <a:pt x="401" y="574"/>
                    <a:pt x="406" y="554"/>
                  </a:cubicBezTo>
                  <a:cubicBezTo>
                    <a:pt x="407" y="550"/>
                    <a:pt x="407" y="547"/>
                    <a:pt x="407" y="543"/>
                  </a:cubicBezTo>
                  <a:cubicBezTo>
                    <a:pt x="415" y="544"/>
                    <a:pt x="423" y="541"/>
                    <a:pt x="430" y="535"/>
                  </a:cubicBezTo>
                  <a:cubicBezTo>
                    <a:pt x="444" y="523"/>
                    <a:pt x="457" y="511"/>
                    <a:pt x="469" y="497"/>
                  </a:cubicBezTo>
                  <a:cubicBezTo>
                    <a:pt x="483" y="481"/>
                    <a:pt x="494" y="462"/>
                    <a:pt x="504" y="444"/>
                  </a:cubicBezTo>
                  <a:cubicBezTo>
                    <a:pt x="514" y="427"/>
                    <a:pt x="523" y="413"/>
                    <a:pt x="536" y="400"/>
                  </a:cubicBezTo>
                  <a:cubicBezTo>
                    <a:pt x="553" y="383"/>
                    <a:pt x="558" y="364"/>
                    <a:pt x="549" y="342"/>
                  </a:cubicBezTo>
                  <a:cubicBezTo>
                    <a:pt x="544" y="332"/>
                    <a:pt x="527" y="325"/>
                    <a:pt x="516" y="329"/>
                  </a:cubicBezTo>
                  <a:cubicBezTo>
                    <a:pt x="533" y="309"/>
                    <a:pt x="549" y="288"/>
                    <a:pt x="563" y="266"/>
                  </a:cubicBezTo>
                  <a:cubicBezTo>
                    <a:pt x="570" y="255"/>
                    <a:pt x="567" y="240"/>
                    <a:pt x="558" y="23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71FD213F-2EB4-EB87-6E02-96B15A3DE1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2588" y="2581276"/>
              <a:ext cx="1274763" cy="1308100"/>
            </a:xfrm>
            <a:custGeom>
              <a:avLst/>
              <a:gdLst>
                <a:gd name="T0" fmla="*/ 275 w 339"/>
                <a:gd name="T1" fmla="*/ 103 h 348"/>
                <a:gd name="T2" fmla="*/ 261 w 339"/>
                <a:gd name="T3" fmla="*/ 119 h 348"/>
                <a:gd name="T4" fmla="*/ 256 w 339"/>
                <a:gd name="T5" fmla="*/ 55 h 348"/>
                <a:gd name="T6" fmla="*/ 214 w 339"/>
                <a:gd name="T7" fmla="*/ 32 h 348"/>
                <a:gd name="T8" fmla="*/ 151 w 339"/>
                <a:gd name="T9" fmla="*/ 73 h 348"/>
                <a:gd name="T10" fmla="*/ 161 w 339"/>
                <a:gd name="T11" fmla="*/ 56 h 348"/>
                <a:gd name="T12" fmla="*/ 111 w 339"/>
                <a:gd name="T13" fmla="*/ 46 h 348"/>
                <a:gd name="T14" fmla="*/ 86 w 339"/>
                <a:gd name="T15" fmla="*/ 100 h 348"/>
                <a:gd name="T16" fmla="*/ 74 w 339"/>
                <a:gd name="T17" fmla="*/ 103 h 348"/>
                <a:gd name="T18" fmla="*/ 49 w 339"/>
                <a:gd name="T19" fmla="*/ 132 h 348"/>
                <a:gd name="T20" fmla="*/ 67 w 339"/>
                <a:gd name="T21" fmla="*/ 154 h 348"/>
                <a:gd name="T22" fmla="*/ 102 w 339"/>
                <a:gd name="T23" fmla="*/ 239 h 348"/>
                <a:gd name="T24" fmla="*/ 131 w 339"/>
                <a:gd name="T25" fmla="*/ 333 h 348"/>
                <a:gd name="T26" fmla="*/ 117 w 339"/>
                <a:gd name="T27" fmla="*/ 205 h 348"/>
                <a:gd name="T28" fmla="*/ 83 w 339"/>
                <a:gd name="T29" fmla="*/ 129 h 348"/>
                <a:gd name="T30" fmla="*/ 132 w 339"/>
                <a:gd name="T31" fmla="*/ 89 h 348"/>
                <a:gd name="T32" fmla="*/ 217 w 339"/>
                <a:gd name="T33" fmla="*/ 87 h 348"/>
                <a:gd name="T34" fmla="*/ 257 w 339"/>
                <a:gd name="T35" fmla="*/ 143 h 348"/>
                <a:gd name="T36" fmla="*/ 208 w 339"/>
                <a:gd name="T37" fmla="*/ 272 h 348"/>
                <a:gd name="T38" fmla="*/ 186 w 339"/>
                <a:gd name="T39" fmla="*/ 333 h 348"/>
                <a:gd name="T40" fmla="*/ 228 w 339"/>
                <a:gd name="T41" fmla="*/ 283 h 348"/>
                <a:gd name="T42" fmla="*/ 280 w 339"/>
                <a:gd name="T43" fmla="*/ 147 h 348"/>
                <a:gd name="T44" fmla="*/ 323 w 339"/>
                <a:gd name="T45" fmla="*/ 92 h 348"/>
                <a:gd name="T46" fmla="*/ 40 w 339"/>
                <a:gd name="T47" fmla="*/ 99 h 348"/>
                <a:gd name="T48" fmla="*/ 43 w 339"/>
                <a:gd name="T49" fmla="*/ 103 h 348"/>
                <a:gd name="T50" fmla="*/ 142 w 339"/>
                <a:gd name="T51" fmla="*/ 37 h 348"/>
                <a:gd name="T52" fmla="*/ 141 w 339"/>
                <a:gd name="T53" fmla="*/ 44 h 348"/>
                <a:gd name="T54" fmla="*/ 142 w 339"/>
                <a:gd name="T55" fmla="*/ 37 h 348"/>
                <a:gd name="T56" fmla="*/ 235 w 339"/>
                <a:gd name="T57" fmla="*/ 43 h 348"/>
                <a:gd name="T58" fmla="*/ 234 w 339"/>
                <a:gd name="T59" fmla="*/ 46 h 348"/>
                <a:gd name="T60" fmla="*/ 300 w 339"/>
                <a:gd name="T61" fmla="*/ 115 h 348"/>
                <a:gd name="T62" fmla="*/ 296 w 339"/>
                <a:gd name="T63" fmla="*/ 112 h 348"/>
                <a:gd name="T64" fmla="*/ 304 w 339"/>
                <a:gd name="T65" fmla="*/ 10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39" h="348">
                  <a:moveTo>
                    <a:pt x="323" y="92"/>
                  </a:moveTo>
                  <a:cubicBezTo>
                    <a:pt x="308" y="65"/>
                    <a:pt x="286" y="83"/>
                    <a:pt x="275" y="103"/>
                  </a:cubicBezTo>
                  <a:cubicBezTo>
                    <a:pt x="272" y="109"/>
                    <a:pt x="269" y="115"/>
                    <a:pt x="266" y="121"/>
                  </a:cubicBezTo>
                  <a:cubicBezTo>
                    <a:pt x="264" y="121"/>
                    <a:pt x="263" y="120"/>
                    <a:pt x="261" y="119"/>
                  </a:cubicBezTo>
                  <a:cubicBezTo>
                    <a:pt x="249" y="111"/>
                    <a:pt x="242" y="94"/>
                    <a:pt x="238" y="76"/>
                  </a:cubicBezTo>
                  <a:cubicBezTo>
                    <a:pt x="246" y="71"/>
                    <a:pt x="253" y="65"/>
                    <a:pt x="256" y="55"/>
                  </a:cubicBezTo>
                  <a:cubicBezTo>
                    <a:pt x="259" y="45"/>
                    <a:pt x="260" y="25"/>
                    <a:pt x="248" y="20"/>
                  </a:cubicBezTo>
                  <a:cubicBezTo>
                    <a:pt x="236" y="15"/>
                    <a:pt x="220" y="19"/>
                    <a:pt x="214" y="32"/>
                  </a:cubicBezTo>
                  <a:cubicBezTo>
                    <a:pt x="210" y="41"/>
                    <a:pt x="210" y="52"/>
                    <a:pt x="211" y="64"/>
                  </a:cubicBezTo>
                  <a:cubicBezTo>
                    <a:pt x="193" y="73"/>
                    <a:pt x="171" y="78"/>
                    <a:pt x="151" y="73"/>
                  </a:cubicBezTo>
                  <a:cubicBezTo>
                    <a:pt x="151" y="73"/>
                    <a:pt x="150" y="73"/>
                    <a:pt x="149" y="72"/>
                  </a:cubicBezTo>
                  <a:cubicBezTo>
                    <a:pt x="154" y="67"/>
                    <a:pt x="158" y="62"/>
                    <a:pt x="161" y="56"/>
                  </a:cubicBezTo>
                  <a:cubicBezTo>
                    <a:pt x="167" y="46"/>
                    <a:pt x="169" y="27"/>
                    <a:pt x="160" y="18"/>
                  </a:cubicBezTo>
                  <a:cubicBezTo>
                    <a:pt x="141" y="0"/>
                    <a:pt x="114" y="25"/>
                    <a:pt x="111" y="46"/>
                  </a:cubicBezTo>
                  <a:cubicBezTo>
                    <a:pt x="110" y="55"/>
                    <a:pt x="113" y="64"/>
                    <a:pt x="117" y="72"/>
                  </a:cubicBezTo>
                  <a:cubicBezTo>
                    <a:pt x="107" y="82"/>
                    <a:pt x="97" y="92"/>
                    <a:pt x="86" y="100"/>
                  </a:cubicBezTo>
                  <a:cubicBezTo>
                    <a:pt x="82" y="103"/>
                    <a:pt x="79" y="105"/>
                    <a:pt x="75" y="106"/>
                  </a:cubicBezTo>
                  <a:cubicBezTo>
                    <a:pt x="75" y="105"/>
                    <a:pt x="75" y="104"/>
                    <a:pt x="74" y="103"/>
                  </a:cubicBezTo>
                  <a:cubicBezTo>
                    <a:pt x="64" y="84"/>
                    <a:pt x="32" y="62"/>
                    <a:pt x="14" y="86"/>
                  </a:cubicBezTo>
                  <a:cubicBezTo>
                    <a:pt x="0" y="105"/>
                    <a:pt x="36" y="127"/>
                    <a:pt x="49" y="132"/>
                  </a:cubicBezTo>
                  <a:cubicBezTo>
                    <a:pt x="53" y="133"/>
                    <a:pt x="57" y="134"/>
                    <a:pt x="61" y="134"/>
                  </a:cubicBezTo>
                  <a:cubicBezTo>
                    <a:pt x="63" y="141"/>
                    <a:pt x="65" y="148"/>
                    <a:pt x="67" y="154"/>
                  </a:cubicBezTo>
                  <a:cubicBezTo>
                    <a:pt x="71" y="168"/>
                    <a:pt x="79" y="180"/>
                    <a:pt x="86" y="193"/>
                  </a:cubicBezTo>
                  <a:cubicBezTo>
                    <a:pt x="94" y="207"/>
                    <a:pt x="98" y="223"/>
                    <a:pt x="102" y="239"/>
                  </a:cubicBezTo>
                  <a:cubicBezTo>
                    <a:pt x="106" y="253"/>
                    <a:pt x="112" y="267"/>
                    <a:pt x="117" y="281"/>
                  </a:cubicBezTo>
                  <a:cubicBezTo>
                    <a:pt x="123" y="298"/>
                    <a:pt x="126" y="316"/>
                    <a:pt x="131" y="333"/>
                  </a:cubicBezTo>
                  <a:cubicBezTo>
                    <a:pt x="135" y="347"/>
                    <a:pt x="157" y="341"/>
                    <a:pt x="153" y="326"/>
                  </a:cubicBezTo>
                  <a:cubicBezTo>
                    <a:pt x="141" y="286"/>
                    <a:pt x="129" y="246"/>
                    <a:pt x="117" y="205"/>
                  </a:cubicBezTo>
                  <a:cubicBezTo>
                    <a:pt x="110" y="186"/>
                    <a:pt x="98" y="171"/>
                    <a:pt x="91" y="153"/>
                  </a:cubicBezTo>
                  <a:cubicBezTo>
                    <a:pt x="88" y="145"/>
                    <a:pt x="86" y="137"/>
                    <a:pt x="83" y="129"/>
                  </a:cubicBezTo>
                  <a:cubicBezTo>
                    <a:pt x="101" y="120"/>
                    <a:pt x="118" y="103"/>
                    <a:pt x="130" y="91"/>
                  </a:cubicBezTo>
                  <a:cubicBezTo>
                    <a:pt x="131" y="90"/>
                    <a:pt x="132" y="90"/>
                    <a:pt x="132" y="89"/>
                  </a:cubicBezTo>
                  <a:cubicBezTo>
                    <a:pt x="145" y="97"/>
                    <a:pt x="160" y="98"/>
                    <a:pt x="175" y="97"/>
                  </a:cubicBezTo>
                  <a:cubicBezTo>
                    <a:pt x="190" y="97"/>
                    <a:pt x="204" y="92"/>
                    <a:pt x="217" y="87"/>
                  </a:cubicBezTo>
                  <a:cubicBezTo>
                    <a:pt x="220" y="95"/>
                    <a:pt x="223" y="102"/>
                    <a:pt x="225" y="108"/>
                  </a:cubicBezTo>
                  <a:cubicBezTo>
                    <a:pt x="232" y="123"/>
                    <a:pt x="243" y="136"/>
                    <a:pt x="257" y="143"/>
                  </a:cubicBezTo>
                  <a:cubicBezTo>
                    <a:pt x="248" y="165"/>
                    <a:pt x="241" y="187"/>
                    <a:pt x="232" y="209"/>
                  </a:cubicBezTo>
                  <a:cubicBezTo>
                    <a:pt x="225" y="230"/>
                    <a:pt x="216" y="251"/>
                    <a:pt x="208" y="272"/>
                  </a:cubicBezTo>
                  <a:cubicBezTo>
                    <a:pt x="200" y="289"/>
                    <a:pt x="191" y="305"/>
                    <a:pt x="187" y="323"/>
                  </a:cubicBezTo>
                  <a:cubicBezTo>
                    <a:pt x="186" y="326"/>
                    <a:pt x="186" y="330"/>
                    <a:pt x="186" y="333"/>
                  </a:cubicBezTo>
                  <a:cubicBezTo>
                    <a:pt x="185" y="348"/>
                    <a:pt x="208" y="348"/>
                    <a:pt x="209" y="333"/>
                  </a:cubicBezTo>
                  <a:cubicBezTo>
                    <a:pt x="210" y="316"/>
                    <a:pt x="220" y="299"/>
                    <a:pt x="228" y="283"/>
                  </a:cubicBezTo>
                  <a:cubicBezTo>
                    <a:pt x="237" y="263"/>
                    <a:pt x="245" y="242"/>
                    <a:pt x="253" y="221"/>
                  </a:cubicBezTo>
                  <a:cubicBezTo>
                    <a:pt x="262" y="196"/>
                    <a:pt x="270" y="171"/>
                    <a:pt x="280" y="147"/>
                  </a:cubicBezTo>
                  <a:cubicBezTo>
                    <a:pt x="282" y="147"/>
                    <a:pt x="283" y="146"/>
                    <a:pt x="285" y="146"/>
                  </a:cubicBezTo>
                  <a:cubicBezTo>
                    <a:pt x="309" y="141"/>
                    <a:pt x="339" y="120"/>
                    <a:pt x="323" y="92"/>
                  </a:cubicBezTo>
                  <a:close/>
                  <a:moveTo>
                    <a:pt x="39" y="99"/>
                  </a:moveTo>
                  <a:cubicBezTo>
                    <a:pt x="39" y="99"/>
                    <a:pt x="39" y="99"/>
                    <a:pt x="40" y="99"/>
                  </a:cubicBezTo>
                  <a:cubicBezTo>
                    <a:pt x="43" y="100"/>
                    <a:pt x="46" y="103"/>
                    <a:pt x="48" y="106"/>
                  </a:cubicBezTo>
                  <a:cubicBezTo>
                    <a:pt x="46" y="105"/>
                    <a:pt x="45" y="104"/>
                    <a:pt x="43" y="103"/>
                  </a:cubicBezTo>
                  <a:cubicBezTo>
                    <a:pt x="42" y="102"/>
                    <a:pt x="40" y="101"/>
                    <a:pt x="39" y="99"/>
                  </a:cubicBezTo>
                  <a:close/>
                  <a:moveTo>
                    <a:pt x="142" y="37"/>
                  </a:moveTo>
                  <a:cubicBezTo>
                    <a:pt x="142" y="36"/>
                    <a:pt x="143" y="36"/>
                    <a:pt x="143" y="36"/>
                  </a:cubicBezTo>
                  <a:cubicBezTo>
                    <a:pt x="143" y="39"/>
                    <a:pt x="142" y="42"/>
                    <a:pt x="141" y="44"/>
                  </a:cubicBezTo>
                  <a:cubicBezTo>
                    <a:pt x="139" y="48"/>
                    <a:pt x="137" y="51"/>
                    <a:pt x="135" y="54"/>
                  </a:cubicBezTo>
                  <a:cubicBezTo>
                    <a:pt x="134" y="48"/>
                    <a:pt x="136" y="41"/>
                    <a:pt x="142" y="37"/>
                  </a:cubicBezTo>
                  <a:close/>
                  <a:moveTo>
                    <a:pt x="234" y="43"/>
                  </a:moveTo>
                  <a:cubicBezTo>
                    <a:pt x="235" y="43"/>
                    <a:pt x="235" y="43"/>
                    <a:pt x="235" y="43"/>
                  </a:cubicBezTo>
                  <a:cubicBezTo>
                    <a:pt x="235" y="45"/>
                    <a:pt x="234" y="46"/>
                    <a:pt x="234" y="48"/>
                  </a:cubicBezTo>
                  <a:cubicBezTo>
                    <a:pt x="234" y="47"/>
                    <a:pt x="234" y="47"/>
                    <a:pt x="234" y="46"/>
                  </a:cubicBezTo>
                  <a:cubicBezTo>
                    <a:pt x="234" y="45"/>
                    <a:pt x="234" y="44"/>
                    <a:pt x="234" y="43"/>
                  </a:cubicBezTo>
                  <a:close/>
                  <a:moveTo>
                    <a:pt x="300" y="115"/>
                  </a:moveTo>
                  <a:cubicBezTo>
                    <a:pt x="298" y="117"/>
                    <a:pt x="295" y="119"/>
                    <a:pt x="292" y="120"/>
                  </a:cubicBezTo>
                  <a:cubicBezTo>
                    <a:pt x="294" y="118"/>
                    <a:pt x="295" y="115"/>
                    <a:pt x="296" y="112"/>
                  </a:cubicBezTo>
                  <a:cubicBezTo>
                    <a:pt x="298" y="109"/>
                    <a:pt x="300" y="105"/>
                    <a:pt x="303" y="103"/>
                  </a:cubicBezTo>
                  <a:cubicBezTo>
                    <a:pt x="304" y="104"/>
                    <a:pt x="304" y="106"/>
                    <a:pt x="304" y="108"/>
                  </a:cubicBezTo>
                  <a:cubicBezTo>
                    <a:pt x="305" y="111"/>
                    <a:pt x="302" y="114"/>
                    <a:pt x="300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5219364-29CC-5754-7F83-D57DFAEF3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325563"/>
              <a:ext cx="285750" cy="315913"/>
            </a:xfrm>
            <a:custGeom>
              <a:avLst/>
              <a:gdLst>
                <a:gd name="T0" fmla="*/ 72 w 76"/>
                <a:gd name="T1" fmla="*/ 66 h 84"/>
                <a:gd name="T2" fmla="*/ 54 w 76"/>
                <a:gd name="T3" fmla="*/ 15 h 84"/>
                <a:gd name="T4" fmla="*/ 32 w 76"/>
                <a:gd name="T5" fmla="*/ 21 h 84"/>
                <a:gd name="T6" fmla="*/ 34 w 76"/>
                <a:gd name="T7" fmla="*/ 27 h 84"/>
                <a:gd name="T8" fmla="*/ 27 w 76"/>
                <a:gd name="T9" fmla="*/ 14 h 84"/>
                <a:gd name="T10" fmla="*/ 5 w 76"/>
                <a:gd name="T11" fmla="*/ 20 h 84"/>
                <a:gd name="T12" fmla="*/ 63 w 76"/>
                <a:gd name="T13" fmla="*/ 83 h 84"/>
                <a:gd name="T14" fmla="*/ 72 w 76"/>
                <a:gd name="T15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84">
                  <a:moveTo>
                    <a:pt x="72" y="66"/>
                  </a:moveTo>
                  <a:cubicBezTo>
                    <a:pt x="65" y="50"/>
                    <a:pt x="59" y="33"/>
                    <a:pt x="54" y="15"/>
                  </a:cubicBezTo>
                  <a:cubicBezTo>
                    <a:pt x="51" y="1"/>
                    <a:pt x="28" y="7"/>
                    <a:pt x="32" y="21"/>
                  </a:cubicBezTo>
                  <a:cubicBezTo>
                    <a:pt x="33" y="23"/>
                    <a:pt x="33" y="25"/>
                    <a:pt x="34" y="27"/>
                  </a:cubicBezTo>
                  <a:cubicBezTo>
                    <a:pt x="31" y="23"/>
                    <a:pt x="29" y="18"/>
                    <a:pt x="27" y="14"/>
                  </a:cubicBezTo>
                  <a:cubicBezTo>
                    <a:pt x="22" y="0"/>
                    <a:pt x="0" y="6"/>
                    <a:pt x="5" y="20"/>
                  </a:cubicBezTo>
                  <a:cubicBezTo>
                    <a:pt x="15" y="44"/>
                    <a:pt x="33" y="82"/>
                    <a:pt x="63" y="83"/>
                  </a:cubicBezTo>
                  <a:cubicBezTo>
                    <a:pt x="72" y="84"/>
                    <a:pt x="76" y="73"/>
                    <a:pt x="72" y="6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800B1C4C-5964-F9CB-AB0E-BCCE6436D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8051" y="987426"/>
              <a:ext cx="188913" cy="354013"/>
            </a:xfrm>
            <a:custGeom>
              <a:avLst/>
              <a:gdLst>
                <a:gd name="T0" fmla="*/ 49 w 50"/>
                <a:gd name="T1" fmla="*/ 26 h 94"/>
                <a:gd name="T2" fmla="*/ 47 w 50"/>
                <a:gd name="T3" fmla="*/ 19 h 94"/>
                <a:gd name="T4" fmla="*/ 46 w 50"/>
                <a:gd name="T5" fmla="*/ 10 h 94"/>
                <a:gd name="T6" fmla="*/ 32 w 50"/>
                <a:gd name="T7" fmla="*/ 2 h 94"/>
                <a:gd name="T8" fmla="*/ 15 w 50"/>
                <a:gd name="T9" fmla="*/ 5 h 94"/>
                <a:gd name="T10" fmla="*/ 15 w 50"/>
                <a:gd name="T11" fmla="*/ 28 h 94"/>
                <a:gd name="T12" fmla="*/ 22 w 50"/>
                <a:gd name="T13" fmla="*/ 28 h 94"/>
                <a:gd name="T14" fmla="*/ 15 w 50"/>
                <a:gd name="T15" fmla="*/ 46 h 94"/>
                <a:gd name="T16" fmla="*/ 13 w 50"/>
                <a:gd name="T17" fmla="*/ 82 h 94"/>
                <a:gd name="T18" fmla="*/ 33 w 50"/>
                <a:gd name="T19" fmla="*/ 87 h 94"/>
                <a:gd name="T20" fmla="*/ 49 w 50"/>
                <a:gd name="T21" fmla="*/ 2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94">
                  <a:moveTo>
                    <a:pt x="49" y="26"/>
                  </a:moveTo>
                  <a:cubicBezTo>
                    <a:pt x="49" y="23"/>
                    <a:pt x="48" y="21"/>
                    <a:pt x="47" y="19"/>
                  </a:cubicBezTo>
                  <a:cubicBezTo>
                    <a:pt x="47" y="16"/>
                    <a:pt x="47" y="13"/>
                    <a:pt x="46" y="10"/>
                  </a:cubicBezTo>
                  <a:cubicBezTo>
                    <a:pt x="45" y="4"/>
                    <a:pt x="38" y="0"/>
                    <a:pt x="32" y="2"/>
                  </a:cubicBezTo>
                  <a:cubicBezTo>
                    <a:pt x="26" y="3"/>
                    <a:pt x="21" y="5"/>
                    <a:pt x="15" y="5"/>
                  </a:cubicBezTo>
                  <a:cubicBezTo>
                    <a:pt x="0" y="6"/>
                    <a:pt x="0" y="29"/>
                    <a:pt x="15" y="28"/>
                  </a:cubicBezTo>
                  <a:cubicBezTo>
                    <a:pt x="17" y="28"/>
                    <a:pt x="20" y="28"/>
                    <a:pt x="22" y="28"/>
                  </a:cubicBezTo>
                  <a:cubicBezTo>
                    <a:pt x="19" y="34"/>
                    <a:pt x="16" y="41"/>
                    <a:pt x="15" y="46"/>
                  </a:cubicBezTo>
                  <a:cubicBezTo>
                    <a:pt x="12" y="58"/>
                    <a:pt x="10" y="70"/>
                    <a:pt x="13" y="82"/>
                  </a:cubicBezTo>
                  <a:cubicBezTo>
                    <a:pt x="15" y="90"/>
                    <a:pt x="27" y="94"/>
                    <a:pt x="33" y="87"/>
                  </a:cubicBezTo>
                  <a:cubicBezTo>
                    <a:pt x="45" y="71"/>
                    <a:pt x="50" y="46"/>
                    <a:pt x="49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FF9C5DD-6F9A-1291-ACD7-4D536F23C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113" y="1319213"/>
              <a:ext cx="320675" cy="352425"/>
            </a:xfrm>
            <a:custGeom>
              <a:avLst/>
              <a:gdLst>
                <a:gd name="T0" fmla="*/ 61 w 85"/>
                <a:gd name="T1" fmla="*/ 15 h 94"/>
                <a:gd name="T2" fmla="*/ 60 w 85"/>
                <a:gd name="T3" fmla="*/ 10 h 94"/>
                <a:gd name="T4" fmla="*/ 46 w 85"/>
                <a:gd name="T5" fmla="*/ 2 h 94"/>
                <a:gd name="T6" fmla="*/ 20 w 85"/>
                <a:gd name="T7" fmla="*/ 27 h 94"/>
                <a:gd name="T8" fmla="*/ 8 w 85"/>
                <a:gd name="T9" fmla="*/ 59 h 94"/>
                <a:gd name="T10" fmla="*/ 15 w 85"/>
                <a:gd name="T11" fmla="*/ 78 h 94"/>
                <a:gd name="T12" fmla="*/ 15 w 85"/>
                <a:gd name="T13" fmla="*/ 79 h 94"/>
                <a:gd name="T14" fmla="*/ 29 w 85"/>
                <a:gd name="T15" fmla="*/ 93 h 94"/>
                <a:gd name="T16" fmla="*/ 60 w 85"/>
                <a:gd name="T17" fmla="*/ 66 h 94"/>
                <a:gd name="T18" fmla="*/ 80 w 85"/>
                <a:gd name="T19" fmla="*/ 26 h 94"/>
                <a:gd name="T20" fmla="*/ 61 w 85"/>
                <a:gd name="T21" fmla="*/ 1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94">
                  <a:moveTo>
                    <a:pt x="61" y="15"/>
                  </a:moveTo>
                  <a:cubicBezTo>
                    <a:pt x="61" y="14"/>
                    <a:pt x="61" y="12"/>
                    <a:pt x="60" y="10"/>
                  </a:cubicBezTo>
                  <a:cubicBezTo>
                    <a:pt x="58" y="5"/>
                    <a:pt x="52" y="0"/>
                    <a:pt x="46" y="2"/>
                  </a:cubicBezTo>
                  <a:cubicBezTo>
                    <a:pt x="33" y="7"/>
                    <a:pt x="26" y="15"/>
                    <a:pt x="20" y="27"/>
                  </a:cubicBezTo>
                  <a:cubicBezTo>
                    <a:pt x="16" y="38"/>
                    <a:pt x="17" y="51"/>
                    <a:pt x="8" y="59"/>
                  </a:cubicBezTo>
                  <a:cubicBezTo>
                    <a:pt x="0" y="66"/>
                    <a:pt x="6" y="77"/>
                    <a:pt x="15" y="78"/>
                  </a:cubicBezTo>
                  <a:cubicBezTo>
                    <a:pt x="15" y="78"/>
                    <a:pt x="15" y="78"/>
                    <a:pt x="15" y="79"/>
                  </a:cubicBezTo>
                  <a:cubicBezTo>
                    <a:pt x="13" y="88"/>
                    <a:pt x="20" y="94"/>
                    <a:pt x="29" y="93"/>
                  </a:cubicBezTo>
                  <a:cubicBezTo>
                    <a:pt x="43" y="91"/>
                    <a:pt x="52" y="77"/>
                    <a:pt x="60" y="66"/>
                  </a:cubicBezTo>
                  <a:cubicBezTo>
                    <a:pt x="68" y="54"/>
                    <a:pt x="75" y="40"/>
                    <a:pt x="80" y="26"/>
                  </a:cubicBezTo>
                  <a:cubicBezTo>
                    <a:pt x="85" y="14"/>
                    <a:pt x="69" y="8"/>
                    <a:pt x="61" y="1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E470F732-2410-F4B4-D187-85BEBCF65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713" y="2228851"/>
              <a:ext cx="349250" cy="179388"/>
            </a:xfrm>
            <a:custGeom>
              <a:avLst/>
              <a:gdLst>
                <a:gd name="T0" fmla="*/ 90 w 93"/>
                <a:gd name="T1" fmla="*/ 33 h 48"/>
                <a:gd name="T2" fmla="*/ 84 w 93"/>
                <a:gd name="T3" fmla="*/ 11 h 48"/>
                <a:gd name="T4" fmla="*/ 70 w 93"/>
                <a:gd name="T5" fmla="*/ 2 h 48"/>
                <a:gd name="T6" fmla="*/ 31 w 93"/>
                <a:gd name="T7" fmla="*/ 19 h 48"/>
                <a:gd name="T8" fmla="*/ 30 w 93"/>
                <a:gd name="T9" fmla="*/ 19 h 48"/>
                <a:gd name="T10" fmla="*/ 29 w 93"/>
                <a:gd name="T11" fmla="*/ 18 h 48"/>
                <a:gd name="T12" fmla="*/ 8 w 93"/>
                <a:gd name="T13" fmla="*/ 23 h 48"/>
                <a:gd name="T14" fmla="*/ 14 w 93"/>
                <a:gd name="T15" fmla="*/ 44 h 48"/>
                <a:gd name="T16" fmla="*/ 28 w 93"/>
                <a:gd name="T17" fmla="*/ 43 h 48"/>
                <a:gd name="T18" fmla="*/ 76 w 93"/>
                <a:gd name="T19" fmla="*/ 47 h 48"/>
                <a:gd name="T20" fmla="*/ 90 w 93"/>
                <a:gd name="T21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90" y="33"/>
                  </a:moveTo>
                  <a:cubicBezTo>
                    <a:pt x="87" y="25"/>
                    <a:pt x="86" y="18"/>
                    <a:pt x="84" y="11"/>
                  </a:cubicBezTo>
                  <a:cubicBezTo>
                    <a:pt x="83" y="5"/>
                    <a:pt x="76" y="0"/>
                    <a:pt x="70" y="2"/>
                  </a:cubicBezTo>
                  <a:cubicBezTo>
                    <a:pt x="57" y="8"/>
                    <a:pt x="44" y="15"/>
                    <a:pt x="31" y="19"/>
                  </a:cubicBezTo>
                  <a:cubicBezTo>
                    <a:pt x="31" y="19"/>
                    <a:pt x="31" y="19"/>
                    <a:pt x="30" y="19"/>
                  </a:cubicBezTo>
                  <a:cubicBezTo>
                    <a:pt x="30" y="18"/>
                    <a:pt x="29" y="18"/>
                    <a:pt x="29" y="18"/>
                  </a:cubicBezTo>
                  <a:cubicBezTo>
                    <a:pt x="24" y="9"/>
                    <a:pt x="8" y="13"/>
                    <a:pt x="8" y="23"/>
                  </a:cubicBezTo>
                  <a:cubicBezTo>
                    <a:pt x="0" y="29"/>
                    <a:pt x="2" y="44"/>
                    <a:pt x="14" y="44"/>
                  </a:cubicBezTo>
                  <a:cubicBezTo>
                    <a:pt x="19" y="44"/>
                    <a:pt x="24" y="44"/>
                    <a:pt x="28" y="43"/>
                  </a:cubicBezTo>
                  <a:cubicBezTo>
                    <a:pt x="44" y="47"/>
                    <a:pt x="65" y="45"/>
                    <a:pt x="76" y="47"/>
                  </a:cubicBezTo>
                  <a:cubicBezTo>
                    <a:pt x="83" y="48"/>
                    <a:pt x="93" y="42"/>
                    <a:pt x="90" y="3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7BBB359-0D6A-D454-EA55-267E04028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238" y="3190876"/>
              <a:ext cx="368300" cy="247650"/>
            </a:xfrm>
            <a:custGeom>
              <a:avLst/>
              <a:gdLst>
                <a:gd name="T0" fmla="*/ 97 w 98"/>
                <a:gd name="T1" fmla="*/ 50 h 66"/>
                <a:gd name="T2" fmla="*/ 80 w 98"/>
                <a:gd name="T3" fmla="*/ 27 h 66"/>
                <a:gd name="T4" fmla="*/ 68 w 98"/>
                <a:gd name="T5" fmla="*/ 28 h 66"/>
                <a:gd name="T6" fmla="*/ 45 w 98"/>
                <a:gd name="T7" fmla="*/ 3 h 66"/>
                <a:gd name="T8" fmla="*/ 32 w 98"/>
                <a:gd name="T9" fmla="*/ 4 h 66"/>
                <a:gd name="T10" fmla="*/ 15 w 98"/>
                <a:gd name="T11" fmla="*/ 6 h 66"/>
                <a:gd name="T12" fmla="*/ 15 w 98"/>
                <a:gd name="T13" fmla="*/ 29 h 66"/>
                <a:gd name="T14" fmla="*/ 28 w 98"/>
                <a:gd name="T15" fmla="*/ 28 h 66"/>
                <a:gd name="T16" fmla="*/ 30 w 98"/>
                <a:gd name="T17" fmla="*/ 28 h 66"/>
                <a:gd name="T18" fmla="*/ 29 w 98"/>
                <a:gd name="T19" fmla="*/ 36 h 66"/>
                <a:gd name="T20" fmla="*/ 42 w 98"/>
                <a:gd name="T21" fmla="*/ 57 h 66"/>
                <a:gd name="T22" fmla="*/ 64 w 98"/>
                <a:gd name="T23" fmla="*/ 55 h 66"/>
                <a:gd name="T24" fmla="*/ 65 w 98"/>
                <a:gd name="T25" fmla="*/ 55 h 66"/>
                <a:gd name="T26" fmla="*/ 83 w 98"/>
                <a:gd name="T27" fmla="*/ 64 h 66"/>
                <a:gd name="T28" fmla="*/ 97 w 98"/>
                <a:gd name="T2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8" h="66">
                  <a:moveTo>
                    <a:pt x="97" y="50"/>
                  </a:moveTo>
                  <a:cubicBezTo>
                    <a:pt x="95" y="39"/>
                    <a:pt x="91" y="29"/>
                    <a:pt x="80" y="27"/>
                  </a:cubicBezTo>
                  <a:cubicBezTo>
                    <a:pt x="76" y="26"/>
                    <a:pt x="72" y="26"/>
                    <a:pt x="68" y="28"/>
                  </a:cubicBezTo>
                  <a:cubicBezTo>
                    <a:pt x="61" y="19"/>
                    <a:pt x="54" y="9"/>
                    <a:pt x="45" y="3"/>
                  </a:cubicBezTo>
                  <a:cubicBezTo>
                    <a:pt x="40" y="0"/>
                    <a:pt x="35" y="1"/>
                    <a:pt x="32" y="4"/>
                  </a:cubicBezTo>
                  <a:cubicBezTo>
                    <a:pt x="26" y="4"/>
                    <a:pt x="20" y="5"/>
                    <a:pt x="15" y="6"/>
                  </a:cubicBezTo>
                  <a:cubicBezTo>
                    <a:pt x="0" y="6"/>
                    <a:pt x="0" y="29"/>
                    <a:pt x="15" y="29"/>
                  </a:cubicBezTo>
                  <a:cubicBezTo>
                    <a:pt x="19" y="28"/>
                    <a:pt x="24" y="28"/>
                    <a:pt x="28" y="28"/>
                  </a:cubicBezTo>
                  <a:cubicBezTo>
                    <a:pt x="29" y="28"/>
                    <a:pt x="30" y="28"/>
                    <a:pt x="30" y="28"/>
                  </a:cubicBezTo>
                  <a:cubicBezTo>
                    <a:pt x="30" y="31"/>
                    <a:pt x="29" y="33"/>
                    <a:pt x="29" y="36"/>
                  </a:cubicBezTo>
                  <a:cubicBezTo>
                    <a:pt x="28" y="45"/>
                    <a:pt x="34" y="54"/>
                    <a:pt x="42" y="57"/>
                  </a:cubicBezTo>
                  <a:cubicBezTo>
                    <a:pt x="50" y="60"/>
                    <a:pt x="57" y="58"/>
                    <a:pt x="64" y="55"/>
                  </a:cubicBezTo>
                  <a:cubicBezTo>
                    <a:pt x="64" y="55"/>
                    <a:pt x="64" y="55"/>
                    <a:pt x="65" y="55"/>
                  </a:cubicBezTo>
                  <a:cubicBezTo>
                    <a:pt x="70" y="59"/>
                    <a:pt x="75" y="62"/>
                    <a:pt x="83" y="64"/>
                  </a:cubicBezTo>
                  <a:cubicBezTo>
                    <a:pt x="92" y="66"/>
                    <a:pt x="98" y="58"/>
                    <a:pt x="97" y="5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78A607E5-9F85-B699-59FB-43F458B011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0576" y="3221038"/>
              <a:ext cx="349250" cy="209550"/>
            </a:xfrm>
            <a:custGeom>
              <a:avLst/>
              <a:gdLst>
                <a:gd name="T0" fmla="*/ 87 w 93"/>
                <a:gd name="T1" fmla="*/ 6 h 56"/>
                <a:gd name="T2" fmla="*/ 67 w 93"/>
                <a:gd name="T3" fmla="*/ 2 h 56"/>
                <a:gd name="T4" fmla="*/ 51 w 93"/>
                <a:gd name="T5" fmla="*/ 8 h 56"/>
                <a:gd name="T6" fmla="*/ 46 w 93"/>
                <a:gd name="T7" fmla="*/ 5 h 56"/>
                <a:gd name="T8" fmla="*/ 34 w 93"/>
                <a:gd name="T9" fmla="*/ 5 h 56"/>
                <a:gd name="T10" fmla="*/ 24 w 93"/>
                <a:gd name="T11" fmla="*/ 4 h 56"/>
                <a:gd name="T12" fmla="*/ 2 w 93"/>
                <a:gd name="T13" fmla="*/ 41 h 56"/>
                <a:gd name="T14" fmla="*/ 25 w 93"/>
                <a:gd name="T15" fmla="*/ 41 h 56"/>
                <a:gd name="T16" fmla="*/ 25 w 93"/>
                <a:gd name="T17" fmla="*/ 39 h 56"/>
                <a:gd name="T18" fmla="*/ 42 w 93"/>
                <a:gd name="T19" fmla="*/ 47 h 56"/>
                <a:gd name="T20" fmla="*/ 50 w 93"/>
                <a:gd name="T21" fmla="*/ 33 h 56"/>
                <a:gd name="T22" fmla="*/ 52 w 93"/>
                <a:gd name="T23" fmla="*/ 33 h 56"/>
                <a:gd name="T24" fmla="*/ 85 w 93"/>
                <a:gd name="T25" fmla="*/ 27 h 56"/>
                <a:gd name="T26" fmla="*/ 87 w 93"/>
                <a:gd name="T27" fmla="*/ 6 h 56"/>
                <a:gd name="T28" fmla="*/ 25 w 93"/>
                <a:gd name="T29" fmla="*/ 36 h 56"/>
                <a:gd name="T30" fmla="*/ 25 w 93"/>
                <a:gd name="T31" fmla="*/ 30 h 56"/>
                <a:gd name="T32" fmla="*/ 25 w 93"/>
                <a:gd name="T33" fmla="*/ 28 h 56"/>
                <a:gd name="T34" fmla="*/ 25 w 93"/>
                <a:gd name="T35" fmla="*/ 27 h 56"/>
                <a:gd name="T36" fmla="*/ 27 w 93"/>
                <a:gd name="T37" fmla="*/ 27 h 56"/>
                <a:gd name="T38" fmla="*/ 30 w 93"/>
                <a:gd name="T39" fmla="*/ 27 h 56"/>
                <a:gd name="T40" fmla="*/ 30 w 93"/>
                <a:gd name="T41" fmla="*/ 27 h 56"/>
                <a:gd name="T42" fmla="*/ 25 w 93"/>
                <a:gd name="T43" fmla="*/ 3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3" h="56">
                  <a:moveTo>
                    <a:pt x="87" y="6"/>
                  </a:moveTo>
                  <a:cubicBezTo>
                    <a:pt x="81" y="0"/>
                    <a:pt x="74" y="1"/>
                    <a:pt x="67" y="2"/>
                  </a:cubicBezTo>
                  <a:cubicBezTo>
                    <a:pt x="62" y="3"/>
                    <a:pt x="56" y="5"/>
                    <a:pt x="51" y="8"/>
                  </a:cubicBezTo>
                  <a:cubicBezTo>
                    <a:pt x="49" y="7"/>
                    <a:pt x="47" y="6"/>
                    <a:pt x="46" y="5"/>
                  </a:cubicBezTo>
                  <a:cubicBezTo>
                    <a:pt x="41" y="2"/>
                    <a:pt x="37" y="3"/>
                    <a:pt x="34" y="5"/>
                  </a:cubicBezTo>
                  <a:cubicBezTo>
                    <a:pt x="31" y="4"/>
                    <a:pt x="28" y="4"/>
                    <a:pt x="24" y="4"/>
                  </a:cubicBezTo>
                  <a:cubicBezTo>
                    <a:pt x="4" y="6"/>
                    <a:pt x="0" y="24"/>
                    <a:pt x="2" y="41"/>
                  </a:cubicBezTo>
                  <a:cubicBezTo>
                    <a:pt x="4" y="55"/>
                    <a:pt x="27" y="56"/>
                    <a:pt x="25" y="41"/>
                  </a:cubicBezTo>
                  <a:cubicBezTo>
                    <a:pt x="25" y="40"/>
                    <a:pt x="25" y="40"/>
                    <a:pt x="25" y="39"/>
                  </a:cubicBezTo>
                  <a:cubicBezTo>
                    <a:pt x="27" y="47"/>
                    <a:pt x="34" y="52"/>
                    <a:pt x="42" y="47"/>
                  </a:cubicBezTo>
                  <a:cubicBezTo>
                    <a:pt x="47" y="43"/>
                    <a:pt x="49" y="39"/>
                    <a:pt x="50" y="33"/>
                  </a:cubicBezTo>
                  <a:cubicBezTo>
                    <a:pt x="50" y="33"/>
                    <a:pt x="51" y="33"/>
                    <a:pt x="52" y="33"/>
                  </a:cubicBezTo>
                  <a:cubicBezTo>
                    <a:pt x="63" y="36"/>
                    <a:pt x="76" y="36"/>
                    <a:pt x="85" y="27"/>
                  </a:cubicBezTo>
                  <a:cubicBezTo>
                    <a:pt x="90" y="21"/>
                    <a:pt x="93" y="12"/>
                    <a:pt x="87" y="6"/>
                  </a:cubicBezTo>
                  <a:close/>
                  <a:moveTo>
                    <a:pt x="25" y="36"/>
                  </a:moveTo>
                  <a:cubicBezTo>
                    <a:pt x="25" y="34"/>
                    <a:pt x="25" y="32"/>
                    <a:pt x="25" y="30"/>
                  </a:cubicBezTo>
                  <a:cubicBezTo>
                    <a:pt x="25" y="29"/>
                    <a:pt x="25" y="28"/>
                    <a:pt x="25" y="2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6" y="27"/>
                    <a:pt x="26" y="27"/>
                    <a:pt x="27" y="27"/>
                  </a:cubicBezTo>
                  <a:cubicBezTo>
                    <a:pt x="27" y="29"/>
                    <a:pt x="27" y="29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6" y="30"/>
                    <a:pt x="25" y="33"/>
                    <a:pt x="25" y="3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B45458C8-EAEA-B6C0-99E1-9A576573E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826" y="2228851"/>
              <a:ext cx="381000" cy="195263"/>
            </a:xfrm>
            <a:custGeom>
              <a:avLst/>
              <a:gdLst>
                <a:gd name="T0" fmla="*/ 77 w 101"/>
                <a:gd name="T1" fmla="*/ 14 h 52"/>
                <a:gd name="T2" fmla="*/ 31 w 101"/>
                <a:gd name="T3" fmla="*/ 0 h 52"/>
                <a:gd name="T4" fmla="*/ 20 w 101"/>
                <a:gd name="T5" fmla="*/ 14 h 52"/>
                <a:gd name="T6" fmla="*/ 15 w 101"/>
                <a:gd name="T7" fmla="*/ 14 h 52"/>
                <a:gd name="T8" fmla="*/ 15 w 101"/>
                <a:gd name="T9" fmla="*/ 37 h 52"/>
                <a:gd name="T10" fmla="*/ 67 w 101"/>
                <a:gd name="T11" fmla="*/ 48 h 52"/>
                <a:gd name="T12" fmla="*/ 98 w 101"/>
                <a:gd name="T13" fmla="*/ 38 h 52"/>
                <a:gd name="T14" fmla="*/ 77 w 101"/>
                <a:gd name="T15" fmla="*/ 1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52">
                  <a:moveTo>
                    <a:pt x="77" y="14"/>
                  </a:moveTo>
                  <a:cubicBezTo>
                    <a:pt x="62" y="7"/>
                    <a:pt x="48" y="0"/>
                    <a:pt x="31" y="0"/>
                  </a:cubicBezTo>
                  <a:cubicBezTo>
                    <a:pt x="23" y="0"/>
                    <a:pt x="19" y="7"/>
                    <a:pt x="20" y="14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0" y="13"/>
                    <a:pt x="0" y="36"/>
                    <a:pt x="15" y="37"/>
                  </a:cubicBezTo>
                  <a:cubicBezTo>
                    <a:pt x="34" y="37"/>
                    <a:pt x="50" y="40"/>
                    <a:pt x="67" y="48"/>
                  </a:cubicBezTo>
                  <a:cubicBezTo>
                    <a:pt x="77" y="52"/>
                    <a:pt x="94" y="51"/>
                    <a:pt x="98" y="38"/>
                  </a:cubicBezTo>
                  <a:cubicBezTo>
                    <a:pt x="101" y="26"/>
                    <a:pt x="86" y="18"/>
                    <a:pt x="77" y="1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03FA8BC6-AB36-B5AC-7829-46801DCFB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51" y="3903663"/>
              <a:ext cx="971550" cy="142875"/>
            </a:xfrm>
            <a:custGeom>
              <a:avLst/>
              <a:gdLst>
                <a:gd name="T0" fmla="*/ 243 w 258"/>
                <a:gd name="T1" fmla="*/ 1 h 38"/>
                <a:gd name="T2" fmla="*/ 129 w 258"/>
                <a:gd name="T3" fmla="*/ 1 h 38"/>
                <a:gd name="T4" fmla="*/ 15 w 258"/>
                <a:gd name="T5" fmla="*/ 9 h 38"/>
                <a:gd name="T6" fmla="*/ 15 w 258"/>
                <a:gd name="T7" fmla="*/ 32 h 38"/>
                <a:gd name="T8" fmla="*/ 93 w 258"/>
                <a:gd name="T9" fmla="*/ 26 h 38"/>
                <a:gd name="T10" fmla="*/ 107 w 258"/>
                <a:gd name="T11" fmla="*/ 35 h 38"/>
                <a:gd name="T12" fmla="*/ 169 w 258"/>
                <a:gd name="T13" fmla="*/ 32 h 38"/>
                <a:gd name="T14" fmla="*/ 204 w 258"/>
                <a:gd name="T15" fmla="*/ 32 h 38"/>
                <a:gd name="T16" fmla="*/ 243 w 258"/>
                <a:gd name="T17" fmla="*/ 24 h 38"/>
                <a:gd name="T18" fmla="*/ 243 w 258"/>
                <a:gd name="T19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8" h="38">
                  <a:moveTo>
                    <a:pt x="243" y="1"/>
                  </a:moveTo>
                  <a:cubicBezTo>
                    <a:pt x="205" y="1"/>
                    <a:pt x="167" y="0"/>
                    <a:pt x="129" y="1"/>
                  </a:cubicBezTo>
                  <a:cubicBezTo>
                    <a:pt x="90" y="2"/>
                    <a:pt x="53" y="6"/>
                    <a:pt x="15" y="9"/>
                  </a:cubicBezTo>
                  <a:cubicBezTo>
                    <a:pt x="0" y="10"/>
                    <a:pt x="0" y="34"/>
                    <a:pt x="15" y="32"/>
                  </a:cubicBezTo>
                  <a:cubicBezTo>
                    <a:pt x="41" y="30"/>
                    <a:pt x="67" y="28"/>
                    <a:pt x="93" y="26"/>
                  </a:cubicBezTo>
                  <a:cubicBezTo>
                    <a:pt x="94" y="32"/>
                    <a:pt x="99" y="38"/>
                    <a:pt x="107" y="35"/>
                  </a:cubicBezTo>
                  <a:cubicBezTo>
                    <a:pt x="126" y="27"/>
                    <a:pt x="149" y="32"/>
                    <a:pt x="169" y="32"/>
                  </a:cubicBezTo>
                  <a:cubicBezTo>
                    <a:pt x="181" y="32"/>
                    <a:pt x="192" y="33"/>
                    <a:pt x="204" y="32"/>
                  </a:cubicBezTo>
                  <a:cubicBezTo>
                    <a:pt x="217" y="30"/>
                    <a:pt x="230" y="25"/>
                    <a:pt x="243" y="24"/>
                  </a:cubicBezTo>
                  <a:cubicBezTo>
                    <a:pt x="258" y="22"/>
                    <a:pt x="258" y="1"/>
                    <a:pt x="243" y="1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2FD17E67-E77D-9898-7C49-8CF537222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3" y="4081463"/>
              <a:ext cx="974725" cy="153988"/>
            </a:xfrm>
            <a:custGeom>
              <a:avLst/>
              <a:gdLst>
                <a:gd name="T0" fmla="*/ 248 w 259"/>
                <a:gd name="T1" fmla="*/ 5 h 41"/>
                <a:gd name="T2" fmla="*/ 186 w 259"/>
                <a:gd name="T3" fmla="*/ 2 h 41"/>
                <a:gd name="T4" fmla="*/ 117 w 259"/>
                <a:gd name="T5" fmla="*/ 3 h 41"/>
                <a:gd name="T6" fmla="*/ 60 w 259"/>
                <a:gd name="T7" fmla="*/ 1 h 41"/>
                <a:gd name="T8" fmla="*/ 12 w 259"/>
                <a:gd name="T9" fmla="*/ 11 h 41"/>
                <a:gd name="T10" fmla="*/ 24 w 259"/>
                <a:gd name="T11" fmla="*/ 31 h 41"/>
                <a:gd name="T12" fmla="*/ 64 w 259"/>
                <a:gd name="T13" fmla="*/ 25 h 41"/>
                <a:gd name="T14" fmla="*/ 100 w 259"/>
                <a:gd name="T15" fmla="*/ 26 h 41"/>
                <a:gd name="T16" fmla="*/ 110 w 259"/>
                <a:gd name="T17" fmla="*/ 40 h 41"/>
                <a:gd name="T18" fmla="*/ 191 w 259"/>
                <a:gd name="T19" fmla="*/ 40 h 41"/>
                <a:gd name="T20" fmla="*/ 250 w 259"/>
                <a:gd name="T21" fmla="*/ 26 h 41"/>
                <a:gd name="T22" fmla="*/ 248 w 259"/>
                <a:gd name="T23" fmla="*/ 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9" h="41">
                  <a:moveTo>
                    <a:pt x="248" y="5"/>
                  </a:moveTo>
                  <a:cubicBezTo>
                    <a:pt x="227" y="1"/>
                    <a:pt x="206" y="2"/>
                    <a:pt x="186" y="2"/>
                  </a:cubicBezTo>
                  <a:cubicBezTo>
                    <a:pt x="163" y="3"/>
                    <a:pt x="140" y="3"/>
                    <a:pt x="117" y="3"/>
                  </a:cubicBezTo>
                  <a:cubicBezTo>
                    <a:pt x="98" y="3"/>
                    <a:pt x="79" y="2"/>
                    <a:pt x="60" y="1"/>
                  </a:cubicBezTo>
                  <a:cubicBezTo>
                    <a:pt x="44" y="0"/>
                    <a:pt x="26" y="1"/>
                    <a:pt x="12" y="11"/>
                  </a:cubicBezTo>
                  <a:cubicBezTo>
                    <a:pt x="0" y="19"/>
                    <a:pt x="12" y="39"/>
                    <a:pt x="24" y="31"/>
                  </a:cubicBezTo>
                  <a:cubicBezTo>
                    <a:pt x="35" y="22"/>
                    <a:pt x="50" y="24"/>
                    <a:pt x="64" y="25"/>
                  </a:cubicBezTo>
                  <a:cubicBezTo>
                    <a:pt x="76" y="25"/>
                    <a:pt x="88" y="26"/>
                    <a:pt x="100" y="26"/>
                  </a:cubicBezTo>
                  <a:cubicBezTo>
                    <a:pt x="98" y="32"/>
                    <a:pt x="102" y="40"/>
                    <a:pt x="110" y="40"/>
                  </a:cubicBezTo>
                  <a:cubicBezTo>
                    <a:pt x="137" y="40"/>
                    <a:pt x="164" y="41"/>
                    <a:pt x="191" y="40"/>
                  </a:cubicBezTo>
                  <a:cubicBezTo>
                    <a:pt x="210" y="40"/>
                    <a:pt x="235" y="38"/>
                    <a:pt x="250" y="26"/>
                  </a:cubicBezTo>
                  <a:cubicBezTo>
                    <a:pt x="257" y="21"/>
                    <a:pt x="259" y="7"/>
                    <a:pt x="248" y="5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5D9F4732-2B27-6916-C07C-523806B52A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751" y="4230688"/>
              <a:ext cx="925513" cy="403225"/>
            </a:xfrm>
            <a:custGeom>
              <a:avLst/>
              <a:gdLst>
                <a:gd name="T0" fmla="*/ 239 w 246"/>
                <a:gd name="T1" fmla="*/ 18 h 107"/>
                <a:gd name="T2" fmla="*/ 159 w 246"/>
                <a:gd name="T3" fmla="*/ 9 h 107"/>
                <a:gd name="T4" fmla="*/ 15 w 246"/>
                <a:gd name="T5" fmla="*/ 23 h 107"/>
                <a:gd name="T6" fmla="*/ 21 w 246"/>
                <a:gd name="T7" fmla="*/ 45 h 107"/>
                <a:gd name="T8" fmla="*/ 45 w 246"/>
                <a:gd name="T9" fmla="*/ 40 h 107"/>
                <a:gd name="T10" fmla="*/ 46 w 246"/>
                <a:gd name="T11" fmla="*/ 54 h 107"/>
                <a:gd name="T12" fmla="*/ 64 w 246"/>
                <a:gd name="T13" fmla="*/ 63 h 107"/>
                <a:gd name="T14" fmla="*/ 61 w 246"/>
                <a:gd name="T15" fmla="*/ 73 h 107"/>
                <a:gd name="T16" fmla="*/ 63 w 246"/>
                <a:gd name="T17" fmla="*/ 78 h 107"/>
                <a:gd name="T18" fmla="*/ 63 w 246"/>
                <a:gd name="T19" fmla="*/ 95 h 107"/>
                <a:gd name="T20" fmla="*/ 80 w 246"/>
                <a:gd name="T21" fmla="*/ 102 h 107"/>
                <a:gd name="T22" fmla="*/ 84 w 246"/>
                <a:gd name="T23" fmla="*/ 100 h 107"/>
                <a:gd name="T24" fmla="*/ 112 w 246"/>
                <a:gd name="T25" fmla="*/ 106 h 107"/>
                <a:gd name="T26" fmla="*/ 150 w 246"/>
                <a:gd name="T27" fmla="*/ 106 h 107"/>
                <a:gd name="T28" fmla="*/ 189 w 246"/>
                <a:gd name="T29" fmla="*/ 78 h 107"/>
                <a:gd name="T30" fmla="*/ 193 w 246"/>
                <a:gd name="T31" fmla="*/ 70 h 107"/>
                <a:gd name="T32" fmla="*/ 200 w 246"/>
                <a:gd name="T33" fmla="*/ 56 h 107"/>
                <a:gd name="T34" fmla="*/ 197 w 246"/>
                <a:gd name="T35" fmla="*/ 45 h 107"/>
                <a:gd name="T36" fmla="*/ 234 w 246"/>
                <a:gd name="T37" fmla="*/ 37 h 107"/>
                <a:gd name="T38" fmla="*/ 239 w 246"/>
                <a:gd name="T39" fmla="*/ 18 h 107"/>
                <a:gd name="T40" fmla="*/ 97 w 246"/>
                <a:gd name="T41" fmla="*/ 62 h 107"/>
                <a:gd name="T42" fmla="*/ 104 w 246"/>
                <a:gd name="T43" fmla="*/ 62 h 107"/>
                <a:gd name="T44" fmla="*/ 166 w 246"/>
                <a:gd name="T45" fmla="*/ 62 h 107"/>
                <a:gd name="T46" fmla="*/ 97 w 246"/>
                <a:gd name="T47" fmla="*/ 6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107">
                  <a:moveTo>
                    <a:pt x="239" y="18"/>
                  </a:moveTo>
                  <a:cubicBezTo>
                    <a:pt x="221" y="0"/>
                    <a:pt x="182" y="9"/>
                    <a:pt x="159" y="9"/>
                  </a:cubicBezTo>
                  <a:cubicBezTo>
                    <a:pt x="110" y="9"/>
                    <a:pt x="62" y="10"/>
                    <a:pt x="15" y="23"/>
                  </a:cubicBezTo>
                  <a:cubicBezTo>
                    <a:pt x="0" y="27"/>
                    <a:pt x="6" y="49"/>
                    <a:pt x="21" y="45"/>
                  </a:cubicBezTo>
                  <a:cubicBezTo>
                    <a:pt x="29" y="43"/>
                    <a:pt x="37" y="41"/>
                    <a:pt x="45" y="40"/>
                  </a:cubicBezTo>
                  <a:cubicBezTo>
                    <a:pt x="42" y="44"/>
                    <a:pt x="43" y="51"/>
                    <a:pt x="46" y="54"/>
                  </a:cubicBezTo>
                  <a:cubicBezTo>
                    <a:pt x="51" y="59"/>
                    <a:pt x="57" y="62"/>
                    <a:pt x="64" y="63"/>
                  </a:cubicBezTo>
                  <a:cubicBezTo>
                    <a:pt x="62" y="65"/>
                    <a:pt x="60" y="69"/>
                    <a:pt x="61" y="73"/>
                  </a:cubicBezTo>
                  <a:cubicBezTo>
                    <a:pt x="62" y="75"/>
                    <a:pt x="62" y="76"/>
                    <a:pt x="63" y="78"/>
                  </a:cubicBezTo>
                  <a:cubicBezTo>
                    <a:pt x="61" y="83"/>
                    <a:pt x="61" y="88"/>
                    <a:pt x="63" y="95"/>
                  </a:cubicBezTo>
                  <a:cubicBezTo>
                    <a:pt x="66" y="102"/>
                    <a:pt x="73" y="105"/>
                    <a:pt x="80" y="102"/>
                  </a:cubicBezTo>
                  <a:cubicBezTo>
                    <a:pt x="82" y="101"/>
                    <a:pt x="83" y="101"/>
                    <a:pt x="84" y="100"/>
                  </a:cubicBezTo>
                  <a:cubicBezTo>
                    <a:pt x="92" y="104"/>
                    <a:pt x="102" y="105"/>
                    <a:pt x="112" y="106"/>
                  </a:cubicBezTo>
                  <a:cubicBezTo>
                    <a:pt x="124" y="107"/>
                    <a:pt x="138" y="107"/>
                    <a:pt x="150" y="106"/>
                  </a:cubicBezTo>
                  <a:cubicBezTo>
                    <a:pt x="169" y="104"/>
                    <a:pt x="178" y="91"/>
                    <a:pt x="189" y="78"/>
                  </a:cubicBezTo>
                  <a:cubicBezTo>
                    <a:pt x="192" y="76"/>
                    <a:pt x="193" y="73"/>
                    <a:pt x="193" y="70"/>
                  </a:cubicBezTo>
                  <a:cubicBezTo>
                    <a:pt x="196" y="66"/>
                    <a:pt x="199" y="62"/>
                    <a:pt x="200" y="56"/>
                  </a:cubicBezTo>
                  <a:cubicBezTo>
                    <a:pt x="201" y="52"/>
                    <a:pt x="200" y="47"/>
                    <a:pt x="197" y="45"/>
                  </a:cubicBezTo>
                  <a:cubicBezTo>
                    <a:pt x="210" y="43"/>
                    <a:pt x="223" y="41"/>
                    <a:pt x="234" y="37"/>
                  </a:cubicBezTo>
                  <a:cubicBezTo>
                    <a:pt x="242" y="34"/>
                    <a:pt x="246" y="24"/>
                    <a:pt x="239" y="18"/>
                  </a:cubicBezTo>
                  <a:close/>
                  <a:moveTo>
                    <a:pt x="97" y="62"/>
                  </a:moveTo>
                  <a:cubicBezTo>
                    <a:pt x="100" y="62"/>
                    <a:pt x="102" y="62"/>
                    <a:pt x="104" y="62"/>
                  </a:cubicBezTo>
                  <a:cubicBezTo>
                    <a:pt x="124" y="62"/>
                    <a:pt x="145" y="60"/>
                    <a:pt x="166" y="62"/>
                  </a:cubicBezTo>
                  <a:cubicBezTo>
                    <a:pt x="143" y="65"/>
                    <a:pt x="120" y="63"/>
                    <a:pt x="97" y="62"/>
                  </a:cubicBezTo>
                  <a:close/>
                </a:path>
              </a:pathLst>
            </a:custGeom>
            <a:solidFill>
              <a:srgbClr val="3C34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75009F73-88A6-2BD1-D16F-8BEB01933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11113" cy="7938"/>
            </a:xfrm>
            <a:custGeom>
              <a:avLst/>
              <a:gdLst>
                <a:gd name="T0" fmla="*/ 3 w 3"/>
                <a:gd name="T1" fmla="*/ 2 h 2"/>
                <a:gd name="T2" fmla="*/ 0 w 3"/>
                <a:gd name="T3" fmla="*/ 0 h 2"/>
                <a:gd name="T4" fmla="*/ 1 w 3"/>
                <a:gd name="T5" fmla="*/ 1 h 2"/>
                <a:gd name="T6" fmla="*/ 3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1"/>
                    <a:pt x="3" y="1"/>
                    <a:pt x="3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7A86766A-3D70-E4E6-6DE3-304A299FC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9826" y="3460751"/>
              <a:ext cx="11113" cy="3175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9F6B20CA-096B-DBCA-BAEE-0C7E6BC20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51" y="3460751"/>
              <a:ext cx="3175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9248326F-F848-2466-4232-CF8B67506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34528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3BA15B99-3AFE-DADE-83E8-98C5BDE9A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2013" y="3141663"/>
              <a:ext cx="420688" cy="322263"/>
            </a:xfrm>
            <a:custGeom>
              <a:avLst/>
              <a:gdLst>
                <a:gd name="T0" fmla="*/ 107 w 112"/>
                <a:gd name="T1" fmla="*/ 42 h 86"/>
                <a:gd name="T2" fmla="*/ 110 w 112"/>
                <a:gd name="T3" fmla="*/ 58 h 86"/>
                <a:gd name="T4" fmla="*/ 106 w 112"/>
                <a:gd name="T5" fmla="*/ 70 h 86"/>
                <a:gd name="T6" fmla="*/ 105 w 112"/>
                <a:gd name="T7" fmla="*/ 72 h 86"/>
                <a:gd name="T8" fmla="*/ 72 w 112"/>
                <a:gd name="T9" fmla="*/ 81 h 86"/>
                <a:gd name="T10" fmla="*/ 65 w 112"/>
                <a:gd name="T11" fmla="*/ 78 h 86"/>
                <a:gd name="T12" fmla="*/ 73 w 112"/>
                <a:gd name="T13" fmla="*/ 82 h 86"/>
                <a:gd name="T14" fmla="*/ 103 w 112"/>
                <a:gd name="T15" fmla="*/ 73 h 86"/>
                <a:gd name="T16" fmla="*/ 109 w 112"/>
                <a:gd name="T17" fmla="*/ 60 h 86"/>
                <a:gd name="T18" fmla="*/ 106 w 112"/>
                <a:gd name="T19" fmla="*/ 42 h 86"/>
                <a:gd name="T20" fmla="*/ 94 w 112"/>
                <a:gd name="T21" fmla="*/ 35 h 86"/>
                <a:gd name="T22" fmla="*/ 100 w 112"/>
                <a:gd name="T23" fmla="*/ 44 h 86"/>
                <a:gd name="T24" fmla="*/ 101 w 112"/>
                <a:gd name="T25" fmla="*/ 52 h 86"/>
                <a:gd name="T26" fmla="*/ 99 w 112"/>
                <a:gd name="T27" fmla="*/ 66 h 86"/>
                <a:gd name="T28" fmla="*/ 92 w 112"/>
                <a:gd name="T29" fmla="*/ 73 h 86"/>
                <a:gd name="T30" fmla="*/ 75 w 112"/>
                <a:gd name="T31" fmla="*/ 74 h 86"/>
                <a:gd name="T32" fmla="*/ 60 w 112"/>
                <a:gd name="T33" fmla="*/ 66 h 86"/>
                <a:gd name="T34" fmla="*/ 72 w 112"/>
                <a:gd name="T35" fmla="*/ 73 h 86"/>
                <a:gd name="T36" fmla="*/ 75 w 112"/>
                <a:gd name="T37" fmla="*/ 74 h 86"/>
                <a:gd name="T38" fmla="*/ 92 w 112"/>
                <a:gd name="T39" fmla="*/ 73 h 86"/>
                <a:gd name="T40" fmla="*/ 98 w 112"/>
                <a:gd name="T41" fmla="*/ 67 h 86"/>
                <a:gd name="T42" fmla="*/ 101 w 112"/>
                <a:gd name="T43" fmla="*/ 54 h 86"/>
                <a:gd name="T44" fmla="*/ 98 w 112"/>
                <a:gd name="T45" fmla="*/ 50 h 86"/>
                <a:gd name="T46" fmla="*/ 97 w 112"/>
                <a:gd name="T47" fmla="*/ 63 h 86"/>
                <a:gd name="T48" fmla="*/ 96 w 112"/>
                <a:gd name="T49" fmla="*/ 66 h 86"/>
                <a:gd name="T50" fmla="*/ 78 w 112"/>
                <a:gd name="T51" fmla="*/ 72 h 86"/>
                <a:gd name="T52" fmla="*/ 73 w 112"/>
                <a:gd name="T53" fmla="*/ 70 h 86"/>
                <a:gd name="T54" fmla="*/ 28 w 112"/>
                <a:gd name="T55" fmla="*/ 46 h 86"/>
                <a:gd name="T56" fmla="*/ 20 w 112"/>
                <a:gd name="T57" fmla="*/ 42 h 86"/>
                <a:gd name="T58" fmla="*/ 14 w 112"/>
                <a:gd name="T59" fmla="*/ 33 h 86"/>
                <a:gd name="T60" fmla="*/ 21 w 112"/>
                <a:gd name="T61" fmla="*/ 17 h 86"/>
                <a:gd name="T62" fmla="*/ 36 w 112"/>
                <a:gd name="T63" fmla="*/ 17 h 86"/>
                <a:gd name="T64" fmla="*/ 50 w 112"/>
                <a:gd name="T65" fmla="*/ 23 h 86"/>
                <a:gd name="T66" fmla="*/ 79 w 112"/>
                <a:gd name="T67" fmla="*/ 28 h 86"/>
                <a:gd name="T68" fmla="*/ 59 w 112"/>
                <a:gd name="T69" fmla="*/ 12 h 86"/>
                <a:gd name="T70" fmla="*/ 43 w 112"/>
                <a:gd name="T71" fmla="*/ 4 h 86"/>
                <a:gd name="T72" fmla="*/ 6 w 112"/>
                <a:gd name="T73" fmla="*/ 12 h 86"/>
                <a:gd name="T74" fmla="*/ 5 w 112"/>
                <a:gd name="T75" fmla="*/ 47 h 86"/>
                <a:gd name="T76" fmla="*/ 23 w 112"/>
                <a:gd name="T77" fmla="*/ 60 h 86"/>
                <a:gd name="T78" fmla="*/ 66 w 112"/>
                <a:gd name="T79" fmla="*/ 81 h 86"/>
                <a:gd name="T80" fmla="*/ 70 w 112"/>
                <a:gd name="T81" fmla="*/ 83 h 86"/>
                <a:gd name="T82" fmla="*/ 31 w 112"/>
                <a:gd name="T83" fmla="*/ 63 h 86"/>
                <a:gd name="T84" fmla="*/ 14 w 112"/>
                <a:gd name="T85" fmla="*/ 55 h 86"/>
                <a:gd name="T86" fmla="*/ 8 w 112"/>
                <a:gd name="T87" fmla="*/ 50 h 86"/>
                <a:gd name="T88" fmla="*/ 2 w 112"/>
                <a:gd name="T89" fmla="*/ 21 h 86"/>
                <a:gd name="T90" fmla="*/ 12 w 112"/>
                <a:gd name="T91" fmla="*/ 52 h 86"/>
                <a:gd name="T92" fmla="*/ 21 w 112"/>
                <a:gd name="T93" fmla="*/ 57 h 86"/>
                <a:gd name="T94" fmla="*/ 65 w 112"/>
                <a:gd name="T95" fmla="*/ 80 h 86"/>
                <a:gd name="T96" fmla="*/ 72 w 112"/>
                <a:gd name="T97" fmla="*/ 83 h 86"/>
                <a:gd name="T98" fmla="*/ 91 w 112"/>
                <a:gd name="T99" fmla="*/ 85 h 86"/>
                <a:gd name="T100" fmla="*/ 107 w 112"/>
                <a:gd name="T101" fmla="*/ 72 h 86"/>
                <a:gd name="T102" fmla="*/ 112 w 112"/>
                <a:gd name="T103" fmla="*/ 5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" h="86">
                  <a:moveTo>
                    <a:pt x="111" y="53"/>
                  </a:moveTo>
                  <a:cubicBezTo>
                    <a:pt x="111" y="51"/>
                    <a:pt x="111" y="50"/>
                    <a:pt x="110" y="49"/>
                  </a:cubicBezTo>
                  <a:cubicBezTo>
                    <a:pt x="110" y="46"/>
                    <a:pt x="108" y="44"/>
                    <a:pt x="107" y="42"/>
                  </a:cubicBezTo>
                  <a:cubicBezTo>
                    <a:pt x="108" y="44"/>
                    <a:pt x="109" y="47"/>
                    <a:pt x="109" y="50"/>
                  </a:cubicBezTo>
                  <a:cubicBezTo>
                    <a:pt x="110" y="51"/>
                    <a:pt x="110" y="53"/>
                    <a:pt x="110" y="54"/>
                  </a:cubicBezTo>
                  <a:cubicBezTo>
                    <a:pt x="110" y="55"/>
                    <a:pt x="110" y="57"/>
                    <a:pt x="110" y="58"/>
                  </a:cubicBezTo>
                  <a:cubicBezTo>
                    <a:pt x="109" y="61"/>
                    <a:pt x="109" y="64"/>
                    <a:pt x="108" y="67"/>
                  </a:cubicBezTo>
                  <a:cubicBezTo>
                    <a:pt x="107" y="67"/>
                    <a:pt x="107" y="68"/>
                    <a:pt x="107" y="69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6" y="70"/>
                    <a:pt x="106" y="70"/>
                    <a:pt x="106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4" y="73"/>
                    <a:pt x="104" y="73"/>
                    <a:pt x="103" y="74"/>
                  </a:cubicBezTo>
                  <a:cubicBezTo>
                    <a:pt x="99" y="79"/>
                    <a:pt x="94" y="82"/>
                    <a:pt x="88" y="83"/>
                  </a:cubicBezTo>
                  <a:cubicBezTo>
                    <a:pt x="83" y="84"/>
                    <a:pt x="77" y="84"/>
                    <a:pt x="72" y="81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0" y="70"/>
                    <a:pt x="58" y="74"/>
                    <a:pt x="65" y="78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9" y="80"/>
                    <a:pt x="70" y="80"/>
                    <a:pt x="71" y="81"/>
                  </a:cubicBezTo>
                  <a:cubicBezTo>
                    <a:pt x="71" y="81"/>
                    <a:pt x="72" y="81"/>
                    <a:pt x="73" y="82"/>
                  </a:cubicBezTo>
                  <a:cubicBezTo>
                    <a:pt x="76" y="83"/>
                    <a:pt x="79" y="83"/>
                    <a:pt x="82" y="83"/>
                  </a:cubicBezTo>
                  <a:cubicBezTo>
                    <a:pt x="89" y="83"/>
                    <a:pt x="95" y="81"/>
                    <a:pt x="100" y="77"/>
                  </a:cubicBezTo>
                  <a:cubicBezTo>
                    <a:pt x="101" y="76"/>
                    <a:pt x="102" y="74"/>
                    <a:pt x="103" y="73"/>
                  </a:cubicBezTo>
                  <a:cubicBezTo>
                    <a:pt x="104" y="72"/>
                    <a:pt x="104" y="72"/>
                    <a:pt x="105" y="71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7" y="66"/>
                    <a:pt x="108" y="63"/>
                    <a:pt x="109" y="60"/>
                  </a:cubicBezTo>
                  <a:cubicBezTo>
                    <a:pt x="109" y="59"/>
                    <a:pt x="109" y="57"/>
                    <a:pt x="109" y="55"/>
                  </a:cubicBezTo>
                  <a:cubicBezTo>
                    <a:pt x="109" y="54"/>
                    <a:pt x="109" y="53"/>
                    <a:pt x="109" y="51"/>
                  </a:cubicBezTo>
                  <a:cubicBezTo>
                    <a:pt x="108" y="48"/>
                    <a:pt x="107" y="45"/>
                    <a:pt x="106" y="42"/>
                  </a:cubicBezTo>
                  <a:cubicBezTo>
                    <a:pt x="105" y="41"/>
                    <a:pt x="104" y="40"/>
                    <a:pt x="104" y="38"/>
                  </a:cubicBezTo>
                  <a:cubicBezTo>
                    <a:pt x="102" y="37"/>
                    <a:pt x="101" y="36"/>
                    <a:pt x="99" y="36"/>
                  </a:cubicBezTo>
                  <a:cubicBezTo>
                    <a:pt x="97" y="34"/>
                    <a:pt x="94" y="35"/>
                    <a:pt x="94" y="35"/>
                  </a:cubicBezTo>
                  <a:cubicBezTo>
                    <a:pt x="94" y="36"/>
                    <a:pt x="94" y="36"/>
                    <a:pt x="95" y="37"/>
                  </a:cubicBezTo>
                  <a:cubicBezTo>
                    <a:pt x="95" y="38"/>
                    <a:pt x="96" y="39"/>
                    <a:pt x="98" y="41"/>
                  </a:cubicBezTo>
                  <a:cubicBezTo>
                    <a:pt x="98" y="42"/>
                    <a:pt x="99" y="43"/>
                    <a:pt x="100" y="44"/>
                  </a:cubicBezTo>
                  <a:cubicBezTo>
                    <a:pt x="101" y="46"/>
                    <a:pt x="101" y="47"/>
                    <a:pt x="101" y="47"/>
                  </a:cubicBezTo>
                  <a:cubicBezTo>
                    <a:pt x="101" y="48"/>
                    <a:pt x="100" y="47"/>
                    <a:pt x="99" y="47"/>
                  </a:cubicBezTo>
                  <a:cubicBezTo>
                    <a:pt x="100" y="49"/>
                    <a:pt x="101" y="50"/>
                    <a:pt x="101" y="52"/>
                  </a:cubicBezTo>
                  <a:cubicBezTo>
                    <a:pt x="101" y="53"/>
                    <a:pt x="101" y="54"/>
                    <a:pt x="101" y="54"/>
                  </a:cubicBezTo>
                  <a:cubicBezTo>
                    <a:pt x="101" y="55"/>
                    <a:pt x="101" y="56"/>
                    <a:pt x="101" y="57"/>
                  </a:cubicBezTo>
                  <a:cubicBezTo>
                    <a:pt x="101" y="60"/>
                    <a:pt x="100" y="63"/>
                    <a:pt x="99" y="66"/>
                  </a:cubicBezTo>
                  <a:cubicBezTo>
                    <a:pt x="98" y="67"/>
                    <a:pt x="98" y="67"/>
                    <a:pt x="97" y="68"/>
                  </a:cubicBezTo>
                  <a:cubicBezTo>
                    <a:pt x="97" y="69"/>
                    <a:pt x="96" y="69"/>
                    <a:pt x="96" y="70"/>
                  </a:cubicBezTo>
                  <a:cubicBezTo>
                    <a:pt x="95" y="71"/>
                    <a:pt x="94" y="72"/>
                    <a:pt x="92" y="73"/>
                  </a:cubicBezTo>
                  <a:cubicBezTo>
                    <a:pt x="90" y="74"/>
                    <a:pt x="86" y="75"/>
                    <a:pt x="83" y="75"/>
                  </a:cubicBezTo>
                  <a:cubicBezTo>
                    <a:pt x="81" y="75"/>
                    <a:pt x="79" y="75"/>
                    <a:pt x="78" y="75"/>
                  </a:cubicBezTo>
                  <a:cubicBezTo>
                    <a:pt x="77" y="75"/>
                    <a:pt x="76" y="74"/>
                    <a:pt x="75" y="74"/>
                  </a:cubicBezTo>
                  <a:cubicBezTo>
                    <a:pt x="74" y="74"/>
                    <a:pt x="74" y="73"/>
                    <a:pt x="74" y="73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52" y="62"/>
                    <a:pt x="44" y="58"/>
                    <a:pt x="36" y="53"/>
                  </a:cubicBezTo>
                  <a:cubicBezTo>
                    <a:pt x="44" y="58"/>
                    <a:pt x="52" y="62"/>
                    <a:pt x="60" y="6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5" y="74"/>
                    <a:pt x="75" y="74"/>
                  </a:cubicBezTo>
                  <a:cubicBezTo>
                    <a:pt x="76" y="74"/>
                    <a:pt x="77" y="74"/>
                    <a:pt x="78" y="75"/>
                  </a:cubicBezTo>
                  <a:cubicBezTo>
                    <a:pt x="79" y="75"/>
                    <a:pt x="81" y="75"/>
                    <a:pt x="83" y="75"/>
                  </a:cubicBezTo>
                  <a:cubicBezTo>
                    <a:pt x="86" y="75"/>
                    <a:pt x="90" y="74"/>
                    <a:pt x="92" y="73"/>
                  </a:cubicBezTo>
                  <a:cubicBezTo>
                    <a:pt x="94" y="72"/>
                    <a:pt x="95" y="71"/>
                    <a:pt x="96" y="70"/>
                  </a:cubicBezTo>
                  <a:cubicBezTo>
                    <a:pt x="96" y="69"/>
                    <a:pt x="97" y="68"/>
                    <a:pt x="97" y="68"/>
                  </a:cubicBezTo>
                  <a:cubicBezTo>
                    <a:pt x="97" y="68"/>
                    <a:pt x="98" y="67"/>
                    <a:pt x="98" y="67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100" y="63"/>
                    <a:pt x="101" y="60"/>
                    <a:pt x="101" y="57"/>
                  </a:cubicBezTo>
                  <a:cubicBezTo>
                    <a:pt x="101" y="56"/>
                    <a:pt x="101" y="55"/>
                    <a:pt x="101" y="54"/>
                  </a:cubicBezTo>
                  <a:cubicBezTo>
                    <a:pt x="101" y="53"/>
                    <a:pt x="100" y="52"/>
                    <a:pt x="100" y="52"/>
                  </a:cubicBezTo>
                  <a:cubicBezTo>
                    <a:pt x="100" y="50"/>
                    <a:pt x="99" y="49"/>
                    <a:pt x="99" y="47"/>
                  </a:cubicBezTo>
                  <a:cubicBezTo>
                    <a:pt x="98" y="47"/>
                    <a:pt x="98" y="48"/>
                    <a:pt x="98" y="50"/>
                  </a:cubicBezTo>
                  <a:cubicBezTo>
                    <a:pt x="98" y="51"/>
                    <a:pt x="98" y="52"/>
                    <a:pt x="98" y="54"/>
                  </a:cubicBezTo>
                  <a:cubicBezTo>
                    <a:pt x="98" y="56"/>
                    <a:pt x="99" y="58"/>
                    <a:pt x="98" y="60"/>
                  </a:cubicBezTo>
                  <a:cubicBezTo>
                    <a:pt x="98" y="61"/>
                    <a:pt x="98" y="62"/>
                    <a:pt x="97" y="63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4"/>
                    <a:pt x="97" y="65"/>
                    <a:pt x="97" y="65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5" y="68"/>
                    <a:pt x="93" y="70"/>
                    <a:pt x="92" y="70"/>
                  </a:cubicBezTo>
                  <a:cubicBezTo>
                    <a:pt x="88" y="73"/>
                    <a:pt x="83" y="74"/>
                    <a:pt x="78" y="72"/>
                  </a:cubicBezTo>
                  <a:cubicBezTo>
                    <a:pt x="77" y="72"/>
                    <a:pt x="76" y="72"/>
                    <a:pt x="75" y="71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4" y="70"/>
                    <a:pt x="73" y="70"/>
                    <a:pt x="73" y="70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0" y="58"/>
                    <a:pt x="39" y="52"/>
                    <a:pt x="28" y="46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6" y="39"/>
                    <a:pt x="15" y="36"/>
                    <a:pt x="14" y="33"/>
                  </a:cubicBezTo>
                  <a:cubicBezTo>
                    <a:pt x="14" y="30"/>
                    <a:pt x="14" y="26"/>
                    <a:pt x="15" y="23"/>
                  </a:cubicBezTo>
                  <a:cubicBezTo>
                    <a:pt x="16" y="22"/>
                    <a:pt x="17" y="21"/>
                    <a:pt x="18" y="20"/>
                  </a:cubicBezTo>
                  <a:cubicBezTo>
                    <a:pt x="18" y="18"/>
                    <a:pt x="20" y="18"/>
                    <a:pt x="21" y="17"/>
                  </a:cubicBezTo>
                  <a:cubicBezTo>
                    <a:pt x="24" y="15"/>
                    <a:pt x="29" y="14"/>
                    <a:pt x="34" y="16"/>
                  </a:cubicBezTo>
                  <a:cubicBezTo>
                    <a:pt x="34" y="16"/>
                    <a:pt x="35" y="16"/>
                    <a:pt x="35" y="16"/>
                  </a:cubicBezTo>
                  <a:cubicBezTo>
                    <a:pt x="36" y="16"/>
                    <a:pt x="36" y="16"/>
                    <a:pt x="36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61" y="29"/>
                    <a:pt x="72" y="34"/>
                    <a:pt x="81" y="38"/>
                  </a:cubicBezTo>
                  <a:cubicBezTo>
                    <a:pt x="98" y="45"/>
                    <a:pt x="94" y="38"/>
                    <a:pt x="78" y="29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95" y="37"/>
                    <a:pt x="88" y="30"/>
                    <a:pt x="91" y="29"/>
                  </a:cubicBezTo>
                  <a:cubicBezTo>
                    <a:pt x="82" y="25"/>
                    <a:pt x="75" y="21"/>
                    <a:pt x="67" y="16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4"/>
                    <a:pt x="41" y="3"/>
                    <a:pt x="40" y="3"/>
                  </a:cubicBezTo>
                  <a:cubicBezTo>
                    <a:pt x="32" y="0"/>
                    <a:pt x="24" y="0"/>
                    <a:pt x="16" y="3"/>
                  </a:cubicBezTo>
                  <a:cubicBezTo>
                    <a:pt x="12" y="5"/>
                    <a:pt x="8" y="8"/>
                    <a:pt x="6" y="12"/>
                  </a:cubicBezTo>
                  <a:cubicBezTo>
                    <a:pt x="3" y="15"/>
                    <a:pt x="1" y="19"/>
                    <a:pt x="1" y="23"/>
                  </a:cubicBezTo>
                  <a:cubicBezTo>
                    <a:pt x="0" y="27"/>
                    <a:pt x="0" y="31"/>
                    <a:pt x="0" y="35"/>
                  </a:cubicBezTo>
                  <a:cubicBezTo>
                    <a:pt x="1" y="39"/>
                    <a:pt x="2" y="43"/>
                    <a:pt x="5" y="47"/>
                  </a:cubicBezTo>
                  <a:cubicBezTo>
                    <a:pt x="6" y="49"/>
                    <a:pt x="7" y="50"/>
                    <a:pt x="9" y="52"/>
                  </a:cubicBezTo>
                  <a:cubicBezTo>
                    <a:pt x="11" y="53"/>
                    <a:pt x="13" y="55"/>
                    <a:pt x="15" y="55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8" y="82"/>
                    <a:pt x="68" y="82"/>
                    <a:pt x="68" y="83"/>
                  </a:cubicBezTo>
                  <a:cubicBezTo>
                    <a:pt x="69" y="83"/>
                    <a:pt x="69" y="83"/>
                    <a:pt x="70" y="83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4"/>
                    <a:pt x="12" y="53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4" y="47"/>
                    <a:pt x="2" y="42"/>
                    <a:pt x="1" y="36"/>
                  </a:cubicBezTo>
                  <a:cubicBezTo>
                    <a:pt x="0" y="31"/>
                    <a:pt x="0" y="26"/>
                    <a:pt x="2" y="21"/>
                  </a:cubicBezTo>
                  <a:cubicBezTo>
                    <a:pt x="2" y="21"/>
                    <a:pt x="2" y="22"/>
                    <a:pt x="2" y="21"/>
                  </a:cubicBezTo>
                  <a:cubicBezTo>
                    <a:pt x="1" y="26"/>
                    <a:pt x="1" y="31"/>
                    <a:pt x="2" y="36"/>
                  </a:cubicBezTo>
                  <a:cubicBezTo>
                    <a:pt x="3" y="41"/>
                    <a:pt x="5" y="46"/>
                    <a:pt x="9" y="50"/>
                  </a:cubicBezTo>
                  <a:cubicBezTo>
                    <a:pt x="10" y="51"/>
                    <a:pt x="11" y="52"/>
                    <a:pt x="12" y="52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5" y="54"/>
                    <a:pt x="15" y="54"/>
                    <a:pt x="16" y="54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9" y="67"/>
                    <a:pt x="47" y="71"/>
                    <a:pt x="54" y="74"/>
                  </a:cubicBezTo>
                  <a:cubicBezTo>
                    <a:pt x="58" y="76"/>
                    <a:pt x="61" y="78"/>
                    <a:pt x="65" y="80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9" y="82"/>
                    <a:pt x="70" y="82"/>
                  </a:cubicBezTo>
                  <a:cubicBezTo>
                    <a:pt x="70" y="82"/>
                    <a:pt x="71" y="83"/>
                    <a:pt x="72" y="83"/>
                  </a:cubicBezTo>
                  <a:cubicBezTo>
                    <a:pt x="74" y="84"/>
                    <a:pt x="77" y="84"/>
                    <a:pt x="79" y="84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83" y="86"/>
                    <a:pt x="87" y="86"/>
                    <a:pt x="91" y="85"/>
                  </a:cubicBezTo>
                  <a:cubicBezTo>
                    <a:pt x="95" y="84"/>
                    <a:pt x="98" y="82"/>
                    <a:pt x="101" y="79"/>
                  </a:cubicBezTo>
                  <a:cubicBezTo>
                    <a:pt x="103" y="78"/>
                    <a:pt x="104" y="76"/>
                    <a:pt x="106" y="74"/>
                  </a:cubicBezTo>
                  <a:cubicBezTo>
                    <a:pt x="106" y="74"/>
                    <a:pt x="107" y="73"/>
                    <a:pt x="107" y="72"/>
                  </a:cubicBezTo>
                  <a:cubicBezTo>
                    <a:pt x="108" y="71"/>
                    <a:pt x="108" y="71"/>
                    <a:pt x="108" y="71"/>
                  </a:cubicBezTo>
                  <a:cubicBezTo>
                    <a:pt x="108" y="70"/>
                    <a:pt x="108" y="70"/>
                    <a:pt x="109" y="69"/>
                  </a:cubicBezTo>
                  <a:cubicBezTo>
                    <a:pt x="111" y="66"/>
                    <a:pt x="111" y="62"/>
                    <a:pt x="112" y="58"/>
                  </a:cubicBezTo>
                  <a:cubicBezTo>
                    <a:pt x="112" y="57"/>
                    <a:pt x="112" y="56"/>
                    <a:pt x="112" y="55"/>
                  </a:cubicBezTo>
                  <a:cubicBezTo>
                    <a:pt x="112" y="54"/>
                    <a:pt x="111" y="54"/>
                    <a:pt x="111" y="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31A9CAAE-F8BC-7265-2AA3-177E90DF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1" y="3144838"/>
              <a:ext cx="417513" cy="315913"/>
            </a:xfrm>
            <a:custGeom>
              <a:avLst/>
              <a:gdLst>
                <a:gd name="T0" fmla="*/ 97 w 111"/>
                <a:gd name="T1" fmla="*/ 52 h 84"/>
                <a:gd name="T2" fmla="*/ 92 w 111"/>
                <a:gd name="T3" fmla="*/ 54 h 84"/>
                <a:gd name="T4" fmla="*/ 47 w 111"/>
                <a:gd name="T5" fmla="*/ 76 h 84"/>
                <a:gd name="T6" fmla="*/ 40 w 111"/>
                <a:gd name="T7" fmla="*/ 79 h 84"/>
                <a:gd name="T8" fmla="*/ 22 w 111"/>
                <a:gd name="T9" fmla="*/ 80 h 84"/>
                <a:gd name="T10" fmla="*/ 41 w 111"/>
                <a:gd name="T11" fmla="*/ 78 h 84"/>
                <a:gd name="T12" fmla="*/ 59 w 111"/>
                <a:gd name="T13" fmla="*/ 69 h 84"/>
                <a:gd name="T14" fmla="*/ 103 w 111"/>
                <a:gd name="T15" fmla="*/ 45 h 84"/>
                <a:gd name="T16" fmla="*/ 107 w 111"/>
                <a:gd name="T17" fmla="*/ 19 h 84"/>
                <a:gd name="T18" fmla="*/ 102 w 111"/>
                <a:gd name="T19" fmla="*/ 23 h 84"/>
                <a:gd name="T20" fmla="*/ 101 w 111"/>
                <a:gd name="T21" fmla="*/ 30 h 84"/>
                <a:gd name="T22" fmla="*/ 72 w 111"/>
                <a:gd name="T23" fmla="*/ 54 h 84"/>
                <a:gd name="T24" fmla="*/ 38 w 111"/>
                <a:gd name="T25" fmla="*/ 71 h 84"/>
                <a:gd name="T26" fmla="*/ 25 w 111"/>
                <a:gd name="T27" fmla="*/ 72 h 84"/>
                <a:gd name="T28" fmla="*/ 37 w 111"/>
                <a:gd name="T29" fmla="*/ 71 h 84"/>
                <a:gd name="T30" fmla="*/ 47 w 111"/>
                <a:gd name="T31" fmla="*/ 66 h 84"/>
                <a:gd name="T32" fmla="*/ 98 w 111"/>
                <a:gd name="T33" fmla="*/ 38 h 84"/>
                <a:gd name="T34" fmla="*/ 94 w 111"/>
                <a:gd name="T35" fmla="*/ 40 h 84"/>
                <a:gd name="T36" fmla="*/ 89 w 111"/>
                <a:gd name="T37" fmla="*/ 44 h 84"/>
                <a:gd name="T38" fmla="*/ 47 w 111"/>
                <a:gd name="T39" fmla="*/ 64 h 84"/>
                <a:gd name="T40" fmla="*/ 36 w 111"/>
                <a:gd name="T41" fmla="*/ 69 h 84"/>
                <a:gd name="T42" fmla="*/ 31 w 111"/>
                <a:gd name="T43" fmla="*/ 70 h 84"/>
                <a:gd name="T44" fmla="*/ 16 w 111"/>
                <a:gd name="T45" fmla="*/ 63 h 84"/>
                <a:gd name="T46" fmla="*/ 15 w 111"/>
                <a:gd name="T47" fmla="*/ 62 h 84"/>
                <a:gd name="T48" fmla="*/ 14 w 111"/>
                <a:gd name="T49" fmla="*/ 54 h 84"/>
                <a:gd name="T50" fmla="*/ 19 w 111"/>
                <a:gd name="T51" fmla="*/ 43 h 84"/>
                <a:gd name="T52" fmla="*/ 25 w 111"/>
                <a:gd name="T53" fmla="*/ 40 h 84"/>
                <a:gd name="T54" fmla="*/ 73 w 111"/>
                <a:gd name="T55" fmla="*/ 16 h 84"/>
                <a:gd name="T56" fmla="*/ 76 w 111"/>
                <a:gd name="T57" fmla="*/ 14 h 84"/>
                <a:gd name="T58" fmla="*/ 96 w 111"/>
                <a:gd name="T59" fmla="*/ 19 h 84"/>
                <a:gd name="T60" fmla="*/ 98 w 111"/>
                <a:gd name="T61" fmla="*/ 19 h 84"/>
                <a:gd name="T62" fmla="*/ 88 w 111"/>
                <a:gd name="T63" fmla="*/ 5 h 84"/>
                <a:gd name="T64" fmla="*/ 102 w 111"/>
                <a:gd name="T65" fmla="*/ 8 h 84"/>
                <a:gd name="T66" fmla="*/ 67 w 111"/>
                <a:gd name="T67" fmla="*/ 3 h 84"/>
                <a:gd name="T68" fmla="*/ 26 w 111"/>
                <a:gd name="T69" fmla="*/ 24 h 84"/>
                <a:gd name="T70" fmla="*/ 14 w 111"/>
                <a:gd name="T71" fmla="*/ 30 h 84"/>
                <a:gd name="T72" fmla="*/ 1 w 111"/>
                <a:gd name="T73" fmla="*/ 46 h 84"/>
                <a:gd name="T74" fmla="*/ 0 w 111"/>
                <a:gd name="T75" fmla="*/ 58 h 84"/>
                <a:gd name="T76" fmla="*/ 3 w 111"/>
                <a:gd name="T77" fmla="*/ 68 h 84"/>
                <a:gd name="T78" fmla="*/ 3 w 111"/>
                <a:gd name="T79" fmla="*/ 70 h 84"/>
                <a:gd name="T80" fmla="*/ 4 w 111"/>
                <a:gd name="T81" fmla="*/ 71 h 84"/>
                <a:gd name="T82" fmla="*/ 12 w 111"/>
                <a:gd name="T83" fmla="*/ 79 h 84"/>
                <a:gd name="T84" fmla="*/ 42 w 111"/>
                <a:gd name="T85" fmla="*/ 81 h 84"/>
                <a:gd name="T86" fmla="*/ 44 w 111"/>
                <a:gd name="T87" fmla="*/ 80 h 84"/>
                <a:gd name="T88" fmla="*/ 72 w 111"/>
                <a:gd name="T89" fmla="*/ 66 h 84"/>
                <a:gd name="T90" fmla="*/ 43 w 111"/>
                <a:gd name="T91" fmla="*/ 80 h 84"/>
                <a:gd name="T92" fmla="*/ 38 w 111"/>
                <a:gd name="T93" fmla="*/ 82 h 84"/>
                <a:gd name="T94" fmla="*/ 4 w 111"/>
                <a:gd name="T95" fmla="*/ 69 h 84"/>
                <a:gd name="T96" fmla="*/ 3 w 111"/>
                <a:gd name="T97" fmla="*/ 69 h 84"/>
                <a:gd name="T98" fmla="*/ 1 w 111"/>
                <a:gd name="T99" fmla="*/ 62 h 84"/>
                <a:gd name="T100" fmla="*/ 9 w 111"/>
                <a:gd name="T101" fmla="*/ 33 h 84"/>
                <a:gd name="T102" fmla="*/ 1 w 111"/>
                <a:gd name="T103" fmla="*/ 55 h 84"/>
                <a:gd name="T104" fmla="*/ 4 w 111"/>
                <a:gd name="T105" fmla="*/ 68 h 84"/>
                <a:gd name="T106" fmla="*/ 5 w 111"/>
                <a:gd name="T107" fmla="*/ 69 h 84"/>
                <a:gd name="T108" fmla="*/ 10 w 111"/>
                <a:gd name="T109" fmla="*/ 76 h 84"/>
                <a:gd name="T110" fmla="*/ 42 w 111"/>
                <a:gd name="T111" fmla="*/ 80 h 84"/>
                <a:gd name="T112" fmla="*/ 73 w 111"/>
                <a:gd name="T113" fmla="*/ 64 h 84"/>
                <a:gd name="T114" fmla="*/ 94 w 111"/>
                <a:gd name="T115" fmla="*/ 56 h 84"/>
                <a:gd name="T116" fmla="*/ 110 w 111"/>
                <a:gd name="T117" fmla="*/ 3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" h="84">
                  <a:moveTo>
                    <a:pt x="105" y="44"/>
                  </a:moveTo>
                  <a:cubicBezTo>
                    <a:pt x="104" y="47"/>
                    <a:pt x="101" y="49"/>
                    <a:pt x="99" y="50"/>
                  </a:cubicBezTo>
                  <a:cubicBezTo>
                    <a:pt x="98" y="51"/>
                    <a:pt x="98" y="51"/>
                    <a:pt x="97" y="52"/>
                  </a:cubicBezTo>
                  <a:cubicBezTo>
                    <a:pt x="97" y="52"/>
                    <a:pt x="96" y="52"/>
                    <a:pt x="96" y="52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83" y="58"/>
                    <a:pt x="75" y="62"/>
                    <a:pt x="66" y="66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1" y="78"/>
                    <a:pt x="41" y="79"/>
                    <a:pt x="40" y="79"/>
                  </a:cubicBezTo>
                  <a:cubicBezTo>
                    <a:pt x="35" y="81"/>
                    <a:pt x="29" y="82"/>
                    <a:pt x="24" y="81"/>
                  </a:cubicBezTo>
                  <a:cubicBezTo>
                    <a:pt x="19" y="80"/>
                    <a:pt x="15" y="78"/>
                    <a:pt x="12" y="76"/>
                  </a:cubicBezTo>
                  <a:cubicBezTo>
                    <a:pt x="15" y="78"/>
                    <a:pt x="18" y="79"/>
                    <a:pt x="22" y="80"/>
                  </a:cubicBezTo>
                  <a:cubicBezTo>
                    <a:pt x="26" y="81"/>
                    <a:pt x="31" y="81"/>
                    <a:pt x="36" y="80"/>
                  </a:cubicBezTo>
                  <a:cubicBezTo>
                    <a:pt x="37" y="80"/>
                    <a:pt x="38" y="79"/>
                    <a:pt x="40" y="79"/>
                  </a:cubicBezTo>
                  <a:cubicBezTo>
                    <a:pt x="40" y="79"/>
                    <a:pt x="41" y="78"/>
                    <a:pt x="41" y="78"/>
                  </a:cubicBezTo>
                  <a:cubicBezTo>
                    <a:pt x="42" y="78"/>
                    <a:pt x="42" y="77"/>
                    <a:pt x="43" y="7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3"/>
                    <a:pt x="56" y="71"/>
                    <a:pt x="59" y="69"/>
                  </a:cubicBezTo>
                  <a:cubicBezTo>
                    <a:pt x="70" y="64"/>
                    <a:pt x="79" y="60"/>
                    <a:pt x="89" y="55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9" y="50"/>
                    <a:pt x="101" y="48"/>
                    <a:pt x="103" y="45"/>
                  </a:cubicBezTo>
                  <a:cubicBezTo>
                    <a:pt x="107" y="40"/>
                    <a:pt x="109" y="34"/>
                    <a:pt x="109" y="28"/>
                  </a:cubicBezTo>
                  <a:cubicBezTo>
                    <a:pt x="109" y="26"/>
                    <a:pt x="109" y="25"/>
                    <a:pt x="109" y="24"/>
                  </a:cubicBezTo>
                  <a:cubicBezTo>
                    <a:pt x="108" y="22"/>
                    <a:pt x="107" y="21"/>
                    <a:pt x="107" y="19"/>
                  </a:cubicBezTo>
                  <a:cubicBezTo>
                    <a:pt x="105" y="17"/>
                    <a:pt x="103" y="16"/>
                    <a:pt x="103" y="16"/>
                  </a:cubicBezTo>
                  <a:cubicBezTo>
                    <a:pt x="102" y="16"/>
                    <a:pt x="102" y="17"/>
                    <a:pt x="102" y="18"/>
                  </a:cubicBezTo>
                  <a:cubicBezTo>
                    <a:pt x="102" y="19"/>
                    <a:pt x="102" y="21"/>
                    <a:pt x="102" y="23"/>
                  </a:cubicBezTo>
                  <a:cubicBezTo>
                    <a:pt x="103" y="24"/>
                    <a:pt x="103" y="26"/>
                    <a:pt x="103" y="27"/>
                  </a:cubicBezTo>
                  <a:cubicBezTo>
                    <a:pt x="103" y="29"/>
                    <a:pt x="103" y="30"/>
                    <a:pt x="103" y="30"/>
                  </a:cubicBezTo>
                  <a:cubicBezTo>
                    <a:pt x="102" y="31"/>
                    <a:pt x="102" y="30"/>
                    <a:pt x="101" y="30"/>
                  </a:cubicBezTo>
                  <a:cubicBezTo>
                    <a:pt x="101" y="33"/>
                    <a:pt x="100" y="36"/>
                    <a:pt x="98" y="39"/>
                  </a:cubicBezTo>
                  <a:cubicBezTo>
                    <a:pt x="97" y="41"/>
                    <a:pt x="95" y="44"/>
                    <a:pt x="92" y="4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64" y="58"/>
                    <a:pt x="55" y="62"/>
                    <a:pt x="47" y="6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1"/>
                    <a:pt x="36" y="72"/>
                    <a:pt x="35" y="72"/>
                  </a:cubicBezTo>
                  <a:cubicBezTo>
                    <a:pt x="32" y="73"/>
                    <a:pt x="28" y="73"/>
                    <a:pt x="25" y="72"/>
                  </a:cubicBezTo>
                  <a:cubicBezTo>
                    <a:pt x="28" y="73"/>
                    <a:pt x="32" y="73"/>
                    <a:pt x="35" y="72"/>
                  </a:cubicBezTo>
                  <a:cubicBezTo>
                    <a:pt x="36" y="71"/>
                    <a:pt x="36" y="71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8" y="71"/>
                    <a:pt x="38" y="71"/>
                    <a:pt x="38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3"/>
                    <a:pt x="97" y="41"/>
                    <a:pt x="98" y="38"/>
                  </a:cubicBezTo>
                  <a:cubicBezTo>
                    <a:pt x="100" y="36"/>
                    <a:pt x="100" y="32"/>
                    <a:pt x="100" y="29"/>
                  </a:cubicBezTo>
                  <a:cubicBezTo>
                    <a:pt x="100" y="29"/>
                    <a:pt x="99" y="29"/>
                    <a:pt x="98" y="31"/>
                  </a:cubicBezTo>
                  <a:cubicBezTo>
                    <a:pt x="98" y="33"/>
                    <a:pt x="97" y="37"/>
                    <a:pt x="94" y="40"/>
                  </a:cubicBezTo>
                  <a:cubicBezTo>
                    <a:pt x="94" y="41"/>
                    <a:pt x="93" y="41"/>
                    <a:pt x="92" y="42"/>
                  </a:cubicBezTo>
                  <a:cubicBezTo>
                    <a:pt x="92" y="42"/>
                    <a:pt x="91" y="43"/>
                    <a:pt x="91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6" y="45"/>
                    <a:pt x="84" y="46"/>
                    <a:pt x="82" y="47"/>
                  </a:cubicBezTo>
                  <a:cubicBezTo>
                    <a:pt x="76" y="50"/>
                    <a:pt x="70" y="52"/>
                    <a:pt x="64" y="55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5" y="69"/>
                    <a:pt x="35" y="69"/>
                    <a:pt x="34" y="70"/>
                  </a:cubicBezTo>
                  <a:cubicBezTo>
                    <a:pt x="33" y="70"/>
                    <a:pt x="32" y="70"/>
                    <a:pt x="31" y="70"/>
                  </a:cubicBezTo>
                  <a:cubicBezTo>
                    <a:pt x="26" y="71"/>
                    <a:pt x="21" y="69"/>
                    <a:pt x="19" y="67"/>
                  </a:cubicBezTo>
                  <a:cubicBezTo>
                    <a:pt x="18" y="66"/>
                    <a:pt x="17" y="65"/>
                    <a:pt x="16" y="64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2"/>
                    <a:pt x="16" y="62"/>
                    <a:pt x="15" y="62"/>
                  </a:cubicBezTo>
                  <a:cubicBezTo>
                    <a:pt x="15" y="62"/>
                    <a:pt x="15" y="61"/>
                    <a:pt x="15" y="61"/>
                  </a:cubicBezTo>
                  <a:cubicBezTo>
                    <a:pt x="15" y="60"/>
                    <a:pt x="15" y="60"/>
                    <a:pt x="14" y="59"/>
                  </a:cubicBezTo>
                  <a:cubicBezTo>
                    <a:pt x="14" y="58"/>
                    <a:pt x="14" y="56"/>
                    <a:pt x="14" y="54"/>
                  </a:cubicBezTo>
                  <a:cubicBezTo>
                    <a:pt x="14" y="53"/>
                    <a:pt x="14" y="53"/>
                    <a:pt x="14" y="52"/>
                  </a:cubicBezTo>
                  <a:cubicBezTo>
                    <a:pt x="14" y="51"/>
                    <a:pt x="14" y="50"/>
                    <a:pt x="15" y="50"/>
                  </a:cubicBezTo>
                  <a:cubicBezTo>
                    <a:pt x="16" y="47"/>
                    <a:pt x="17" y="44"/>
                    <a:pt x="19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42" y="31"/>
                    <a:pt x="54" y="25"/>
                    <a:pt x="65" y="20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6" y="15"/>
                    <a:pt x="76" y="14"/>
                  </a:cubicBezTo>
                  <a:cubicBezTo>
                    <a:pt x="77" y="14"/>
                    <a:pt x="78" y="14"/>
                    <a:pt x="79" y="14"/>
                  </a:cubicBezTo>
                  <a:cubicBezTo>
                    <a:pt x="84" y="13"/>
                    <a:pt x="88" y="14"/>
                    <a:pt x="91" y="15"/>
                  </a:cubicBezTo>
                  <a:cubicBezTo>
                    <a:pt x="93" y="17"/>
                    <a:pt x="95" y="18"/>
                    <a:pt x="96" y="19"/>
                  </a:cubicBezTo>
                  <a:cubicBezTo>
                    <a:pt x="96" y="19"/>
                    <a:pt x="96" y="19"/>
                    <a:pt x="97" y="19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8" y="18"/>
                    <a:pt x="98" y="16"/>
                    <a:pt x="97" y="13"/>
                  </a:cubicBezTo>
                  <a:cubicBezTo>
                    <a:pt x="95" y="11"/>
                    <a:pt x="92" y="8"/>
                    <a:pt x="88" y="7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93" y="7"/>
                    <a:pt x="96" y="9"/>
                    <a:pt x="97" y="10"/>
                  </a:cubicBezTo>
                  <a:cubicBezTo>
                    <a:pt x="99" y="11"/>
                    <a:pt x="100" y="11"/>
                    <a:pt x="100" y="11"/>
                  </a:cubicBezTo>
                  <a:cubicBezTo>
                    <a:pt x="101" y="10"/>
                    <a:pt x="100" y="8"/>
                    <a:pt x="102" y="8"/>
                  </a:cubicBezTo>
                  <a:cubicBezTo>
                    <a:pt x="98" y="4"/>
                    <a:pt x="92" y="2"/>
                    <a:pt x="87" y="1"/>
                  </a:cubicBezTo>
                  <a:cubicBezTo>
                    <a:pt x="81" y="0"/>
                    <a:pt x="75" y="0"/>
                    <a:pt x="70" y="2"/>
                  </a:cubicBezTo>
                  <a:cubicBezTo>
                    <a:pt x="69" y="2"/>
                    <a:pt x="68" y="2"/>
                    <a:pt x="67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0"/>
                    <a:pt x="13" y="30"/>
                    <a:pt x="12" y="30"/>
                  </a:cubicBezTo>
                  <a:cubicBezTo>
                    <a:pt x="10" y="32"/>
                    <a:pt x="9" y="33"/>
                    <a:pt x="7" y="35"/>
                  </a:cubicBezTo>
                  <a:cubicBezTo>
                    <a:pt x="4" y="38"/>
                    <a:pt x="2" y="42"/>
                    <a:pt x="1" y="46"/>
                  </a:cubicBezTo>
                  <a:cubicBezTo>
                    <a:pt x="0" y="48"/>
                    <a:pt x="0" y="50"/>
                    <a:pt x="0" y="52"/>
                  </a:cubicBezTo>
                  <a:cubicBezTo>
                    <a:pt x="0" y="53"/>
                    <a:pt x="0" y="54"/>
                    <a:pt x="0" y="55"/>
                  </a:cubicBezTo>
                  <a:cubicBezTo>
                    <a:pt x="0" y="56"/>
                    <a:pt x="0" y="57"/>
                    <a:pt x="0" y="58"/>
                  </a:cubicBezTo>
                  <a:cubicBezTo>
                    <a:pt x="0" y="60"/>
                    <a:pt x="0" y="62"/>
                    <a:pt x="1" y="64"/>
                  </a:cubicBezTo>
                  <a:cubicBezTo>
                    <a:pt x="1" y="65"/>
                    <a:pt x="2" y="66"/>
                    <a:pt x="2" y="67"/>
                  </a:cubicBezTo>
                  <a:cubicBezTo>
                    <a:pt x="2" y="67"/>
                    <a:pt x="2" y="68"/>
                    <a:pt x="3" y="68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5" y="72"/>
                    <a:pt x="5" y="72"/>
                  </a:cubicBezTo>
                  <a:cubicBezTo>
                    <a:pt x="5" y="73"/>
                    <a:pt x="6" y="74"/>
                    <a:pt x="7" y="75"/>
                  </a:cubicBezTo>
                  <a:cubicBezTo>
                    <a:pt x="8" y="77"/>
                    <a:pt x="10" y="78"/>
                    <a:pt x="12" y="79"/>
                  </a:cubicBezTo>
                  <a:cubicBezTo>
                    <a:pt x="15" y="82"/>
                    <a:pt x="19" y="83"/>
                    <a:pt x="23" y="84"/>
                  </a:cubicBezTo>
                  <a:cubicBezTo>
                    <a:pt x="27" y="84"/>
                    <a:pt x="32" y="84"/>
                    <a:pt x="36" y="83"/>
                  </a:cubicBezTo>
                  <a:cubicBezTo>
                    <a:pt x="38" y="83"/>
                    <a:pt x="40" y="82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0"/>
                    <a:pt x="44" y="80"/>
                    <a:pt x="44" y="80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2"/>
                    <a:pt x="39" y="82"/>
                    <a:pt x="38" y="82"/>
                  </a:cubicBezTo>
                  <a:cubicBezTo>
                    <a:pt x="33" y="84"/>
                    <a:pt x="27" y="84"/>
                    <a:pt x="22" y="83"/>
                  </a:cubicBezTo>
                  <a:cubicBezTo>
                    <a:pt x="17" y="82"/>
                    <a:pt x="12" y="80"/>
                    <a:pt x="9" y="76"/>
                  </a:cubicBezTo>
                  <a:cubicBezTo>
                    <a:pt x="7" y="74"/>
                    <a:pt x="5" y="72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70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8"/>
                    <a:pt x="3" y="68"/>
                  </a:cubicBezTo>
                  <a:cubicBezTo>
                    <a:pt x="3" y="67"/>
                    <a:pt x="2" y="67"/>
                    <a:pt x="2" y="66"/>
                  </a:cubicBezTo>
                  <a:cubicBezTo>
                    <a:pt x="2" y="65"/>
                    <a:pt x="1" y="64"/>
                    <a:pt x="1" y="62"/>
                  </a:cubicBezTo>
                  <a:cubicBezTo>
                    <a:pt x="0" y="60"/>
                    <a:pt x="0" y="57"/>
                    <a:pt x="0" y="55"/>
                  </a:cubicBezTo>
                  <a:cubicBezTo>
                    <a:pt x="0" y="52"/>
                    <a:pt x="0" y="50"/>
                    <a:pt x="1" y="47"/>
                  </a:cubicBezTo>
                  <a:cubicBezTo>
                    <a:pt x="2" y="42"/>
                    <a:pt x="5" y="37"/>
                    <a:pt x="9" y="33"/>
                  </a:cubicBezTo>
                  <a:cubicBezTo>
                    <a:pt x="9" y="34"/>
                    <a:pt x="9" y="34"/>
                    <a:pt x="10" y="34"/>
                  </a:cubicBezTo>
                  <a:cubicBezTo>
                    <a:pt x="6" y="37"/>
                    <a:pt x="3" y="42"/>
                    <a:pt x="2" y="47"/>
                  </a:cubicBezTo>
                  <a:cubicBezTo>
                    <a:pt x="1" y="50"/>
                    <a:pt x="1" y="52"/>
                    <a:pt x="1" y="55"/>
                  </a:cubicBezTo>
                  <a:cubicBezTo>
                    <a:pt x="1" y="57"/>
                    <a:pt x="1" y="60"/>
                    <a:pt x="2" y="62"/>
                  </a:cubicBezTo>
                  <a:cubicBezTo>
                    <a:pt x="2" y="64"/>
                    <a:pt x="3" y="65"/>
                    <a:pt x="3" y="66"/>
                  </a:cubicBezTo>
                  <a:cubicBezTo>
                    <a:pt x="3" y="67"/>
                    <a:pt x="4" y="67"/>
                    <a:pt x="4" y="68"/>
                  </a:cubicBezTo>
                  <a:cubicBezTo>
                    <a:pt x="4" y="68"/>
                    <a:pt x="4" y="68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6" y="72"/>
                    <a:pt x="8" y="74"/>
                    <a:pt x="10" y="76"/>
                  </a:cubicBezTo>
                  <a:cubicBezTo>
                    <a:pt x="13" y="79"/>
                    <a:pt x="18" y="81"/>
                    <a:pt x="23" y="82"/>
                  </a:cubicBezTo>
                  <a:cubicBezTo>
                    <a:pt x="28" y="83"/>
                    <a:pt x="33" y="83"/>
                    <a:pt x="38" y="81"/>
                  </a:cubicBezTo>
                  <a:cubicBezTo>
                    <a:pt x="40" y="81"/>
                    <a:pt x="41" y="81"/>
                    <a:pt x="42" y="80"/>
                  </a:cubicBezTo>
                  <a:cubicBezTo>
                    <a:pt x="43" y="79"/>
                    <a:pt x="44" y="79"/>
                    <a:pt x="45" y="79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58" y="72"/>
                    <a:pt x="65" y="68"/>
                    <a:pt x="73" y="64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5" y="55"/>
                    <a:pt x="96" y="55"/>
                    <a:pt x="98" y="53"/>
                  </a:cubicBezTo>
                  <a:cubicBezTo>
                    <a:pt x="102" y="51"/>
                    <a:pt x="105" y="48"/>
                    <a:pt x="107" y="44"/>
                  </a:cubicBezTo>
                  <a:cubicBezTo>
                    <a:pt x="109" y="41"/>
                    <a:pt x="110" y="38"/>
                    <a:pt x="110" y="35"/>
                  </a:cubicBezTo>
                  <a:cubicBezTo>
                    <a:pt x="111" y="33"/>
                    <a:pt x="110" y="30"/>
                    <a:pt x="110" y="28"/>
                  </a:cubicBezTo>
                  <a:cubicBezTo>
                    <a:pt x="110" y="33"/>
                    <a:pt x="109" y="39"/>
                    <a:pt x="105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17495F9-3546-288D-30EE-A4A526158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3026" y="2405063"/>
              <a:ext cx="4763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D9C34AF2-DFDC-4F48-DE9D-689C75860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2397126"/>
              <a:ext cx="11113" cy="7938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0 h 2"/>
                <a:gd name="T4" fmla="*/ 0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2"/>
                    <a:pt x="2" y="1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F919B610-159D-4C16-A69F-CF523EC56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788" y="2201863"/>
              <a:ext cx="444500" cy="258763"/>
            </a:xfrm>
            <a:custGeom>
              <a:avLst/>
              <a:gdLst>
                <a:gd name="T0" fmla="*/ 95 w 118"/>
                <a:gd name="T1" fmla="*/ 0 h 69"/>
                <a:gd name="T2" fmla="*/ 111 w 118"/>
                <a:gd name="T3" fmla="*/ 43 h 69"/>
                <a:gd name="T4" fmla="*/ 95 w 118"/>
                <a:gd name="T5" fmla="*/ 53 h 69"/>
                <a:gd name="T6" fmla="*/ 83 w 118"/>
                <a:gd name="T7" fmla="*/ 56 h 69"/>
                <a:gd name="T8" fmla="*/ 90 w 118"/>
                <a:gd name="T9" fmla="*/ 54 h 69"/>
                <a:gd name="T10" fmla="*/ 96 w 118"/>
                <a:gd name="T11" fmla="*/ 53 h 69"/>
                <a:gd name="T12" fmla="*/ 113 w 118"/>
                <a:gd name="T13" fmla="*/ 39 h 69"/>
                <a:gd name="T14" fmla="*/ 95 w 118"/>
                <a:gd name="T15" fmla="*/ 1 h 69"/>
                <a:gd name="T16" fmla="*/ 82 w 118"/>
                <a:gd name="T17" fmla="*/ 4 h 69"/>
                <a:gd name="T18" fmla="*/ 93 w 118"/>
                <a:gd name="T19" fmla="*/ 7 h 69"/>
                <a:gd name="T20" fmla="*/ 106 w 118"/>
                <a:gd name="T21" fmla="*/ 23 h 69"/>
                <a:gd name="T22" fmla="*/ 98 w 118"/>
                <a:gd name="T23" fmla="*/ 44 h 69"/>
                <a:gd name="T24" fmla="*/ 79 w 118"/>
                <a:gd name="T25" fmla="*/ 48 h 69"/>
                <a:gd name="T26" fmla="*/ 92 w 118"/>
                <a:gd name="T27" fmla="*/ 45 h 69"/>
                <a:gd name="T28" fmla="*/ 102 w 118"/>
                <a:gd name="T29" fmla="*/ 41 h 69"/>
                <a:gd name="T30" fmla="*/ 94 w 118"/>
                <a:gd name="T31" fmla="*/ 10 h 69"/>
                <a:gd name="T32" fmla="*/ 102 w 118"/>
                <a:gd name="T33" fmla="*/ 19 h 69"/>
                <a:gd name="T34" fmla="*/ 97 w 118"/>
                <a:gd name="T35" fmla="*/ 42 h 69"/>
                <a:gd name="T36" fmla="*/ 79 w 118"/>
                <a:gd name="T37" fmla="*/ 46 h 69"/>
                <a:gd name="T38" fmla="*/ 30 w 118"/>
                <a:gd name="T39" fmla="*/ 55 h 69"/>
                <a:gd name="T40" fmla="*/ 28 w 118"/>
                <a:gd name="T41" fmla="*/ 55 h 69"/>
                <a:gd name="T42" fmla="*/ 25 w 118"/>
                <a:gd name="T43" fmla="*/ 54 h 69"/>
                <a:gd name="T44" fmla="*/ 16 w 118"/>
                <a:gd name="T45" fmla="*/ 36 h 69"/>
                <a:gd name="T46" fmla="*/ 25 w 118"/>
                <a:gd name="T47" fmla="*/ 25 h 69"/>
                <a:gd name="T48" fmla="*/ 31 w 118"/>
                <a:gd name="T49" fmla="*/ 24 h 69"/>
                <a:gd name="T50" fmla="*/ 66 w 118"/>
                <a:gd name="T51" fmla="*/ 9 h 69"/>
                <a:gd name="T52" fmla="*/ 49 w 118"/>
                <a:gd name="T53" fmla="*/ 6 h 69"/>
                <a:gd name="T54" fmla="*/ 25 w 118"/>
                <a:gd name="T55" fmla="*/ 11 h 69"/>
                <a:gd name="T56" fmla="*/ 9 w 118"/>
                <a:gd name="T57" fmla="*/ 19 h 69"/>
                <a:gd name="T58" fmla="*/ 2 w 118"/>
                <a:gd name="T59" fmla="*/ 31 h 69"/>
                <a:gd name="T60" fmla="*/ 25 w 118"/>
                <a:gd name="T61" fmla="*/ 69 h 69"/>
                <a:gd name="T62" fmla="*/ 27 w 118"/>
                <a:gd name="T63" fmla="*/ 69 h 69"/>
                <a:gd name="T64" fmla="*/ 37 w 118"/>
                <a:gd name="T65" fmla="*/ 69 h 69"/>
                <a:gd name="T66" fmla="*/ 84 w 118"/>
                <a:gd name="T67" fmla="*/ 58 h 69"/>
                <a:gd name="T68" fmla="*/ 99 w 118"/>
                <a:gd name="T69" fmla="*/ 55 h 69"/>
                <a:gd name="T70" fmla="*/ 94 w 118"/>
                <a:gd name="T71" fmla="*/ 56 h 69"/>
                <a:gd name="T72" fmla="*/ 55 w 118"/>
                <a:gd name="T73" fmla="*/ 64 h 69"/>
                <a:gd name="T74" fmla="*/ 29 w 118"/>
                <a:gd name="T75" fmla="*/ 69 h 69"/>
                <a:gd name="T76" fmla="*/ 27 w 118"/>
                <a:gd name="T77" fmla="*/ 69 h 69"/>
                <a:gd name="T78" fmla="*/ 14 w 118"/>
                <a:gd name="T79" fmla="*/ 65 h 69"/>
                <a:gd name="T80" fmla="*/ 15 w 118"/>
                <a:gd name="T81" fmla="*/ 64 h 69"/>
                <a:gd name="T82" fmla="*/ 27 w 118"/>
                <a:gd name="T83" fmla="*/ 67 h 69"/>
                <a:gd name="T84" fmla="*/ 29 w 118"/>
                <a:gd name="T85" fmla="*/ 68 h 69"/>
                <a:gd name="T86" fmla="*/ 55 w 118"/>
                <a:gd name="T87" fmla="*/ 63 h 69"/>
                <a:gd name="T88" fmla="*/ 95 w 118"/>
                <a:gd name="T89" fmla="*/ 55 h 69"/>
                <a:gd name="T90" fmla="*/ 105 w 118"/>
                <a:gd name="T91" fmla="*/ 50 h 69"/>
                <a:gd name="T92" fmla="*/ 118 w 118"/>
                <a:gd name="T93" fmla="*/ 3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8" h="69">
                  <a:moveTo>
                    <a:pt x="110" y="9"/>
                  </a:moveTo>
                  <a:cubicBezTo>
                    <a:pt x="108" y="6"/>
                    <a:pt x="106" y="4"/>
                    <a:pt x="103" y="3"/>
                  </a:cubicBezTo>
                  <a:cubicBezTo>
                    <a:pt x="101" y="1"/>
                    <a:pt x="98" y="0"/>
                    <a:pt x="95" y="0"/>
                  </a:cubicBezTo>
                  <a:cubicBezTo>
                    <a:pt x="101" y="2"/>
                    <a:pt x="106" y="6"/>
                    <a:pt x="109" y="10"/>
                  </a:cubicBezTo>
                  <a:cubicBezTo>
                    <a:pt x="113" y="15"/>
                    <a:pt x="115" y="20"/>
                    <a:pt x="115" y="26"/>
                  </a:cubicBezTo>
                  <a:cubicBezTo>
                    <a:pt x="116" y="32"/>
                    <a:pt x="115" y="38"/>
                    <a:pt x="111" y="43"/>
                  </a:cubicBezTo>
                  <a:cubicBezTo>
                    <a:pt x="110" y="45"/>
                    <a:pt x="108" y="47"/>
                    <a:pt x="105" y="49"/>
                  </a:cubicBezTo>
                  <a:cubicBezTo>
                    <a:pt x="103" y="51"/>
                    <a:pt x="100" y="52"/>
                    <a:pt x="97" y="53"/>
                  </a:cubicBezTo>
                  <a:cubicBezTo>
                    <a:pt x="97" y="53"/>
                    <a:pt x="96" y="53"/>
                    <a:pt x="95" y="53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56" y="61"/>
                    <a:pt x="74" y="57"/>
                    <a:pt x="90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5" y="53"/>
                    <a:pt x="96" y="53"/>
                    <a:pt x="96" y="53"/>
                  </a:cubicBezTo>
                  <a:cubicBezTo>
                    <a:pt x="97" y="53"/>
                    <a:pt x="98" y="52"/>
                    <a:pt x="98" y="52"/>
                  </a:cubicBezTo>
                  <a:cubicBezTo>
                    <a:pt x="102" y="51"/>
                    <a:pt x="105" y="50"/>
                    <a:pt x="107" y="47"/>
                  </a:cubicBezTo>
                  <a:cubicBezTo>
                    <a:pt x="110" y="45"/>
                    <a:pt x="112" y="42"/>
                    <a:pt x="113" y="39"/>
                  </a:cubicBezTo>
                  <a:cubicBezTo>
                    <a:pt x="114" y="36"/>
                    <a:pt x="115" y="33"/>
                    <a:pt x="115" y="30"/>
                  </a:cubicBezTo>
                  <a:cubicBezTo>
                    <a:pt x="115" y="24"/>
                    <a:pt x="113" y="17"/>
                    <a:pt x="110" y="12"/>
                  </a:cubicBezTo>
                  <a:cubicBezTo>
                    <a:pt x="106" y="7"/>
                    <a:pt x="101" y="3"/>
                    <a:pt x="95" y="1"/>
                  </a:cubicBezTo>
                  <a:cubicBezTo>
                    <a:pt x="94" y="1"/>
                    <a:pt x="92" y="0"/>
                    <a:pt x="91" y="0"/>
                  </a:cubicBezTo>
                  <a:cubicBezTo>
                    <a:pt x="89" y="0"/>
                    <a:pt x="88" y="0"/>
                    <a:pt x="86" y="1"/>
                  </a:cubicBezTo>
                  <a:cubicBezTo>
                    <a:pt x="84" y="2"/>
                    <a:pt x="82" y="3"/>
                    <a:pt x="82" y="4"/>
                  </a:cubicBezTo>
                  <a:cubicBezTo>
                    <a:pt x="82" y="5"/>
                    <a:pt x="83" y="5"/>
                    <a:pt x="84" y="5"/>
                  </a:cubicBezTo>
                  <a:cubicBezTo>
                    <a:pt x="85" y="5"/>
                    <a:pt x="87" y="6"/>
                    <a:pt x="89" y="6"/>
                  </a:cubicBezTo>
                  <a:cubicBezTo>
                    <a:pt x="90" y="6"/>
                    <a:pt x="91" y="6"/>
                    <a:pt x="93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6" y="8"/>
                    <a:pt x="95" y="9"/>
                    <a:pt x="94" y="9"/>
                  </a:cubicBezTo>
                  <a:cubicBezTo>
                    <a:pt x="100" y="12"/>
                    <a:pt x="105" y="17"/>
                    <a:pt x="106" y="23"/>
                  </a:cubicBezTo>
                  <a:cubicBezTo>
                    <a:pt x="107" y="27"/>
                    <a:pt x="107" y="30"/>
                    <a:pt x="107" y="33"/>
                  </a:cubicBezTo>
                  <a:cubicBezTo>
                    <a:pt x="106" y="36"/>
                    <a:pt x="105" y="39"/>
                    <a:pt x="102" y="41"/>
                  </a:cubicBezTo>
                  <a:cubicBezTo>
                    <a:pt x="101" y="42"/>
                    <a:pt x="100" y="43"/>
                    <a:pt x="98" y="44"/>
                  </a:cubicBezTo>
                  <a:cubicBezTo>
                    <a:pt x="97" y="44"/>
                    <a:pt x="96" y="45"/>
                    <a:pt x="95" y="45"/>
                  </a:cubicBezTo>
                  <a:cubicBezTo>
                    <a:pt x="94" y="45"/>
                    <a:pt x="93" y="45"/>
                    <a:pt x="92" y="46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0" y="50"/>
                    <a:pt x="61" y="52"/>
                    <a:pt x="52" y="53"/>
                  </a:cubicBezTo>
                  <a:cubicBezTo>
                    <a:pt x="61" y="52"/>
                    <a:pt x="70" y="50"/>
                    <a:pt x="79" y="48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3" y="45"/>
                    <a:pt x="94" y="45"/>
                    <a:pt x="95" y="45"/>
                  </a:cubicBezTo>
                  <a:cubicBezTo>
                    <a:pt x="96" y="45"/>
                    <a:pt x="97" y="44"/>
                    <a:pt x="98" y="44"/>
                  </a:cubicBezTo>
                  <a:cubicBezTo>
                    <a:pt x="100" y="43"/>
                    <a:pt x="101" y="42"/>
                    <a:pt x="102" y="41"/>
                  </a:cubicBezTo>
                  <a:cubicBezTo>
                    <a:pt x="105" y="39"/>
                    <a:pt x="106" y="36"/>
                    <a:pt x="106" y="33"/>
                  </a:cubicBezTo>
                  <a:cubicBezTo>
                    <a:pt x="107" y="30"/>
                    <a:pt x="107" y="27"/>
                    <a:pt x="106" y="23"/>
                  </a:cubicBezTo>
                  <a:cubicBezTo>
                    <a:pt x="104" y="17"/>
                    <a:pt x="100" y="12"/>
                    <a:pt x="94" y="10"/>
                  </a:cubicBezTo>
                  <a:cubicBezTo>
                    <a:pt x="93" y="10"/>
                    <a:pt x="93" y="11"/>
                    <a:pt x="95" y="12"/>
                  </a:cubicBezTo>
                  <a:cubicBezTo>
                    <a:pt x="96" y="13"/>
                    <a:pt x="97" y="14"/>
                    <a:pt x="98" y="15"/>
                  </a:cubicBezTo>
                  <a:cubicBezTo>
                    <a:pt x="99" y="16"/>
                    <a:pt x="101" y="17"/>
                    <a:pt x="102" y="19"/>
                  </a:cubicBezTo>
                  <a:cubicBezTo>
                    <a:pt x="103" y="21"/>
                    <a:pt x="104" y="24"/>
                    <a:pt x="105" y="26"/>
                  </a:cubicBezTo>
                  <a:cubicBezTo>
                    <a:pt x="105" y="28"/>
                    <a:pt x="105" y="30"/>
                    <a:pt x="105" y="32"/>
                  </a:cubicBezTo>
                  <a:cubicBezTo>
                    <a:pt x="104" y="36"/>
                    <a:pt x="101" y="40"/>
                    <a:pt x="97" y="42"/>
                  </a:cubicBezTo>
                  <a:cubicBezTo>
                    <a:pt x="96" y="42"/>
                    <a:pt x="94" y="43"/>
                    <a:pt x="93" y="43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66" y="48"/>
                    <a:pt x="53" y="51"/>
                    <a:pt x="41" y="53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3" y="55"/>
                    <a:pt x="31" y="55"/>
                    <a:pt x="30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6" y="54"/>
                    <a:pt x="25" y="54"/>
                    <a:pt x="25" y="54"/>
                  </a:cubicBezTo>
                  <a:cubicBezTo>
                    <a:pt x="23" y="54"/>
                    <a:pt x="22" y="53"/>
                    <a:pt x="21" y="52"/>
                  </a:cubicBezTo>
                  <a:cubicBezTo>
                    <a:pt x="19" y="51"/>
                    <a:pt x="17" y="48"/>
                    <a:pt x="16" y="45"/>
                  </a:cubicBezTo>
                  <a:cubicBezTo>
                    <a:pt x="15" y="42"/>
                    <a:pt x="15" y="39"/>
                    <a:pt x="16" y="36"/>
                  </a:cubicBezTo>
                  <a:cubicBezTo>
                    <a:pt x="16" y="33"/>
                    <a:pt x="17" y="32"/>
                    <a:pt x="18" y="30"/>
                  </a:cubicBezTo>
                  <a:cubicBezTo>
                    <a:pt x="20" y="28"/>
                    <a:pt x="21" y="27"/>
                    <a:pt x="23" y="26"/>
                  </a:cubicBezTo>
                  <a:cubicBezTo>
                    <a:pt x="24" y="26"/>
                    <a:pt x="24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52" y="20"/>
                    <a:pt x="64" y="17"/>
                    <a:pt x="74" y="15"/>
                  </a:cubicBezTo>
                  <a:cubicBezTo>
                    <a:pt x="91" y="10"/>
                    <a:pt x="84" y="7"/>
                    <a:pt x="66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83" y="5"/>
                    <a:pt x="74" y="3"/>
                    <a:pt x="76" y="1"/>
                  </a:cubicBezTo>
                  <a:cubicBezTo>
                    <a:pt x="67" y="3"/>
                    <a:pt x="58" y="5"/>
                    <a:pt x="49" y="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6" y="14"/>
                    <a:pt x="12" y="16"/>
                    <a:pt x="9" y="19"/>
                  </a:cubicBezTo>
                  <a:cubicBezTo>
                    <a:pt x="8" y="20"/>
                    <a:pt x="7" y="21"/>
                    <a:pt x="7" y="22"/>
                  </a:cubicBezTo>
                  <a:cubicBezTo>
                    <a:pt x="6" y="23"/>
                    <a:pt x="6" y="23"/>
                    <a:pt x="5" y="25"/>
                  </a:cubicBezTo>
                  <a:cubicBezTo>
                    <a:pt x="4" y="26"/>
                    <a:pt x="3" y="29"/>
                    <a:pt x="2" y="31"/>
                  </a:cubicBezTo>
                  <a:cubicBezTo>
                    <a:pt x="0" y="38"/>
                    <a:pt x="1" y="47"/>
                    <a:pt x="4" y="54"/>
                  </a:cubicBezTo>
                  <a:cubicBezTo>
                    <a:pt x="6" y="58"/>
                    <a:pt x="9" y="62"/>
                    <a:pt x="13" y="64"/>
                  </a:cubicBezTo>
                  <a:cubicBezTo>
                    <a:pt x="16" y="67"/>
                    <a:pt x="21" y="68"/>
                    <a:pt x="25" y="69"/>
                  </a:cubicBezTo>
                  <a:cubicBezTo>
                    <a:pt x="25" y="69"/>
                    <a:pt x="26" y="69"/>
                    <a:pt x="26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9"/>
                    <a:pt x="29" y="69"/>
                    <a:pt x="30" y="69"/>
                  </a:cubicBezTo>
                  <a:cubicBezTo>
                    <a:pt x="32" y="69"/>
                    <a:pt x="35" y="69"/>
                    <a:pt x="37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7" y="56"/>
                    <a:pt x="98" y="55"/>
                    <a:pt x="99" y="55"/>
                  </a:cubicBezTo>
                  <a:cubicBezTo>
                    <a:pt x="99" y="55"/>
                    <a:pt x="100" y="55"/>
                    <a:pt x="100" y="54"/>
                  </a:cubicBezTo>
                  <a:cubicBezTo>
                    <a:pt x="99" y="55"/>
                    <a:pt x="98" y="55"/>
                    <a:pt x="97" y="55"/>
                  </a:cubicBezTo>
                  <a:cubicBezTo>
                    <a:pt x="95" y="56"/>
                    <a:pt x="95" y="56"/>
                    <a:pt x="94" y="56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4" y="69"/>
                    <a:pt x="32" y="69"/>
                    <a:pt x="29" y="69"/>
                  </a:cubicBezTo>
                  <a:cubicBezTo>
                    <a:pt x="28" y="69"/>
                    <a:pt x="28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9"/>
                    <a:pt x="26" y="68"/>
                    <a:pt x="26" y="68"/>
                  </a:cubicBezTo>
                  <a:cubicBezTo>
                    <a:pt x="24" y="68"/>
                    <a:pt x="23" y="68"/>
                    <a:pt x="22" y="68"/>
                  </a:cubicBezTo>
                  <a:cubicBezTo>
                    <a:pt x="19" y="67"/>
                    <a:pt x="17" y="66"/>
                    <a:pt x="14" y="65"/>
                  </a:cubicBezTo>
                  <a:cubicBezTo>
                    <a:pt x="9" y="62"/>
                    <a:pt x="6" y="57"/>
                    <a:pt x="4" y="52"/>
                  </a:cubicBezTo>
                  <a:cubicBezTo>
                    <a:pt x="4" y="52"/>
                    <a:pt x="5" y="53"/>
                    <a:pt x="4" y="52"/>
                  </a:cubicBezTo>
                  <a:cubicBezTo>
                    <a:pt x="6" y="57"/>
                    <a:pt x="10" y="61"/>
                    <a:pt x="15" y="64"/>
                  </a:cubicBezTo>
                  <a:cubicBezTo>
                    <a:pt x="17" y="65"/>
                    <a:pt x="19" y="66"/>
                    <a:pt x="22" y="67"/>
                  </a:cubicBezTo>
                  <a:cubicBezTo>
                    <a:pt x="23" y="67"/>
                    <a:pt x="25" y="67"/>
                    <a:pt x="26" y="67"/>
                  </a:cubicBezTo>
                  <a:cubicBezTo>
                    <a:pt x="26" y="67"/>
                    <a:pt x="27" y="67"/>
                    <a:pt x="27" y="67"/>
                  </a:cubicBezTo>
                  <a:cubicBezTo>
                    <a:pt x="27" y="68"/>
                    <a:pt x="27" y="67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9" y="68"/>
                    <a:pt x="29" y="68"/>
                  </a:cubicBezTo>
                  <a:cubicBezTo>
                    <a:pt x="32" y="68"/>
                    <a:pt x="34" y="68"/>
                    <a:pt x="37" y="67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3" y="62"/>
                    <a:pt x="71" y="60"/>
                    <a:pt x="79" y="58"/>
                  </a:cubicBezTo>
                  <a:cubicBezTo>
                    <a:pt x="83" y="58"/>
                    <a:pt x="87" y="57"/>
                    <a:pt x="91" y="56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7" y="54"/>
                    <a:pt x="97" y="54"/>
                    <a:pt x="98" y="54"/>
                  </a:cubicBezTo>
                  <a:cubicBezTo>
                    <a:pt x="101" y="53"/>
                    <a:pt x="103" y="52"/>
                    <a:pt x="105" y="50"/>
                  </a:cubicBezTo>
                  <a:cubicBezTo>
                    <a:pt x="106" y="51"/>
                    <a:pt x="106" y="51"/>
                    <a:pt x="106" y="51"/>
                  </a:cubicBezTo>
                  <a:cubicBezTo>
                    <a:pt x="109" y="49"/>
                    <a:pt x="112" y="46"/>
                    <a:pt x="114" y="42"/>
                  </a:cubicBezTo>
                  <a:cubicBezTo>
                    <a:pt x="116" y="39"/>
                    <a:pt x="117" y="35"/>
                    <a:pt x="118" y="31"/>
                  </a:cubicBezTo>
                  <a:cubicBezTo>
                    <a:pt x="118" y="23"/>
                    <a:pt x="115" y="15"/>
                    <a:pt x="110" y="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E54AC472-BC85-F5C9-7046-926A84E49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2193926"/>
              <a:ext cx="431800" cy="266700"/>
            </a:xfrm>
            <a:custGeom>
              <a:avLst/>
              <a:gdLst>
                <a:gd name="T0" fmla="*/ 26 w 115"/>
                <a:gd name="T1" fmla="*/ 58 h 71"/>
                <a:gd name="T2" fmla="*/ 20 w 115"/>
                <a:gd name="T3" fmla="*/ 56 h 71"/>
                <a:gd name="T4" fmla="*/ 1 w 115"/>
                <a:gd name="T5" fmla="*/ 25 h 71"/>
                <a:gd name="T6" fmla="*/ 13 w 115"/>
                <a:gd name="T7" fmla="*/ 5 h 71"/>
                <a:gd name="T8" fmla="*/ 13 w 115"/>
                <a:gd name="T9" fmla="*/ 6 h 71"/>
                <a:gd name="T10" fmla="*/ 2 w 115"/>
                <a:gd name="T11" fmla="*/ 26 h 71"/>
                <a:gd name="T12" fmla="*/ 21 w 115"/>
                <a:gd name="T13" fmla="*/ 56 h 71"/>
                <a:gd name="T14" fmla="*/ 24 w 115"/>
                <a:gd name="T15" fmla="*/ 57 h 71"/>
                <a:gd name="T16" fmla="*/ 58 w 115"/>
                <a:gd name="T17" fmla="*/ 64 h 71"/>
                <a:gd name="T18" fmla="*/ 80 w 115"/>
                <a:gd name="T19" fmla="*/ 70 h 71"/>
                <a:gd name="T20" fmla="*/ 97 w 115"/>
                <a:gd name="T21" fmla="*/ 70 h 71"/>
                <a:gd name="T22" fmla="*/ 96 w 115"/>
                <a:gd name="T23" fmla="*/ 68 h 71"/>
                <a:gd name="T24" fmla="*/ 81 w 115"/>
                <a:gd name="T25" fmla="*/ 68 h 71"/>
                <a:gd name="T26" fmla="*/ 23 w 115"/>
                <a:gd name="T27" fmla="*/ 55 h 71"/>
                <a:gd name="T28" fmla="*/ 19 w 115"/>
                <a:gd name="T29" fmla="*/ 54 h 71"/>
                <a:gd name="T30" fmla="*/ 4 w 115"/>
                <a:gd name="T31" fmla="*/ 31 h 71"/>
                <a:gd name="T32" fmla="*/ 21 w 115"/>
                <a:gd name="T33" fmla="*/ 54 h 71"/>
                <a:gd name="T34" fmla="*/ 32 w 115"/>
                <a:gd name="T35" fmla="*/ 57 h 71"/>
                <a:gd name="T36" fmla="*/ 80 w 115"/>
                <a:gd name="T37" fmla="*/ 68 h 71"/>
                <a:gd name="T38" fmla="*/ 109 w 115"/>
                <a:gd name="T39" fmla="*/ 57 h 71"/>
                <a:gd name="T40" fmla="*/ 111 w 115"/>
                <a:gd name="T41" fmla="*/ 44 h 71"/>
                <a:gd name="T42" fmla="*/ 105 w 115"/>
                <a:gd name="T43" fmla="*/ 53 h 71"/>
                <a:gd name="T44" fmla="*/ 94 w 115"/>
                <a:gd name="T45" fmla="*/ 60 h 71"/>
                <a:gd name="T46" fmla="*/ 80 w 115"/>
                <a:gd name="T47" fmla="*/ 59 h 71"/>
                <a:gd name="T48" fmla="*/ 37 w 115"/>
                <a:gd name="T49" fmla="*/ 50 h 71"/>
                <a:gd name="T50" fmla="*/ 25 w 115"/>
                <a:gd name="T51" fmla="*/ 47 h 71"/>
                <a:gd name="T52" fmla="*/ 24 w 115"/>
                <a:gd name="T53" fmla="*/ 46 h 71"/>
                <a:gd name="T54" fmla="*/ 74 w 115"/>
                <a:gd name="T55" fmla="*/ 58 h 71"/>
                <a:gd name="T56" fmla="*/ 85 w 115"/>
                <a:gd name="T57" fmla="*/ 60 h 71"/>
                <a:gd name="T58" fmla="*/ 99 w 115"/>
                <a:gd name="T59" fmla="*/ 54 h 71"/>
                <a:gd name="T60" fmla="*/ 76 w 115"/>
                <a:gd name="T61" fmla="*/ 56 h 71"/>
                <a:gd name="T62" fmla="*/ 26 w 115"/>
                <a:gd name="T63" fmla="*/ 45 h 71"/>
                <a:gd name="T64" fmla="*/ 24 w 115"/>
                <a:gd name="T65" fmla="*/ 44 h 71"/>
                <a:gd name="T66" fmla="*/ 15 w 115"/>
                <a:gd name="T67" fmla="*/ 27 h 71"/>
                <a:gd name="T68" fmla="*/ 21 w 115"/>
                <a:gd name="T69" fmla="*/ 16 h 71"/>
                <a:gd name="T70" fmla="*/ 33 w 115"/>
                <a:gd name="T71" fmla="*/ 14 h 71"/>
                <a:gd name="T72" fmla="*/ 42 w 115"/>
                <a:gd name="T73" fmla="*/ 16 h 71"/>
                <a:gd name="T74" fmla="*/ 93 w 115"/>
                <a:gd name="T75" fmla="*/ 27 h 71"/>
                <a:gd name="T76" fmla="*/ 104 w 115"/>
                <a:gd name="T77" fmla="*/ 42 h 71"/>
                <a:gd name="T78" fmla="*/ 106 w 115"/>
                <a:gd name="T79" fmla="*/ 44 h 71"/>
                <a:gd name="T80" fmla="*/ 107 w 115"/>
                <a:gd name="T81" fmla="*/ 27 h 71"/>
                <a:gd name="T82" fmla="*/ 112 w 115"/>
                <a:gd name="T83" fmla="*/ 39 h 71"/>
                <a:gd name="T84" fmla="*/ 109 w 115"/>
                <a:gd name="T85" fmla="*/ 22 h 71"/>
                <a:gd name="T86" fmla="*/ 96 w 115"/>
                <a:gd name="T87" fmla="*/ 14 h 71"/>
                <a:gd name="T88" fmla="*/ 47 w 115"/>
                <a:gd name="T89" fmla="*/ 3 h 71"/>
                <a:gd name="T90" fmla="*/ 34 w 115"/>
                <a:gd name="T91" fmla="*/ 0 h 71"/>
                <a:gd name="T92" fmla="*/ 14 w 115"/>
                <a:gd name="T93" fmla="*/ 4 h 71"/>
                <a:gd name="T94" fmla="*/ 1 w 115"/>
                <a:gd name="T95" fmla="*/ 25 h 71"/>
                <a:gd name="T96" fmla="*/ 17 w 115"/>
                <a:gd name="T97" fmla="*/ 56 h 71"/>
                <a:gd name="T98" fmla="*/ 23 w 115"/>
                <a:gd name="T99" fmla="*/ 58 h 71"/>
                <a:gd name="T100" fmla="*/ 56 w 115"/>
                <a:gd name="T101" fmla="*/ 6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5" h="71">
                  <a:moveTo>
                    <a:pt x="56" y="65"/>
                  </a:moveTo>
                  <a:cubicBezTo>
                    <a:pt x="32" y="59"/>
                    <a:pt x="32" y="59"/>
                    <a:pt x="32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1" y="57"/>
                    <a:pt x="20" y="57"/>
                    <a:pt x="20" y="56"/>
                  </a:cubicBezTo>
                  <a:cubicBezTo>
                    <a:pt x="14" y="55"/>
                    <a:pt x="10" y="51"/>
                    <a:pt x="7" y="47"/>
                  </a:cubicBezTo>
                  <a:cubicBezTo>
                    <a:pt x="4" y="43"/>
                    <a:pt x="2" y="38"/>
                    <a:pt x="1" y="33"/>
                  </a:cubicBezTo>
                  <a:cubicBezTo>
                    <a:pt x="1" y="30"/>
                    <a:pt x="1" y="28"/>
                    <a:pt x="1" y="25"/>
                  </a:cubicBezTo>
                  <a:cubicBezTo>
                    <a:pt x="1" y="24"/>
                    <a:pt x="1" y="23"/>
                    <a:pt x="2" y="22"/>
                  </a:cubicBezTo>
                  <a:cubicBezTo>
                    <a:pt x="2" y="20"/>
                    <a:pt x="2" y="19"/>
                    <a:pt x="3" y="18"/>
                  </a:cubicBezTo>
                  <a:cubicBezTo>
                    <a:pt x="5" y="13"/>
                    <a:pt x="9" y="8"/>
                    <a:pt x="13" y="5"/>
                  </a:cubicBezTo>
                  <a:cubicBezTo>
                    <a:pt x="17" y="2"/>
                    <a:pt x="22" y="1"/>
                    <a:pt x="28" y="0"/>
                  </a:cubicBezTo>
                  <a:cubicBezTo>
                    <a:pt x="27" y="0"/>
                    <a:pt x="26" y="1"/>
                    <a:pt x="28" y="1"/>
                  </a:cubicBezTo>
                  <a:cubicBezTo>
                    <a:pt x="23" y="1"/>
                    <a:pt x="18" y="3"/>
                    <a:pt x="13" y="6"/>
                  </a:cubicBezTo>
                  <a:cubicBezTo>
                    <a:pt x="9" y="9"/>
                    <a:pt x="6" y="13"/>
                    <a:pt x="4" y="18"/>
                  </a:cubicBezTo>
                  <a:cubicBezTo>
                    <a:pt x="3" y="19"/>
                    <a:pt x="3" y="21"/>
                    <a:pt x="3" y="22"/>
                  </a:cubicBezTo>
                  <a:cubicBezTo>
                    <a:pt x="2" y="23"/>
                    <a:pt x="2" y="24"/>
                    <a:pt x="2" y="26"/>
                  </a:cubicBezTo>
                  <a:cubicBezTo>
                    <a:pt x="2" y="28"/>
                    <a:pt x="2" y="31"/>
                    <a:pt x="2" y="33"/>
                  </a:cubicBezTo>
                  <a:cubicBezTo>
                    <a:pt x="3" y="38"/>
                    <a:pt x="5" y="43"/>
                    <a:pt x="8" y="47"/>
                  </a:cubicBezTo>
                  <a:cubicBezTo>
                    <a:pt x="11" y="51"/>
                    <a:pt x="15" y="55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41" y="61"/>
                    <a:pt x="49" y="62"/>
                    <a:pt x="58" y="64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1" y="71"/>
                    <a:pt x="82" y="71"/>
                  </a:cubicBezTo>
                  <a:cubicBezTo>
                    <a:pt x="83" y="71"/>
                    <a:pt x="84" y="71"/>
                    <a:pt x="85" y="71"/>
                  </a:cubicBezTo>
                  <a:cubicBezTo>
                    <a:pt x="89" y="71"/>
                    <a:pt x="93" y="71"/>
                    <a:pt x="97" y="70"/>
                  </a:cubicBezTo>
                  <a:cubicBezTo>
                    <a:pt x="101" y="68"/>
                    <a:pt x="103" y="66"/>
                    <a:pt x="105" y="64"/>
                  </a:cubicBezTo>
                  <a:cubicBezTo>
                    <a:pt x="107" y="62"/>
                    <a:pt x="109" y="60"/>
                    <a:pt x="110" y="58"/>
                  </a:cubicBezTo>
                  <a:cubicBezTo>
                    <a:pt x="106" y="63"/>
                    <a:pt x="102" y="66"/>
                    <a:pt x="96" y="68"/>
                  </a:cubicBezTo>
                  <a:cubicBezTo>
                    <a:pt x="93" y="69"/>
                    <a:pt x="90" y="69"/>
                    <a:pt x="87" y="69"/>
                  </a:cubicBezTo>
                  <a:cubicBezTo>
                    <a:pt x="86" y="69"/>
                    <a:pt x="84" y="69"/>
                    <a:pt x="83" y="69"/>
                  </a:cubicBezTo>
                  <a:cubicBezTo>
                    <a:pt x="82" y="69"/>
                    <a:pt x="82" y="68"/>
                    <a:pt x="81" y="68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0" y="66"/>
                    <a:pt x="61" y="63"/>
                    <a:pt x="51" y="61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8" y="53"/>
                    <a:pt x="17" y="53"/>
                    <a:pt x="16" y="52"/>
                  </a:cubicBezTo>
                  <a:cubicBezTo>
                    <a:pt x="13" y="50"/>
                    <a:pt x="11" y="48"/>
                    <a:pt x="9" y="46"/>
                  </a:cubicBezTo>
                  <a:cubicBezTo>
                    <a:pt x="6" y="42"/>
                    <a:pt x="4" y="36"/>
                    <a:pt x="4" y="31"/>
                  </a:cubicBezTo>
                  <a:cubicBezTo>
                    <a:pt x="4" y="35"/>
                    <a:pt x="5" y="40"/>
                    <a:pt x="8" y="44"/>
                  </a:cubicBezTo>
                  <a:cubicBezTo>
                    <a:pt x="11" y="48"/>
                    <a:pt x="15" y="52"/>
                    <a:pt x="20" y="54"/>
                  </a:cubicBezTo>
                  <a:cubicBezTo>
                    <a:pt x="20" y="54"/>
                    <a:pt x="21" y="54"/>
                    <a:pt x="21" y="54"/>
                  </a:cubicBezTo>
                  <a:cubicBezTo>
                    <a:pt x="22" y="54"/>
                    <a:pt x="23" y="54"/>
                    <a:pt x="23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7" y="58"/>
                    <a:pt x="41" y="58"/>
                    <a:pt x="44" y="59"/>
                  </a:cubicBezTo>
                  <a:cubicBezTo>
                    <a:pt x="55" y="62"/>
                    <a:pt x="66" y="64"/>
                    <a:pt x="76" y="67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1" y="68"/>
                    <a:pt x="83" y="68"/>
                    <a:pt x="84" y="68"/>
                  </a:cubicBezTo>
                  <a:cubicBezTo>
                    <a:pt x="87" y="69"/>
                    <a:pt x="91" y="69"/>
                    <a:pt x="94" y="68"/>
                  </a:cubicBezTo>
                  <a:cubicBezTo>
                    <a:pt x="100" y="66"/>
                    <a:pt x="105" y="62"/>
                    <a:pt x="109" y="57"/>
                  </a:cubicBezTo>
                  <a:cubicBezTo>
                    <a:pt x="110" y="56"/>
                    <a:pt x="111" y="55"/>
                    <a:pt x="111" y="54"/>
                  </a:cubicBezTo>
                  <a:cubicBezTo>
                    <a:pt x="112" y="52"/>
                    <a:pt x="112" y="51"/>
                    <a:pt x="112" y="49"/>
                  </a:cubicBezTo>
                  <a:cubicBezTo>
                    <a:pt x="112" y="47"/>
                    <a:pt x="112" y="45"/>
                    <a:pt x="111" y="44"/>
                  </a:cubicBezTo>
                  <a:cubicBezTo>
                    <a:pt x="110" y="44"/>
                    <a:pt x="110" y="45"/>
                    <a:pt x="109" y="46"/>
                  </a:cubicBezTo>
                  <a:cubicBezTo>
                    <a:pt x="109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5" y="53"/>
                  </a:cubicBezTo>
                  <a:cubicBezTo>
                    <a:pt x="104" y="55"/>
                    <a:pt x="103" y="55"/>
                    <a:pt x="103" y="55"/>
                  </a:cubicBezTo>
                  <a:cubicBezTo>
                    <a:pt x="102" y="56"/>
                    <a:pt x="102" y="55"/>
                    <a:pt x="102" y="54"/>
                  </a:cubicBezTo>
                  <a:cubicBezTo>
                    <a:pt x="100" y="57"/>
                    <a:pt x="97" y="58"/>
                    <a:pt x="94" y="60"/>
                  </a:cubicBezTo>
                  <a:cubicBezTo>
                    <a:pt x="91" y="61"/>
                    <a:pt x="88" y="61"/>
                    <a:pt x="85" y="60"/>
                  </a:cubicBezTo>
                  <a:cubicBezTo>
                    <a:pt x="84" y="60"/>
                    <a:pt x="83" y="60"/>
                    <a:pt x="82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54"/>
                    <a:pt x="46" y="52"/>
                    <a:pt x="37" y="50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0" y="45"/>
                    <a:pt x="18" y="43"/>
                    <a:pt x="16" y="40"/>
                  </a:cubicBezTo>
                  <a:cubicBezTo>
                    <a:pt x="18" y="43"/>
                    <a:pt x="21" y="45"/>
                    <a:pt x="24" y="46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3" y="60"/>
                    <a:pt x="84" y="60"/>
                    <a:pt x="85" y="60"/>
                  </a:cubicBezTo>
                  <a:cubicBezTo>
                    <a:pt x="88" y="61"/>
                    <a:pt x="91" y="60"/>
                    <a:pt x="94" y="59"/>
                  </a:cubicBezTo>
                  <a:cubicBezTo>
                    <a:pt x="97" y="58"/>
                    <a:pt x="99" y="56"/>
                    <a:pt x="101" y="53"/>
                  </a:cubicBezTo>
                  <a:cubicBezTo>
                    <a:pt x="101" y="53"/>
                    <a:pt x="101" y="52"/>
                    <a:pt x="99" y="54"/>
                  </a:cubicBezTo>
                  <a:cubicBezTo>
                    <a:pt x="97" y="55"/>
                    <a:pt x="94" y="57"/>
                    <a:pt x="90" y="58"/>
                  </a:cubicBezTo>
                  <a:cubicBezTo>
                    <a:pt x="88" y="58"/>
                    <a:pt x="85" y="58"/>
                    <a:pt x="83" y="58"/>
                  </a:cubicBezTo>
                  <a:cubicBezTo>
                    <a:pt x="81" y="57"/>
                    <a:pt x="78" y="57"/>
                    <a:pt x="76" y="56"/>
                  </a:cubicBezTo>
                  <a:cubicBezTo>
                    <a:pt x="64" y="53"/>
                    <a:pt x="51" y="50"/>
                    <a:pt x="38" y="47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4"/>
                    <a:pt x="22" y="43"/>
                    <a:pt x="21" y="43"/>
                  </a:cubicBezTo>
                  <a:cubicBezTo>
                    <a:pt x="18" y="41"/>
                    <a:pt x="16" y="37"/>
                    <a:pt x="15" y="32"/>
                  </a:cubicBezTo>
                  <a:cubicBezTo>
                    <a:pt x="15" y="30"/>
                    <a:pt x="15" y="29"/>
                    <a:pt x="15" y="27"/>
                  </a:cubicBezTo>
                  <a:cubicBezTo>
                    <a:pt x="15" y="26"/>
                    <a:pt x="15" y="25"/>
                    <a:pt x="15" y="25"/>
                  </a:cubicBezTo>
                  <a:cubicBezTo>
                    <a:pt x="15" y="24"/>
                    <a:pt x="16" y="23"/>
                    <a:pt x="16" y="23"/>
                  </a:cubicBezTo>
                  <a:cubicBezTo>
                    <a:pt x="17" y="20"/>
                    <a:pt x="19" y="18"/>
                    <a:pt x="21" y="16"/>
                  </a:cubicBezTo>
                  <a:cubicBezTo>
                    <a:pt x="24" y="15"/>
                    <a:pt x="27" y="14"/>
                    <a:pt x="30" y="14"/>
                  </a:cubicBezTo>
                  <a:cubicBezTo>
                    <a:pt x="31" y="14"/>
                    <a:pt x="32" y="14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55" y="19"/>
                    <a:pt x="67" y="22"/>
                    <a:pt x="79" y="24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4" y="28"/>
                    <a:pt x="95" y="28"/>
                    <a:pt x="96" y="28"/>
                  </a:cubicBezTo>
                  <a:cubicBezTo>
                    <a:pt x="99" y="30"/>
                    <a:pt x="101" y="32"/>
                    <a:pt x="102" y="36"/>
                  </a:cubicBezTo>
                  <a:cubicBezTo>
                    <a:pt x="103" y="39"/>
                    <a:pt x="104" y="41"/>
                    <a:pt x="104" y="42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3"/>
                    <a:pt x="105" y="44"/>
                    <a:pt x="105" y="44"/>
                  </a:cubicBezTo>
                  <a:cubicBezTo>
                    <a:pt x="105" y="44"/>
                    <a:pt x="105" y="44"/>
                    <a:pt x="106" y="44"/>
                  </a:cubicBezTo>
                  <a:cubicBezTo>
                    <a:pt x="107" y="43"/>
                    <a:pt x="108" y="41"/>
                    <a:pt x="108" y="38"/>
                  </a:cubicBezTo>
                  <a:cubicBezTo>
                    <a:pt x="109" y="36"/>
                    <a:pt x="109" y="32"/>
                    <a:pt x="106" y="28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9" y="29"/>
                    <a:pt x="110" y="31"/>
                    <a:pt x="110" y="32"/>
                  </a:cubicBezTo>
                  <a:cubicBezTo>
                    <a:pt x="111" y="34"/>
                    <a:pt x="111" y="35"/>
                    <a:pt x="111" y="36"/>
                  </a:cubicBezTo>
                  <a:cubicBezTo>
                    <a:pt x="112" y="38"/>
                    <a:pt x="112" y="39"/>
                    <a:pt x="112" y="39"/>
                  </a:cubicBezTo>
                  <a:cubicBezTo>
                    <a:pt x="113" y="39"/>
                    <a:pt x="114" y="37"/>
                    <a:pt x="115" y="38"/>
                  </a:cubicBezTo>
                  <a:cubicBezTo>
                    <a:pt x="115" y="35"/>
                    <a:pt x="115" y="33"/>
                    <a:pt x="114" y="30"/>
                  </a:cubicBezTo>
                  <a:cubicBezTo>
                    <a:pt x="113" y="27"/>
                    <a:pt x="111" y="24"/>
                    <a:pt x="109" y="22"/>
                  </a:cubicBezTo>
                  <a:cubicBezTo>
                    <a:pt x="107" y="20"/>
                    <a:pt x="105" y="18"/>
                    <a:pt x="102" y="16"/>
                  </a:cubicBezTo>
                  <a:cubicBezTo>
                    <a:pt x="101" y="16"/>
                    <a:pt x="99" y="15"/>
                    <a:pt x="98" y="14"/>
                  </a:cubicBezTo>
                  <a:cubicBezTo>
                    <a:pt x="97" y="14"/>
                    <a:pt x="97" y="14"/>
                    <a:pt x="96" y="14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9" y="0"/>
                    <a:pt x="27" y="0"/>
                    <a:pt x="25" y="0"/>
                  </a:cubicBezTo>
                  <a:cubicBezTo>
                    <a:pt x="21" y="1"/>
                    <a:pt x="17" y="2"/>
                    <a:pt x="14" y="4"/>
                  </a:cubicBezTo>
                  <a:cubicBezTo>
                    <a:pt x="10" y="6"/>
                    <a:pt x="7" y="9"/>
                    <a:pt x="5" y="13"/>
                  </a:cubicBezTo>
                  <a:cubicBezTo>
                    <a:pt x="4" y="15"/>
                    <a:pt x="3" y="17"/>
                    <a:pt x="2" y="19"/>
                  </a:cubicBezTo>
                  <a:cubicBezTo>
                    <a:pt x="1" y="21"/>
                    <a:pt x="1" y="23"/>
                    <a:pt x="1" y="25"/>
                  </a:cubicBezTo>
                  <a:cubicBezTo>
                    <a:pt x="0" y="29"/>
                    <a:pt x="1" y="33"/>
                    <a:pt x="2" y="37"/>
                  </a:cubicBezTo>
                  <a:cubicBezTo>
                    <a:pt x="3" y="41"/>
                    <a:pt x="4" y="45"/>
                    <a:pt x="7" y="48"/>
                  </a:cubicBezTo>
                  <a:cubicBezTo>
                    <a:pt x="10" y="51"/>
                    <a:pt x="13" y="54"/>
                    <a:pt x="17" y="56"/>
                  </a:cubicBezTo>
                  <a:cubicBezTo>
                    <a:pt x="18" y="56"/>
                    <a:pt x="19" y="57"/>
                    <a:pt x="20" y="57"/>
                  </a:cubicBezTo>
                  <a:cubicBezTo>
                    <a:pt x="21" y="57"/>
                    <a:pt x="21" y="57"/>
                    <a:pt x="22" y="57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37" y="61"/>
                    <a:pt x="37" y="61"/>
                    <a:pt x="37" y="61"/>
                  </a:cubicBezTo>
                  <a:lnTo>
                    <a:pt x="56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1D4F9FDF-B9B3-BCF4-4592-CD82A5143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3713" y="1300163"/>
              <a:ext cx="363538" cy="390525"/>
            </a:xfrm>
            <a:custGeom>
              <a:avLst/>
              <a:gdLst>
                <a:gd name="T0" fmla="*/ 86 w 97"/>
                <a:gd name="T1" fmla="*/ 48 h 104"/>
                <a:gd name="T2" fmla="*/ 56 w 97"/>
                <a:gd name="T3" fmla="*/ 83 h 104"/>
                <a:gd name="T4" fmla="*/ 48 w 97"/>
                <a:gd name="T5" fmla="*/ 93 h 104"/>
                <a:gd name="T6" fmla="*/ 31 w 97"/>
                <a:gd name="T7" fmla="*/ 101 h 104"/>
                <a:gd name="T8" fmla="*/ 43 w 97"/>
                <a:gd name="T9" fmla="*/ 97 h 104"/>
                <a:gd name="T10" fmla="*/ 49 w 97"/>
                <a:gd name="T11" fmla="*/ 92 h 104"/>
                <a:gd name="T12" fmla="*/ 82 w 97"/>
                <a:gd name="T13" fmla="*/ 52 h 104"/>
                <a:gd name="T14" fmla="*/ 86 w 97"/>
                <a:gd name="T15" fmla="*/ 47 h 104"/>
                <a:gd name="T16" fmla="*/ 93 w 97"/>
                <a:gd name="T17" fmla="*/ 20 h 104"/>
                <a:gd name="T18" fmla="*/ 83 w 97"/>
                <a:gd name="T19" fmla="*/ 11 h 104"/>
                <a:gd name="T20" fmla="*/ 87 w 97"/>
                <a:gd name="T21" fmla="*/ 21 h 104"/>
                <a:gd name="T22" fmla="*/ 80 w 97"/>
                <a:gd name="T23" fmla="*/ 42 h 104"/>
                <a:gd name="T24" fmla="*/ 44 w 97"/>
                <a:gd name="T25" fmla="*/ 85 h 104"/>
                <a:gd name="T26" fmla="*/ 40 w 97"/>
                <a:gd name="T27" fmla="*/ 89 h 104"/>
                <a:gd name="T28" fmla="*/ 41 w 97"/>
                <a:gd name="T29" fmla="*/ 88 h 104"/>
                <a:gd name="T30" fmla="*/ 44 w 97"/>
                <a:gd name="T31" fmla="*/ 85 h 104"/>
                <a:gd name="T32" fmla="*/ 80 w 97"/>
                <a:gd name="T33" fmla="*/ 42 h 104"/>
                <a:gd name="T34" fmla="*/ 83 w 97"/>
                <a:gd name="T35" fmla="*/ 30 h 104"/>
                <a:gd name="T36" fmla="*/ 78 w 97"/>
                <a:gd name="T37" fmla="*/ 41 h 104"/>
                <a:gd name="T38" fmla="*/ 47 w 97"/>
                <a:gd name="T39" fmla="*/ 77 h 104"/>
                <a:gd name="T40" fmla="*/ 38 w 97"/>
                <a:gd name="T41" fmla="*/ 87 h 104"/>
                <a:gd name="T42" fmla="*/ 20 w 97"/>
                <a:gd name="T43" fmla="*/ 87 h 104"/>
                <a:gd name="T44" fmla="*/ 19 w 97"/>
                <a:gd name="T45" fmla="*/ 86 h 104"/>
                <a:gd name="T46" fmla="*/ 18 w 97"/>
                <a:gd name="T47" fmla="*/ 85 h 104"/>
                <a:gd name="T48" fmla="*/ 15 w 97"/>
                <a:gd name="T49" fmla="*/ 74 h 104"/>
                <a:gd name="T50" fmla="*/ 20 w 97"/>
                <a:gd name="T51" fmla="*/ 62 h 104"/>
                <a:gd name="T52" fmla="*/ 50 w 97"/>
                <a:gd name="T53" fmla="*/ 24 h 104"/>
                <a:gd name="T54" fmla="*/ 56 w 97"/>
                <a:gd name="T55" fmla="*/ 17 h 104"/>
                <a:gd name="T56" fmla="*/ 60 w 97"/>
                <a:gd name="T57" fmla="*/ 14 h 104"/>
                <a:gd name="T58" fmla="*/ 79 w 97"/>
                <a:gd name="T59" fmla="*/ 16 h 104"/>
                <a:gd name="T60" fmla="*/ 66 w 97"/>
                <a:gd name="T61" fmla="*/ 6 h 104"/>
                <a:gd name="T62" fmla="*/ 79 w 97"/>
                <a:gd name="T63" fmla="*/ 7 h 104"/>
                <a:gd name="T64" fmla="*/ 55 w 97"/>
                <a:gd name="T65" fmla="*/ 1 h 104"/>
                <a:gd name="T66" fmla="*/ 43 w 97"/>
                <a:gd name="T67" fmla="*/ 10 h 104"/>
                <a:gd name="T68" fmla="*/ 10 w 97"/>
                <a:gd name="T69" fmla="*/ 52 h 104"/>
                <a:gd name="T70" fmla="*/ 7 w 97"/>
                <a:gd name="T71" fmla="*/ 56 h 104"/>
                <a:gd name="T72" fmla="*/ 2 w 97"/>
                <a:gd name="T73" fmla="*/ 85 h 104"/>
                <a:gd name="T74" fmla="*/ 11 w 97"/>
                <a:gd name="T75" fmla="*/ 98 h 104"/>
                <a:gd name="T76" fmla="*/ 31 w 97"/>
                <a:gd name="T77" fmla="*/ 103 h 104"/>
                <a:gd name="T78" fmla="*/ 50 w 97"/>
                <a:gd name="T79" fmla="*/ 95 h 104"/>
                <a:gd name="T80" fmla="*/ 58 w 97"/>
                <a:gd name="T81" fmla="*/ 84 h 104"/>
                <a:gd name="T82" fmla="*/ 51 w 97"/>
                <a:gd name="T83" fmla="*/ 93 h 104"/>
                <a:gd name="T84" fmla="*/ 49 w 97"/>
                <a:gd name="T85" fmla="*/ 96 h 104"/>
                <a:gd name="T86" fmla="*/ 16 w 97"/>
                <a:gd name="T87" fmla="*/ 100 h 104"/>
                <a:gd name="T88" fmla="*/ 10 w 97"/>
                <a:gd name="T89" fmla="*/ 97 h 104"/>
                <a:gd name="T90" fmla="*/ 4 w 97"/>
                <a:gd name="T91" fmla="*/ 89 h 104"/>
                <a:gd name="T92" fmla="*/ 6 w 97"/>
                <a:gd name="T93" fmla="*/ 59 h 104"/>
                <a:gd name="T94" fmla="*/ 7 w 97"/>
                <a:gd name="T95" fmla="*/ 92 h 104"/>
                <a:gd name="T96" fmla="*/ 10 w 97"/>
                <a:gd name="T97" fmla="*/ 95 h 104"/>
                <a:gd name="T98" fmla="*/ 13 w 97"/>
                <a:gd name="T99" fmla="*/ 97 h 104"/>
                <a:gd name="T100" fmla="*/ 46 w 97"/>
                <a:gd name="T101" fmla="*/ 97 h 104"/>
                <a:gd name="T102" fmla="*/ 55 w 97"/>
                <a:gd name="T103" fmla="*/ 87 h 104"/>
                <a:gd name="T104" fmla="*/ 83 w 97"/>
                <a:gd name="T105" fmla="*/ 55 h 104"/>
                <a:gd name="T106" fmla="*/ 88 w 97"/>
                <a:gd name="T107" fmla="*/ 48 h 104"/>
                <a:gd name="T108" fmla="*/ 94 w 97"/>
                <a:gd name="T109" fmla="*/ 2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7" h="104">
                  <a:moveTo>
                    <a:pt x="92" y="37"/>
                  </a:moveTo>
                  <a:cubicBezTo>
                    <a:pt x="91" y="40"/>
                    <a:pt x="90" y="42"/>
                    <a:pt x="89" y="44"/>
                  </a:cubicBezTo>
                  <a:cubicBezTo>
                    <a:pt x="88" y="45"/>
                    <a:pt x="87" y="47"/>
                    <a:pt x="86" y="48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78" y="57"/>
                    <a:pt x="72" y="65"/>
                    <a:pt x="65" y="72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3"/>
                    <a:pt x="48" y="93"/>
                    <a:pt x="48" y="93"/>
                  </a:cubicBezTo>
                  <a:cubicBezTo>
                    <a:pt x="48" y="93"/>
                    <a:pt x="47" y="94"/>
                    <a:pt x="47" y="94"/>
                  </a:cubicBezTo>
                  <a:cubicBezTo>
                    <a:pt x="45" y="96"/>
                    <a:pt x="42" y="98"/>
                    <a:pt x="39" y="99"/>
                  </a:cubicBezTo>
                  <a:cubicBezTo>
                    <a:pt x="37" y="100"/>
                    <a:pt x="34" y="101"/>
                    <a:pt x="31" y="101"/>
                  </a:cubicBezTo>
                  <a:cubicBezTo>
                    <a:pt x="26" y="101"/>
                    <a:pt x="20" y="99"/>
                    <a:pt x="16" y="97"/>
                  </a:cubicBezTo>
                  <a:cubicBezTo>
                    <a:pt x="20" y="99"/>
                    <a:pt x="24" y="100"/>
                    <a:pt x="29" y="100"/>
                  </a:cubicBezTo>
                  <a:cubicBezTo>
                    <a:pt x="34" y="101"/>
                    <a:pt x="39" y="100"/>
                    <a:pt x="43" y="97"/>
                  </a:cubicBezTo>
                  <a:cubicBezTo>
                    <a:pt x="44" y="96"/>
                    <a:pt x="45" y="95"/>
                    <a:pt x="46" y="94"/>
                  </a:cubicBezTo>
                  <a:cubicBezTo>
                    <a:pt x="47" y="94"/>
                    <a:pt x="47" y="93"/>
                    <a:pt x="48" y="93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5" y="84"/>
                    <a:pt x="58" y="80"/>
                    <a:pt x="61" y="77"/>
                  </a:cubicBezTo>
                  <a:cubicBezTo>
                    <a:pt x="68" y="69"/>
                    <a:pt x="75" y="61"/>
                    <a:pt x="82" y="52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8" y="44"/>
                    <a:pt x="90" y="41"/>
                    <a:pt x="91" y="38"/>
                  </a:cubicBezTo>
                  <a:cubicBezTo>
                    <a:pt x="93" y="33"/>
                    <a:pt x="94" y="27"/>
                    <a:pt x="93" y="20"/>
                  </a:cubicBezTo>
                  <a:cubicBezTo>
                    <a:pt x="93" y="19"/>
                    <a:pt x="92" y="18"/>
                    <a:pt x="92" y="16"/>
                  </a:cubicBezTo>
                  <a:cubicBezTo>
                    <a:pt x="91" y="15"/>
                    <a:pt x="89" y="13"/>
                    <a:pt x="88" y="12"/>
                  </a:cubicBezTo>
                  <a:cubicBezTo>
                    <a:pt x="86" y="11"/>
                    <a:pt x="84" y="10"/>
                    <a:pt x="83" y="11"/>
                  </a:cubicBezTo>
                  <a:cubicBezTo>
                    <a:pt x="83" y="11"/>
                    <a:pt x="83" y="12"/>
                    <a:pt x="83" y="13"/>
                  </a:cubicBezTo>
                  <a:cubicBezTo>
                    <a:pt x="84" y="14"/>
                    <a:pt x="84" y="15"/>
                    <a:pt x="85" y="18"/>
                  </a:cubicBezTo>
                  <a:cubicBezTo>
                    <a:pt x="86" y="18"/>
                    <a:pt x="87" y="20"/>
                    <a:pt x="87" y="21"/>
                  </a:cubicBezTo>
                  <a:cubicBezTo>
                    <a:pt x="87" y="23"/>
                    <a:pt x="87" y="24"/>
                    <a:pt x="87" y="24"/>
                  </a:cubicBezTo>
                  <a:cubicBezTo>
                    <a:pt x="87" y="25"/>
                    <a:pt x="86" y="24"/>
                    <a:pt x="86" y="24"/>
                  </a:cubicBezTo>
                  <a:cubicBezTo>
                    <a:pt x="86" y="30"/>
                    <a:pt x="84" y="37"/>
                    <a:pt x="80" y="42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0" y="66"/>
                    <a:pt x="54" y="73"/>
                    <a:pt x="48" y="80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89"/>
                    <a:pt x="40" y="89"/>
                    <a:pt x="40" y="89"/>
                  </a:cubicBezTo>
                  <a:cubicBezTo>
                    <a:pt x="37" y="91"/>
                    <a:pt x="34" y="92"/>
                    <a:pt x="30" y="92"/>
                  </a:cubicBezTo>
                  <a:cubicBezTo>
                    <a:pt x="34" y="92"/>
                    <a:pt x="37" y="91"/>
                    <a:pt x="40" y="89"/>
                  </a:cubicBezTo>
                  <a:cubicBezTo>
                    <a:pt x="40" y="89"/>
                    <a:pt x="41" y="88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84" y="37"/>
                    <a:pt x="86" y="30"/>
                    <a:pt x="85" y="23"/>
                  </a:cubicBezTo>
                  <a:cubicBezTo>
                    <a:pt x="84" y="23"/>
                    <a:pt x="84" y="24"/>
                    <a:pt x="83" y="26"/>
                  </a:cubicBezTo>
                  <a:cubicBezTo>
                    <a:pt x="83" y="27"/>
                    <a:pt x="83" y="28"/>
                    <a:pt x="83" y="30"/>
                  </a:cubicBezTo>
                  <a:cubicBezTo>
                    <a:pt x="82" y="32"/>
                    <a:pt x="82" y="34"/>
                    <a:pt x="81" y="36"/>
                  </a:cubicBezTo>
                  <a:cubicBezTo>
                    <a:pt x="80" y="37"/>
                    <a:pt x="80" y="38"/>
                    <a:pt x="79" y="39"/>
                  </a:cubicBezTo>
                  <a:cubicBezTo>
                    <a:pt x="79" y="40"/>
                    <a:pt x="79" y="40"/>
                    <a:pt x="78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5" y="44"/>
                    <a:pt x="73" y="46"/>
                    <a:pt x="72" y="48"/>
                  </a:cubicBezTo>
                  <a:cubicBezTo>
                    <a:pt x="64" y="57"/>
                    <a:pt x="55" y="67"/>
                    <a:pt x="47" y="77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86"/>
                    <a:pt x="40" y="86"/>
                    <a:pt x="39" y="87"/>
                  </a:cubicBezTo>
                  <a:cubicBezTo>
                    <a:pt x="39" y="87"/>
                    <a:pt x="39" y="87"/>
                    <a:pt x="38" y="87"/>
                  </a:cubicBezTo>
                  <a:cubicBezTo>
                    <a:pt x="38" y="88"/>
                    <a:pt x="37" y="88"/>
                    <a:pt x="36" y="89"/>
                  </a:cubicBezTo>
                  <a:cubicBezTo>
                    <a:pt x="32" y="90"/>
                    <a:pt x="27" y="90"/>
                    <a:pt x="22" y="88"/>
                  </a:cubicBezTo>
                  <a:cubicBezTo>
                    <a:pt x="22" y="88"/>
                    <a:pt x="21" y="87"/>
                    <a:pt x="20" y="87"/>
                  </a:cubicBezTo>
                  <a:cubicBezTo>
                    <a:pt x="20" y="87"/>
                    <a:pt x="20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8" y="85"/>
                    <a:pt x="18" y="84"/>
                    <a:pt x="18" y="84"/>
                  </a:cubicBezTo>
                  <a:cubicBezTo>
                    <a:pt x="17" y="84"/>
                    <a:pt x="17" y="83"/>
                    <a:pt x="16" y="82"/>
                  </a:cubicBezTo>
                  <a:cubicBezTo>
                    <a:pt x="15" y="80"/>
                    <a:pt x="14" y="77"/>
                    <a:pt x="15" y="74"/>
                  </a:cubicBezTo>
                  <a:cubicBezTo>
                    <a:pt x="15" y="70"/>
                    <a:pt x="16" y="67"/>
                    <a:pt x="18" y="65"/>
                  </a:cubicBezTo>
                  <a:cubicBezTo>
                    <a:pt x="18" y="64"/>
                    <a:pt x="19" y="64"/>
                    <a:pt x="19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34" y="44"/>
                    <a:pt x="42" y="34"/>
                    <a:pt x="50" y="24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6"/>
                    <a:pt x="56" y="16"/>
                    <a:pt x="57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8" y="15"/>
                    <a:pt x="59" y="14"/>
                    <a:pt x="60" y="14"/>
                  </a:cubicBezTo>
                  <a:cubicBezTo>
                    <a:pt x="63" y="13"/>
                    <a:pt x="67" y="13"/>
                    <a:pt x="71" y="14"/>
                  </a:cubicBezTo>
                  <a:cubicBezTo>
                    <a:pt x="74" y="15"/>
                    <a:pt x="76" y="16"/>
                    <a:pt x="78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5"/>
                  </a:cubicBezTo>
                  <a:cubicBezTo>
                    <a:pt x="80" y="14"/>
                    <a:pt x="79" y="12"/>
                    <a:pt x="77" y="10"/>
                  </a:cubicBezTo>
                  <a:cubicBezTo>
                    <a:pt x="74" y="8"/>
                    <a:pt x="71" y="6"/>
                    <a:pt x="66" y="6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5"/>
                    <a:pt x="74" y="6"/>
                    <a:pt x="76" y="7"/>
                  </a:cubicBezTo>
                  <a:cubicBezTo>
                    <a:pt x="78" y="7"/>
                    <a:pt x="78" y="7"/>
                    <a:pt x="79" y="7"/>
                  </a:cubicBezTo>
                  <a:cubicBezTo>
                    <a:pt x="79" y="6"/>
                    <a:pt x="78" y="4"/>
                    <a:pt x="80" y="4"/>
                  </a:cubicBezTo>
                  <a:cubicBezTo>
                    <a:pt x="75" y="2"/>
                    <a:pt x="70" y="0"/>
                    <a:pt x="64" y="0"/>
                  </a:cubicBezTo>
                  <a:cubicBezTo>
                    <a:pt x="61" y="0"/>
                    <a:pt x="58" y="0"/>
                    <a:pt x="55" y="1"/>
                  </a:cubicBezTo>
                  <a:cubicBezTo>
                    <a:pt x="52" y="2"/>
                    <a:pt x="49" y="4"/>
                    <a:pt x="47" y="6"/>
                  </a:cubicBezTo>
                  <a:cubicBezTo>
                    <a:pt x="46" y="6"/>
                    <a:pt x="46" y="7"/>
                    <a:pt x="45" y="8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6" y="57"/>
                    <a:pt x="5" y="59"/>
                    <a:pt x="4" y="61"/>
                  </a:cubicBezTo>
                  <a:cubicBezTo>
                    <a:pt x="2" y="64"/>
                    <a:pt x="1" y="68"/>
                    <a:pt x="0" y="73"/>
                  </a:cubicBezTo>
                  <a:cubicBezTo>
                    <a:pt x="0" y="77"/>
                    <a:pt x="0" y="81"/>
                    <a:pt x="2" y="85"/>
                  </a:cubicBezTo>
                  <a:cubicBezTo>
                    <a:pt x="3" y="89"/>
                    <a:pt x="6" y="92"/>
                    <a:pt x="8" y="95"/>
                  </a:cubicBezTo>
                  <a:cubicBezTo>
                    <a:pt x="9" y="96"/>
                    <a:pt x="9" y="96"/>
                    <a:pt x="10" y="97"/>
                  </a:cubicBezTo>
                  <a:cubicBezTo>
                    <a:pt x="11" y="97"/>
                    <a:pt x="11" y="98"/>
                    <a:pt x="11" y="98"/>
                  </a:cubicBezTo>
                  <a:cubicBezTo>
                    <a:pt x="12" y="98"/>
                    <a:pt x="13" y="99"/>
                    <a:pt x="14" y="99"/>
                  </a:cubicBezTo>
                  <a:cubicBezTo>
                    <a:pt x="16" y="100"/>
                    <a:pt x="18" y="101"/>
                    <a:pt x="20" y="102"/>
                  </a:cubicBezTo>
                  <a:cubicBezTo>
                    <a:pt x="23" y="103"/>
                    <a:pt x="27" y="104"/>
                    <a:pt x="31" y="103"/>
                  </a:cubicBezTo>
                  <a:cubicBezTo>
                    <a:pt x="35" y="103"/>
                    <a:pt x="40" y="102"/>
                    <a:pt x="44" y="100"/>
                  </a:cubicBezTo>
                  <a:cubicBezTo>
                    <a:pt x="46" y="99"/>
                    <a:pt x="47" y="98"/>
                    <a:pt x="49" y="96"/>
                  </a:cubicBezTo>
                  <a:cubicBezTo>
                    <a:pt x="49" y="95"/>
                    <a:pt x="50" y="95"/>
                    <a:pt x="50" y="95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52" y="92"/>
                    <a:pt x="52" y="92"/>
                    <a:pt x="52" y="92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9" y="95"/>
                    <a:pt x="49" y="96"/>
                  </a:cubicBezTo>
                  <a:cubicBezTo>
                    <a:pt x="48" y="97"/>
                    <a:pt x="47" y="98"/>
                    <a:pt x="45" y="99"/>
                  </a:cubicBezTo>
                  <a:cubicBezTo>
                    <a:pt x="41" y="102"/>
                    <a:pt x="35" y="103"/>
                    <a:pt x="30" y="103"/>
                  </a:cubicBezTo>
                  <a:cubicBezTo>
                    <a:pt x="25" y="103"/>
                    <a:pt x="20" y="102"/>
                    <a:pt x="16" y="100"/>
                  </a:cubicBezTo>
                  <a:cubicBezTo>
                    <a:pt x="15" y="99"/>
                    <a:pt x="14" y="99"/>
                    <a:pt x="12" y="98"/>
                  </a:cubicBezTo>
                  <a:cubicBezTo>
                    <a:pt x="12" y="98"/>
                    <a:pt x="11" y="97"/>
                    <a:pt x="11" y="97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9" y="96"/>
                    <a:pt x="9" y="95"/>
                  </a:cubicBezTo>
                  <a:cubicBezTo>
                    <a:pt x="7" y="93"/>
                    <a:pt x="6" y="91"/>
                    <a:pt x="4" y="89"/>
                  </a:cubicBezTo>
                  <a:cubicBezTo>
                    <a:pt x="2" y="84"/>
                    <a:pt x="1" y="79"/>
                    <a:pt x="1" y="74"/>
                  </a:cubicBezTo>
                  <a:cubicBezTo>
                    <a:pt x="1" y="69"/>
                    <a:pt x="3" y="64"/>
                    <a:pt x="5" y="59"/>
                  </a:cubicBezTo>
                  <a:cubicBezTo>
                    <a:pt x="5" y="59"/>
                    <a:pt x="5" y="60"/>
                    <a:pt x="6" y="59"/>
                  </a:cubicBezTo>
                  <a:cubicBezTo>
                    <a:pt x="3" y="64"/>
                    <a:pt x="2" y="69"/>
                    <a:pt x="2" y="74"/>
                  </a:cubicBezTo>
                  <a:cubicBezTo>
                    <a:pt x="2" y="79"/>
                    <a:pt x="3" y="84"/>
                    <a:pt x="5" y="89"/>
                  </a:cubicBezTo>
                  <a:cubicBezTo>
                    <a:pt x="6" y="90"/>
                    <a:pt x="7" y="91"/>
                    <a:pt x="7" y="92"/>
                  </a:cubicBezTo>
                  <a:cubicBezTo>
                    <a:pt x="8" y="92"/>
                    <a:pt x="8" y="93"/>
                    <a:pt x="9" y="93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9" y="94"/>
                    <a:pt x="10" y="94"/>
                    <a:pt x="10" y="95"/>
                  </a:cubicBezTo>
                  <a:cubicBezTo>
                    <a:pt x="10" y="95"/>
                    <a:pt x="11" y="95"/>
                    <a:pt x="11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97"/>
                    <a:pt x="13" y="97"/>
                    <a:pt x="13" y="97"/>
                  </a:cubicBezTo>
                  <a:cubicBezTo>
                    <a:pt x="14" y="98"/>
                    <a:pt x="16" y="99"/>
                    <a:pt x="17" y="99"/>
                  </a:cubicBezTo>
                  <a:cubicBezTo>
                    <a:pt x="21" y="101"/>
                    <a:pt x="26" y="102"/>
                    <a:pt x="31" y="102"/>
                  </a:cubicBezTo>
                  <a:cubicBezTo>
                    <a:pt x="36" y="102"/>
                    <a:pt x="41" y="101"/>
                    <a:pt x="46" y="97"/>
                  </a:cubicBezTo>
                  <a:cubicBezTo>
                    <a:pt x="47" y="96"/>
                    <a:pt x="48" y="96"/>
                    <a:pt x="49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1"/>
                    <a:pt x="66" y="74"/>
                    <a:pt x="71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9" y="48"/>
                    <a:pt x="89" y="48"/>
                    <a:pt x="89" y="47"/>
                  </a:cubicBezTo>
                  <a:cubicBezTo>
                    <a:pt x="92" y="44"/>
                    <a:pt x="93" y="41"/>
                    <a:pt x="95" y="37"/>
                  </a:cubicBezTo>
                  <a:cubicBezTo>
                    <a:pt x="97" y="31"/>
                    <a:pt x="96" y="25"/>
                    <a:pt x="94" y="20"/>
                  </a:cubicBezTo>
                  <a:cubicBezTo>
                    <a:pt x="95" y="26"/>
                    <a:pt x="94" y="32"/>
                    <a:pt x="92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2C386B11-3D16-3720-7CC5-09307028B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251" y="1671638"/>
              <a:ext cx="4763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A5331A34-8A7A-AF2A-E69E-30B7FA4A0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963" y="1660526"/>
              <a:ext cx="3175" cy="3175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48E136BA-D6FA-FD63-9F2C-9A6969425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0013" y="1674813"/>
              <a:ext cx="11113" cy="4763"/>
            </a:xfrm>
            <a:custGeom>
              <a:avLst/>
              <a:gdLst>
                <a:gd name="T0" fmla="*/ 0 w 3"/>
                <a:gd name="T1" fmla="*/ 0 h 1"/>
                <a:gd name="T2" fmla="*/ 3 w 3"/>
                <a:gd name="T3" fmla="*/ 1 h 1"/>
                <a:gd name="T4" fmla="*/ 0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FB6A6A35-3814-2088-A733-308F69F8F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63701"/>
              <a:ext cx="7938" cy="4763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6ED7D092-5D18-37AD-9B12-8ADD3E790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076" y="1668463"/>
              <a:ext cx="3175" cy="3175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0228A30B-3E2C-7D1A-9AA7-A5DB05B03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926" y="1292226"/>
              <a:ext cx="360363" cy="398463"/>
            </a:xfrm>
            <a:custGeom>
              <a:avLst/>
              <a:gdLst>
                <a:gd name="T0" fmla="*/ 38 w 96"/>
                <a:gd name="T1" fmla="*/ 88 h 106"/>
                <a:gd name="T2" fmla="*/ 46 w 96"/>
                <a:gd name="T3" fmla="*/ 98 h 106"/>
                <a:gd name="T4" fmla="*/ 42 w 96"/>
                <a:gd name="T5" fmla="*/ 93 h 106"/>
                <a:gd name="T6" fmla="*/ 12 w 96"/>
                <a:gd name="T7" fmla="*/ 55 h 106"/>
                <a:gd name="T8" fmla="*/ 0 w 96"/>
                <a:gd name="T9" fmla="*/ 29 h 106"/>
                <a:gd name="T10" fmla="*/ 6 w 96"/>
                <a:gd name="T11" fmla="*/ 14 h 106"/>
                <a:gd name="T12" fmla="*/ 5 w 96"/>
                <a:gd name="T13" fmla="*/ 43 h 106"/>
                <a:gd name="T14" fmla="*/ 20 w 96"/>
                <a:gd name="T15" fmla="*/ 64 h 106"/>
                <a:gd name="T16" fmla="*/ 45 w 96"/>
                <a:gd name="T17" fmla="*/ 96 h 106"/>
                <a:gd name="T18" fmla="*/ 48 w 96"/>
                <a:gd name="T19" fmla="*/ 99 h 106"/>
                <a:gd name="T20" fmla="*/ 67 w 96"/>
                <a:gd name="T21" fmla="*/ 106 h 106"/>
                <a:gd name="T22" fmla="*/ 86 w 96"/>
                <a:gd name="T23" fmla="*/ 98 h 106"/>
                <a:gd name="T24" fmla="*/ 95 w 96"/>
                <a:gd name="T25" fmla="*/ 86 h 106"/>
                <a:gd name="T26" fmla="*/ 92 w 96"/>
                <a:gd name="T27" fmla="*/ 86 h 106"/>
                <a:gd name="T28" fmla="*/ 81 w 96"/>
                <a:gd name="T29" fmla="*/ 99 h 106"/>
                <a:gd name="T30" fmla="*/ 49 w 96"/>
                <a:gd name="T31" fmla="*/ 97 h 106"/>
                <a:gd name="T32" fmla="*/ 40 w 96"/>
                <a:gd name="T33" fmla="*/ 86 h 106"/>
                <a:gd name="T34" fmla="*/ 44 w 96"/>
                <a:gd name="T35" fmla="*/ 91 h 106"/>
                <a:gd name="T36" fmla="*/ 50 w 96"/>
                <a:gd name="T37" fmla="*/ 98 h 106"/>
                <a:gd name="T38" fmla="*/ 78 w 96"/>
                <a:gd name="T39" fmla="*/ 101 h 106"/>
                <a:gd name="T40" fmla="*/ 92 w 96"/>
                <a:gd name="T41" fmla="*/ 69 h 106"/>
                <a:gd name="T42" fmla="*/ 83 w 96"/>
                <a:gd name="T43" fmla="*/ 59 h 106"/>
                <a:gd name="T44" fmla="*/ 86 w 96"/>
                <a:gd name="T45" fmla="*/ 70 h 106"/>
                <a:gd name="T46" fmla="*/ 85 w 96"/>
                <a:gd name="T47" fmla="*/ 82 h 106"/>
                <a:gd name="T48" fmla="*/ 57 w 96"/>
                <a:gd name="T49" fmla="*/ 93 h 106"/>
                <a:gd name="T50" fmla="*/ 53 w 96"/>
                <a:gd name="T51" fmla="*/ 90 h 106"/>
                <a:gd name="T52" fmla="*/ 28 w 96"/>
                <a:gd name="T53" fmla="*/ 57 h 106"/>
                <a:gd name="T54" fmla="*/ 54 w 96"/>
                <a:gd name="T55" fmla="*/ 91 h 106"/>
                <a:gd name="T56" fmla="*/ 62 w 96"/>
                <a:gd name="T57" fmla="*/ 95 h 106"/>
                <a:gd name="T58" fmla="*/ 84 w 96"/>
                <a:gd name="T59" fmla="*/ 72 h 106"/>
                <a:gd name="T60" fmla="*/ 79 w 96"/>
                <a:gd name="T61" fmla="*/ 87 h 106"/>
                <a:gd name="T62" fmla="*/ 72 w 96"/>
                <a:gd name="T63" fmla="*/ 92 h 106"/>
                <a:gd name="T64" fmla="*/ 56 w 96"/>
                <a:gd name="T65" fmla="*/ 89 h 106"/>
                <a:gd name="T66" fmla="*/ 23 w 96"/>
                <a:gd name="T67" fmla="*/ 47 h 106"/>
                <a:gd name="T68" fmla="*/ 18 w 96"/>
                <a:gd name="T69" fmla="*/ 40 h 106"/>
                <a:gd name="T70" fmla="*/ 17 w 96"/>
                <a:gd name="T71" fmla="*/ 21 h 106"/>
                <a:gd name="T72" fmla="*/ 21 w 96"/>
                <a:gd name="T73" fmla="*/ 18 h 106"/>
                <a:gd name="T74" fmla="*/ 37 w 96"/>
                <a:gd name="T75" fmla="*/ 17 h 106"/>
                <a:gd name="T76" fmla="*/ 39 w 96"/>
                <a:gd name="T77" fmla="*/ 19 h 106"/>
                <a:gd name="T78" fmla="*/ 70 w 96"/>
                <a:gd name="T79" fmla="*/ 57 h 106"/>
                <a:gd name="T80" fmla="*/ 83 w 96"/>
                <a:gd name="T81" fmla="*/ 53 h 106"/>
                <a:gd name="T82" fmla="*/ 55 w 96"/>
                <a:gd name="T83" fmla="*/ 16 h 106"/>
                <a:gd name="T84" fmla="*/ 48 w 96"/>
                <a:gd name="T85" fmla="*/ 7 h 106"/>
                <a:gd name="T86" fmla="*/ 12 w 96"/>
                <a:gd name="T87" fmla="*/ 6 h 106"/>
                <a:gd name="T88" fmla="*/ 7 w 96"/>
                <a:gd name="T89" fmla="*/ 10 h 106"/>
                <a:gd name="T90" fmla="*/ 2 w 96"/>
                <a:gd name="T91" fmla="*/ 4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106">
                  <a:moveTo>
                    <a:pt x="14" y="58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5" y="97"/>
                    <a:pt x="45" y="97"/>
                    <a:pt x="45" y="97"/>
                  </a:cubicBezTo>
                  <a:cubicBezTo>
                    <a:pt x="46" y="97"/>
                    <a:pt x="46" y="98"/>
                    <a:pt x="46" y="98"/>
                  </a:cubicBezTo>
                  <a:cubicBezTo>
                    <a:pt x="46" y="98"/>
                    <a:pt x="45" y="97"/>
                    <a:pt x="45" y="97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2" y="93"/>
                    <a:pt x="42" y="93"/>
                    <a:pt x="42" y="9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6" y="48"/>
                    <a:pt x="5" y="46"/>
                    <a:pt x="4" y="44"/>
                  </a:cubicBezTo>
                  <a:cubicBezTo>
                    <a:pt x="2" y="39"/>
                    <a:pt x="0" y="34"/>
                    <a:pt x="0" y="29"/>
                  </a:cubicBezTo>
                  <a:cubicBezTo>
                    <a:pt x="0" y="27"/>
                    <a:pt x="0" y="24"/>
                    <a:pt x="1" y="21"/>
                  </a:cubicBezTo>
                  <a:cubicBezTo>
                    <a:pt x="2" y="18"/>
                    <a:pt x="3" y="16"/>
                    <a:pt x="5" y="13"/>
                  </a:cubicBezTo>
                  <a:cubicBezTo>
                    <a:pt x="5" y="14"/>
                    <a:pt x="4" y="15"/>
                    <a:pt x="6" y="14"/>
                  </a:cubicBezTo>
                  <a:cubicBezTo>
                    <a:pt x="4" y="16"/>
                    <a:pt x="3" y="18"/>
                    <a:pt x="2" y="21"/>
                  </a:cubicBezTo>
                  <a:cubicBezTo>
                    <a:pt x="1" y="24"/>
                    <a:pt x="1" y="27"/>
                    <a:pt x="1" y="29"/>
                  </a:cubicBezTo>
                  <a:cubicBezTo>
                    <a:pt x="1" y="34"/>
                    <a:pt x="3" y="39"/>
                    <a:pt x="5" y="43"/>
                  </a:cubicBezTo>
                  <a:cubicBezTo>
                    <a:pt x="6" y="46"/>
                    <a:pt x="7" y="48"/>
                    <a:pt x="9" y="5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5" y="71"/>
                    <a:pt x="30" y="77"/>
                    <a:pt x="36" y="84"/>
                  </a:cubicBezTo>
                  <a:cubicBezTo>
                    <a:pt x="38" y="87"/>
                    <a:pt x="41" y="90"/>
                    <a:pt x="43" y="93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6" y="97"/>
                    <a:pt x="47" y="97"/>
                    <a:pt x="47" y="97"/>
                  </a:cubicBezTo>
                  <a:cubicBezTo>
                    <a:pt x="47" y="98"/>
                    <a:pt x="48" y="98"/>
                    <a:pt x="48" y="99"/>
                  </a:cubicBezTo>
                  <a:cubicBezTo>
                    <a:pt x="51" y="101"/>
                    <a:pt x="53" y="102"/>
                    <a:pt x="56" y="103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9" y="106"/>
                    <a:pt x="63" y="106"/>
                    <a:pt x="67" y="106"/>
                  </a:cubicBezTo>
                  <a:cubicBezTo>
                    <a:pt x="71" y="106"/>
                    <a:pt x="75" y="105"/>
                    <a:pt x="78" y="103"/>
                  </a:cubicBezTo>
                  <a:cubicBezTo>
                    <a:pt x="80" y="102"/>
                    <a:pt x="82" y="101"/>
                    <a:pt x="84" y="100"/>
                  </a:cubicBezTo>
                  <a:cubicBezTo>
                    <a:pt x="84" y="100"/>
                    <a:pt x="85" y="99"/>
                    <a:pt x="86" y="98"/>
                  </a:cubicBezTo>
                  <a:cubicBezTo>
                    <a:pt x="86" y="98"/>
                    <a:pt x="87" y="98"/>
                    <a:pt x="87" y="97"/>
                  </a:cubicBezTo>
                  <a:cubicBezTo>
                    <a:pt x="88" y="97"/>
                    <a:pt x="88" y="97"/>
                    <a:pt x="88" y="96"/>
                  </a:cubicBezTo>
                  <a:cubicBezTo>
                    <a:pt x="91" y="93"/>
                    <a:pt x="93" y="90"/>
                    <a:pt x="95" y="86"/>
                  </a:cubicBezTo>
                  <a:cubicBezTo>
                    <a:pt x="96" y="82"/>
                    <a:pt x="96" y="79"/>
                    <a:pt x="95" y="76"/>
                  </a:cubicBezTo>
                  <a:cubicBezTo>
                    <a:pt x="95" y="73"/>
                    <a:pt x="94" y="71"/>
                    <a:pt x="93" y="69"/>
                  </a:cubicBezTo>
                  <a:cubicBezTo>
                    <a:pt x="95" y="74"/>
                    <a:pt x="95" y="80"/>
                    <a:pt x="92" y="86"/>
                  </a:cubicBezTo>
                  <a:cubicBezTo>
                    <a:pt x="91" y="89"/>
                    <a:pt x="90" y="91"/>
                    <a:pt x="88" y="93"/>
                  </a:cubicBezTo>
                  <a:cubicBezTo>
                    <a:pt x="87" y="94"/>
                    <a:pt x="86" y="95"/>
                    <a:pt x="85" y="96"/>
                  </a:cubicBezTo>
                  <a:cubicBezTo>
                    <a:pt x="84" y="97"/>
                    <a:pt x="83" y="98"/>
                    <a:pt x="81" y="99"/>
                  </a:cubicBezTo>
                  <a:cubicBezTo>
                    <a:pt x="76" y="102"/>
                    <a:pt x="71" y="103"/>
                    <a:pt x="65" y="103"/>
                  </a:cubicBezTo>
                  <a:cubicBezTo>
                    <a:pt x="62" y="103"/>
                    <a:pt x="60" y="103"/>
                    <a:pt x="57" y="102"/>
                  </a:cubicBezTo>
                  <a:cubicBezTo>
                    <a:pt x="54" y="101"/>
                    <a:pt x="51" y="100"/>
                    <a:pt x="49" y="97"/>
                  </a:cubicBezTo>
                  <a:cubicBezTo>
                    <a:pt x="48" y="96"/>
                    <a:pt x="47" y="95"/>
                    <a:pt x="46" y="94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0" y="86"/>
                    <a:pt x="40" y="86"/>
                    <a:pt x="40" y="86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23" y="64"/>
                    <a:pt x="35" y="78"/>
                    <a:pt x="44" y="91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47" y="95"/>
                    <a:pt x="48" y="96"/>
                    <a:pt x="48" y="96"/>
                  </a:cubicBezTo>
                  <a:cubicBezTo>
                    <a:pt x="49" y="97"/>
                    <a:pt x="49" y="98"/>
                    <a:pt x="50" y="98"/>
                  </a:cubicBezTo>
                  <a:cubicBezTo>
                    <a:pt x="53" y="100"/>
                    <a:pt x="56" y="102"/>
                    <a:pt x="59" y="103"/>
                  </a:cubicBezTo>
                  <a:cubicBezTo>
                    <a:pt x="63" y="103"/>
                    <a:pt x="66" y="103"/>
                    <a:pt x="69" y="103"/>
                  </a:cubicBezTo>
                  <a:cubicBezTo>
                    <a:pt x="72" y="103"/>
                    <a:pt x="75" y="102"/>
                    <a:pt x="78" y="101"/>
                  </a:cubicBezTo>
                  <a:cubicBezTo>
                    <a:pt x="81" y="99"/>
                    <a:pt x="83" y="97"/>
                    <a:pt x="86" y="95"/>
                  </a:cubicBezTo>
                  <a:cubicBezTo>
                    <a:pt x="88" y="93"/>
                    <a:pt x="90" y="90"/>
                    <a:pt x="91" y="87"/>
                  </a:cubicBezTo>
                  <a:cubicBezTo>
                    <a:pt x="94" y="81"/>
                    <a:pt x="94" y="75"/>
                    <a:pt x="92" y="69"/>
                  </a:cubicBezTo>
                  <a:cubicBezTo>
                    <a:pt x="92" y="68"/>
                    <a:pt x="91" y="66"/>
                    <a:pt x="91" y="65"/>
                  </a:cubicBezTo>
                  <a:cubicBezTo>
                    <a:pt x="90" y="64"/>
                    <a:pt x="89" y="62"/>
                    <a:pt x="88" y="61"/>
                  </a:cubicBezTo>
                  <a:cubicBezTo>
                    <a:pt x="86" y="60"/>
                    <a:pt x="84" y="59"/>
                    <a:pt x="83" y="59"/>
                  </a:cubicBezTo>
                  <a:cubicBezTo>
                    <a:pt x="83" y="60"/>
                    <a:pt x="83" y="60"/>
                    <a:pt x="83" y="61"/>
                  </a:cubicBezTo>
                  <a:cubicBezTo>
                    <a:pt x="83" y="62"/>
                    <a:pt x="84" y="64"/>
                    <a:pt x="84" y="66"/>
                  </a:cubicBezTo>
                  <a:cubicBezTo>
                    <a:pt x="85" y="67"/>
                    <a:pt x="86" y="69"/>
                    <a:pt x="86" y="70"/>
                  </a:cubicBezTo>
                  <a:cubicBezTo>
                    <a:pt x="87" y="71"/>
                    <a:pt x="87" y="72"/>
                    <a:pt x="87" y="72"/>
                  </a:cubicBezTo>
                  <a:cubicBezTo>
                    <a:pt x="86" y="73"/>
                    <a:pt x="86" y="73"/>
                    <a:pt x="85" y="73"/>
                  </a:cubicBezTo>
                  <a:cubicBezTo>
                    <a:pt x="86" y="76"/>
                    <a:pt x="86" y="79"/>
                    <a:pt x="85" y="82"/>
                  </a:cubicBezTo>
                  <a:cubicBezTo>
                    <a:pt x="84" y="85"/>
                    <a:pt x="82" y="88"/>
                    <a:pt x="80" y="90"/>
                  </a:cubicBezTo>
                  <a:cubicBezTo>
                    <a:pt x="75" y="94"/>
                    <a:pt x="68" y="96"/>
                    <a:pt x="62" y="95"/>
                  </a:cubicBezTo>
                  <a:cubicBezTo>
                    <a:pt x="60" y="95"/>
                    <a:pt x="58" y="94"/>
                    <a:pt x="57" y="93"/>
                  </a:cubicBezTo>
                  <a:cubicBezTo>
                    <a:pt x="56" y="93"/>
                    <a:pt x="55" y="92"/>
                    <a:pt x="55" y="92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54" y="90"/>
                    <a:pt x="53" y="90"/>
                    <a:pt x="53" y="90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39" y="71"/>
                    <a:pt x="33" y="64"/>
                    <a:pt x="28" y="57"/>
                  </a:cubicBezTo>
                  <a:cubicBezTo>
                    <a:pt x="34" y="64"/>
                    <a:pt x="39" y="72"/>
                    <a:pt x="45" y="7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90"/>
                    <a:pt x="54" y="90"/>
                    <a:pt x="54" y="91"/>
                  </a:cubicBezTo>
                  <a:cubicBezTo>
                    <a:pt x="54" y="91"/>
                    <a:pt x="54" y="91"/>
                    <a:pt x="55" y="92"/>
                  </a:cubicBezTo>
                  <a:cubicBezTo>
                    <a:pt x="55" y="92"/>
                    <a:pt x="56" y="93"/>
                    <a:pt x="57" y="93"/>
                  </a:cubicBezTo>
                  <a:cubicBezTo>
                    <a:pt x="58" y="94"/>
                    <a:pt x="60" y="95"/>
                    <a:pt x="62" y="95"/>
                  </a:cubicBezTo>
                  <a:cubicBezTo>
                    <a:pt x="68" y="96"/>
                    <a:pt x="75" y="94"/>
                    <a:pt x="79" y="90"/>
                  </a:cubicBezTo>
                  <a:cubicBezTo>
                    <a:pt x="82" y="87"/>
                    <a:pt x="83" y="85"/>
                    <a:pt x="84" y="82"/>
                  </a:cubicBezTo>
                  <a:cubicBezTo>
                    <a:pt x="85" y="79"/>
                    <a:pt x="85" y="76"/>
                    <a:pt x="84" y="72"/>
                  </a:cubicBezTo>
                  <a:cubicBezTo>
                    <a:pt x="83" y="72"/>
                    <a:pt x="83" y="72"/>
                    <a:pt x="83" y="75"/>
                  </a:cubicBezTo>
                  <a:cubicBezTo>
                    <a:pt x="83" y="77"/>
                    <a:pt x="83" y="81"/>
                    <a:pt x="81" y="84"/>
                  </a:cubicBezTo>
                  <a:cubicBezTo>
                    <a:pt x="80" y="85"/>
                    <a:pt x="80" y="86"/>
                    <a:pt x="79" y="87"/>
                  </a:cubicBezTo>
                  <a:cubicBezTo>
                    <a:pt x="79" y="88"/>
                    <a:pt x="78" y="88"/>
                    <a:pt x="78" y="88"/>
                  </a:cubicBezTo>
                  <a:cubicBezTo>
                    <a:pt x="78" y="89"/>
                    <a:pt x="77" y="89"/>
                    <a:pt x="77" y="89"/>
                  </a:cubicBezTo>
                  <a:cubicBezTo>
                    <a:pt x="75" y="91"/>
                    <a:pt x="73" y="92"/>
                    <a:pt x="72" y="92"/>
                  </a:cubicBezTo>
                  <a:cubicBezTo>
                    <a:pt x="69" y="93"/>
                    <a:pt x="67" y="93"/>
                    <a:pt x="64" y="93"/>
                  </a:cubicBezTo>
                  <a:cubicBezTo>
                    <a:pt x="62" y="93"/>
                    <a:pt x="60" y="92"/>
                    <a:pt x="58" y="91"/>
                  </a:cubicBezTo>
                  <a:cubicBezTo>
                    <a:pt x="57" y="90"/>
                    <a:pt x="56" y="90"/>
                    <a:pt x="56" y="89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39" y="67"/>
                    <a:pt x="31" y="57"/>
                    <a:pt x="23" y="47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17" y="38"/>
                    <a:pt x="16" y="37"/>
                  </a:cubicBezTo>
                  <a:cubicBezTo>
                    <a:pt x="15" y="34"/>
                    <a:pt x="14" y="31"/>
                    <a:pt x="14" y="28"/>
                  </a:cubicBezTo>
                  <a:cubicBezTo>
                    <a:pt x="14" y="25"/>
                    <a:pt x="15" y="23"/>
                    <a:pt x="17" y="21"/>
                  </a:cubicBezTo>
                  <a:cubicBezTo>
                    <a:pt x="17" y="21"/>
                    <a:pt x="17" y="20"/>
                    <a:pt x="18" y="20"/>
                  </a:cubicBezTo>
                  <a:cubicBezTo>
                    <a:pt x="18" y="20"/>
                    <a:pt x="18" y="20"/>
                    <a:pt x="19" y="19"/>
                  </a:cubicBezTo>
                  <a:cubicBezTo>
                    <a:pt x="19" y="19"/>
                    <a:pt x="20" y="18"/>
                    <a:pt x="21" y="18"/>
                  </a:cubicBezTo>
                  <a:cubicBezTo>
                    <a:pt x="22" y="17"/>
                    <a:pt x="24" y="16"/>
                    <a:pt x="26" y="16"/>
                  </a:cubicBezTo>
                  <a:cubicBezTo>
                    <a:pt x="28" y="15"/>
                    <a:pt x="30" y="15"/>
                    <a:pt x="32" y="15"/>
                  </a:cubicBezTo>
                  <a:cubicBezTo>
                    <a:pt x="34" y="15"/>
                    <a:pt x="36" y="16"/>
                    <a:pt x="37" y="17"/>
                  </a:cubicBezTo>
                  <a:cubicBezTo>
                    <a:pt x="38" y="17"/>
                    <a:pt x="38" y="17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6" y="40"/>
                    <a:pt x="63" y="49"/>
                    <a:pt x="70" y="57"/>
                  </a:cubicBezTo>
                  <a:cubicBezTo>
                    <a:pt x="82" y="70"/>
                    <a:pt x="82" y="62"/>
                    <a:pt x="72" y="47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83" y="61"/>
                    <a:pt x="80" y="52"/>
                    <a:pt x="83" y="53"/>
                  </a:cubicBezTo>
                  <a:cubicBezTo>
                    <a:pt x="77" y="45"/>
                    <a:pt x="72" y="38"/>
                    <a:pt x="67" y="30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8"/>
                    <a:pt x="48" y="7"/>
                  </a:cubicBezTo>
                  <a:cubicBezTo>
                    <a:pt x="45" y="4"/>
                    <a:pt x="40" y="2"/>
                    <a:pt x="36" y="1"/>
                  </a:cubicBezTo>
                  <a:cubicBezTo>
                    <a:pt x="31" y="0"/>
                    <a:pt x="27" y="1"/>
                    <a:pt x="23" y="2"/>
                  </a:cubicBezTo>
                  <a:cubicBezTo>
                    <a:pt x="19" y="3"/>
                    <a:pt x="16" y="4"/>
                    <a:pt x="12" y="6"/>
                  </a:cubicBezTo>
                  <a:cubicBezTo>
                    <a:pt x="11" y="7"/>
                    <a:pt x="11" y="7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9"/>
                    <a:pt x="8" y="10"/>
                    <a:pt x="7" y="10"/>
                  </a:cubicBezTo>
                  <a:cubicBezTo>
                    <a:pt x="6" y="12"/>
                    <a:pt x="4" y="13"/>
                    <a:pt x="3" y="15"/>
                  </a:cubicBezTo>
                  <a:cubicBezTo>
                    <a:pt x="1" y="19"/>
                    <a:pt x="0" y="24"/>
                    <a:pt x="0" y="28"/>
                  </a:cubicBezTo>
                  <a:cubicBezTo>
                    <a:pt x="0" y="32"/>
                    <a:pt x="0" y="36"/>
                    <a:pt x="2" y="40"/>
                  </a:cubicBezTo>
                  <a:cubicBezTo>
                    <a:pt x="3" y="43"/>
                    <a:pt x="5" y="47"/>
                    <a:pt x="7" y="50"/>
                  </a:cubicBezTo>
                  <a:lnTo>
                    <a:pt x="14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13D4DCA3-FA68-BBCA-7E6D-B39BF8FA1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6" y="954088"/>
              <a:ext cx="222250" cy="431800"/>
            </a:xfrm>
            <a:custGeom>
              <a:avLst/>
              <a:gdLst>
                <a:gd name="T0" fmla="*/ 0 w 59"/>
                <a:gd name="T1" fmla="*/ 87 h 115"/>
                <a:gd name="T2" fmla="*/ 17 w 59"/>
                <a:gd name="T3" fmla="*/ 113 h 115"/>
                <a:gd name="T4" fmla="*/ 47 w 59"/>
                <a:gd name="T5" fmla="*/ 110 h 115"/>
                <a:gd name="T6" fmla="*/ 48 w 59"/>
                <a:gd name="T7" fmla="*/ 108 h 115"/>
                <a:gd name="T8" fmla="*/ 51 w 59"/>
                <a:gd name="T9" fmla="*/ 106 h 115"/>
                <a:gd name="T10" fmla="*/ 58 w 59"/>
                <a:gd name="T11" fmla="*/ 87 h 115"/>
                <a:gd name="T12" fmla="*/ 58 w 59"/>
                <a:gd name="T13" fmla="*/ 73 h 115"/>
                <a:gd name="T14" fmla="*/ 58 w 59"/>
                <a:gd name="T15" fmla="*/ 85 h 115"/>
                <a:gd name="T16" fmla="*/ 57 w 59"/>
                <a:gd name="T17" fmla="*/ 92 h 115"/>
                <a:gd name="T18" fmla="*/ 48 w 59"/>
                <a:gd name="T19" fmla="*/ 108 h 115"/>
                <a:gd name="T20" fmla="*/ 47 w 59"/>
                <a:gd name="T21" fmla="*/ 108 h 115"/>
                <a:gd name="T22" fmla="*/ 29 w 59"/>
                <a:gd name="T23" fmla="*/ 115 h 115"/>
                <a:gd name="T24" fmla="*/ 1 w 59"/>
                <a:gd name="T25" fmla="*/ 92 h 115"/>
                <a:gd name="T26" fmla="*/ 37 w 59"/>
                <a:gd name="T27" fmla="*/ 113 h 115"/>
                <a:gd name="T28" fmla="*/ 48 w 59"/>
                <a:gd name="T29" fmla="*/ 106 h 115"/>
                <a:gd name="T30" fmla="*/ 57 w 59"/>
                <a:gd name="T31" fmla="*/ 87 h 115"/>
                <a:gd name="T32" fmla="*/ 57 w 59"/>
                <a:gd name="T33" fmla="*/ 53 h 115"/>
                <a:gd name="T34" fmla="*/ 59 w 59"/>
                <a:gd name="T35" fmla="*/ 30 h 115"/>
                <a:gd name="T36" fmla="*/ 43 w 59"/>
                <a:gd name="T37" fmla="*/ 2 h 115"/>
                <a:gd name="T38" fmla="*/ 57 w 59"/>
                <a:gd name="T39" fmla="*/ 25 h 115"/>
                <a:gd name="T40" fmla="*/ 57 w 59"/>
                <a:gd name="T41" fmla="*/ 31 h 115"/>
                <a:gd name="T42" fmla="*/ 56 w 59"/>
                <a:gd name="T43" fmla="*/ 81 h 115"/>
                <a:gd name="T44" fmla="*/ 56 w 59"/>
                <a:gd name="T45" fmla="*/ 88 h 115"/>
                <a:gd name="T46" fmla="*/ 47 w 59"/>
                <a:gd name="T47" fmla="*/ 105 h 115"/>
                <a:gd name="T48" fmla="*/ 46 w 59"/>
                <a:gd name="T49" fmla="*/ 107 h 115"/>
                <a:gd name="T50" fmla="*/ 41 w 59"/>
                <a:gd name="T51" fmla="*/ 110 h 115"/>
                <a:gd name="T52" fmla="*/ 46 w 59"/>
                <a:gd name="T53" fmla="*/ 106 h 115"/>
                <a:gd name="T54" fmla="*/ 55 w 59"/>
                <a:gd name="T55" fmla="*/ 93 h 115"/>
                <a:gd name="T56" fmla="*/ 55 w 59"/>
                <a:gd name="T57" fmla="*/ 79 h 115"/>
                <a:gd name="T58" fmla="*/ 56 w 59"/>
                <a:gd name="T59" fmla="*/ 26 h 115"/>
                <a:gd name="T60" fmla="*/ 39 w 59"/>
                <a:gd name="T61" fmla="*/ 1 h 115"/>
                <a:gd name="T62" fmla="*/ 31 w 59"/>
                <a:gd name="T63" fmla="*/ 4 h 115"/>
                <a:gd name="T64" fmla="*/ 41 w 59"/>
                <a:gd name="T65" fmla="*/ 9 h 115"/>
                <a:gd name="T66" fmla="*/ 48 w 59"/>
                <a:gd name="T67" fmla="*/ 49 h 115"/>
                <a:gd name="T68" fmla="*/ 47 w 59"/>
                <a:gd name="T69" fmla="*/ 86 h 115"/>
                <a:gd name="T70" fmla="*/ 47 w 59"/>
                <a:gd name="T71" fmla="*/ 89 h 115"/>
                <a:gd name="T72" fmla="*/ 47 w 59"/>
                <a:gd name="T73" fmla="*/ 76 h 115"/>
                <a:gd name="T74" fmla="*/ 39 w 59"/>
                <a:gd name="T75" fmla="*/ 11 h 115"/>
                <a:gd name="T76" fmla="*/ 46 w 59"/>
                <a:gd name="T77" fmla="*/ 25 h 115"/>
                <a:gd name="T78" fmla="*/ 46 w 59"/>
                <a:gd name="T79" fmla="*/ 37 h 115"/>
                <a:gd name="T80" fmla="*/ 45 w 59"/>
                <a:gd name="T81" fmla="*/ 86 h 115"/>
                <a:gd name="T82" fmla="*/ 44 w 59"/>
                <a:gd name="T83" fmla="*/ 92 h 115"/>
                <a:gd name="T84" fmla="*/ 39 w 59"/>
                <a:gd name="T85" fmla="*/ 98 h 115"/>
                <a:gd name="T86" fmla="*/ 34 w 59"/>
                <a:gd name="T87" fmla="*/ 101 h 115"/>
                <a:gd name="T88" fmla="*/ 18 w 59"/>
                <a:gd name="T89" fmla="*/ 96 h 115"/>
                <a:gd name="T90" fmla="*/ 14 w 59"/>
                <a:gd name="T91" fmla="*/ 85 h 115"/>
                <a:gd name="T92" fmla="*/ 14 w 59"/>
                <a:gd name="T93" fmla="*/ 36 h 115"/>
                <a:gd name="T94" fmla="*/ 14 w 59"/>
                <a:gd name="T95" fmla="*/ 26 h 115"/>
                <a:gd name="T96" fmla="*/ 22 w 59"/>
                <a:gd name="T97" fmla="*/ 13 h 115"/>
                <a:gd name="T98" fmla="*/ 30 w 59"/>
                <a:gd name="T99" fmla="*/ 9 h 115"/>
                <a:gd name="T100" fmla="*/ 13 w 59"/>
                <a:gd name="T101" fmla="*/ 10 h 115"/>
                <a:gd name="T102" fmla="*/ 23 w 59"/>
                <a:gd name="T103" fmla="*/ 2 h 115"/>
                <a:gd name="T104" fmla="*/ 0 w 59"/>
                <a:gd name="T105" fmla="*/ 24 h 115"/>
                <a:gd name="T106" fmla="*/ 0 w 59"/>
                <a:gd name="T107" fmla="*/ 3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115">
                  <a:moveTo>
                    <a:pt x="0" y="83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8"/>
                    <a:pt x="0" y="88"/>
                  </a:cubicBezTo>
                  <a:cubicBezTo>
                    <a:pt x="0" y="90"/>
                    <a:pt x="0" y="92"/>
                    <a:pt x="1" y="94"/>
                  </a:cubicBezTo>
                  <a:cubicBezTo>
                    <a:pt x="3" y="103"/>
                    <a:pt x="9" y="109"/>
                    <a:pt x="17" y="113"/>
                  </a:cubicBezTo>
                  <a:cubicBezTo>
                    <a:pt x="21" y="115"/>
                    <a:pt x="25" y="115"/>
                    <a:pt x="29" y="115"/>
                  </a:cubicBezTo>
                  <a:cubicBezTo>
                    <a:pt x="33" y="115"/>
                    <a:pt x="37" y="115"/>
                    <a:pt x="41" y="113"/>
                  </a:cubicBezTo>
                  <a:cubicBezTo>
                    <a:pt x="43" y="112"/>
                    <a:pt x="45" y="111"/>
                    <a:pt x="47" y="110"/>
                  </a:cubicBezTo>
                  <a:cubicBezTo>
                    <a:pt x="47" y="109"/>
                    <a:pt x="48" y="109"/>
                    <a:pt x="48" y="109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9" y="108"/>
                    <a:pt x="49" y="108"/>
                    <a:pt x="49" y="108"/>
                  </a:cubicBezTo>
                  <a:cubicBezTo>
                    <a:pt x="50" y="107"/>
                    <a:pt x="50" y="106"/>
                    <a:pt x="51" y="106"/>
                  </a:cubicBezTo>
                  <a:cubicBezTo>
                    <a:pt x="54" y="103"/>
                    <a:pt x="56" y="99"/>
                    <a:pt x="57" y="94"/>
                  </a:cubicBezTo>
                  <a:cubicBezTo>
                    <a:pt x="58" y="92"/>
                    <a:pt x="58" y="90"/>
                    <a:pt x="58" y="88"/>
                  </a:cubicBezTo>
                  <a:cubicBezTo>
                    <a:pt x="58" y="88"/>
                    <a:pt x="58" y="87"/>
                    <a:pt x="58" y="87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3"/>
                    <a:pt x="58" y="83"/>
                    <a:pt x="58" y="8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8" y="87"/>
                    <a:pt x="58" y="88"/>
                    <a:pt x="58" y="88"/>
                  </a:cubicBezTo>
                  <a:cubicBezTo>
                    <a:pt x="58" y="90"/>
                    <a:pt x="58" y="91"/>
                    <a:pt x="57" y="92"/>
                  </a:cubicBezTo>
                  <a:cubicBezTo>
                    <a:pt x="57" y="97"/>
                    <a:pt x="54" y="102"/>
                    <a:pt x="50" y="106"/>
                  </a:cubicBezTo>
                  <a:cubicBezTo>
                    <a:pt x="50" y="107"/>
                    <a:pt x="49" y="107"/>
                    <a:pt x="49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47" y="108"/>
                    <a:pt x="47" y="108"/>
                    <a:pt x="47" y="108"/>
                  </a:cubicBezTo>
                  <a:cubicBezTo>
                    <a:pt x="46" y="109"/>
                    <a:pt x="45" y="110"/>
                    <a:pt x="44" y="111"/>
                  </a:cubicBezTo>
                  <a:cubicBezTo>
                    <a:pt x="42" y="112"/>
                    <a:pt x="39" y="113"/>
                    <a:pt x="37" y="114"/>
                  </a:cubicBezTo>
                  <a:cubicBezTo>
                    <a:pt x="34" y="115"/>
                    <a:pt x="32" y="115"/>
                    <a:pt x="29" y="115"/>
                  </a:cubicBezTo>
                  <a:cubicBezTo>
                    <a:pt x="27" y="115"/>
                    <a:pt x="24" y="115"/>
                    <a:pt x="21" y="114"/>
                  </a:cubicBezTo>
                  <a:cubicBezTo>
                    <a:pt x="11" y="111"/>
                    <a:pt x="3" y="103"/>
                    <a:pt x="1" y="92"/>
                  </a:cubicBezTo>
                  <a:cubicBezTo>
                    <a:pt x="1" y="92"/>
                    <a:pt x="1" y="93"/>
                    <a:pt x="1" y="92"/>
                  </a:cubicBezTo>
                  <a:cubicBezTo>
                    <a:pt x="4" y="102"/>
                    <a:pt x="12" y="110"/>
                    <a:pt x="22" y="113"/>
                  </a:cubicBezTo>
                  <a:cubicBezTo>
                    <a:pt x="24" y="114"/>
                    <a:pt x="27" y="114"/>
                    <a:pt x="30" y="114"/>
                  </a:cubicBezTo>
                  <a:cubicBezTo>
                    <a:pt x="32" y="114"/>
                    <a:pt x="35" y="114"/>
                    <a:pt x="37" y="113"/>
                  </a:cubicBezTo>
                  <a:cubicBezTo>
                    <a:pt x="40" y="112"/>
                    <a:pt x="42" y="111"/>
                    <a:pt x="44" y="110"/>
                  </a:cubicBezTo>
                  <a:cubicBezTo>
                    <a:pt x="45" y="109"/>
                    <a:pt x="46" y="108"/>
                    <a:pt x="47" y="107"/>
                  </a:cubicBezTo>
                  <a:cubicBezTo>
                    <a:pt x="47" y="107"/>
                    <a:pt x="48" y="107"/>
                    <a:pt x="48" y="106"/>
                  </a:cubicBezTo>
                  <a:cubicBezTo>
                    <a:pt x="49" y="106"/>
                    <a:pt x="49" y="106"/>
                    <a:pt x="50" y="105"/>
                  </a:cubicBezTo>
                  <a:cubicBezTo>
                    <a:pt x="54" y="101"/>
                    <a:pt x="56" y="96"/>
                    <a:pt x="57" y="91"/>
                  </a:cubicBezTo>
                  <a:cubicBezTo>
                    <a:pt x="57" y="90"/>
                    <a:pt x="57" y="89"/>
                    <a:pt x="57" y="87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57" y="78"/>
                    <a:pt x="57" y="78"/>
                    <a:pt x="57" y="78"/>
                  </a:cubicBezTo>
                  <a:cubicBezTo>
                    <a:pt x="58" y="70"/>
                    <a:pt x="58" y="61"/>
                    <a:pt x="57" y="53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28"/>
                    <a:pt x="59" y="27"/>
                    <a:pt x="59" y="25"/>
                  </a:cubicBezTo>
                  <a:cubicBezTo>
                    <a:pt x="59" y="21"/>
                    <a:pt x="58" y="17"/>
                    <a:pt x="56" y="13"/>
                  </a:cubicBezTo>
                  <a:cubicBezTo>
                    <a:pt x="53" y="7"/>
                    <a:pt x="48" y="4"/>
                    <a:pt x="43" y="2"/>
                  </a:cubicBezTo>
                  <a:cubicBezTo>
                    <a:pt x="48" y="5"/>
                    <a:pt x="52" y="10"/>
                    <a:pt x="54" y="15"/>
                  </a:cubicBezTo>
                  <a:cubicBezTo>
                    <a:pt x="55" y="17"/>
                    <a:pt x="56" y="20"/>
                    <a:pt x="57" y="23"/>
                  </a:cubicBezTo>
                  <a:cubicBezTo>
                    <a:pt x="57" y="24"/>
                    <a:pt x="57" y="25"/>
                    <a:pt x="57" y="25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6" y="40"/>
                    <a:pt x="56" y="50"/>
                    <a:pt x="56" y="59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6" y="81"/>
                    <a:pt x="56" y="81"/>
                    <a:pt x="56" y="81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6" y="86"/>
                    <a:pt x="56" y="86"/>
                    <a:pt x="56" y="86"/>
                  </a:cubicBezTo>
                  <a:cubicBezTo>
                    <a:pt x="56" y="87"/>
                    <a:pt x="56" y="88"/>
                    <a:pt x="56" y="88"/>
                  </a:cubicBezTo>
                  <a:cubicBezTo>
                    <a:pt x="55" y="91"/>
                    <a:pt x="55" y="94"/>
                    <a:pt x="54" y="97"/>
                  </a:cubicBezTo>
                  <a:cubicBezTo>
                    <a:pt x="53" y="99"/>
                    <a:pt x="51" y="102"/>
                    <a:pt x="49" y="104"/>
                  </a:cubicBezTo>
                  <a:cubicBezTo>
                    <a:pt x="48" y="104"/>
                    <a:pt x="48" y="105"/>
                    <a:pt x="47" y="105"/>
                  </a:cubicBezTo>
                  <a:cubicBezTo>
                    <a:pt x="47" y="106"/>
                    <a:pt x="47" y="106"/>
                    <a:pt x="47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5" y="107"/>
                    <a:pt x="44" y="108"/>
                    <a:pt x="43" y="109"/>
                  </a:cubicBezTo>
                  <a:cubicBezTo>
                    <a:pt x="40" y="110"/>
                    <a:pt x="37" y="111"/>
                    <a:pt x="35" y="112"/>
                  </a:cubicBezTo>
                  <a:cubicBezTo>
                    <a:pt x="37" y="111"/>
                    <a:pt x="39" y="111"/>
                    <a:pt x="41" y="110"/>
                  </a:cubicBezTo>
                  <a:cubicBezTo>
                    <a:pt x="42" y="109"/>
                    <a:pt x="44" y="108"/>
                    <a:pt x="45" y="108"/>
                  </a:cubicBezTo>
                  <a:cubicBezTo>
                    <a:pt x="45" y="107"/>
                    <a:pt x="46" y="107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47" y="105"/>
                    <a:pt x="47" y="105"/>
                    <a:pt x="47" y="105"/>
                  </a:cubicBezTo>
                  <a:cubicBezTo>
                    <a:pt x="51" y="102"/>
                    <a:pt x="54" y="97"/>
                    <a:pt x="55" y="93"/>
                  </a:cubicBezTo>
                  <a:cubicBezTo>
                    <a:pt x="55" y="91"/>
                    <a:pt x="55" y="90"/>
                    <a:pt x="55" y="89"/>
                  </a:cubicBezTo>
                  <a:cubicBezTo>
                    <a:pt x="55" y="88"/>
                    <a:pt x="55" y="86"/>
                    <a:pt x="55" y="85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75"/>
                    <a:pt x="55" y="71"/>
                    <a:pt x="56" y="67"/>
                  </a:cubicBezTo>
                  <a:cubicBezTo>
                    <a:pt x="56" y="55"/>
                    <a:pt x="56" y="45"/>
                    <a:pt x="56" y="34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3"/>
                    <a:pt x="56" y="20"/>
                    <a:pt x="54" y="17"/>
                  </a:cubicBezTo>
                  <a:cubicBezTo>
                    <a:pt x="52" y="11"/>
                    <a:pt x="48" y="6"/>
                    <a:pt x="43" y="3"/>
                  </a:cubicBezTo>
                  <a:cubicBezTo>
                    <a:pt x="41" y="2"/>
                    <a:pt x="40" y="1"/>
                    <a:pt x="39" y="1"/>
                  </a:cubicBezTo>
                  <a:cubicBezTo>
                    <a:pt x="37" y="0"/>
                    <a:pt x="35" y="0"/>
                    <a:pt x="34" y="0"/>
                  </a:cubicBezTo>
                  <a:cubicBezTo>
                    <a:pt x="31" y="1"/>
                    <a:pt x="29" y="2"/>
                    <a:pt x="29" y="3"/>
                  </a:cubicBezTo>
                  <a:cubicBezTo>
                    <a:pt x="29" y="3"/>
                    <a:pt x="30" y="4"/>
                    <a:pt x="31" y="4"/>
                  </a:cubicBezTo>
                  <a:cubicBezTo>
                    <a:pt x="32" y="5"/>
                    <a:pt x="33" y="5"/>
                    <a:pt x="35" y="6"/>
                  </a:cubicBezTo>
                  <a:cubicBezTo>
                    <a:pt x="36" y="6"/>
                    <a:pt x="38" y="7"/>
                    <a:pt x="39" y="8"/>
                  </a:cubicBezTo>
                  <a:cubicBezTo>
                    <a:pt x="40" y="8"/>
                    <a:pt x="41" y="9"/>
                    <a:pt x="41" y="9"/>
                  </a:cubicBezTo>
                  <a:cubicBezTo>
                    <a:pt x="41" y="10"/>
                    <a:pt x="41" y="10"/>
                    <a:pt x="40" y="10"/>
                  </a:cubicBezTo>
                  <a:cubicBezTo>
                    <a:pt x="45" y="14"/>
                    <a:pt x="49" y="21"/>
                    <a:pt x="48" y="27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8"/>
                    <a:pt x="48" y="67"/>
                    <a:pt x="48" y="7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7" y="87"/>
                    <a:pt x="47" y="88"/>
                    <a:pt x="47" y="89"/>
                  </a:cubicBezTo>
                  <a:cubicBezTo>
                    <a:pt x="46" y="93"/>
                    <a:pt x="45" y="96"/>
                    <a:pt x="42" y="98"/>
                  </a:cubicBezTo>
                  <a:cubicBezTo>
                    <a:pt x="45" y="96"/>
                    <a:pt x="46" y="93"/>
                    <a:pt x="47" y="89"/>
                  </a:cubicBezTo>
                  <a:cubicBezTo>
                    <a:pt x="47" y="88"/>
                    <a:pt x="47" y="87"/>
                    <a:pt x="47" y="86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0"/>
                    <a:pt x="45" y="14"/>
                    <a:pt x="39" y="11"/>
                  </a:cubicBezTo>
                  <a:cubicBezTo>
                    <a:pt x="38" y="11"/>
                    <a:pt x="38" y="12"/>
                    <a:pt x="40" y="14"/>
                  </a:cubicBezTo>
                  <a:cubicBezTo>
                    <a:pt x="41" y="15"/>
                    <a:pt x="44" y="18"/>
                    <a:pt x="45" y="22"/>
                  </a:cubicBezTo>
                  <a:cubicBezTo>
                    <a:pt x="46" y="23"/>
                    <a:pt x="46" y="24"/>
                    <a:pt x="46" y="25"/>
                  </a:cubicBezTo>
                  <a:cubicBezTo>
                    <a:pt x="46" y="26"/>
                    <a:pt x="46" y="26"/>
                    <a:pt x="46" y="2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32"/>
                    <a:pt x="46" y="35"/>
                    <a:pt x="46" y="37"/>
                  </a:cubicBezTo>
                  <a:cubicBezTo>
                    <a:pt x="45" y="49"/>
                    <a:pt x="45" y="62"/>
                    <a:pt x="45" y="7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5" y="86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45" y="88"/>
                    <a:pt x="45" y="89"/>
                    <a:pt x="45" y="89"/>
                  </a:cubicBezTo>
                  <a:cubicBezTo>
                    <a:pt x="44" y="90"/>
                    <a:pt x="44" y="91"/>
                    <a:pt x="44" y="92"/>
                  </a:cubicBezTo>
                  <a:cubicBezTo>
                    <a:pt x="43" y="94"/>
                    <a:pt x="42" y="96"/>
                    <a:pt x="40" y="97"/>
                  </a:cubicBezTo>
                  <a:cubicBezTo>
                    <a:pt x="40" y="97"/>
                    <a:pt x="40" y="97"/>
                    <a:pt x="40" y="97"/>
                  </a:cubicBezTo>
                  <a:cubicBezTo>
                    <a:pt x="40" y="98"/>
                    <a:pt x="39" y="98"/>
                    <a:pt x="39" y="98"/>
                  </a:cubicBezTo>
                  <a:cubicBezTo>
                    <a:pt x="39" y="98"/>
                    <a:pt x="39" y="98"/>
                    <a:pt x="38" y="99"/>
                  </a:cubicBezTo>
                  <a:cubicBezTo>
                    <a:pt x="38" y="99"/>
                    <a:pt x="38" y="99"/>
                    <a:pt x="37" y="99"/>
                  </a:cubicBezTo>
                  <a:cubicBezTo>
                    <a:pt x="36" y="100"/>
                    <a:pt x="35" y="100"/>
                    <a:pt x="34" y="101"/>
                  </a:cubicBezTo>
                  <a:cubicBezTo>
                    <a:pt x="33" y="101"/>
                    <a:pt x="31" y="101"/>
                    <a:pt x="30" y="101"/>
                  </a:cubicBezTo>
                  <a:cubicBezTo>
                    <a:pt x="28" y="101"/>
                    <a:pt x="27" y="101"/>
                    <a:pt x="25" y="101"/>
                  </a:cubicBezTo>
                  <a:cubicBezTo>
                    <a:pt x="22" y="100"/>
                    <a:pt x="20" y="98"/>
                    <a:pt x="18" y="96"/>
                  </a:cubicBezTo>
                  <a:cubicBezTo>
                    <a:pt x="16" y="93"/>
                    <a:pt x="14" y="90"/>
                    <a:pt x="14" y="87"/>
                  </a:cubicBezTo>
                  <a:cubicBezTo>
                    <a:pt x="14" y="87"/>
                    <a:pt x="14" y="87"/>
                    <a:pt x="14" y="86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62"/>
                    <a:pt x="14" y="49"/>
                    <a:pt x="14" y="3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5"/>
                    <a:pt x="14" y="25"/>
                    <a:pt x="14" y="24"/>
                  </a:cubicBezTo>
                  <a:cubicBezTo>
                    <a:pt x="14" y="23"/>
                    <a:pt x="14" y="22"/>
                    <a:pt x="15" y="21"/>
                  </a:cubicBezTo>
                  <a:cubicBezTo>
                    <a:pt x="16" y="18"/>
                    <a:pt x="19" y="15"/>
                    <a:pt x="22" y="13"/>
                  </a:cubicBezTo>
                  <a:cubicBezTo>
                    <a:pt x="25" y="11"/>
                    <a:pt x="27" y="10"/>
                    <a:pt x="28" y="10"/>
                  </a:cubicBezTo>
                  <a:cubicBezTo>
                    <a:pt x="29" y="10"/>
                    <a:pt x="29" y="9"/>
                    <a:pt x="29" y="9"/>
                  </a:cubicBezTo>
                  <a:cubicBezTo>
                    <a:pt x="29" y="9"/>
                    <a:pt x="30" y="9"/>
                    <a:pt x="30" y="9"/>
                  </a:cubicBezTo>
                  <a:cubicBezTo>
                    <a:pt x="30" y="8"/>
                    <a:pt x="30" y="8"/>
                    <a:pt x="29" y="8"/>
                  </a:cubicBezTo>
                  <a:cubicBezTo>
                    <a:pt x="28" y="7"/>
                    <a:pt x="27" y="6"/>
                    <a:pt x="24" y="6"/>
                  </a:cubicBezTo>
                  <a:cubicBezTo>
                    <a:pt x="21" y="6"/>
                    <a:pt x="17" y="7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6"/>
                    <a:pt x="19" y="5"/>
                    <a:pt x="21" y="4"/>
                  </a:cubicBezTo>
                  <a:cubicBezTo>
                    <a:pt x="22" y="3"/>
                    <a:pt x="23" y="3"/>
                    <a:pt x="23" y="2"/>
                  </a:cubicBezTo>
                  <a:cubicBezTo>
                    <a:pt x="23" y="1"/>
                    <a:pt x="21" y="1"/>
                    <a:pt x="22" y="0"/>
                  </a:cubicBezTo>
                  <a:cubicBezTo>
                    <a:pt x="17" y="1"/>
                    <a:pt x="12" y="4"/>
                    <a:pt x="8" y="8"/>
                  </a:cubicBezTo>
                  <a:cubicBezTo>
                    <a:pt x="4" y="12"/>
                    <a:pt x="1" y="18"/>
                    <a:pt x="0" y="24"/>
                  </a:cubicBezTo>
                  <a:cubicBezTo>
                    <a:pt x="0" y="25"/>
                    <a:pt x="0" y="26"/>
                    <a:pt x="0" y="2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7297A2C4-7A7F-BBB4-1A5B-70E6BC0B6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2851" y="2822576"/>
              <a:ext cx="49213" cy="33338"/>
            </a:xfrm>
            <a:custGeom>
              <a:avLst/>
              <a:gdLst>
                <a:gd name="T0" fmla="*/ 13 w 13"/>
                <a:gd name="T1" fmla="*/ 0 h 9"/>
                <a:gd name="T2" fmla="*/ 9 w 13"/>
                <a:gd name="T3" fmla="*/ 3 h 9"/>
                <a:gd name="T4" fmla="*/ 0 w 13"/>
                <a:gd name="T5" fmla="*/ 9 h 9"/>
                <a:gd name="T6" fmla="*/ 0 w 13"/>
                <a:gd name="T7" fmla="*/ 9 h 9"/>
                <a:gd name="T8" fmla="*/ 9 w 13"/>
                <a:gd name="T9" fmla="*/ 3 h 9"/>
                <a:gd name="T10" fmla="*/ 13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12" y="1"/>
                    <a:pt x="10" y="2"/>
                    <a:pt x="9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2"/>
                    <a:pt x="12" y="1"/>
                    <a:pt x="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508C799A-75CF-4C9B-7820-374B4EA21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6" y="2833688"/>
              <a:ext cx="3175" cy="22225"/>
            </a:xfrm>
            <a:custGeom>
              <a:avLst/>
              <a:gdLst>
                <a:gd name="T0" fmla="*/ 2 w 2"/>
                <a:gd name="T1" fmla="*/ 14 h 14"/>
                <a:gd name="T2" fmla="*/ 2 w 2"/>
                <a:gd name="T3" fmla="*/ 14 h 14"/>
                <a:gd name="T4" fmla="*/ 0 w 2"/>
                <a:gd name="T5" fmla="*/ 0 h 14"/>
                <a:gd name="T6" fmla="*/ 2 w 2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4">
                  <a:moveTo>
                    <a:pt x="2" y="14"/>
                  </a:moveTo>
                  <a:lnTo>
                    <a:pt x="2" y="14"/>
                  </a:lnTo>
                  <a:lnTo>
                    <a:pt x="0" y="0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5A9F9A6C-59DC-5F1A-7FD2-6FD14284B2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6501" y="2674938"/>
              <a:ext cx="120650" cy="177800"/>
            </a:xfrm>
            <a:custGeom>
              <a:avLst/>
              <a:gdLst>
                <a:gd name="T0" fmla="*/ 1 w 32"/>
                <a:gd name="T1" fmla="*/ 18 h 47"/>
                <a:gd name="T2" fmla="*/ 3 w 32"/>
                <a:gd name="T3" fmla="*/ 14 h 47"/>
                <a:gd name="T4" fmla="*/ 3 w 32"/>
                <a:gd name="T5" fmla="*/ 13 h 47"/>
                <a:gd name="T6" fmla="*/ 5 w 32"/>
                <a:gd name="T7" fmla="*/ 12 h 47"/>
                <a:gd name="T8" fmla="*/ 2 w 32"/>
                <a:gd name="T9" fmla="*/ 19 h 47"/>
                <a:gd name="T10" fmla="*/ 1 w 32"/>
                <a:gd name="T11" fmla="*/ 38 h 47"/>
                <a:gd name="T12" fmla="*/ 11 w 32"/>
                <a:gd name="T13" fmla="*/ 41 h 47"/>
                <a:gd name="T14" fmla="*/ 15 w 32"/>
                <a:gd name="T15" fmla="*/ 39 h 47"/>
                <a:gd name="T16" fmla="*/ 25 w 32"/>
                <a:gd name="T17" fmla="*/ 27 h 47"/>
                <a:gd name="T18" fmla="*/ 4 w 32"/>
                <a:gd name="T19" fmla="*/ 44 h 47"/>
                <a:gd name="T20" fmla="*/ 10 w 32"/>
                <a:gd name="T21" fmla="*/ 40 h 47"/>
                <a:gd name="T22" fmla="*/ 18 w 32"/>
                <a:gd name="T23" fmla="*/ 34 h 47"/>
                <a:gd name="T24" fmla="*/ 25 w 32"/>
                <a:gd name="T25" fmla="*/ 26 h 47"/>
                <a:gd name="T26" fmla="*/ 20 w 32"/>
                <a:gd name="T27" fmla="*/ 22 h 47"/>
                <a:gd name="T28" fmla="*/ 17 w 32"/>
                <a:gd name="T29" fmla="*/ 23 h 47"/>
                <a:gd name="T30" fmla="*/ 14 w 32"/>
                <a:gd name="T31" fmla="*/ 26 h 47"/>
                <a:gd name="T32" fmla="*/ 15 w 32"/>
                <a:gd name="T33" fmla="*/ 22 h 47"/>
                <a:gd name="T34" fmla="*/ 16 w 32"/>
                <a:gd name="T35" fmla="*/ 20 h 47"/>
                <a:gd name="T36" fmla="*/ 16 w 32"/>
                <a:gd name="T37" fmla="*/ 19 h 47"/>
                <a:gd name="T38" fmla="*/ 17 w 32"/>
                <a:gd name="T39" fmla="*/ 19 h 47"/>
                <a:gd name="T40" fmla="*/ 21 w 32"/>
                <a:gd name="T41" fmla="*/ 20 h 47"/>
                <a:gd name="T42" fmla="*/ 24 w 32"/>
                <a:gd name="T43" fmla="*/ 17 h 47"/>
                <a:gd name="T44" fmla="*/ 27 w 32"/>
                <a:gd name="T45" fmla="*/ 22 h 47"/>
                <a:gd name="T46" fmla="*/ 28 w 32"/>
                <a:gd name="T47" fmla="*/ 8 h 47"/>
                <a:gd name="T48" fmla="*/ 27 w 32"/>
                <a:gd name="T49" fmla="*/ 5 h 47"/>
                <a:gd name="T50" fmla="*/ 26 w 32"/>
                <a:gd name="T51" fmla="*/ 5 h 47"/>
                <a:gd name="T52" fmla="*/ 20 w 32"/>
                <a:gd name="T53" fmla="*/ 1 h 47"/>
                <a:gd name="T54" fmla="*/ 20 w 32"/>
                <a:gd name="T55" fmla="*/ 1 h 47"/>
                <a:gd name="T56" fmla="*/ 15 w 32"/>
                <a:gd name="T57" fmla="*/ 2 h 47"/>
                <a:gd name="T58" fmla="*/ 5 w 32"/>
                <a:gd name="T59" fmla="*/ 10 h 47"/>
                <a:gd name="T60" fmla="*/ 3 w 32"/>
                <a:gd name="T61" fmla="*/ 14 h 47"/>
                <a:gd name="T62" fmla="*/ 2 w 32"/>
                <a:gd name="T63" fmla="*/ 16 h 47"/>
                <a:gd name="T64" fmla="*/ 0 w 32"/>
                <a:gd name="T65" fmla="*/ 38 h 47"/>
                <a:gd name="T66" fmla="*/ 1 w 32"/>
                <a:gd name="T67" fmla="*/ 38 h 47"/>
                <a:gd name="T68" fmla="*/ 11 w 32"/>
                <a:gd name="T69" fmla="*/ 29 h 47"/>
                <a:gd name="T70" fmla="*/ 11 w 32"/>
                <a:gd name="T71" fmla="*/ 29 h 47"/>
                <a:gd name="T72" fmla="*/ 11 w 32"/>
                <a:gd name="T73" fmla="*/ 29 h 47"/>
                <a:gd name="T74" fmla="*/ 3 w 32"/>
                <a:gd name="T75" fmla="*/ 24 h 47"/>
                <a:gd name="T76" fmla="*/ 4 w 32"/>
                <a:gd name="T77" fmla="*/ 42 h 47"/>
                <a:gd name="T78" fmla="*/ 6 w 32"/>
                <a:gd name="T79" fmla="*/ 32 h 47"/>
                <a:gd name="T80" fmla="*/ 5 w 32"/>
                <a:gd name="T81" fmla="*/ 33 h 47"/>
                <a:gd name="T82" fmla="*/ 6 w 32"/>
                <a:gd name="T83" fmla="*/ 32 h 47"/>
                <a:gd name="T84" fmla="*/ 11 w 32"/>
                <a:gd name="T85" fmla="*/ 34 h 47"/>
                <a:gd name="T86" fmla="*/ 11 w 32"/>
                <a:gd name="T87" fmla="*/ 36 h 47"/>
                <a:gd name="T88" fmla="*/ 21 w 32"/>
                <a:gd name="T89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" h="47">
                  <a:moveTo>
                    <a:pt x="0" y="25"/>
                  </a:moveTo>
                  <a:cubicBezTo>
                    <a:pt x="0" y="23"/>
                    <a:pt x="1" y="21"/>
                    <a:pt x="1" y="18"/>
                  </a:cubicBezTo>
                  <a:cubicBezTo>
                    <a:pt x="2" y="17"/>
                    <a:pt x="2" y="16"/>
                    <a:pt x="3" y="1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2"/>
                    <a:pt x="4" y="12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4" y="13"/>
                    <a:pt x="4" y="14"/>
                    <a:pt x="3" y="15"/>
                  </a:cubicBezTo>
                  <a:cubicBezTo>
                    <a:pt x="3" y="16"/>
                    <a:pt x="3" y="18"/>
                    <a:pt x="2" y="19"/>
                  </a:cubicBezTo>
                  <a:cubicBezTo>
                    <a:pt x="2" y="21"/>
                    <a:pt x="1" y="23"/>
                    <a:pt x="1" y="25"/>
                  </a:cubicBezTo>
                  <a:cubicBezTo>
                    <a:pt x="1" y="29"/>
                    <a:pt x="1" y="34"/>
                    <a:pt x="1" y="38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3" y="39"/>
                    <a:pt x="15" y="3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8" y="37"/>
                    <a:pt x="21" y="34"/>
                    <a:pt x="24" y="32"/>
                  </a:cubicBezTo>
                  <a:cubicBezTo>
                    <a:pt x="25" y="30"/>
                    <a:pt x="25" y="29"/>
                    <a:pt x="25" y="27"/>
                  </a:cubicBezTo>
                  <a:cubicBezTo>
                    <a:pt x="20" y="32"/>
                    <a:pt x="15" y="36"/>
                    <a:pt x="10" y="40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3" y="38"/>
                    <a:pt x="16" y="36"/>
                    <a:pt x="18" y="34"/>
                  </a:cubicBezTo>
                  <a:cubicBezTo>
                    <a:pt x="20" y="31"/>
                    <a:pt x="22" y="29"/>
                    <a:pt x="24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5"/>
                    <a:pt x="25" y="25"/>
                    <a:pt x="25" y="24"/>
                  </a:cubicBezTo>
                  <a:cubicBezTo>
                    <a:pt x="24" y="22"/>
                    <a:pt x="22" y="21"/>
                    <a:pt x="20" y="22"/>
                  </a:cubicBezTo>
                  <a:cubicBezTo>
                    <a:pt x="19" y="23"/>
                    <a:pt x="19" y="24"/>
                    <a:pt x="19" y="24"/>
                  </a:cubicBezTo>
                  <a:cubicBezTo>
                    <a:pt x="18" y="24"/>
                    <a:pt x="18" y="23"/>
                    <a:pt x="17" y="23"/>
                  </a:cubicBezTo>
                  <a:cubicBezTo>
                    <a:pt x="16" y="24"/>
                    <a:pt x="15" y="26"/>
                    <a:pt x="14" y="27"/>
                  </a:cubicBezTo>
                  <a:cubicBezTo>
                    <a:pt x="14" y="27"/>
                    <a:pt x="14" y="26"/>
                    <a:pt x="14" y="26"/>
                  </a:cubicBezTo>
                  <a:cubicBezTo>
                    <a:pt x="15" y="25"/>
                    <a:pt x="16" y="24"/>
                    <a:pt x="17" y="22"/>
                  </a:cubicBezTo>
                  <a:cubicBezTo>
                    <a:pt x="16" y="22"/>
                    <a:pt x="16" y="22"/>
                    <a:pt x="15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20"/>
                    <a:pt x="20" y="20"/>
                    <a:pt x="21" y="20"/>
                  </a:cubicBezTo>
                  <a:cubicBezTo>
                    <a:pt x="21" y="19"/>
                    <a:pt x="22" y="18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20"/>
                    <a:pt x="24" y="20"/>
                    <a:pt x="25" y="21"/>
                  </a:cubicBezTo>
                  <a:cubicBezTo>
                    <a:pt x="25" y="21"/>
                    <a:pt x="27" y="21"/>
                    <a:pt x="27" y="22"/>
                  </a:cubicBezTo>
                  <a:cubicBezTo>
                    <a:pt x="28" y="18"/>
                    <a:pt x="28" y="15"/>
                    <a:pt x="29" y="11"/>
                  </a:cubicBezTo>
                  <a:cubicBezTo>
                    <a:pt x="29" y="11"/>
                    <a:pt x="28" y="9"/>
                    <a:pt x="28" y="8"/>
                  </a:cubicBezTo>
                  <a:cubicBezTo>
                    <a:pt x="28" y="8"/>
                    <a:pt x="28" y="7"/>
                    <a:pt x="27" y="6"/>
                  </a:cubicBezTo>
                  <a:cubicBezTo>
                    <a:pt x="27" y="6"/>
                    <a:pt x="27" y="6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32" y="8"/>
                    <a:pt x="19" y="0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1" y="4"/>
                    <a:pt x="10" y="5"/>
                  </a:cubicBezTo>
                  <a:cubicBezTo>
                    <a:pt x="8" y="7"/>
                    <a:pt x="7" y="8"/>
                    <a:pt x="5" y="10"/>
                  </a:cubicBezTo>
                  <a:cubicBezTo>
                    <a:pt x="4" y="11"/>
                    <a:pt x="4" y="12"/>
                    <a:pt x="3" y="13"/>
                  </a:cubicBezTo>
                  <a:cubicBezTo>
                    <a:pt x="3" y="13"/>
                    <a:pt x="3" y="13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0" y="20"/>
                    <a:pt x="0" y="23"/>
                    <a:pt x="0" y="27"/>
                  </a:cubicBezTo>
                  <a:cubicBezTo>
                    <a:pt x="0" y="31"/>
                    <a:pt x="0" y="34"/>
                    <a:pt x="0" y="38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0" y="34"/>
                    <a:pt x="0" y="29"/>
                    <a:pt x="0" y="25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3" y="37"/>
                  </a:moveTo>
                  <a:cubicBezTo>
                    <a:pt x="2" y="33"/>
                    <a:pt x="2" y="28"/>
                    <a:pt x="3" y="24"/>
                  </a:cubicBezTo>
                  <a:cubicBezTo>
                    <a:pt x="2" y="28"/>
                    <a:pt x="3" y="33"/>
                    <a:pt x="3" y="37"/>
                  </a:cubicBezTo>
                  <a:cubicBezTo>
                    <a:pt x="4" y="42"/>
                    <a:pt x="4" y="42"/>
                    <a:pt x="4" y="42"/>
                  </a:cubicBezTo>
                  <a:lnTo>
                    <a:pt x="3" y="37"/>
                  </a:lnTo>
                  <a:close/>
                  <a:moveTo>
                    <a:pt x="6" y="32"/>
                  </a:moveTo>
                  <a:cubicBezTo>
                    <a:pt x="6" y="32"/>
                    <a:pt x="6" y="32"/>
                    <a:pt x="6" y="32"/>
                  </a:cubicBezTo>
                  <a:cubicBezTo>
                    <a:pt x="6" y="33"/>
                    <a:pt x="5" y="33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6" y="33"/>
                    <a:pt x="6" y="32"/>
                  </a:cubicBezTo>
                  <a:close/>
                  <a:moveTo>
                    <a:pt x="11" y="36"/>
                  </a:move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5"/>
                    <a:pt x="11" y="35"/>
                    <a:pt x="11" y="36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A13B84E6-F3AB-F573-B954-47B61B9AB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426" y="2652713"/>
              <a:ext cx="112713" cy="173038"/>
            </a:xfrm>
            <a:custGeom>
              <a:avLst/>
              <a:gdLst>
                <a:gd name="T0" fmla="*/ 15 w 30"/>
                <a:gd name="T1" fmla="*/ 42 h 46"/>
                <a:gd name="T2" fmla="*/ 16 w 30"/>
                <a:gd name="T3" fmla="*/ 41 h 46"/>
                <a:gd name="T4" fmla="*/ 17 w 30"/>
                <a:gd name="T5" fmla="*/ 36 h 46"/>
                <a:gd name="T6" fmla="*/ 14 w 30"/>
                <a:gd name="T7" fmla="*/ 36 h 46"/>
                <a:gd name="T8" fmla="*/ 10 w 30"/>
                <a:gd name="T9" fmla="*/ 40 h 46"/>
                <a:gd name="T10" fmla="*/ 7 w 30"/>
                <a:gd name="T11" fmla="*/ 43 h 46"/>
                <a:gd name="T12" fmla="*/ 6 w 30"/>
                <a:gd name="T13" fmla="*/ 41 h 46"/>
                <a:gd name="T14" fmla="*/ 5 w 30"/>
                <a:gd name="T15" fmla="*/ 36 h 46"/>
                <a:gd name="T16" fmla="*/ 4 w 30"/>
                <a:gd name="T17" fmla="*/ 37 h 46"/>
                <a:gd name="T18" fmla="*/ 3 w 30"/>
                <a:gd name="T19" fmla="*/ 31 h 46"/>
                <a:gd name="T20" fmla="*/ 4 w 30"/>
                <a:gd name="T21" fmla="*/ 36 h 46"/>
                <a:gd name="T22" fmla="*/ 4 w 30"/>
                <a:gd name="T23" fmla="*/ 36 h 46"/>
                <a:gd name="T24" fmla="*/ 5 w 30"/>
                <a:gd name="T25" fmla="*/ 36 h 46"/>
                <a:gd name="T26" fmla="*/ 5 w 30"/>
                <a:gd name="T27" fmla="*/ 37 h 46"/>
                <a:gd name="T28" fmla="*/ 7 w 30"/>
                <a:gd name="T29" fmla="*/ 43 h 46"/>
                <a:gd name="T30" fmla="*/ 12 w 30"/>
                <a:gd name="T31" fmla="*/ 38 h 46"/>
                <a:gd name="T32" fmla="*/ 14 w 30"/>
                <a:gd name="T33" fmla="*/ 36 h 46"/>
                <a:gd name="T34" fmla="*/ 15 w 30"/>
                <a:gd name="T35" fmla="*/ 38 h 46"/>
                <a:gd name="T36" fmla="*/ 15 w 30"/>
                <a:gd name="T37" fmla="*/ 38 h 46"/>
                <a:gd name="T38" fmla="*/ 25 w 30"/>
                <a:gd name="T39" fmla="*/ 26 h 46"/>
                <a:gd name="T40" fmla="*/ 24 w 30"/>
                <a:gd name="T41" fmla="*/ 20 h 46"/>
                <a:gd name="T42" fmla="*/ 19 w 30"/>
                <a:gd name="T43" fmla="*/ 20 h 46"/>
                <a:gd name="T44" fmla="*/ 12 w 30"/>
                <a:gd name="T45" fmla="*/ 27 h 46"/>
                <a:gd name="T46" fmla="*/ 12 w 30"/>
                <a:gd name="T47" fmla="*/ 27 h 46"/>
                <a:gd name="T48" fmla="*/ 12 w 30"/>
                <a:gd name="T49" fmla="*/ 27 h 46"/>
                <a:gd name="T50" fmla="*/ 13 w 30"/>
                <a:gd name="T51" fmla="*/ 26 h 46"/>
                <a:gd name="T52" fmla="*/ 17 w 30"/>
                <a:gd name="T53" fmla="*/ 18 h 46"/>
                <a:gd name="T54" fmla="*/ 15 w 30"/>
                <a:gd name="T55" fmla="*/ 20 h 46"/>
                <a:gd name="T56" fmla="*/ 14 w 30"/>
                <a:gd name="T57" fmla="*/ 19 h 46"/>
                <a:gd name="T58" fmla="*/ 15 w 30"/>
                <a:gd name="T59" fmla="*/ 16 h 46"/>
                <a:gd name="T60" fmla="*/ 16 w 30"/>
                <a:gd name="T61" fmla="*/ 15 h 46"/>
                <a:gd name="T62" fmla="*/ 18 w 30"/>
                <a:gd name="T63" fmla="*/ 16 h 46"/>
                <a:gd name="T64" fmla="*/ 20 w 30"/>
                <a:gd name="T65" fmla="*/ 17 h 46"/>
                <a:gd name="T66" fmla="*/ 25 w 30"/>
                <a:gd name="T67" fmla="*/ 13 h 46"/>
                <a:gd name="T68" fmla="*/ 29 w 30"/>
                <a:gd name="T69" fmla="*/ 18 h 46"/>
                <a:gd name="T70" fmla="*/ 28 w 30"/>
                <a:gd name="T71" fmla="*/ 2 h 46"/>
                <a:gd name="T72" fmla="*/ 18 w 30"/>
                <a:gd name="T73" fmla="*/ 0 h 46"/>
                <a:gd name="T74" fmla="*/ 0 w 30"/>
                <a:gd name="T75" fmla="*/ 28 h 46"/>
                <a:gd name="T76" fmla="*/ 2 w 30"/>
                <a:gd name="T77" fmla="*/ 40 h 46"/>
                <a:gd name="T78" fmla="*/ 2 w 30"/>
                <a:gd name="T79" fmla="*/ 40 h 46"/>
                <a:gd name="T80" fmla="*/ 3 w 30"/>
                <a:gd name="T81" fmla="*/ 39 h 46"/>
                <a:gd name="T82" fmla="*/ 6 w 30"/>
                <a:gd name="T83" fmla="*/ 44 h 46"/>
                <a:gd name="T84" fmla="*/ 11 w 30"/>
                <a:gd name="T85" fmla="*/ 41 h 46"/>
                <a:gd name="T86" fmla="*/ 6 w 30"/>
                <a:gd name="T87" fmla="*/ 45 h 46"/>
                <a:gd name="T88" fmla="*/ 4 w 30"/>
                <a:gd name="T89" fmla="*/ 40 h 46"/>
                <a:gd name="T90" fmla="*/ 4 w 30"/>
                <a:gd name="T91" fmla="*/ 38 h 46"/>
                <a:gd name="T92" fmla="*/ 2 w 30"/>
                <a:gd name="T93" fmla="*/ 40 h 46"/>
                <a:gd name="T94" fmla="*/ 2 w 30"/>
                <a:gd name="T95" fmla="*/ 38 h 46"/>
                <a:gd name="T96" fmla="*/ 3 w 30"/>
                <a:gd name="T97" fmla="*/ 17 h 46"/>
                <a:gd name="T98" fmla="*/ 4 w 30"/>
                <a:gd name="T99" fmla="*/ 38 h 46"/>
                <a:gd name="T100" fmla="*/ 4 w 30"/>
                <a:gd name="T101" fmla="*/ 38 h 46"/>
                <a:gd name="T102" fmla="*/ 6 w 30"/>
                <a:gd name="T103" fmla="*/ 44 h 46"/>
                <a:gd name="T104" fmla="*/ 7 w 30"/>
                <a:gd name="T105" fmla="*/ 44 h 46"/>
                <a:gd name="T106" fmla="*/ 11 w 30"/>
                <a:gd name="T107" fmla="*/ 41 h 46"/>
                <a:gd name="T108" fmla="*/ 14 w 30"/>
                <a:gd name="T109" fmla="*/ 38 h 46"/>
                <a:gd name="T110" fmla="*/ 15 w 30"/>
                <a:gd name="T111" fmla="*/ 4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" h="46">
                  <a:moveTo>
                    <a:pt x="15" y="42"/>
                  </a:move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8" y="39"/>
                    <a:pt x="20" y="36"/>
                    <a:pt x="22" y="34"/>
                  </a:cubicBezTo>
                  <a:cubicBezTo>
                    <a:pt x="24" y="32"/>
                    <a:pt x="25" y="29"/>
                    <a:pt x="25" y="27"/>
                  </a:cubicBezTo>
                  <a:cubicBezTo>
                    <a:pt x="22" y="30"/>
                    <a:pt x="20" y="33"/>
                    <a:pt x="17" y="36"/>
                  </a:cubicBezTo>
                  <a:cubicBezTo>
                    <a:pt x="16" y="37"/>
                    <a:pt x="16" y="38"/>
                    <a:pt x="15" y="38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9" y="41"/>
                    <a:pt x="8" y="42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0"/>
                    <a:pt x="6" y="40"/>
                    <a:pt x="5" y="39"/>
                  </a:cubicBezTo>
                  <a:cubicBezTo>
                    <a:pt x="5" y="38"/>
                    <a:pt x="5" y="37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6"/>
                    <a:pt x="3" y="36"/>
                    <a:pt x="3" y="36"/>
                  </a:cubicBezTo>
                  <a:cubicBezTo>
                    <a:pt x="3" y="34"/>
                    <a:pt x="3" y="32"/>
                    <a:pt x="3" y="31"/>
                  </a:cubicBezTo>
                  <a:cubicBezTo>
                    <a:pt x="3" y="32"/>
                    <a:pt x="3" y="33"/>
                    <a:pt x="3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7"/>
                    <a:pt x="4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6" y="39"/>
                    <a:pt x="6" y="40"/>
                    <a:pt x="7" y="41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2"/>
                    <a:pt x="8" y="42"/>
                  </a:cubicBezTo>
                  <a:cubicBezTo>
                    <a:pt x="8" y="42"/>
                    <a:pt x="8" y="42"/>
                    <a:pt x="9" y="41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9" y="33"/>
                    <a:pt x="22" y="30"/>
                    <a:pt x="25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4"/>
                    <a:pt x="26" y="23"/>
                    <a:pt x="26" y="22"/>
                  </a:cubicBezTo>
                  <a:cubicBezTo>
                    <a:pt x="26" y="21"/>
                    <a:pt x="25" y="20"/>
                    <a:pt x="24" y="20"/>
                  </a:cubicBezTo>
                  <a:cubicBezTo>
                    <a:pt x="23" y="19"/>
                    <a:pt x="22" y="19"/>
                    <a:pt x="21" y="20"/>
                  </a:cubicBezTo>
                  <a:cubicBezTo>
                    <a:pt x="21" y="20"/>
                    <a:pt x="20" y="22"/>
                    <a:pt x="20" y="22"/>
                  </a:cubicBezTo>
                  <a:cubicBezTo>
                    <a:pt x="20" y="21"/>
                    <a:pt x="19" y="20"/>
                    <a:pt x="19" y="20"/>
                  </a:cubicBezTo>
                  <a:cubicBezTo>
                    <a:pt x="17" y="22"/>
                    <a:pt x="16" y="24"/>
                    <a:pt x="14" y="25"/>
                  </a:cubicBezTo>
                  <a:cubicBezTo>
                    <a:pt x="14" y="25"/>
                    <a:pt x="13" y="26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5"/>
                    <a:pt x="12" y="23"/>
                    <a:pt x="12" y="21"/>
                  </a:cubicBezTo>
                  <a:cubicBezTo>
                    <a:pt x="12" y="23"/>
                    <a:pt x="12" y="24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4" y="25"/>
                    <a:pt x="14" y="25"/>
                  </a:cubicBezTo>
                  <a:cubicBezTo>
                    <a:pt x="16" y="23"/>
                    <a:pt x="17" y="21"/>
                    <a:pt x="19" y="19"/>
                  </a:cubicBezTo>
                  <a:cubicBezTo>
                    <a:pt x="18" y="19"/>
                    <a:pt x="18" y="18"/>
                    <a:pt x="17" y="18"/>
                  </a:cubicBezTo>
                  <a:cubicBezTo>
                    <a:pt x="17" y="18"/>
                    <a:pt x="17" y="18"/>
                    <a:pt x="16" y="19"/>
                  </a:cubicBezTo>
                  <a:cubicBezTo>
                    <a:pt x="16" y="19"/>
                    <a:pt x="16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5"/>
                    <a:pt x="15" y="15"/>
                  </a:cubicBezTo>
                  <a:cubicBezTo>
                    <a:pt x="15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7" y="16"/>
                  </a:cubicBezTo>
                  <a:cubicBezTo>
                    <a:pt x="17" y="16"/>
                    <a:pt x="17" y="16"/>
                    <a:pt x="18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7"/>
                  </a:cubicBezTo>
                  <a:cubicBezTo>
                    <a:pt x="20" y="18"/>
                    <a:pt x="21" y="17"/>
                    <a:pt x="22" y="17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6" y="18"/>
                    <a:pt x="26" y="18"/>
                  </a:cubicBezTo>
                  <a:cubicBezTo>
                    <a:pt x="27" y="18"/>
                    <a:pt x="28" y="18"/>
                    <a:pt x="29" y="18"/>
                  </a:cubicBezTo>
                  <a:cubicBezTo>
                    <a:pt x="29" y="16"/>
                    <a:pt x="30" y="14"/>
                    <a:pt x="30" y="11"/>
                  </a:cubicBezTo>
                  <a:cubicBezTo>
                    <a:pt x="30" y="9"/>
                    <a:pt x="30" y="6"/>
                    <a:pt x="29" y="4"/>
                  </a:cubicBezTo>
                  <a:cubicBezTo>
                    <a:pt x="29" y="4"/>
                    <a:pt x="29" y="3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0"/>
                    <a:pt x="24" y="0"/>
                    <a:pt x="23" y="0"/>
                  </a:cubicBezTo>
                  <a:cubicBezTo>
                    <a:pt x="21" y="0"/>
                    <a:pt x="20" y="0"/>
                    <a:pt x="18" y="0"/>
                  </a:cubicBezTo>
                  <a:cubicBezTo>
                    <a:pt x="15" y="1"/>
                    <a:pt x="11" y="3"/>
                    <a:pt x="8" y="7"/>
                  </a:cubicBezTo>
                  <a:cubicBezTo>
                    <a:pt x="4" y="10"/>
                    <a:pt x="2" y="15"/>
                    <a:pt x="1" y="18"/>
                  </a:cubicBezTo>
                  <a:cubicBezTo>
                    <a:pt x="0" y="22"/>
                    <a:pt x="0" y="25"/>
                    <a:pt x="0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1"/>
                    <a:pt x="5" y="42"/>
                    <a:pt x="5" y="43"/>
                  </a:cubicBezTo>
                  <a:cubicBezTo>
                    <a:pt x="5" y="43"/>
                    <a:pt x="5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6"/>
                    <a:pt x="7" y="45"/>
                  </a:cubicBezTo>
                  <a:cubicBezTo>
                    <a:pt x="8" y="44"/>
                    <a:pt x="9" y="42"/>
                    <a:pt x="11" y="41"/>
                  </a:cubicBezTo>
                  <a:cubicBezTo>
                    <a:pt x="10" y="42"/>
                    <a:pt x="9" y="43"/>
                    <a:pt x="8" y="44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1"/>
                    <a:pt x="4" y="40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5"/>
                    <a:pt x="0" y="33"/>
                    <a:pt x="0" y="29"/>
                  </a:cubicBezTo>
                  <a:cubicBezTo>
                    <a:pt x="0" y="26"/>
                    <a:pt x="0" y="22"/>
                    <a:pt x="2" y="17"/>
                  </a:cubicBezTo>
                  <a:cubicBezTo>
                    <a:pt x="2" y="17"/>
                    <a:pt x="2" y="18"/>
                    <a:pt x="3" y="17"/>
                  </a:cubicBezTo>
                  <a:cubicBezTo>
                    <a:pt x="2" y="22"/>
                    <a:pt x="1" y="25"/>
                    <a:pt x="1" y="28"/>
                  </a:cubicBezTo>
                  <a:cubicBezTo>
                    <a:pt x="1" y="32"/>
                    <a:pt x="2" y="35"/>
                    <a:pt x="2" y="37"/>
                  </a:cubicBezTo>
                  <a:cubicBezTo>
                    <a:pt x="2" y="38"/>
                    <a:pt x="2" y="40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5" y="41"/>
                    <a:pt x="5" y="42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10" y="42"/>
                    <a:pt x="11" y="41"/>
                    <a:pt x="12" y="40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2"/>
                    <a:pt x="15" y="42"/>
                    <a:pt x="15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2D74E91C-EA8B-F387-7060-E69DECC701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4026" y="2908301"/>
              <a:ext cx="160338" cy="146050"/>
            </a:xfrm>
            <a:custGeom>
              <a:avLst/>
              <a:gdLst>
                <a:gd name="T0" fmla="*/ 42 w 43"/>
                <a:gd name="T1" fmla="*/ 30 h 39"/>
                <a:gd name="T2" fmla="*/ 38 w 43"/>
                <a:gd name="T3" fmla="*/ 23 h 39"/>
                <a:gd name="T4" fmla="*/ 43 w 43"/>
                <a:gd name="T5" fmla="*/ 33 h 39"/>
                <a:gd name="T6" fmla="*/ 42 w 43"/>
                <a:gd name="T7" fmla="*/ 36 h 39"/>
                <a:gd name="T8" fmla="*/ 40 w 43"/>
                <a:gd name="T9" fmla="*/ 37 h 39"/>
                <a:gd name="T10" fmla="*/ 23 w 43"/>
                <a:gd name="T11" fmla="*/ 35 h 39"/>
                <a:gd name="T12" fmla="*/ 39 w 43"/>
                <a:gd name="T13" fmla="*/ 36 h 39"/>
                <a:gd name="T14" fmla="*/ 40 w 43"/>
                <a:gd name="T15" fmla="*/ 36 h 39"/>
                <a:gd name="T16" fmla="*/ 41 w 43"/>
                <a:gd name="T17" fmla="*/ 35 h 39"/>
                <a:gd name="T18" fmla="*/ 42 w 43"/>
                <a:gd name="T19" fmla="*/ 34 h 39"/>
                <a:gd name="T20" fmla="*/ 41 w 43"/>
                <a:gd name="T21" fmla="*/ 32 h 39"/>
                <a:gd name="T22" fmla="*/ 39 w 43"/>
                <a:gd name="T23" fmla="*/ 27 h 39"/>
                <a:gd name="T24" fmla="*/ 34 w 43"/>
                <a:gd name="T25" fmla="*/ 14 h 39"/>
                <a:gd name="T26" fmla="*/ 27 w 43"/>
                <a:gd name="T27" fmla="*/ 7 h 39"/>
                <a:gd name="T28" fmla="*/ 36 w 43"/>
                <a:gd name="T29" fmla="*/ 23 h 39"/>
                <a:gd name="T30" fmla="*/ 38 w 43"/>
                <a:gd name="T31" fmla="*/ 29 h 39"/>
                <a:gd name="T32" fmla="*/ 39 w 43"/>
                <a:gd name="T33" fmla="*/ 32 h 39"/>
                <a:gd name="T34" fmla="*/ 39 w 43"/>
                <a:gd name="T35" fmla="*/ 33 h 39"/>
                <a:gd name="T36" fmla="*/ 38 w 43"/>
                <a:gd name="T37" fmla="*/ 35 h 39"/>
                <a:gd name="T38" fmla="*/ 39 w 43"/>
                <a:gd name="T39" fmla="*/ 33 h 39"/>
                <a:gd name="T40" fmla="*/ 39 w 43"/>
                <a:gd name="T41" fmla="*/ 32 h 39"/>
                <a:gd name="T42" fmla="*/ 38 w 43"/>
                <a:gd name="T43" fmla="*/ 28 h 39"/>
                <a:gd name="T44" fmla="*/ 31 w 43"/>
                <a:gd name="T45" fmla="*/ 14 h 39"/>
                <a:gd name="T46" fmla="*/ 17 w 43"/>
                <a:gd name="T47" fmla="*/ 2 h 39"/>
                <a:gd name="T48" fmla="*/ 18 w 43"/>
                <a:gd name="T49" fmla="*/ 8 h 39"/>
                <a:gd name="T50" fmla="*/ 23 w 43"/>
                <a:gd name="T51" fmla="*/ 19 h 39"/>
                <a:gd name="T52" fmla="*/ 22 w 43"/>
                <a:gd name="T53" fmla="*/ 21 h 39"/>
                <a:gd name="T54" fmla="*/ 22 w 43"/>
                <a:gd name="T55" fmla="*/ 21 h 39"/>
                <a:gd name="T56" fmla="*/ 22 w 43"/>
                <a:gd name="T57" fmla="*/ 20 h 39"/>
                <a:gd name="T58" fmla="*/ 17 w 43"/>
                <a:gd name="T59" fmla="*/ 10 h 39"/>
                <a:gd name="T60" fmla="*/ 17 w 43"/>
                <a:gd name="T61" fmla="*/ 14 h 39"/>
                <a:gd name="T62" fmla="*/ 16 w 43"/>
                <a:gd name="T63" fmla="*/ 16 h 39"/>
                <a:gd name="T64" fmla="*/ 14 w 43"/>
                <a:gd name="T65" fmla="*/ 14 h 39"/>
                <a:gd name="T66" fmla="*/ 13 w 43"/>
                <a:gd name="T67" fmla="*/ 13 h 39"/>
                <a:gd name="T68" fmla="*/ 13 w 43"/>
                <a:gd name="T69" fmla="*/ 13 h 39"/>
                <a:gd name="T70" fmla="*/ 13 w 43"/>
                <a:gd name="T71" fmla="*/ 13 h 39"/>
                <a:gd name="T72" fmla="*/ 13 w 43"/>
                <a:gd name="T73" fmla="*/ 13 h 39"/>
                <a:gd name="T74" fmla="*/ 15 w 43"/>
                <a:gd name="T75" fmla="*/ 9 h 39"/>
                <a:gd name="T76" fmla="*/ 9 w 43"/>
                <a:gd name="T77" fmla="*/ 6 h 39"/>
                <a:gd name="T78" fmla="*/ 12 w 43"/>
                <a:gd name="T79" fmla="*/ 0 h 39"/>
                <a:gd name="T80" fmla="*/ 1 w 43"/>
                <a:gd name="T81" fmla="*/ 9 h 39"/>
                <a:gd name="T82" fmla="*/ 7 w 43"/>
                <a:gd name="T83" fmla="*/ 27 h 39"/>
                <a:gd name="T84" fmla="*/ 35 w 43"/>
                <a:gd name="T85" fmla="*/ 39 h 39"/>
                <a:gd name="T86" fmla="*/ 40 w 43"/>
                <a:gd name="T87" fmla="*/ 37 h 39"/>
                <a:gd name="T88" fmla="*/ 43 w 43"/>
                <a:gd name="T89" fmla="*/ 36 h 39"/>
                <a:gd name="T90" fmla="*/ 43 w 43"/>
                <a:gd name="T91" fmla="*/ 34 h 39"/>
                <a:gd name="T92" fmla="*/ 12 w 43"/>
                <a:gd name="T93" fmla="*/ 1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3" h="39">
                  <a:moveTo>
                    <a:pt x="43" y="33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4"/>
                    <a:pt x="40" y="26"/>
                    <a:pt x="41" y="28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4"/>
                    <a:pt x="43" y="34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9"/>
                    <a:pt x="35" y="38"/>
                    <a:pt x="32" y="38"/>
                  </a:cubicBezTo>
                  <a:cubicBezTo>
                    <a:pt x="30" y="38"/>
                    <a:pt x="26" y="37"/>
                    <a:pt x="23" y="36"/>
                  </a:cubicBezTo>
                  <a:cubicBezTo>
                    <a:pt x="23" y="36"/>
                    <a:pt x="23" y="36"/>
                    <a:pt x="23" y="35"/>
                  </a:cubicBezTo>
                  <a:cubicBezTo>
                    <a:pt x="26" y="36"/>
                    <a:pt x="29" y="37"/>
                    <a:pt x="32" y="37"/>
                  </a:cubicBezTo>
                  <a:cubicBezTo>
                    <a:pt x="33" y="37"/>
                    <a:pt x="35" y="37"/>
                    <a:pt x="36" y="37"/>
                  </a:cubicBezTo>
                  <a:cubicBezTo>
                    <a:pt x="37" y="37"/>
                    <a:pt x="39" y="37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1" y="31"/>
                    <a:pt x="41" y="30"/>
                    <a:pt x="41" y="3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5"/>
                    <a:pt x="37" y="23"/>
                    <a:pt x="36" y="21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7" y="19"/>
                    <a:pt x="36" y="17"/>
                    <a:pt x="34" y="14"/>
                  </a:cubicBezTo>
                  <a:cubicBezTo>
                    <a:pt x="33" y="11"/>
                    <a:pt x="31" y="8"/>
                    <a:pt x="29" y="6"/>
                  </a:cubicBezTo>
                  <a:cubicBezTo>
                    <a:pt x="27" y="3"/>
                    <a:pt x="24" y="2"/>
                    <a:pt x="22" y="2"/>
                  </a:cubicBezTo>
                  <a:cubicBezTo>
                    <a:pt x="24" y="3"/>
                    <a:pt x="26" y="5"/>
                    <a:pt x="27" y="7"/>
                  </a:cubicBezTo>
                  <a:cubicBezTo>
                    <a:pt x="28" y="9"/>
                    <a:pt x="30" y="11"/>
                    <a:pt x="31" y="12"/>
                  </a:cubicBezTo>
                  <a:cubicBezTo>
                    <a:pt x="32" y="14"/>
                    <a:pt x="33" y="16"/>
                    <a:pt x="33" y="18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9"/>
                    <a:pt x="38" y="29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5"/>
                    <a:pt x="39" y="35"/>
                    <a:pt x="38" y="35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5" y="36"/>
                    <a:pt x="36" y="36"/>
                    <a:pt x="37" y="35"/>
                  </a:cubicBezTo>
                  <a:cubicBezTo>
                    <a:pt x="38" y="35"/>
                    <a:pt x="38" y="34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8" y="31"/>
                    <a:pt x="38" y="30"/>
                  </a:cubicBezTo>
                  <a:cubicBezTo>
                    <a:pt x="38" y="30"/>
                    <a:pt x="38" y="29"/>
                    <a:pt x="38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4"/>
                    <a:pt x="35" y="22"/>
                    <a:pt x="34" y="20"/>
                  </a:cubicBezTo>
                  <a:cubicBezTo>
                    <a:pt x="33" y="18"/>
                    <a:pt x="32" y="16"/>
                    <a:pt x="31" y="14"/>
                  </a:cubicBezTo>
                  <a:cubicBezTo>
                    <a:pt x="28" y="10"/>
                    <a:pt x="26" y="6"/>
                    <a:pt x="21" y="3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6" y="2"/>
                    <a:pt x="15" y="3"/>
                    <a:pt x="15" y="4"/>
                  </a:cubicBezTo>
                  <a:cubicBezTo>
                    <a:pt x="15" y="5"/>
                    <a:pt x="15" y="6"/>
                    <a:pt x="16" y="7"/>
                  </a:cubicBezTo>
                  <a:cubicBezTo>
                    <a:pt x="17" y="7"/>
                    <a:pt x="18" y="8"/>
                    <a:pt x="18" y="8"/>
                  </a:cubicBezTo>
                  <a:cubicBezTo>
                    <a:pt x="18" y="9"/>
                    <a:pt x="17" y="9"/>
                    <a:pt x="17" y="9"/>
                  </a:cubicBezTo>
                  <a:cubicBezTo>
                    <a:pt x="19" y="11"/>
                    <a:pt x="21" y="14"/>
                    <a:pt x="21" y="16"/>
                  </a:cubicBezTo>
                  <a:cubicBezTo>
                    <a:pt x="22" y="17"/>
                    <a:pt x="23" y="18"/>
                    <a:pt x="23" y="19"/>
                  </a:cubicBezTo>
                  <a:cubicBezTo>
                    <a:pt x="23" y="20"/>
                    <a:pt x="23" y="20"/>
                    <a:pt x="23" y="21"/>
                  </a:cubicBezTo>
                  <a:cubicBezTo>
                    <a:pt x="23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0"/>
                    <a:pt x="22" y="20"/>
                  </a:cubicBezTo>
                  <a:cubicBezTo>
                    <a:pt x="22" y="20"/>
                    <a:pt x="22" y="20"/>
                    <a:pt x="22" y="19"/>
                  </a:cubicBezTo>
                  <a:cubicBezTo>
                    <a:pt x="22" y="18"/>
                    <a:pt x="22" y="17"/>
                    <a:pt x="21" y="16"/>
                  </a:cubicBezTo>
                  <a:cubicBezTo>
                    <a:pt x="20" y="14"/>
                    <a:pt x="19" y="11"/>
                    <a:pt x="17" y="10"/>
                  </a:cubicBezTo>
                  <a:cubicBezTo>
                    <a:pt x="16" y="10"/>
                    <a:pt x="16" y="11"/>
                    <a:pt x="16" y="12"/>
                  </a:cubicBezTo>
                  <a:cubicBezTo>
                    <a:pt x="16" y="12"/>
                    <a:pt x="16" y="12"/>
                    <a:pt x="16" y="13"/>
                  </a:cubicBezTo>
                  <a:cubicBezTo>
                    <a:pt x="17" y="13"/>
                    <a:pt x="17" y="13"/>
                    <a:pt x="17" y="14"/>
                  </a:cubicBezTo>
                  <a:cubicBezTo>
                    <a:pt x="17" y="15"/>
                    <a:pt x="17" y="15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5"/>
                  </a:cubicBezTo>
                  <a:cubicBezTo>
                    <a:pt x="16" y="15"/>
                    <a:pt x="15" y="15"/>
                    <a:pt x="15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5"/>
                    <a:pt x="13" y="14"/>
                    <a:pt x="13" y="14"/>
                  </a:cubicBezTo>
                  <a:cubicBezTo>
                    <a:pt x="13" y="14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2"/>
                    <a:pt x="14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5" y="9"/>
                  </a:cubicBezTo>
                  <a:cubicBezTo>
                    <a:pt x="15" y="8"/>
                    <a:pt x="14" y="8"/>
                    <a:pt x="13" y="7"/>
                  </a:cubicBezTo>
                  <a:cubicBezTo>
                    <a:pt x="12" y="7"/>
                    <a:pt x="11" y="6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5"/>
                    <a:pt x="11" y="5"/>
                    <a:pt x="12" y="4"/>
                  </a:cubicBezTo>
                  <a:cubicBezTo>
                    <a:pt x="12" y="4"/>
                    <a:pt x="13" y="4"/>
                    <a:pt x="13" y="3"/>
                  </a:cubicBezTo>
                  <a:cubicBezTo>
                    <a:pt x="13" y="2"/>
                    <a:pt x="12" y="1"/>
                    <a:pt x="12" y="0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1"/>
                    <a:pt x="7" y="2"/>
                    <a:pt x="5" y="3"/>
                  </a:cubicBezTo>
                  <a:cubicBezTo>
                    <a:pt x="3" y="4"/>
                    <a:pt x="2" y="6"/>
                    <a:pt x="1" y="9"/>
                  </a:cubicBezTo>
                  <a:cubicBezTo>
                    <a:pt x="1" y="10"/>
                    <a:pt x="0" y="11"/>
                    <a:pt x="0" y="12"/>
                  </a:cubicBezTo>
                  <a:cubicBezTo>
                    <a:pt x="0" y="13"/>
                    <a:pt x="1" y="14"/>
                    <a:pt x="1" y="15"/>
                  </a:cubicBezTo>
                  <a:cubicBezTo>
                    <a:pt x="2" y="20"/>
                    <a:pt x="4" y="24"/>
                    <a:pt x="7" y="27"/>
                  </a:cubicBezTo>
                  <a:cubicBezTo>
                    <a:pt x="10" y="30"/>
                    <a:pt x="13" y="32"/>
                    <a:pt x="16" y="33"/>
                  </a:cubicBezTo>
                  <a:cubicBezTo>
                    <a:pt x="21" y="37"/>
                    <a:pt x="27" y="38"/>
                    <a:pt x="32" y="39"/>
                  </a:cubicBezTo>
                  <a:cubicBezTo>
                    <a:pt x="33" y="39"/>
                    <a:pt x="34" y="39"/>
                    <a:pt x="35" y="39"/>
                  </a:cubicBezTo>
                  <a:cubicBezTo>
                    <a:pt x="36" y="39"/>
                    <a:pt x="37" y="39"/>
                    <a:pt x="38" y="39"/>
                  </a:cubicBezTo>
                  <a:cubicBezTo>
                    <a:pt x="39" y="39"/>
                    <a:pt x="40" y="38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33"/>
                  </a:lnTo>
                  <a:close/>
                  <a:moveTo>
                    <a:pt x="12" y="11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6F1514AD-725B-7DB4-7047-6A5EAD01E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3175"/>
            </a:xfrm>
            <a:custGeom>
              <a:avLst/>
              <a:gdLst>
                <a:gd name="T0" fmla="*/ 1 h 1"/>
                <a:gd name="T1" fmla="*/ 1 h 1"/>
                <a:gd name="T2" fmla="*/ 0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0A1A6781-FB9D-351B-5F0F-0D63DE8C9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FCC50921-CF9A-3D04-6E93-9FD96E338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6701" y="29606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AA7523E8-9648-E11C-505C-B7967D3E62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03988" y="2938463"/>
              <a:ext cx="150813" cy="153988"/>
            </a:xfrm>
            <a:custGeom>
              <a:avLst/>
              <a:gdLst>
                <a:gd name="T0" fmla="*/ 32 w 40"/>
                <a:gd name="T1" fmla="*/ 31 h 41"/>
                <a:gd name="T2" fmla="*/ 32 w 40"/>
                <a:gd name="T3" fmla="*/ 31 h 41"/>
                <a:gd name="T4" fmla="*/ 12 w 40"/>
                <a:gd name="T5" fmla="*/ 39 h 41"/>
                <a:gd name="T6" fmla="*/ 6 w 40"/>
                <a:gd name="T7" fmla="*/ 30 h 41"/>
                <a:gd name="T8" fmla="*/ 9 w 40"/>
                <a:gd name="T9" fmla="*/ 26 h 41"/>
                <a:gd name="T10" fmla="*/ 3 w 40"/>
                <a:gd name="T11" fmla="*/ 39 h 41"/>
                <a:gd name="T12" fmla="*/ 26 w 40"/>
                <a:gd name="T13" fmla="*/ 35 h 41"/>
                <a:gd name="T14" fmla="*/ 36 w 40"/>
                <a:gd name="T15" fmla="*/ 23 h 41"/>
                <a:gd name="T16" fmla="*/ 39 w 40"/>
                <a:gd name="T17" fmla="*/ 10 h 41"/>
                <a:gd name="T18" fmla="*/ 38 w 40"/>
                <a:gd name="T19" fmla="*/ 10 h 41"/>
                <a:gd name="T20" fmla="*/ 37 w 40"/>
                <a:gd name="T21" fmla="*/ 15 h 41"/>
                <a:gd name="T22" fmla="*/ 27 w 40"/>
                <a:gd name="T23" fmla="*/ 32 h 41"/>
                <a:gd name="T24" fmla="*/ 19 w 40"/>
                <a:gd name="T25" fmla="*/ 35 h 41"/>
                <a:gd name="T26" fmla="*/ 37 w 40"/>
                <a:gd name="T27" fmla="*/ 16 h 41"/>
                <a:gd name="T28" fmla="*/ 36 w 40"/>
                <a:gd name="T29" fmla="*/ 5 h 41"/>
                <a:gd name="T30" fmla="*/ 34 w 40"/>
                <a:gd name="T31" fmla="*/ 3 h 41"/>
                <a:gd name="T32" fmla="*/ 30 w 40"/>
                <a:gd name="T33" fmla="*/ 3 h 41"/>
                <a:gd name="T34" fmla="*/ 30 w 40"/>
                <a:gd name="T35" fmla="*/ 6 h 41"/>
                <a:gd name="T36" fmla="*/ 30 w 40"/>
                <a:gd name="T37" fmla="*/ 8 h 41"/>
                <a:gd name="T38" fmla="*/ 30 w 40"/>
                <a:gd name="T39" fmla="*/ 6 h 41"/>
                <a:gd name="T40" fmla="*/ 25 w 40"/>
                <a:gd name="T41" fmla="*/ 7 h 41"/>
                <a:gd name="T42" fmla="*/ 26 w 40"/>
                <a:gd name="T43" fmla="*/ 3 h 41"/>
                <a:gd name="T44" fmla="*/ 20 w 40"/>
                <a:gd name="T45" fmla="*/ 4 h 41"/>
                <a:gd name="T46" fmla="*/ 15 w 40"/>
                <a:gd name="T47" fmla="*/ 10 h 41"/>
                <a:gd name="T48" fmla="*/ 15 w 40"/>
                <a:gd name="T49" fmla="*/ 11 h 41"/>
                <a:gd name="T50" fmla="*/ 14 w 40"/>
                <a:gd name="T51" fmla="*/ 13 h 41"/>
                <a:gd name="T52" fmla="*/ 10 w 40"/>
                <a:gd name="T53" fmla="*/ 20 h 41"/>
                <a:gd name="T54" fmla="*/ 0 w 40"/>
                <a:gd name="T55" fmla="*/ 41 h 41"/>
                <a:gd name="T56" fmla="*/ 26 w 40"/>
                <a:gd name="T57" fmla="*/ 36 h 41"/>
                <a:gd name="T58" fmla="*/ 18 w 40"/>
                <a:gd name="T59" fmla="*/ 36 h 41"/>
                <a:gd name="T60" fmla="*/ 25 w 40"/>
                <a:gd name="T61" fmla="*/ 24 h 41"/>
                <a:gd name="T62" fmla="*/ 24 w 40"/>
                <a:gd name="T63" fmla="*/ 24 h 41"/>
                <a:gd name="T64" fmla="*/ 28 w 40"/>
                <a:gd name="T65" fmla="*/ 19 h 41"/>
                <a:gd name="T66" fmla="*/ 29 w 40"/>
                <a:gd name="T67" fmla="*/ 15 h 41"/>
                <a:gd name="T68" fmla="*/ 25 w 40"/>
                <a:gd name="T69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" h="41">
                  <a:moveTo>
                    <a:pt x="26" y="36"/>
                  </a:moveTo>
                  <a:cubicBezTo>
                    <a:pt x="28" y="35"/>
                    <a:pt x="30" y="33"/>
                    <a:pt x="32" y="31"/>
                  </a:cubicBezTo>
                  <a:cubicBezTo>
                    <a:pt x="34" y="29"/>
                    <a:pt x="36" y="27"/>
                    <a:pt x="37" y="24"/>
                  </a:cubicBezTo>
                  <a:cubicBezTo>
                    <a:pt x="36" y="27"/>
                    <a:pt x="34" y="29"/>
                    <a:pt x="32" y="31"/>
                  </a:cubicBezTo>
                  <a:cubicBezTo>
                    <a:pt x="30" y="33"/>
                    <a:pt x="28" y="34"/>
                    <a:pt x="26" y="35"/>
                  </a:cubicBezTo>
                  <a:cubicBezTo>
                    <a:pt x="21" y="38"/>
                    <a:pt x="17" y="39"/>
                    <a:pt x="12" y="39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9" y="26"/>
                    <a:pt x="9" y="26"/>
                  </a:cubicBezTo>
                  <a:cubicBezTo>
                    <a:pt x="8" y="27"/>
                    <a:pt x="8" y="29"/>
                    <a:pt x="7" y="31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7" y="37"/>
                    <a:pt x="21" y="37"/>
                    <a:pt x="26" y="35"/>
                  </a:cubicBezTo>
                  <a:cubicBezTo>
                    <a:pt x="28" y="34"/>
                    <a:pt x="30" y="32"/>
                    <a:pt x="32" y="30"/>
                  </a:cubicBezTo>
                  <a:cubicBezTo>
                    <a:pt x="34" y="28"/>
                    <a:pt x="36" y="26"/>
                    <a:pt x="36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40" y="19"/>
                    <a:pt x="40" y="14"/>
                    <a:pt x="39" y="10"/>
                  </a:cubicBezTo>
                  <a:cubicBezTo>
                    <a:pt x="39" y="8"/>
                    <a:pt x="38" y="6"/>
                    <a:pt x="37" y="5"/>
                  </a:cubicBezTo>
                  <a:cubicBezTo>
                    <a:pt x="37" y="7"/>
                    <a:pt x="37" y="9"/>
                    <a:pt x="38" y="10"/>
                  </a:cubicBezTo>
                  <a:cubicBezTo>
                    <a:pt x="38" y="11"/>
                    <a:pt x="37" y="12"/>
                    <a:pt x="37" y="13"/>
                  </a:cubicBezTo>
                  <a:cubicBezTo>
                    <a:pt x="37" y="13"/>
                    <a:pt x="37" y="14"/>
                    <a:pt x="37" y="15"/>
                  </a:cubicBezTo>
                  <a:cubicBezTo>
                    <a:pt x="37" y="18"/>
                    <a:pt x="36" y="22"/>
                    <a:pt x="34" y="25"/>
                  </a:cubicBezTo>
                  <a:cubicBezTo>
                    <a:pt x="32" y="28"/>
                    <a:pt x="30" y="31"/>
                    <a:pt x="27" y="32"/>
                  </a:cubicBezTo>
                  <a:cubicBezTo>
                    <a:pt x="24" y="34"/>
                    <a:pt x="22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4" y="34"/>
                    <a:pt x="29" y="31"/>
                    <a:pt x="32" y="27"/>
                  </a:cubicBezTo>
                  <a:cubicBezTo>
                    <a:pt x="35" y="24"/>
                    <a:pt x="36" y="20"/>
                    <a:pt x="37" y="16"/>
                  </a:cubicBezTo>
                  <a:cubicBezTo>
                    <a:pt x="37" y="14"/>
                    <a:pt x="37" y="12"/>
                    <a:pt x="37" y="11"/>
                  </a:cubicBezTo>
                  <a:cubicBezTo>
                    <a:pt x="37" y="9"/>
                    <a:pt x="37" y="7"/>
                    <a:pt x="36" y="5"/>
                  </a:cubicBezTo>
                  <a:cubicBezTo>
                    <a:pt x="36" y="5"/>
                    <a:pt x="36" y="4"/>
                    <a:pt x="36" y="4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3" y="2"/>
                    <a:pt x="32" y="2"/>
                    <a:pt x="32" y="2"/>
                  </a:cubicBezTo>
                  <a:cubicBezTo>
                    <a:pt x="31" y="2"/>
                    <a:pt x="30" y="2"/>
                    <a:pt x="30" y="3"/>
                  </a:cubicBezTo>
                  <a:cubicBezTo>
                    <a:pt x="30" y="3"/>
                    <a:pt x="30" y="4"/>
                    <a:pt x="30" y="4"/>
                  </a:cubicBezTo>
                  <a:cubicBezTo>
                    <a:pt x="30" y="5"/>
                    <a:pt x="30" y="5"/>
                    <a:pt x="30" y="6"/>
                  </a:cubicBezTo>
                  <a:cubicBezTo>
                    <a:pt x="30" y="7"/>
                    <a:pt x="31" y="8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7"/>
                    <a:pt x="30" y="7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6" y="6"/>
                    <a:pt x="25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4"/>
                    <a:pt x="27" y="3"/>
                    <a:pt x="26" y="3"/>
                  </a:cubicBezTo>
                  <a:cubicBezTo>
                    <a:pt x="26" y="2"/>
                    <a:pt x="24" y="1"/>
                    <a:pt x="24" y="0"/>
                  </a:cubicBezTo>
                  <a:cubicBezTo>
                    <a:pt x="23" y="2"/>
                    <a:pt x="22" y="3"/>
                    <a:pt x="20" y="4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7" y="8"/>
                    <a:pt x="16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7" y="39"/>
                    <a:pt x="22" y="38"/>
                    <a:pt x="26" y="36"/>
                  </a:cubicBezTo>
                  <a:close/>
                  <a:moveTo>
                    <a:pt x="18" y="36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lose/>
                  <a:moveTo>
                    <a:pt x="25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6" y="22"/>
                    <a:pt x="27" y="21"/>
                    <a:pt x="28" y="19"/>
                  </a:cubicBezTo>
                  <a:cubicBezTo>
                    <a:pt x="28" y="18"/>
                    <a:pt x="29" y="17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8"/>
                    <a:pt x="28" y="19"/>
                  </a:cubicBezTo>
                  <a:cubicBezTo>
                    <a:pt x="27" y="21"/>
                    <a:pt x="26" y="23"/>
                    <a:pt x="25" y="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F81A3A6A-F57A-B51D-280F-DB529E2AE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575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06640827-DEB0-5FDC-9A10-4D29C5663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526" y="29606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6AEEAE92-A50A-4E03-0A6A-30F8CE6B1C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9038" y="1544638"/>
              <a:ext cx="2201863" cy="3138488"/>
            </a:xfrm>
            <a:custGeom>
              <a:avLst/>
              <a:gdLst>
                <a:gd name="T0" fmla="*/ 329 w 585"/>
                <a:gd name="T1" fmla="*/ 617 h 835"/>
                <a:gd name="T2" fmla="*/ 393 w 585"/>
                <a:gd name="T3" fmla="*/ 406 h 835"/>
                <a:gd name="T4" fmla="*/ 334 w 585"/>
                <a:gd name="T5" fmla="*/ 317 h 835"/>
                <a:gd name="T6" fmla="*/ 383 w 585"/>
                <a:gd name="T7" fmla="*/ 401 h 835"/>
                <a:gd name="T8" fmla="*/ 359 w 585"/>
                <a:gd name="T9" fmla="*/ 523 h 835"/>
                <a:gd name="T10" fmla="*/ 535 w 585"/>
                <a:gd name="T11" fmla="*/ 440 h 835"/>
                <a:gd name="T12" fmla="*/ 406 w 585"/>
                <a:gd name="T13" fmla="*/ 544 h 835"/>
                <a:gd name="T14" fmla="*/ 404 w 585"/>
                <a:gd name="T15" fmla="*/ 430 h 835"/>
                <a:gd name="T16" fmla="*/ 385 w 585"/>
                <a:gd name="T17" fmla="*/ 393 h 835"/>
                <a:gd name="T18" fmla="*/ 408 w 585"/>
                <a:gd name="T19" fmla="*/ 429 h 835"/>
                <a:gd name="T20" fmla="*/ 406 w 585"/>
                <a:gd name="T21" fmla="*/ 570 h 835"/>
                <a:gd name="T22" fmla="*/ 413 w 585"/>
                <a:gd name="T23" fmla="*/ 536 h 835"/>
                <a:gd name="T24" fmla="*/ 407 w 585"/>
                <a:gd name="T25" fmla="*/ 431 h 835"/>
                <a:gd name="T26" fmla="*/ 363 w 585"/>
                <a:gd name="T27" fmla="*/ 361 h 835"/>
                <a:gd name="T28" fmla="*/ 289 w 585"/>
                <a:gd name="T29" fmla="*/ 345 h 835"/>
                <a:gd name="T30" fmla="*/ 217 w 585"/>
                <a:gd name="T31" fmla="*/ 366 h 835"/>
                <a:gd name="T32" fmla="*/ 206 w 585"/>
                <a:gd name="T33" fmla="*/ 480 h 835"/>
                <a:gd name="T34" fmla="*/ 40 w 585"/>
                <a:gd name="T35" fmla="*/ 170 h 835"/>
                <a:gd name="T36" fmla="*/ 157 w 585"/>
                <a:gd name="T37" fmla="*/ 545 h 835"/>
                <a:gd name="T38" fmla="*/ 185 w 585"/>
                <a:gd name="T39" fmla="*/ 719 h 835"/>
                <a:gd name="T40" fmla="*/ 249 w 585"/>
                <a:gd name="T41" fmla="*/ 831 h 835"/>
                <a:gd name="T42" fmla="*/ 245 w 585"/>
                <a:gd name="T43" fmla="*/ 829 h 835"/>
                <a:gd name="T44" fmla="*/ 224 w 585"/>
                <a:gd name="T45" fmla="*/ 805 h 835"/>
                <a:gd name="T46" fmla="*/ 360 w 585"/>
                <a:gd name="T47" fmla="*/ 812 h 835"/>
                <a:gd name="T48" fmla="*/ 382 w 585"/>
                <a:gd name="T49" fmla="*/ 767 h 835"/>
                <a:gd name="T50" fmla="*/ 375 w 585"/>
                <a:gd name="T51" fmla="*/ 779 h 835"/>
                <a:gd name="T52" fmla="*/ 354 w 585"/>
                <a:gd name="T53" fmla="*/ 801 h 835"/>
                <a:gd name="T54" fmla="*/ 358 w 585"/>
                <a:gd name="T55" fmla="*/ 789 h 835"/>
                <a:gd name="T56" fmla="*/ 180 w 585"/>
                <a:gd name="T57" fmla="*/ 750 h 835"/>
                <a:gd name="T58" fmla="*/ 296 w 585"/>
                <a:gd name="T59" fmla="*/ 716 h 835"/>
                <a:gd name="T60" fmla="*/ 397 w 585"/>
                <a:gd name="T61" fmla="*/ 709 h 835"/>
                <a:gd name="T62" fmla="*/ 362 w 585"/>
                <a:gd name="T63" fmla="*/ 675 h 835"/>
                <a:gd name="T64" fmla="*/ 414 w 585"/>
                <a:gd name="T65" fmla="*/ 634 h 835"/>
                <a:gd name="T66" fmla="*/ 397 w 585"/>
                <a:gd name="T67" fmla="*/ 658 h 835"/>
                <a:gd name="T68" fmla="*/ 405 w 585"/>
                <a:gd name="T69" fmla="*/ 620 h 835"/>
                <a:gd name="T70" fmla="*/ 416 w 585"/>
                <a:gd name="T71" fmla="*/ 599 h 835"/>
                <a:gd name="T72" fmla="*/ 256 w 585"/>
                <a:gd name="T73" fmla="*/ 820 h 835"/>
                <a:gd name="T74" fmla="*/ 228 w 585"/>
                <a:gd name="T75" fmla="*/ 811 h 835"/>
                <a:gd name="T76" fmla="*/ 185 w 585"/>
                <a:gd name="T77" fmla="*/ 718 h 835"/>
                <a:gd name="T78" fmla="*/ 225 w 585"/>
                <a:gd name="T79" fmla="*/ 376 h 835"/>
                <a:gd name="T80" fmla="*/ 270 w 585"/>
                <a:gd name="T81" fmla="*/ 353 h 835"/>
                <a:gd name="T82" fmla="*/ 358 w 585"/>
                <a:gd name="T83" fmla="*/ 348 h 835"/>
                <a:gd name="T84" fmla="*/ 446 w 585"/>
                <a:gd name="T85" fmla="*/ 390 h 835"/>
                <a:gd name="T86" fmla="*/ 407 w 585"/>
                <a:gd name="T87" fmla="*/ 418 h 835"/>
                <a:gd name="T88" fmla="*/ 355 w 585"/>
                <a:gd name="T89" fmla="*/ 374 h 835"/>
                <a:gd name="T90" fmla="*/ 332 w 585"/>
                <a:gd name="T91" fmla="*/ 354 h 835"/>
                <a:gd name="T92" fmla="*/ 242 w 585"/>
                <a:gd name="T93" fmla="*/ 333 h 835"/>
                <a:gd name="T94" fmla="*/ 139 w 585"/>
                <a:gd name="T95" fmla="*/ 387 h 835"/>
                <a:gd name="T96" fmla="*/ 182 w 585"/>
                <a:gd name="T97" fmla="*/ 623 h 835"/>
                <a:gd name="T98" fmla="*/ 372 w 585"/>
                <a:gd name="T99" fmla="*/ 434 h 835"/>
                <a:gd name="T100" fmla="*/ 255 w 585"/>
                <a:gd name="T101" fmla="*/ 373 h 835"/>
                <a:gd name="T102" fmla="*/ 374 w 585"/>
                <a:gd name="T103" fmla="*/ 423 h 835"/>
                <a:gd name="T104" fmla="*/ 235 w 585"/>
                <a:gd name="T105" fmla="*/ 391 h 835"/>
                <a:gd name="T106" fmla="*/ 368 w 585"/>
                <a:gd name="T107" fmla="*/ 468 h 835"/>
                <a:gd name="T108" fmla="*/ 263 w 585"/>
                <a:gd name="T109" fmla="*/ 358 h 835"/>
                <a:gd name="T110" fmla="*/ 343 w 585"/>
                <a:gd name="T111" fmla="*/ 372 h 835"/>
                <a:gd name="T112" fmla="*/ 339 w 585"/>
                <a:gd name="T113" fmla="*/ 361 h 835"/>
                <a:gd name="T114" fmla="*/ 240 w 585"/>
                <a:gd name="T115" fmla="*/ 513 h 835"/>
                <a:gd name="T116" fmla="*/ 185 w 585"/>
                <a:gd name="T117" fmla="*/ 382 h 835"/>
                <a:gd name="T118" fmla="*/ 287 w 585"/>
                <a:gd name="T119" fmla="*/ 300 h 835"/>
                <a:gd name="T120" fmla="*/ 336 w 585"/>
                <a:gd name="T121" fmla="*/ 336 h 835"/>
                <a:gd name="T122" fmla="*/ 382 w 585"/>
                <a:gd name="T123" fmla="*/ 404 h 835"/>
                <a:gd name="T124" fmla="*/ 333 w 585"/>
                <a:gd name="T125" fmla="*/ 593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5" h="835">
                  <a:moveTo>
                    <a:pt x="542" y="139"/>
                  </a:moveTo>
                  <a:cubicBezTo>
                    <a:pt x="526" y="111"/>
                    <a:pt x="507" y="89"/>
                    <a:pt x="486" y="71"/>
                  </a:cubicBezTo>
                  <a:cubicBezTo>
                    <a:pt x="466" y="53"/>
                    <a:pt x="445" y="39"/>
                    <a:pt x="425" y="29"/>
                  </a:cubicBezTo>
                  <a:cubicBezTo>
                    <a:pt x="460" y="48"/>
                    <a:pt x="492" y="74"/>
                    <a:pt x="517" y="106"/>
                  </a:cubicBezTo>
                  <a:cubicBezTo>
                    <a:pt x="542" y="138"/>
                    <a:pt x="561" y="175"/>
                    <a:pt x="571" y="215"/>
                  </a:cubicBezTo>
                  <a:cubicBezTo>
                    <a:pt x="581" y="255"/>
                    <a:pt x="583" y="297"/>
                    <a:pt x="575" y="338"/>
                  </a:cubicBezTo>
                  <a:cubicBezTo>
                    <a:pt x="568" y="378"/>
                    <a:pt x="552" y="418"/>
                    <a:pt x="528" y="452"/>
                  </a:cubicBezTo>
                  <a:cubicBezTo>
                    <a:pt x="504" y="486"/>
                    <a:pt x="472" y="515"/>
                    <a:pt x="436" y="536"/>
                  </a:cubicBezTo>
                  <a:cubicBezTo>
                    <a:pt x="432" y="539"/>
                    <a:pt x="427" y="541"/>
                    <a:pt x="422" y="544"/>
                  </a:cubicBezTo>
                  <a:cubicBezTo>
                    <a:pt x="419" y="545"/>
                    <a:pt x="419" y="545"/>
                    <a:pt x="419" y="545"/>
                  </a:cubicBezTo>
                  <a:cubicBezTo>
                    <a:pt x="416" y="547"/>
                    <a:pt x="416" y="547"/>
                    <a:pt x="416" y="547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9"/>
                    <a:pt x="414" y="549"/>
                    <a:pt x="414" y="549"/>
                  </a:cubicBezTo>
                  <a:cubicBezTo>
                    <a:pt x="414" y="580"/>
                    <a:pt x="414" y="580"/>
                    <a:pt x="414" y="580"/>
                  </a:cubicBezTo>
                  <a:cubicBezTo>
                    <a:pt x="414" y="595"/>
                    <a:pt x="414" y="595"/>
                    <a:pt x="414" y="595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600"/>
                    <a:pt x="414" y="601"/>
                    <a:pt x="414" y="601"/>
                  </a:cubicBezTo>
                  <a:cubicBezTo>
                    <a:pt x="414" y="602"/>
                    <a:pt x="414" y="603"/>
                    <a:pt x="414" y="604"/>
                  </a:cubicBezTo>
                  <a:cubicBezTo>
                    <a:pt x="413" y="607"/>
                    <a:pt x="412" y="610"/>
                    <a:pt x="410" y="613"/>
                  </a:cubicBezTo>
                  <a:cubicBezTo>
                    <a:pt x="406" y="618"/>
                    <a:pt x="400" y="621"/>
                    <a:pt x="393" y="621"/>
                  </a:cubicBezTo>
                  <a:cubicBezTo>
                    <a:pt x="377" y="621"/>
                    <a:pt x="377" y="621"/>
                    <a:pt x="377" y="621"/>
                  </a:cubicBezTo>
                  <a:cubicBezTo>
                    <a:pt x="346" y="621"/>
                    <a:pt x="346" y="621"/>
                    <a:pt x="346" y="621"/>
                  </a:cubicBezTo>
                  <a:cubicBezTo>
                    <a:pt x="336" y="621"/>
                    <a:pt x="336" y="621"/>
                    <a:pt x="336" y="621"/>
                  </a:cubicBezTo>
                  <a:cubicBezTo>
                    <a:pt x="330" y="621"/>
                    <a:pt x="330" y="621"/>
                    <a:pt x="330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32" y="606"/>
                    <a:pt x="332" y="606"/>
                    <a:pt x="332" y="606"/>
                  </a:cubicBezTo>
                  <a:cubicBezTo>
                    <a:pt x="334" y="598"/>
                    <a:pt x="334" y="598"/>
                    <a:pt x="334" y="598"/>
                  </a:cubicBezTo>
                  <a:cubicBezTo>
                    <a:pt x="340" y="578"/>
                    <a:pt x="346" y="558"/>
                    <a:pt x="353" y="539"/>
                  </a:cubicBezTo>
                  <a:cubicBezTo>
                    <a:pt x="360" y="519"/>
                    <a:pt x="367" y="499"/>
                    <a:pt x="374" y="480"/>
                  </a:cubicBezTo>
                  <a:cubicBezTo>
                    <a:pt x="378" y="470"/>
                    <a:pt x="382" y="460"/>
                    <a:pt x="386" y="451"/>
                  </a:cubicBezTo>
                  <a:cubicBezTo>
                    <a:pt x="388" y="446"/>
                    <a:pt x="390" y="441"/>
                    <a:pt x="392" y="437"/>
                  </a:cubicBezTo>
                  <a:cubicBezTo>
                    <a:pt x="395" y="429"/>
                    <a:pt x="395" y="429"/>
                    <a:pt x="395" y="429"/>
                  </a:cubicBezTo>
                  <a:cubicBezTo>
                    <a:pt x="397" y="425"/>
                    <a:pt x="397" y="425"/>
                    <a:pt x="397" y="425"/>
                  </a:cubicBezTo>
                  <a:cubicBezTo>
                    <a:pt x="398" y="423"/>
                    <a:pt x="399" y="421"/>
                    <a:pt x="400" y="420"/>
                  </a:cubicBezTo>
                  <a:cubicBezTo>
                    <a:pt x="404" y="420"/>
                    <a:pt x="404" y="420"/>
                    <a:pt x="404" y="420"/>
                  </a:cubicBezTo>
                  <a:cubicBezTo>
                    <a:pt x="405" y="420"/>
                    <a:pt x="405" y="420"/>
                    <a:pt x="406" y="420"/>
                  </a:cubicBezTo>
                  <a:cubicBezTo>
                    <a:pt x="407" y="420"/>
                    <a:pt x="407" y="420"/>
                    <a:pt x="407" y="420"/>
                  </a:cubicBezTo>
                  <a:cubicBezTo>
                    <a:pt x="408" y="420"/>
                    <a:pt x="408" y="420"/>
                    <a:pt x="408" y="420"/>
                  </a:cubicBezTo>
                  <a:cubicBezTo>
                    <a:pt x="410" y="420"/>
                    <a:pt x="411" y="420"/>
                    <a:pt x="413" y="420"/>
                  </a:cubicBezTo>
                  <a:cubicBezTo>
                    <a:pt x="417" y="420"/>
                    <a:pt x="420" y="419"/>
                    <a:pt x="423" y="418"/>
                  </a:cubicBezTo>
                  <a:cubicBezTo>
                    <a:pt x="430" y="416"/>
                    <a:pt x="435" y="413"/>
                    <a:pt x="440" y="408"/>
                  </a:cubicBezTo>
                  <a:cubicBezTo>
                    <a:pt x="442" y="406"/>
                    <a:pt x="444" y="403"/>
                    <a:pt x="445" y="400"/>
                  </a:cubicBezTo>
                  <a:cubicBezTo>
                    <a:pt x="446" y="397"/>
                    <a:pt x="447" y="394"/>
                    <a:pt x="448" y="390"/>
                  </a:cubicBezTo>
                  <a:cubicBezTo>
                    <a:pt x="449" y="384"/>
                    <a:pt x="448" y="377"/>
                    <a:pt x="445" y="371"/>
                  </a:cubicBezTo>
                  <a:cubicBezTo>
                    <a:pt x="443" y="365"/>
                    <a:pt x="438" y="360"/>
                    <a:pt x="432" y="359"/>
                  </a:cubicBezTo>
                  <a:cubicBezTo>
                    <a:pt x="431" y="359"/>
                    <a:pt x="430" y="359"/>
                    <a:pt x="428" y="359"/>
                  </a:cubicBezTo>
                  <a:cubicBezTo>
                    <a:pt x="427" y="359"/>
                    <a:pt x="425" y="360"/>
                    <a:pt x="424" y="361"/>
                  </a:cubicBezTo>
                  <a:cubicBezTo>
                    <a:pt x="421" y="362"/>
                    <a:pt x="419" y="364"/>
                    <a:pt x="416" y="366"/>
                  </a:cubicBezTo>
                  <a:cubicBezTo>
                    <a:pt x="414" y="368"/>
                    <a:pt x="411" y="371"/>
                    <a:pt x="409" y="374"/>
                  </a:cubicBezTo>
                  <a:cubicBezTo>
                    <a:pt x="409" y="375"/>
                    <a:pt x="408" y="375"/>
                    <a:pt x="408" y="376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7" y="378"/>
                    <a:pt x="407" y="378"/>
                    <a:pt x="407" y="378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399" y="393"/>
                    <a:pt x="399" y="393"/>
                    <a:pt x="399" y="393"/>
                  </a:cubicBezTo>
                  <a:cubicBezTo>
                    <a:pt x="393" y="406"/>
                    <a:pt x="393" y="406"/>
                    <a:pt x="393" y="406"/>
                  </a:cubicBezTo>
                  <a:cubicBezTo>
                    <a:pt x="393" y="406"/>
                    <a:pt x="392" y="406"/>
                    <a:pt x="392" y="406"/>
                  </a:cubicBezTo>
                  <a:cubicBezTo>
                    <a:pt x="391" y="405"/>
                    <a:pt x="391" y="405"/>
                    <a:pt x="391" y="405"/>
                  </a:cubicBezTo>
                  <a:cubicBezTo>
                    <a:pt x="388" y="404"/>
                    <a:pt x="388" y="404"/>
                    <a:pt x="388" y="404"/>
                  </a:cubicBezTo>
                  <a:cubicBezTo>
                    <a:pt x="386" y="403"/>
                    <a:pt x="385" y="403"/>
                    <a:pt x="383" y="402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1" y="400"/>
                    <a:pt x="381" y="400"/>
                    <a:pt x="381" y="400"/>
                  </a:cubicBezTo>
                  <a:cubicBezTo>
                    <a:pt x="380" y="400"/>
                    <a:pt x="380" y="400"/>
                    <a:pt x="379" y="399"/>
                  </a:cubicBezTo>
                  <a:cubicBezTo>
                    <a:pt x="378" y="398"/>
                    <a:pt x="377" y="398"/>
                    <a:pt x="376" y="397"/>
                  </a:cubicBezTo>
                  <a:cubicBezTo>
                    <a:pt x="372" y="394"/>
                    <a:pt x="368" y="390"/>
                    <a:pt x="365" y="386"/>
                  </a:cubicBezTo>
                  <a:cubicBezTo>
                    <a:pt x="362" y="381"/>
                    <a:pt x="359" y="377"/>
                    <a:pt x="357" y="373"/>
                  </a:cubicBezTo>
                  <a:cubicBezTo>
                    <a:pt x="356" y="370"/>
                    <a:pt x="355" y="368"/>
                    <a:pt x="354" y="366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1" y="359"/>
                    <a:pt x="350" y="357"/>
                    <a:pt x="350" y="356"/>
                  </a:cubicBezTo>
                  <a:cubicBezTo>
                    <a:pt x="352" y="354"/>
                    <a:pt x="354" y="353"/>
                    <a:pt x="356" y="352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9" y="350"/>
                    <a:pt x="359" y="350"/>
                    <a:pt x="359" y="350"/>
                  </a:cubicBezTo>
                  <a:cubicBezTo>
                    <a:pt x="359" y="349"/>
                    <a:pt x="360" y="349"/>
                    <a:pt x="360" y="349"/>
                  </a:cubicBezTo>
                  <a:cubicBezTo>
                    <a:pt x="363" y="347"/>
                    <a:pt x="365" y="345"/>
                    <a:pt x="367" y="342"/>
                  </a:cubicBezTo>
                  <a:cubicBezTo>
                    <a:pt x="372" y="338"/>
                    <a:pt x="376" y="333"/>
                    <a:pt x="378" y="328"/>
                  </a:cubicBezTo>
                  <a:cubicBezTo>
                    <a:pt x="380" y="322"/>
                    <a:pt x="382" y="317"/>
                    <a:pt x="380" y="311"/>
                  </a:cubicBezTo>
                  <a:cubicBezTo>
                    <a:pt x="380" y="308"/>
                    <a:pt x="379" y="306"/>
                    <a:pt x="377" y="303"/>
                  </a:cubicBezTo>
                  <a:cubicBezTo>
                    <a:pt x="377" y="302"/>
                    <a:pt x="376" y="301"/>
                    <a:pt x="375" y="300"/>
                  </a:cubicBezTo>
                  <a:cubicBezTo>
                    <a:pt x="374" y="299"/>
                    <a:pt x="373" y="297"/>
                    <a:pt x="372" y="297"/>
                  </a:cubicBezTo>
                  <a:cubicBezTo>
                    <a:pt x="368" y="293"/>
                    <a:pt x="362" y="292"/>
                    <a:pt x="357" y="293"/>
                  </a:cubicBezTo>
                  <a:cubicBezTo>
                    <a:pt x="354" y="294"/>
                    <a:pt x="352" y="295"/>
                    <a:pt x="349" y="296"/>
                  </a:cubicBezTo>
                  <a:cubicBezTo>
                    <a:pt x="347" y="298"/>
                    <a:pt x="345" y="300"/>
                    <a:pt x="343" y="302"/>
                  </a:cubicBezTo>
                  <a:cubicBezTo>
                    <a:pt x="338" y="306"/>
                    <a:pt x="336" y="311"/>
                    <a:pt x="334" y="317"/>
                  </a:cubicBezTo>
                  <a:cubicBezTo>
                    <a:pt x="332" y="323"/>
                    <a:pt x="332" y="329"/>
                    <a:pt x="333" y="335"/>
                  </a:cubicBezTo>
                  <a:cubicBezTo>
                    <a:pt x="332" y="329"/>
                    <a:pt x="332" y="323"/>
                    <a:pt x="334" y="317"/>
                  </a:cubicBezTo>
                  <a:cubicBezTo>
                    <a:pt x="335" y="312"/>
                    <a:pt x="338" y="307"/>
                    <a:pt x="342" y="302"/>
                  </a:cubicBezTo>
                  <a:cubicBezTo>
                    <a:pt x="343" y="301"/>
                    <a:pt x="344" y="300"/>
                    <a:pt x="345" y="299"/>
                  </a:cubicBezTo>
                  <a:cubicBezTo>
                    <a:pt x="346" y="299"/>
                    <a:pt x="346" y="298"/>
                    <a:pt x="347" y="298"/>
                  </a:cubicBezTo>
                  <a:cubicBezTo>
                    <a:pt x="348" y="297"/>
                    <a:pt x="348" y="297"/>
                    <a:pt x="349" y="297"/>
                  </a:cubicBezTo>
                  <a:cubicBezTo>
                    <a:pt x="351" y="295"/>
                    <a:pt x="354" y="294"/>
                    <a:pt x="356" y="293"/>
                  </a:cubicBezTo>
                  <a:cubicBezTo>
                    <a:pt x="362" y="292"/>
                    <a:pt x="368" y="293"/>
                    <a:pt x="372" y="296"/>
                  </a:cubicBezTo>
                  <a:cubicBezTo>
                    <a:pt x="372" y="297"/>
                    <a:pt x="373" y="297"/>
                    <a:pt x="373" y="297"/>
                  </a:cubicBezTo>
                  <a:cubicBezTo>
                    <a:pt x="374" y="298"/>
                    <a:pt x="374" y="299"/>
                    <a:pt x="375" y="299"/>
                  </a:cubicBezTo>
                  <a:cubicBezTo>
                    <a:pt x="375" y="300"/>
                    <a:pt x="376" y="301"/>
                    <a:pt x="377" y="303"/>
                  </a:cubicBezTo>
                  <a:cubicBezTo>
                    <a:pt x="379" y="305"/>
                    <a:pt x="380" y="308"/>
                    <a:pt x="380" y="310"/>
                  </a:cubicBezTo>
                  <a:cubicBezTo>
                    <a:pt x="382" y="316"/>
                    <a:pt x="381" y="322"/>
                    <a:pt x="378" y="327"/>
                  </a:cubicBezTo>
                  <a:cubicBezTo>
                    <a:pt x="376" y="333"/>
                    <a:pt x="372" y="338"/>
                    <a:pt x="368" y="342"/>
                  </a:cubicBezTo>
                  <a:cubicBezTo>
                    <a:pt x="366" y="345"/>
                    <a:pt x="363" y="347"/>
                    <a:pt x="361" y="349"/>
                  </a:cubicBezTo>
                  <a:cubicBezTo>
                    <a:pt x="360" y="349"/>
                    <a:pt x="359" y="350"/>
                    <a:pt x="359" y="350"/>
                  </a:cubicBezTo>
                  <a:cubicBezTo>
                    <a:pt x="358" y="351"/>
                    <a:pt x="358" y="351"/>
                    <a:pt x="358" y="351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4" y="353"/>
                    <a:pt x="352" y="354"/>
                    <a:pt x="350" y="356"/>
                  </a:cubicBezTo>
                  <a:cubicBezTo>
                    <a:pt x="350" y="356"/>
                    <a:pt x="350" y="356"/>
                    <a:pt x="350" y="356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8"/>
                    <a:pt x="351" y="358"/>
                    <a:pt x="351" y="358"/>
                  </a:cubicBezTo>
                  <a:cubicBezTo>
                    <a:pt x="352" y="361"/>
                    <a:pt x="352" y="361"/>
                    <a:pt x="352" y="361"/>
                  </a:cubicBezTo>
                  <a:cubicBezTo>
                    <a:pt x="353" y="363"/>
                    <a:pt x="353" y="363"/>
                    <a:pt x="353" y="363"/>
                  </a:cubicBezTo>
                  <a:cubicBezTo>
                    <a:pt x="354" y="366"/>
                    <a:pt x="354" y="366"/>
                    <a:pt x="354" y="366"/>
                  </a:cubicBezTo>
                  <a:cubicBezTo>
                    <a:pt x="355" y="368"/>
                    <a:pt x="356" y="370"/>
                    <a:pt x="357" y="372"/>
                  </a:cubicBezTo>
                  <a:cubicBezTo>
                    <a:pt x="359" y="377"/>
                    <a:pt x="362" y="381"/>
                    <a:pt x="365" y="385"/>
                  </a:cubicBezTo>
                  <a:cubicBezTo>
                    <a:pt x="368" y="389"/>
                    <a:pt x="372" y="393"/>
                    <a:pt x="376" y="397"/>
                  </a:cubicBezTo>
                  <a:cubicBezTo>
                    <a:pt x="377" y="397"/>
                    <a:pt x="378" y="398"/>
                    <a:pt x="379" y="399"/>
                  </a:cubicBezTo>
                  <a:cubicBezTo>
                    <a:pt x="380" y="399"/>
                    <a:pt x="380" y="400"/>
                    <a:pt x="381" y="400"/>
                  </a:cubicBezTo>
                  <a:cubicBezTo>
                    <a:pt x="382" y="401"/>
                    <a:pt x="382" y="401"/>
                    <a:pt x="382" y="401"/>
                  </a:cubicBezTo>
                  <a:cubicBezTo>
                    <a:pt x="383" y="401"/>
                    <a:pt x="383" y="401"/>
                    <a:pt x="383" y="401"/>
                  </a:cubicBezTo>
                  <a:cubicBezTo>
                    <a:pt x="385" y="402"/>
                    <a:pt x="386" y="403"/>
                    <a:pt x="388" y="404"/>
                  </a:cubicBezTo>
                  <a:cubicBezTo>
                    <a:pt x="390" y="405"/>
                    <a:pt x="390" y="405"/>
                    <a:pt x="390" y="405"/>
                  </a:cubicBezTo>
                  <a:cubicBezTo>
                    <a:pt x="392" y="405"/>
                    <a:pt x="392" y="405"/>
                    <a:pt x="392" y="405"/>
                  </a:cubicBezTo>
                  <a:cubicBezTo>
                    <a:pt x="392" y="405"/>
                    <a:pt x="393" y="406"/>
                    <a:pt x="393" y="406"/>
                  </a:cubicBezTo>
                  <a:cubicBezTo>
                    <a:pt x="399" y="392"/>
                    <a:pt x="399" y="392"/>
                    <a:pt x="399" y="392"/>
                  </a:cubicBezTo>
                  <a:cubicBezTo>
                    <a:pt x="404" y="383"/>
                    <a:pt x="404" y="383"/>
                    <a:pt x="404" y="383"/>
                  </a:cubicBezTo>
                  <a:cubicBezTo>
                    <a:pt x="406" y="378"/>
                    <a:pt x="406" y="378"/>
                    <a:pt x="406" y="378"/>
                  </a:cubicBezTo>
                  <a:cubicBezTo>
                    <a:pt x="407" y="377"/>
                    <a:pt x="407" y="377"/>
                    <a:pt x="407" y="377"/>
                  </a:cubicBezTo>
                  <a:cubicBezTo>
                    <a:pt x="408" y="376"/>
                    <a:pt x="408" y="376"/>
                    <a:pt x="408" y="376"/>
                  </a:cubicBezTo>
                  <a:cubicBezTo>
                    <a:pt x="408" y="375"/>
                    <a:pt x="409" y="374"/>
                    <a:pt x="409" y="374"/>
                  </a:cubicBezTo>
                  <a:cubicBezTo>
                    <a:pt x="411" y="371"/>
                    <a:pt x="414" y="368"/>
                    <a:pt x="416" y="366"/>
                  </a:cubicBezTo>
                  <a:cubicBezTo>
                    <a:pt x="421" y="361"/>
                    <a:pt x="427" y="358"/>
                    <a:pt x="432" y="359"/>
                  </a:cubicBezTo>
                  <a:cubicBezTo>
                    <a:pt x="435" y="360"/>
                    <a:pt x="438" y="361"/>
                    <a:pt x="440" y="363"/>
                  </a:cubicBezTo>
                  <a:cubicBezTo>
                    <a:pt x="443" y="365"/>
                    <a:pt x="444" y="368"/>
                    <a:pt x="446" y="371"/>
                  </a:cubicBezTo>
                  <a:cubicBezTo>
                    <a:pt x="448" y="377"/>
                    <a:pt x="449" y="384"/>
                    <a:pt x="448" y="390"/>
                  </a:cubicBezTo>
                  <a:cubicBezTo>
                    <a:pt x="447" y="394"/>
                    <a:pt x="447" y="397"/>
                    <a:pt x="445" y="400"/>
                  </a:cubicBezTo>
                  <a:cubicBezTo>
                    <a:pt x="444" y="403"/>
                    <a:pt x="442" y="406"/>
                    <a:pt x="440" y="408"/>
                  </a:cubicBezTo>
                  <a:cubicBezTo>
                    <a:pt x="436" y="413"/>
                    <a:pt x="430" y="417"/>
                    <a:pt x="423" y="419"/>
                  </a:cubicBezTo>
                  <a:cubicBezTo>
                    <a:pt x="420" y="420"/>
                    <a:pt x="416" y="420"/>
                    <a:pt x="413" y="420"/>
                  </a:cubicBezTo>
                  <a:cubicBezTo>
                    <a:pt x="411" y="421"/>
                    <a:pt x="410" y="421"/>
                    <a:pt x="408" y="421"/>
                  </a:cubicBezTo>
                  <a:cubicBezTo>
                    <a:pt x="407" y="421"/>
                    <a:pt x="407" y="421"/>
                    <a:pt x="407" y="421"/>
                  </a:cubicBezTo>
                  <a:cubicBezTo>
                    <a:pt x="407" y="421"/>
                    <a:pt x="407" y="421"/>
                    <a:pt x="406" y="421"/>
                  </a:cubicBezTo>
                  <a:cubicBezTo>
                    <a:pt x="405" y="421"/>
                    <a:pt x="405" y="421"/>
                    <a:pt x="404" y="420"/>
                  </a:cubicBezTo>
                  <a:cubicBezTo>
                    <a:pt x="400" y="420"/>
                    <a:pt x="400" y="420"/>
                    <a:pt x="400" y="420"/>
                  </a:cubicBezTo>
                  <a:cubicBezTo>
                    <a:pt x="399" y="422"/>
                    <a:pt x="399" y="423"/>
                    <a:pt x="398" y="425"/>
                  </a:cubicBezTo>
                  <a:cubicBezTo>
                    <a:pt x="396" y="429"/>
                    <a:pt x="396" y="429"/>
                    <a:pt x="396" y="429"/>
                  </a:cubicBezTo>
                  <a:cubicBezTo>
                    <a:pt x="393" y="435"/>
                    <a:pt x="393" y="435"/>
                    <a:pt x="393" y="435"/>
                  </a:cubicBezTo>
                  <a:cubicBezTo>
                    <a:pt x="388" y="447"/>
                    <a:pt x="388" y="447"/>
                    <a:pt x="388" y="447"/>
                  </a:cubicBezTo>
                  <a:cubicBezTo>
                    <a:pt x="384" y="456"/>
                    <a:pt x="381" y="464"/>
                    <a:pt x="378" y="472"/>
                  </a:cubicBezTo>
                  <a:cubicBezTo>
                    <a:pt x="371" y="489"/>
                    <a:pt x="365" y="506"/>
                    <a:pt x="359" y="523"/>
                  </a:cubicBezTo>
                  <a:cubicBezTo>
                    <a:pt x="353" y="539"/>
                    <a:pt x="347" y="556"/>
                    <a:pt x="342" y="573"/>
                  </a:cubicBezTo>
                  <a:cubicBezTo>
                    <a:pt x="340" y="581"/>
                    <a:pt x="337" y="590"/>
                    <a:pt x="335" y="598"/>
                  </a:cubicBezTo>
                  <a:cubicBezTo>
                    <a:pt x="330" y="612"/>
                    <a:pt x="330" y="612"/>
                    <a:pt x="330" y="612"/>
                  </a:cubicBezTo>
                  <a:cubicBezTo>
                    <a:pt x="329" y="617"/>
                    <a:pt x="329" y="617"/>
                    <a:pt x="329" y="617"/>
                  </a:cubicBezTo>
                  <a:cubicBezTo>
                    <a:pt x="328" y="620"/>
                    <a:pt x="328" y="620"/>
                    <a:pt x="328" y="620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8" y="621"/>
                    <a:pt x="328" y="621"/>
                    <a:pt x="328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29" y="621"/>
                    <a:pt x="329" y="621"/>
                    <a:pt x="329" y="621"/>
                  </a:cubicBezTo>
                  <a:cubicBezTo>
                    <a:pt x="339" y="621"/>
                    <a:pt x="339" y="621"/>
                    <a:pt x="339" y="621"/>
                  </a:cubicBezTo>
                  <a:cubicBezTo>
                    <a:pt x="392" y="621"/>
                    <a:pt x="392" y="621"/>
                    <a:pt x="392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3" y="621"/>
                    <a:pt x="393" y="621"/>
                    <a:pt x="393" y="621"/>
                  </a:cubicBezTo>
                  <a:cubicBezTo>
                    <a:pt x="394" y="621"/>
                    <a:pt x="395" y="621"/>
                    <a:pt x="395" y="621"/>
                  </a:cubicBezTo>
                  <a:cubicBezTo>
                    <a:pt x="397" y="621"/>
                    <a:pt x="398" y="620"/>
                    <a:pt x="399" y="620"/>
                  </a:cubicBezTo>
                  <a:cubicBezTo>
                    <a:pt x="402" y="619"/>
                    <a:pt x="404" y="618"/>
                    <a:pt x="406" y="616"/>
                  </a:cubicBezTo>
                  <a:cubicBezTo>
                    <a:pt x="410" y="613"/>
                    <a:pt x="413" y="608"/>
                    <a:pt x="414" y="603"/>
                  </a:cubicBezTo>
                  <a:cubicBezTo>
                    <a:pt x="414" y="602"/>
                    <a:pt x="414" y="601"/>
                    <a:pt x="414" y="601"/>
                  </a:cubicBezTo>
                  <a:cubicBezTo>
                    <a:pt x="414" y="600"/>
                    <a:pt x="414" y="600"/>
                    <a:pt x="414" y="600"/>
                  </a:cubicBezTo>
                  <a:cubicBezTo>
                    <a:pt x="414" y="599"/>
                    <a:pt x="414" y="599"/>
                    <a:pt x="414" y="599"/>
                  </a:cubicBezTo>
                  <a:cubicBezTo>
                    <a:pt x="414" y="596"/>
                    <a:pt x="414" y="596"/>
                    <a:pt x="414" y="596"/>
                  </a:cubicBezTo>
                  <a:cubicBezTo>
                    <a:pt x="414" y="590"/>
                    <a:pt x="414" y="590"/>
                    <a:pt x="414" y="590"/>
                  </a:cubicBezTo>
                  <a:cubicBezTo>
                    <a:pt x="414" y="577"/>
                    <a:pt x="414" y="577"/>
                    <a:pt x="414" y="577"/>
                  </a:cubicBezTo>
                  <a:cubicBezTo>
                    <a:pt x="414" y="552"/>
                    <a:pt x="414" y="552"/>
                    <a:pt x="414" y="552"/>
                  </a:cubicBezTo>
                  <a:cubicBezTo>
                    <a:pt x="414" y="548"/>
                    <a:pt x="414" y="548"/>
                    <a:pt x="414" y="548"/>
                  </a:cubicBezTo>
                  <a:cubicBezTo>
                    <a:pt x="414" y="547"/>
                    <a:pt x="415" y="547"/>
                    <a:pt x="415" y="547"/>
                  </a:cubicBezTo>
                  <a:cubicBezTo>
                    <a:pt x="416" y="546"/>
                    <a:pt x="416" y="546"/>
                    <a:pt x="416" y="546"/>
                  </a:cubicBezTo>
                  <a:cubicBezTo>
                    <a:pt x="420" y="545"/>
                    <a:pt x="424" y="543"/>
                    <a:pt x="428" y="541"/>
                  </a:cubicBezTo>
                  <a:cubicBezTo>
                    <a:pt x="442" y="533"/>
                    <a:pt x="456" y="523"/>
                    <a:pt x="470" y="513"/>
                  </a:cubicBezTo>
                  <a:cubicBezTo>
                    <a:pt x="496" y="493"/>
                    <a:pt x="518" y="468"/>
                    <a:pt x="535" y="440"/>
                  </a:cubicBezTo>
                  <a:cubicBezTo>
                    <a:pt x="553" y="412"/>
                    <a:pt x="565" y="382"/>
                    <a:pt x="572" y="350"/>
                  </a:cubicBezTo>
                  <a:cubicBezTo>
                    <a:pt x="580" y="319"/>
                    <a:pt x="581" y="286"/>
                    <a:pt x="578" y="255"/>
                  </a:cubicBezTo>
                  <a:cubicBezTo>
                    <a:pt x="574" y="223"/>
                    <a:pt x="566" y="192"/>
                    <a:pt x="552" y="164"/>
                  </a:cubicBezTo>
                  <a:cubicBezTo>
                    <a:pt x="539" y="135"/>
                    <a:pt x="521" y="109"/>
                    <a:pt x="499" y="86"/>
                  </a:cubicBezTo>
                  <a:cubicBezTo>
                    <a:pt x="477" y="63"/>
                    <a:pt x="451" y="44"/>
                    <a:pt x="424" y="30"/>
                  </a:cubicBezTo>
                  <a:cubicBezTo>
                    <a:pt x="412" y="23"/>
                    <a:pt x="399" y="18"/>
                    <a:pt x="386" y="13"/>
                  </a:cubicBezTo>
                  <a:cubicBezTo>
                    <a:pt x="369" y="8"/>
                    <a:pt x="353" y="4"/>
                    <a:pt x="339" y="2"/>
                  </a:cubicBezTo>
                  <a:cubicBezTo>
                    <a:pt x="325" y="0"/>
                    <a:pt x="313" y="0"/>
                    <a:pt x="305" y="0"/>
                  </a:cubicBezTo>
                  <a:cubicBezTo>
                    <a:pt x="296" y="0"/>
                    <a:pt x="291" y="0"/>
                    <a:pt x="291" y="1"/>
                  </a:cubicBezTo>
                  <a:cubicBezTo>
                    <a:pt x="291" y="1"/>
                    <a:pt x="296" y="2"/>
                    <a:pt x="308" y="3"/>
                  </a:cubicBezTo>
                  <a:cubicBezTo>
                    <a:pt x="314" y="3"/>
                    <a:pt x="322" y="4"/>
                    <a:pt x="331" y="6"/>
                  </a:cubicBezTo>
                  <a:cubicBezTo>
                    <a:pt x="341" y="7"/>
                    <a:pt x="352" y="10"/>
                    <a:pt x="365" y="13"/>
                  </a:cubicBezTo>
                  <a:cubicBezTo>
                    <a:pt x="372" y="15"/>
                    <a:pt x="380" y="18"/>
                    <a:pt x="388" y="21"/>
                  </a:cubicBezTo>
                  <a:cubicBezTo>
                    <a:pt x="397" y="24"/>
                    <a:pt x="405" y="28"/>
                    <a:pt x="413" y="31"/>
                  </a:cubicBezTo>
                  <a:cubicBezTo>
                    <a:pt x="429" y="39"/>
                    <a:pt x="440" y="46"/>
                    <a:pt x="440" y="46"/>
                  </a:cubicBezTo>
                  <a:cubicBezTo>
                    <a:pt x="445" y="49"/>
                    <a:pt x="445" y="50"/>
                    <a:pt x="444" y="50"/>
                  </a:cubicBezTo>
                  <a:cubicBezTo>
                    <a:pt x="443" y="50"/>
                    <a:pt x="440" y="48"/>
                    <a:pt x="437" y="47"/>
                  </a:cubicBezTo>
                  <a:cubicBezTo>
                    <a:pt x="475" y="70"/>
                    <a:pt x="507" y="102"/>
                    <a:pt x="530" y="139"/>
                  </a:cubicBezTo>
                  <a:cubicBezTo>
                    <a:pt x="553" y="176"/>
                    <a:pt x="567" y="219"/>
                    <a:pt x="571" y="263"/>
                  </a:cubicBezTo>
                  <a:cubicBezTo>
                    <a:pt x="572" y="285"/>
                    <a:pt x="572" y="307"/>
                    <a:pt x="568" y="329"/>
                  </a:cubicBezTo>
                  <a:cubicBezTo>
                    <a:pt x="565" y="350"/>
                    <a:pt x="559" y="371"/>
                    <a:pt x="551" y="392"/>
                  </a:cubicBezTo>
                  <a:cubicBezTo>
                    <a:pt x="535" y="432"/>
                    <a:pt x="509" y="469"/>
                    <a:pt x="475" y="498"/>
                  </a:cubicBezTo>
                  <a:cubicBezTo>
                    <a:pt x="462" y="510"/>
                    <a:pt x="448" y="520"/>
                    <a:pt x="432" y="529"/>
                  </a:cubicBezTo>
                  <a:cubicBezTo>
                    <a:pt x="428" y="531"/>
                    <a:pt x="425" y="533"/>
                    <a:pt x="421" y="535"/>
                  </a:cubicBezTo>
                  <a:cubicBezTo>
                    <a:pt x="419" y="536"/>
                    <a:pt x="417" y="537"/>
                    <a:pt x="415" y="538"/>
                  </a:cubicBezTo>
                  <a:cubicBezTo>
                    <a:pt x="413" y="539"/>
                    <a:pt x="410" y="541"/>
                    <a:pt x="407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4"/>
                    <a:pt x="406" y="544"/>
                    <a:pt x="406" y="544"/>
                  </a:cubicBezTo>
                  <a:cubicBezTo>
                    <a:pt x="406" y="547"/>
                    <a:pt x="406" y="547"/>
                    <a:pt x="406" y="547"/>
                  </a:cubicBezTo>
                  <a:cubicBezTo>
                    <a:pt x="406" y="551"/>
                    <a:pt x="406" y="551"/>
                    <a:pt x="406" y="551"/>
                  </a:cubicBezTo>
                  <a:cubicBezTo>
                    <a:pt x="406" y="558"/>
                    <a:pt x="406" y="558"/>
                    <a:pt x="406" y="558"/>
                  </a:cubicBezTo>
                  <a:cubicBezTo>
                    <a:pt x="406" y="571"/>
                    <a:pt x="406" y="571"/>
                    <a:pt x="406" y="571"/>
                  </a:cubicBezTo>
                  <a:cubicBezTo>
                    <a:pt x="406" y="598"/>
                    <a:pt x="406" y="598"/>
                    <a:pt x="406" y="598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0"/>
                    <a:pt x="406" y="600"/>
                    <a:pt x="406" y="600"/>
                  </a:cubicBezTo>
                  <a:cubicBezTo>
                    <a:pt x="406" y="601"/>
                    <a:pt x="406" y="601"/>
                    <a:pt x="406" y="601"/>
                  </a:cubicBezTo>
                  <a:cubicBezTo>
                    <a:pt x="406" y="602"/>
                    <a:pt x="406" y="603"/>
                    <a:pt x="406" y="604"/>
                  </a:cubicBezTo>
                  <a:cubicBezTo>
                    <a:pt x="405" y="605"/>
                    <a:pt x="404" y="607"/>
                    <a:pt x="403" y="608"/>
                  </a:cubicBezTo>
                  <a:cubicBezTo>
                    <a:pt x="401" y="611"/>
                    <a:pt x="398" y="613"/>
                    <a:pt x="394" y="613"/>
                  </a:cubicBezTo>
                  <a:cubicBezTo>
                    <a:pt x="394" y="613"/>
                    <a:pt x="393" y="613"/>
                    <a:pt x="393" y="613"/>
                  </a:cubicBezTo>
                  <a:cubicBezTo>
                    <a:pt x="391" y="613"/>
                    <a:pt x="391" y="613"/>
                    <a:pt x="391" y="613"/>
                  </a:cubicBezTo>
                  <a:cubicBezTo>
                    <a:pt x="388" y="613"/>
                    <a:pt x="388" y="613"/>
                    <a:pt x="388" y="613"/>
                  </a:cubicBezTo>
                  <a:cubicBezTo>
                    <a:pt x="381" y="613"/>
                    <a:pt x="381" y="613"/>
                    <a:pt x="381" y="613"/>
                  </a:cubicBezTo>
                  <a:cubicBezTo>
                    <a:pt x="368" y="613"/>
                    <a:pt x="368" y="613"/>
                    <a:pt x="368" y="613"/>
                  </a:cubicBezTo>
                  <a:cubicBezTo>
                    <a:pt x="342" y="613"/>
                    <a:pt x="342" y="613"/>
                    <a:pt x="342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8" y="613"/>
                    <a:pt x="339" y="613"/>
                    <a:pt x="339" y="613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0"/>
                    <a:pt x="339" y="610"/>
                    <a:pt x="339" y="610"/>
                  </a:cubicBezTo>
                  <a:cubicBezTo>
                    <a:pt x="342" y="599"/>
                    <a:pt x="342" y="599"/>
                    <a:pt x="342" y="599"/>
                  </a:cubicBezTo>
                  <a:cubicBezTo>
                    <a:pt x="345" y="591"/>
                    <a:pt x="348" y="582"/>
                    <a:pt x="350" y="574"/>
                  </a:cubicBezTo>
                  <a:cubicBezTo>
                    <a:pt x="355" y="557"/>
                    <a:pt x="361" y="540"/>
                    <a:pt x="367" y="524"/>
                  </a:cubicBezTo>
                  <a:cubicBezTo>
                    <a:pt x="373" y="507"/>
                    <a:pt x="379" y="490"/>
                    <a:pt x="385" y="474"/>
                  </a:cubicBezTo>
                  <a:cubicBezTo>
                    <a:pt x="389" y="466"/>
                    <a:pt x="392" y="458"/>
                    <a:pt x="396" y="450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403" y="432"/>
                    <a:pt x="403" y="432"/>
                    <a:pt x="403" y="432"/>
                  </a:cubicBezTo>
                  <a:cubicBezTo>
                    <a:pt x="404" y="430"/>
                    <a:pt x="404" y="430"/>
                    <a:pt x="404" y="430"/>
                  </a:cubicBezTo>
                  <a:cubicBezTo>
                    <a:pt x="405" y="429"/>
                    <a:pt x="405" y="429"/>
                    <a:pt x="405" y="428"/>
                  </a:cubicBezTo>
                  <a:cubicBezTo>
                    <a:pt x="405" y="428"/>
                    <a:pt x="406" y="428"/>
                    <a:pt x="406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8" y="429"/>
                    <a:pt x="408" y="429"/>
                    <a:pt x="408" y="429"/>
                  </a:cubicBezTo>
                  <a:cubicBezTo>
                    <a:pt x="410" y="429"/>
                    <a:pt x="412" y="429"/>
                    <a:pt x="414" y="428"/>
                  </a:cubicBezTo>
                  <a:cubicBezTo>
                    <a:pt x="418" y="428"/>
                    <a:pt x="422" y="427"/>
                    <a:pt x="426" y="426"/>
                  </a:cubicBezTo>
                  <a:cubicBezTo>
                    <a:pt x="433" y="424"/>
                    <a:pt x="441" y="420"/>
                    <a:pt x="446" y="413"/>
                  </a:cubicBezTo>
                  <a:cubicBezTo>
                    <a:pt x="449" y="410"/>
                    <a:pt x="451" y="407"/>
                    <a:pt x="453" y="403"/>
                  </a:cubicBezTo>
                  <a:cubicBezTo>
                    <a:pt x="454" y="399"/>
                    <a:pt x="455" y="395"/>
                    <a:pt x="456" y="391"/>
                  </a:cubicBezTo>
                  <a:cubicBezTo>
                    <a:pt x="457" y="383"/>
                    <a:pt x="457" y="375"/>
                    <a:pt x="453" y="367"/>
                  </a:cubicBezTo>
                  <a:cubicBezTo>
                    <a:pt x="451" y="363"/>
                    <a:pt x="449" y="360"/>
                    <a:pt x="446" y="357"/>
                  </a:cubicBezTo>
                  <a:cubicBezTo>
                    <a:pt x="442" y="354"/>
                    <a:pt x="438" y="352"/>
                    <a:pt x="434" y="351"/>
                  </a:cubicBezTo>
                  <a:cubicBezTo>
                    <a:pt x="433" y="351"/>
                    <a:pt x="431" y="351"/>
                    <a:pt x="430" y="351"/>
                  </a:cubicBezTo>
                  <a:cubicBezTo>
                    <a:pt x="429" y="351"/>
                    <a:pt x="428" y="351"/>
                    <a:pt x="427" y="351"/>
                  </a:cubicBezTo>
                  <a:cubicBezTo>
                    <a:pt x="424" y="351"/>
                    <a:pt x="422" y="352"/>
                    <a:pt x="420" y="353"/>
                  </a:cubicBezTo>
                  <a:cubicBezTo>
                    <a:pt x="416" y="355"/>
                    <a:pt x="413" y="357"/>
                    <a:pt x="410" y="360"/>
                  </a:cubicBezTo>
                  <a:cubicBezTo>
                    <a:pt x="407" y="363"/>
                    <a:pt x="405" y="366"/>
                    <a:pt x="402" y="369"/>
                  </a:cubicBezTo>
                  <a:cubicBezTo>
                    <a:pt x="402" y="369"/>
                    <a:pt x="401" y="370"/>
                    <a:pt x="401" y="371"/>
                  </a:cubicBezTo>
                  <a:cubicBezTo>
                    <a:pt x="400" y="372"/>
                    <a:pt x="400" y="372"/>
                    <a:pt x="400" y="372"/>
                  </a:cubicBezTo>
                  <a:cubicBezTo>
                    <a:pt x="400" y="373"/>
                    <a:pt x="400" y="373"/>
                    <a:pt x="400" y="373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5"/>
                    <a:pt x="389" y="395"/>
                    <a:pt x="389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7" y="394"/>
                    <a:pt x="387" y="394"/>
                    <a:pt x="387" y="394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5" y="393"/>
                    <a:pt x="385" y="393"/>
                    <a:pt x="385" y="393"/>
                  </a:cubicBezTo>
                  <a:cubicBezTo>
                    <a:pt x="385" y="392"/>
                    <a:pt x="384" y="392"/>
                    <a:pt x="383" y="391"/>
                  </a:cubicBezTo>
                  <a:cubicBezTo>
                    <a:pt x="380" y="389"/>
                    <a:pt x="377" y="386"/>
                    <a:pt x="375" y="383"/>
                  </a:cubicBezTo>
                  <a:cubicBezTo>
                    <a:pt x="369" y="377"/>
                    <a:pt x="365" y="370"/>
                    <a:pt x="362" y="363"/>
                  </a:cubicBezTo>
                  <a:cubicBezTo>
                    <a:pt x="365" y="370"/>
                    <a:pt x="369" y="377"/>
                    <a:pt x="375" y="383"/>
                  </a:cubicBezTo>
                  <a:cubicBezTo>
                    <a:pt x="377" y="386"/>
                    <a:pt x="380" y="389"/>
                    <a:pt x="383" y="391"/>
                  </a:cubicBezTo>
                  <a:cubicBezTo>
                    <a:pt x="384" y="392"/>
                    <a:pt x="385" y="392"/>
                    <a:pt x="385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7" y="393"/>
                    <a:pt x="387" y="393"/>
                    <a:pt x="387" y="393"/>
                  </a:cubicBezTo>
                  <a:cubicBezTo>
                    <a:pt x="387" y="394"/>
                    <a:pt x="387" y="394"/>
                    <a:pt x="388" y="394"/>
                  </a:cubicBezTo>
                  <a:cubicBezTo>
                    <a:pt x="388" y="394"/>
                    <a:pt x="388" y="394"/>
                    <a:pt x="388" y="394"/>
                  </a:cubicBezTo>
                  <a:cubicBezTo>
                    <a:pt x="389" y="394"/>
                    <a:pt x="389" y="394"/>
                    <a:pt x="389" y="394"/>
                  </a:cubicBezTo>
                  <a:cubicBezTo>
                    <a:pt x="389" y="394"/>
                    <a:pt x="389" y="395"/>
                    <a:pt x="389" y="394"/>
                  </a:cubicBezTo>
                  <a:cubicBezTo>
                    <a:pt x="392" y="389"/>
                    <a:pt x="392" y="389"/>
                    <a:pt x="392" y="389"/>
                  </a:cubicBezTo>
                  <a:cubicBezTo>
                    <a:pt x="396" y="379"/>
                    <a:pt x="396" y="379"/>
                    <a:pt x="396" y="379"/>
                  </a:cubicBezTo>
                  <a:cubicBezTo>
                    <a:pt x="399" y="374"/>
                    <a:pt x="399" y="374"/>
                    <a:pt x="399" y="374"/>
                  </a:cubicBezTo>
                  <a:cubicBezTo>
                    <a:pt x="399" y="373"/>
                    <a:pt x="399" y="373"/>
                    <a:pt x="400" y="372"/>
                  </a:cubicBezTo>
                  <a:cubicBezTo>
                    <a:pt x="401" y="371"/>
                    <a:pt x="401" y="371"/>
                    <a:pt x="401" y="371"/>
                  </a:cubicBezTo>
                  <a:cubicBezTo>
                    <a:pt x="401" y="370"/>
                    <a:pt x="402" y="369"/>
                    <a:pt x="402" y="369"/>
                  </a:cubicBezTo>
                  <a:cubicBezTo>
                    <a:pt x="405" y="365"/>
                    <a:pt x="407" y="362"/>
                    <a:pt x="410" y="360"/>
                  </a:cubicBezTo>
                  <a:cubicBezTo>
                    <a:pt x="413" y="357"/>
                    <a:pt x="417" y="354"/>
                    <a:pt x="421" y="353"/>
                  </a:cubicBezTo>
                  <a:cubicBezTo>
                    <a:pt x="423" y="352"/>
                    <a:pt x="425" y="351"/>
                    <a:pt x="427" y="351"/>
                  </a:cubicBezTo>
                  <a:cubicBezTo>
                    <a:pt x="429" y="350"/>
                    <a:pt x="432" y="350"/>
                    <a:pt x="434" y="351"/>
                  </a:cubicBezTo>
                  <a:cubicBezTo>
                    <a:pt x="439" y="352"/>
                    <a:pt x="443" y="354"/>
                    <a:pt x="446" y="357"/>
                  </a:cubicBezTo>
                  <a:cubicBezTo>
                    <a:pt x="449" y="360"/>
                    <a:pt x="452" y="364"/>
                    <a:pt x="453" y="368"/>
                  </a:cubicBezTo>
                  <a:cubicBezTo>
                    <a:pt x="457" y="375"/>
                    <a:pt x="457" y="384"/>
                    <a:pt x="456" y="392"/>
                  </a:cubicBezTo>
                  <a:cubicBezTo>
                    <a:pt x="455" y="396"/>
                    <a:pt x="454" y="400"/>
                    <a:pt x="453" y="403"/>
                  </a:cubicBezTo>
                  <a:cubicBezTo>
                    <a:pt x="451" y="407"/>
                    <a:pt x="449" y="411"/>
                    <a:pt x="446" y="414"/>
                  </a:cubicBezTo>
                  <a:cubicBezTo>
                    <a:pt x="441" y="420"/>
                    <a:pt x="433" y="424"/>
                    <a:pt x="425" y="426"/>
                  </a:cubicBezTo>
                  <a:cubicBezTo>
                    <a:pt x="422" y="428"/>
                    <a:pt x="418" y="428"/>
                    <a:pt x="414" y="429"/>
                  </a:cubicBezTo>
                  <a:cubicBezTo>
                    <a:pt x="412" y="429"/>
                    <a:pt x="410" y="429"/>
                    <a:pt x="408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7" y="429"/>
                    <a:pt x="407" y="429"/>
                    <a:pt x="407" y="429"/>
                  </a:cubicBezTo>
                  <a:cubicBezTo>
                    <a:pt x="406" y="429"/>
                    <a:pt x="406" y="429"/>
                    <a:pt x="406" y="429"/>
                  </a:cubicBezTo>
                  <a:cubicBezTo>
                    <a:pt x="406" y="429"/>
                    <a:pt x="405" y="429"/>
                    <a:pt x="405" y="429"/>
                  </a:cubicBezTo>
                  <a:cubicBezTo>
                    <a:pt x="405" y="429"/>
                    <a:pt x="405" y="429"/>
                    <a:pt x="404" y="430"/>
                  </a:cubicBezTo>
                  <a:cubicBezTo>
                    <a:pt x="404" y="432"/>
                    <a:pt x="404" y="432"/>
                    <a:pt x="404" y="432"/>
                  </a:cubicBezTo>
                  <a:cubicBezTo>
                    <a:pt x="401" y="438"/>
                    <a:pt x="401" y="438"/>
                    <a:pt x="401" y="438"/>
                  </a:cubicBezTo>
                  <a:cubicBezTo>
                    <a:pt x="396" y="450"/>
                    <a:pt x="396" y="450"/>
                    <a:pt x="396" y="450"/>
                  </a:cubicBezTo>
                  <a:cubicBezTo>
                    <a:pt x="392" y="458"/>
                    <a:pt x="389" y="466"/>
                    <a:pt x="385" y="475"/>
                  </a:cubicBezTo>
                  <a:cubicBezTo>
                    <a:pt x="379" y="491"/>
                    <a:pt x="373" y="508"/>
                    <a:pt x="367" y="525"/>
                  </a:cubicBezTo>
                  <a:cubicBezTo>
                    <a:pt x="361" y="541"/>
                    <a:pt x="355" y="558"/>
                    <a:pt x="350" y="575"/>
                  </a:cubicBezTo>
                  <a:cubicBezTo>
                    <a:pt x="347" y="584"/>
                    <a:pt x="345" y="592"/>
                    <a:pt x="342" y="601"/>
                  </a:cubicBezTo>
                  <a:cubicBezTo>
                    <a:pt x="339" y="611"/>
                    <a:pt x="339" y="611"/>
                    <a:pt x="339" y="611"/>
                  </a:cubicBezTo>
                  <a:cubicBezTo>
                    <a:pt x="339" y="612"/>
                    <a:pt x="339" y="612"/>
                    <a:pt x="339" y="612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40" y="613"/>
                    <a:pt x="340" y="613"/>
                    <a:pt x="340" y="613"/>
                  </a:cubicBezTo>
                  <a:cubicBezTo>
                    <a:pt x="343" y="613"/>
                    <a:pt x="343" y="613"/>
                    <a:pt x="343" y="613"/>
                  </a:cubicBezTo>
                  <a:cubicBezTo>
                    <a:pt x="369" y="613"/>
                    <a:pt x="369" y="613"/>
                    <a:pt x="369" y="613"/>
                  </a:cubicBezTo>
                  <a:cubicBezTo>
                    <a:pt x="382" y="613"/>
                    <a:pt x="382" y="613"/>
                    <a:pt x="382" y="613"/>
                  </a:cubicBezTo>
                  <a:cubicBezTo>
                    <a:pt x="389" y="613"/>
                    <a:pt x="389" y="613"/>
                    <a:pt x="389" y="613"/>
                  </a:cubicBezTo>
                  <a:cubicBezTo>
                    <a:pt x="392" y="613"/>
                    <a:pt x="392" y="613"/>
                    <a:pt x="392" y="613"/>
                  </a:cubicBezTo>
                  <a:cubicBezTo>
                    <a:pt x="393" y="613"/>
                    <a:pt x="393" y="613"/>
                    <a:pt x="394" y="613"/>
                  </a:cubicBezTo>
                  <a:cubicBezTo>
                    <a:pt x="394" y="613"/>
                    <a:pt x="395" y="613"/>
                    <a:pt x="395" y="613"/>
                  </a:cubicBezTo>
                  <a:cubicBezTo>
                    <a:pt x="398" y="612"/>
                    <a:pt x="402" y="610"/>
                    <a:pt x="404" y="607"/>
                  </a:cubicBezTo>
                  <a:cubicBezTo>
                    <a:pt x="405" y="606"/>
                    <a:pt x="405" y="604"/>
                    <a:pt x="406" y="603"/>
                  </a:cubicBezTo>
                  <a:cubicBezTo>
                    <a:pt x="406" y="602"/>
                    <a:pt x="406" y="601"/>
                    <a:pt x="406" y="600"/>
                  </a:cubicBezTo>
                  <a:cubicBezTo>
                    <a:pt x="406" y="597"/>
                    <a:pt x="406" y="597"/>
                    <a:pt x="406" y="597"/>
                  </a:cubicBezTo>
                  <a:cubicBezTo>
                    <a:pt x="406" y="570"/>
                    <a:pt x="406" y="570"/>
                    <a:pt x="406" y="570"/>
                  </a:cubicBezTo>
                  <a:cubicBezTo>
                    <a:pt x="406" y="557"/>
                    <a:pt x="406" y="557"/>
                    <a:pt x="406" y="557"/>
                  </a:cubicBezTo>
                  <a:cubicBezTo>
                    <a:pt x="406" y="550"/>
                    <a:pt x="406" y="550"/>
                    <a:pt x="406" y="550"/>
                  </a:cubicBezTo>
                  <a:cubicBezTo>
                    <a:pt x="406" y="545"/>
                    <a:pt x="406" y="545"/>
                    <a:pt x="406" y="545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06" y="542"/>
                    <a:pt x="406" y="542"/>
                    <a:pt x="406" y="542"/>
                  </a:cubicBezTo>
                  <a:cubicBezTo>
                    <a:pt x="407" y="542"/>
                    <a:pt x="407" y="542"/>
                    <a:pt x="407" y="542"/>
                  </a:cubicBezTo>
                  <a:cubicBezTo>
                    <a:pt x="408" y="542"/>
                    <a:pt x="408" y="542"/>
                    <a:pt x="408" y="542"/>
                  </a:cubicBezTo>
                  <a:cubicBezTo>
                    <a:pt x="412" y="540"/>
                    <a:pt x="412" y="540"/>
                    <a:pt x="412" y="540"/>
                  </a:cubicBezTo>
                  <a:cubicBezTo>
                    <a:pt x="415" y="538"/>
                    <a:pt x="415" y="538"/>
                    <a:pt x="415" y="538"/>
                  </a:cubicBezTo>
                  <a:cubicBezTo>
                    <a:pt x="417" y="537"/>
                    <a:pt x="419" y="536"/>
                    <a:pt x="421" y="535"/>
                  </a:cubicBezTo>
                  <a:cubicBezTo>
                    <a:pt x="425" y="533"/>
                    <a:pt x="429" y="531"/>
                    <a:pt x="433" y="529"/>
                  </a:cubicBezTo>
                  <a:cubicBezTo>
                    <a:pt x="448" y="520"/>
                    <a:pt x="462" y="509"/>
                    <a:pt x="475" y="498"/>
                  </a:cubicBezTo>
                  <a:cubicBezTo>
                    <a:pt x="509" y="469"/>
                    <a:pt x="535" y="432"/>
                    <a:pt x="551" y="391"/>
                  </a:cubicBezTo>
                  <a:cubicBezTo>
                    <a:pt x="568" y="350"/>
                    <a:pt x="574" y="305"/>
                    <a:pt x="570" y="261"/>
                  </a:cubicBezTo>
                  <a:cubicBezTo>
                    <a:pt x="566" y="217"/>
                    <a:pt x="552" y="174"/>
                    <a:pt x="528" y="136"/>
                  </a:cubicBezTo>
                  <a:cubicBezTo>
                    <a:pt x="504" y="99"/>
                    <a:pt x="471" y="67"/>
                    <a:pt x="432" y="44"/>
                  </a:cubicBezTo>
                  <a:cubicBezTo>
                    <a:pt x="430" y="43"/>
                    <a:pt x="429" y="43"/>
                    <a:pt x="432" y="45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6" y="55"/>
                    <a:pt x="452" y="59"/>
                    <a:pt x="460" y="65"/>
                  </a:cubicBezTo>
                  <a:cubicBezTo>
                    <a:pt x="470" y="73"/>
                    <a:pt x="487" y="88"/>
                    <a:pt x="505" y="108"/>
                  </a:cubicBezTo>
                  <a:cubicBezTo>
                    <a:pt x="513" y="119"/>
                    <a:pt x="522" y="131"/>
                    <a:pt x="530" y="144"/>
                  </a:cubicBezTo>
                  <a:cubicBezTo>
                    <a:pt x="538" y="157"/>
                    <a:pt x="545" y="172"/>
                    <a:pt x="551" y="188"/>
                  </a:cubicBezTo>
                  <a:cubicBezTo>
                    <a:pt x="557" y="203"/>
                    <a:pt x="562" y="220"/>
                    <a:pt x="565" y="237"/>
                  </a:cubicBezTo>
                  <a:cubicBezTo>
                    <a:pt x="568" y="254"/>
                    <a:pt x="569" y="271"/>
                    <a:pt x="569" y="288"/>
                  </a:cubicBezTo>
                  <a:cubicBezTo>
                    <a:pt x="569" y="305"/>
                    <a:pt x="568" y="321"/>
                    <a:pt x="565" y="337"/>
                  </a:cubicBezTo>
                  <a:cubicBezTo>
                    <a:pt x="562" y="352"/>
                    <a:pt x="558" y="366"/>
                    <a:pt x="554" y="379"/>
                  </a:cubicBezTo>
                  <a:cubicBezTo>
                    <a:pt x="539" y="422"/>
                    <a:pt x="513" y="461"/>
                    <a:pt x="478" y="492"/>
                  </a:cubicBezTo>
                  <a:cubicBezTo>
                    <a:pt x="461" y="508"/>
                    <a:pt x="442" y="521"/>
                    <a:pt x="421" y="532"/>
                  </a:cubicBezTo>
                  <a:cubicBezTo>
                    <a:pt x="419" y="534"/>
                    <a:pt x="416" y="535"/>
                    <a:pt x="413" y="536"/>
                  </a:cubicBezTo>
                  <a:cubicBezTo>
                    <a:pt x="408" y="539"/>
                    <a:pt x="408" y="539"/>
                    <a:pt x="408" y="539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1"/>
                    <a:pt x="404" y="541"/>
                    <a:pt x="404" y="541"/>
                  </a:cubicBezTo>
                  <a:cubicBezTo>
                    <a:pt x="404" y="542"/>
                    <a:pt x="404" y="542"/>
                    <a:pt x="404" y="542"/>
                  </a:cubicBezTo>
                  <a:cubicBezTo>
                    <a:pt x="404" y="543"/>
                    <a:pt x="404" y="543"/>
                    <a:pt x="404" y="543"/>
                  </a:cubicBezTo>
                  <a:cubicBezTo>
                    <a:pt x="404" y="545"/>
                    <a:pt x="404" y="545"/>
                    <a:pt x="404" y="545"/>
                  </a:cubicBezTo>
                  <a:cubicBezTo>
                    <a:pt x="404" y="565"/>
                    <a:pt x="404" y="565"/>
                    <a:pt x="404" y="565"/>
                  </a:cubicBezTo>
                  <a:cubicBezTo>
                    <a:pt x="404" y="600"/>
                    <a:pt x="404" y="600"/>
                    <a:pt x="404" y="600"/>
                  </a:cubicBezTo>
                  <a:cubicBezTo>
                    <a:pt x="403" y="602"/>
                    <a:pt x="403" y="604"/>
                    <a:pt x="402" y="606"/>
                  </a:cubicBezTo>
                  <a:cubicBezTo>
                    <a:pt x="401" y="607"/>
                    <a:pt x="399" y="609"/>
                    <a:pt x="397" y="609"/>
                  </a:cubicBezTo>
                  <a:cubicBezTo>
                    <a:pt x="397" y="610"/>
                    <a:pt x="396" y="610"/>
                    <a:pt x="395" y="610"/>
                  </a:cubicBezTo>
                  <a:cubicBezTo>
                    <a:pt x="394" y="610"/>
                    <a:pt x="393" y="610"/>
                    <a:pt x="391" y="610"/>
                  </a:cubicBezTo>
                  <a:cubicBezTo>
                    <a:pt x="382" y="610"/>
                    <a:pt x="382" y="610"/>
                    <a:pt x="382" y="610"/>
                  </a:cubicBezTo>
                  <a:cubicBezTo>
                    <a:pt x="346" y="610"/>
                    <a:pt x="346" y="610"/>
                    <a:pt x="346" y="610"/>
                  </a:cubicBezTo>
                  <a:cubicBezTo>
                    <a:pt x="343" y="610"/>
                    <a:pt x="343" y="610"/>
                    <a:pt x="343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10"/>
                    <a:pt x="342" y="610"/>
                    <a:pt x="342" y="610"/>
                  </a:cubicBezTo>
                  <a:cubicBezTo>
                    <a:pt x="342" y="609"/>
                    <a:pt x="342" y="609"/>
                    <a:pt x="342" y="609"/>
                  </a:cubicBezTo>
                  <a:cubicBezTo>
                    <a:pt x="346" y="596"/>
                    <a:pt x="346" y="596"/>
                    <a:pt x="346" y="596"/>
                  </a:cubicBezTo>
                  <a:cubicBezTo>
                    <a:pt x="350" y="584"/>
                    <a:pt x="353" y="573"/>
                    <a:pt x="357" y="561"/>
                  </a:cubicBezTo>
                  <a:cubicBezTo>
                    <a:pt x="364" y="539"/>
                    <a:pt x="372" y="516"/>
                    <a:pt x="381" y="493"/>
                  </a:cubicBezTo>
                  <a:cubicBezTo>
                    <a:pt x="385" y="482"/>
                    <a:pt x="389" y="471"/>
                    <a:pt x="394" y="460"/>
                  </a:cubicBezTo>
                  <a:cubicBezTo>
                    <a:pt x="396" y="454"/>
                    <a:pt x="399" y="449"/>
                    <a:pt x="401" y="443"/>
                  </a:cubicBezTo>
                  <a:cubicBezTo>
                    <a:pt x="405" y="435"/>
                    <a:pt x="405" y="435"/>
                    <a:pt x="405" y="435"/>
                  </a:cubicBezTo>
                  <a:cubicBezTo>
                    <a:pt x="406" y="432"/>
                    <a:pt x="406" y="432"/>
                    <a:pt x="406" y="432"/>
                  </a:cubicBezTo>
                  <a:cubicBezTo>
                    <a:pt x="406" y="431"/>
                    <a:pt x="406" y="431"/>
                    <a:pt x="406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7" y="431"/>
                    <a:pt x="407" y="431"/>
                    <a:pt x="407" y="431"/>
                  </a:cubicBezTo>
                  <a:cubicBezTo>
                    <a:pt x="408" y="431"/>
                    <a:pt x="408" y="431"/>
                    <a:pt x="408" y="431"/>
                  </a:cubicBezTo>
                  <a:cubicBezTo>
                    <a:pt x="410" y="431"/>
                    <a:pt x="412" y="431"/>
                    <a:pt x="414" y="431"/>
                  </a:cubicBezTo>
                  <a:cubicBezTo>
                    <a:pt x="418" y="430"/>
                    <a:pt x="422" y="430"/>
                    <a:pt x="426" y="429"/>
                  </a:cubicBezTo>
                  <a:cubicBezTo>
                    <a:pt x="434" y="426"/>
                    <a:pt x="442" y="422"/>
                    <a:pt x="448" y="415"/>
                  </a:cubicBezTo>
                  <a:cubicBezTo>
                    <a:pt x="451" y="412"/>
                    <a:pt x="453" y="408"/>
                    <a:pt x="455" y="404"/>
                  </a:cubicBezTo>
                  <a:cubicBezTo>
                    <a:pt x="457" y="400"/>
                    <a:pt x="458" y="396"/>
                    <a:pt x="458" y="392"/>
                  </a:cubicBezTo>
                  <a:cubicBezTo>
                    <a:pt x="460" y="383"/>
                    <a:pt x="459" y="374"/>
                    <a:pt x="455" y="366"/>
                  </a:cubicBezTo>
                  <a:cubicBezTo>
                    <a:pt x="453" y="362"/>
                    <a:pt x="450" y="358"/>
                    <a:pt x="447" y="355"/>
                  </a:cubicBezTo>
                  <a:cubicBezTo>
                    <a:pt x="444" y="352"/>
                    <a:pt x="439" y="350"/>
                    <a:pt x="434" y="349"/>
                  </a:cubicBezTo>
                  <a:cubicBezTo>
                    <a:pt x="433" y="348"/>
                    <a:pt x="432" y="348"/>
                    <a:pt x="430" y="348"/>
                  </a:cubicBezTo>
                  <a:cubicBezTo>
                    <a:pt x="429" y="348"/>
                    <a:pt x="428" y="348"/>
                    <a:pt x="426" y="349"/>
                  </a:cubicBezTo>
                  <a:cubicBezTo>
                    <a:pt x="424" y="349"/>
                    <a:pt x="421" y="350"/>
                    <a:pt x="419" y="351"/>
                  </a:cubicBezTo>
                  <a:cubicBezTo>
                    <a:pt x="415" y="353"/>
                    <a:pt x="412" y="355"/>
                    <a:pt x="409" y="358"/>
                  </a:cubicBezTo>
                  <a:cubicBezTo>
                    <a:pt x="406" y="361"/>
                    <a:pt x="403" y="364"/>
                    <a:pt x="401" y="367"/>
                  </a:cubicBezTo>
                  <a:cubicBezTo>
                    <a:pt x="400" y="368"/>
                    <a:pt x="399" y="369"/>
                    <a:pt x="399" y="370"/>
                  </a:cubicBezTo>
                  <a:cubicBezTo>
                    <a:pt x="398" y="370"/>
                    <a:pt x="398" y="370"/>
                    <a:pt x="398" y="370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8" y="371"/>
                    <a:pt x="398" y="371"/>
                    <a:pt x="398" y="371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5" y="378"/>
                    <a:pt x="395" y="378"/>
                    <a:pt x="395" y="378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2"/>
                    <a:pt x="387" y="391"/>
                    <a:pt x="387" y="391"/>
                  </a:cubicBezTo>
                  <a:cubicBezTo>
                    <a:pt x="387" y="391"/>
                    <a:pt x="387" y="391"/>
                    <a:pt x="387" y="391"/>
                  </a:cubicBezTo>
                  <a:cubicBezTo>
                    <a:pt x="385" y="390"/>
                    <a:pt x="385" y="390"/>
                    <a:pt x="385" y="390"/>
                  </a:cubicBezTo>
                  <a:cubicBezTo>
                    <a:pt x="384" y="390"/>
                    <a:pt x="384" y="389"/>
                    <a:pt x="383" y="388"/>
                  </a:cubicBezTo>
                  <a:cubicBezTo>
                    <a:pt x="379" y="386"/>
                    <a:pt x="376" y="382"/>
                    <a:pt x="374" y="379"/>
                  </a:cubicBezTo>
                  <a:cubicBezTo>
                    <a:pt x="371" y="375"/>
                    <a:pt x="369" y="372"/>
                    <a:pt x="367" y="367"/>
                  </a:cubicBezTo>
                  <a:cubicBezTo>
                    <a:pt x="366" y="365"/>
                    <a:pt x="365" y="363"/>
                    <a:pt x="364" y="361"/>
                  </a:cubicBezTo>
                  <a:cubicBezTo>
                    <a:pt x="363" y="361"/>
                    <a:pt x="363" y="361"/>
                    <a:pt x="363" y="361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3" y="360"/>
                    <a:pt x="363" y="360"/>
                    <a:pt x="363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4" y="360"/>
                    <a:pt x="364" y="360"/>
                    <a:pt x="364" y="360"/>
                  </a:cubicBezTo>
                  <a:cubicBezTo>
                    <a:pt x="365" y="359"/>
                    <a:pt x="365" y="359"/>
                    <a:pt x="365" y="359"/>
                  </a:cubicBezTo>
                  <a:cubicBezTo>
                    <a:pt x="368" y="357"/>
                    <a:pt x="370" y="355"/>
                    <a:pt x="372" y="353"/>
                  </a:cubicBezTo>
                  <a:cubicBezTo>
                    <a:pt x="376" y="349"/>
                    <a:pt x="380" y="345"/>
                    <a:pt x="383" y="340"/>
                  </a:cubicBezTo>
                  <a:cubicBezTo>
                    <a:pt x="387" y="336"/>
                    <a:pt x="390" y="330"/>
                    <a:pt x="391" y="324"/>
                  </a:cubicBezTo>
                  <a:cubicBezTo>
                    <a:pt x="392" y="318"/>
                    <a:pt x="392" y="311"/>
                    <a:pt x="390" y="305"/>
                  </a:cubicBezTo>
                  <a:cubicBezTo>
                    <a:pt x="389" y="302"/>
                    <a:pt x="388" y="299"/>
                    <a:pt x="386" y="296"/>
                  </a:cubicBezTo>
                  <a:cubicBezTo>
                    <a:pt x="385" y="295"/>
                    <a:pt x="384" y="294"/>
                    <a:pt x="383" y="292"/>
                  </a:cubicBezTo>
                  <a:cubicBezTo>
                    <a:pt x="383" y="292"/>
                    <a:pt x="382" y="291"/>
                    <a:pt x="382" y="291"/>
                  </a:cubicBezTo>
                  <a:cubicBezTo>
                    <a:pt x="381" y="290"/>
                    <a:pt x="381" y="290"/>
                    <a:pt x="381" y="290"/>
                  </a:cubicBezTo>
                  <a:cubicBezTo>
                    <a:pt x="380" y="289"/>
                    <a:pt x="380" y="289"/>
                    <a:pt x="380" y="289"/>
                  </a:cubicBezTo>
                  <a:cubicBezTo>
                    <a:pt x="377" y="287"/>
                    <a:pt x="374" y="285"/>
                    <a:pt x="371" y="283"/>
                  </a:cubicBezTo>
                  <a:cubicBezTo>
                    <a:pt x="368" y="282"/>
                    <a:pt x="364" y="282"/>
                    <a:pt x="361" y="282"/>
                  </a:cubicBezTo>
                  <a:cubicBezTo>
                    <a:pt x="354" y="282"/>
                    <a:pt x="348" y="284"/>
                    <a:pt x="343" y="287"/>
                  </a:cubicBezTo>
                  <a:cubicBezTo>
                    <a:pt x="340" y="289"/>
                    <a:pt x="338" y="291"/>
                    <a:pt x="336" y="293"/>
                  </a:cubicBezTo>
                  <a:cubicBezTo>
                    <a:pt x="333" y="295"/>
                    <a:pt x="331" y="298"/>
                    <a:pt x="330" y="300"/>
                  </a:cubicBezTo>
                  <a:cubicBezTo>
                    <a:pt x="327" y="304"/>
                    <a:pt x="325" y="308"/>
                    <a:pt x="324" y="312"/>
                  </a:cubicBezTo>
                  <a:cubicBezTo>
                    <a:pt x="322" y="316"/>
                    <a:pt x="322" y="321"/>
                    <a:pt x="321" y="325"/>
                  </a:cubicBezTo>
                  <a:cubicBezTo>
                    <a:pt x="321" y="329"/>
                    <a:pt x="321" y="333"/>
                    <a:pt x="322" y="337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3" y="343"/>
                    <a:pt x="323" y="343"/>
                    <a:pt x="323" y="343"/>
                  </a:cubicBezTo>
                  <a:cubicBezTo>
                    <a:pt x="322" y="343"/>
                    <a:pt x="322" y="343"/>
                    <a:pt x="322" y="343"/>
                  </a:cubicBezTo>
                  <a:cubicBezTo>
                    <a:pt x="322" y="344"/>
                    <a:pt x="322" y="344"/>
                    <a:pt x="322" y="344"/>
                  </a:cubicBezTo>
                  <a:cubicBezTo>
                    <a:pt x="320" y="344"/>
                    <a:pt x="318" y="345"/>
                    <a:pt x="315" y="345"/>
                  </a:cubicBezTo>
                  <a:cubicBezTo>
                    <a:pt x="311" y="346"/>
                    <a:pt x="307" y="347"/>
                    <a:pt x="302" y="347"/>
                  </a:cubicBezTo>
                  <a:cubicBezTo>
                    <a:pt x="298" y="346"/>
                    <a:pt x="293" y="346"/>
                    <a:pt x="289" y="345"/>
                  </a:cubicBezTo>
                  <a:cubicBezTo>
                    <a:pt x="287" y="345"/>
                    <a:pt x="287" y="345"/>
                    <a:pt x="287" y="345"/>
                  </a:cubicBezTo>
                  <a:cubicBezTo>
                    <a:pt x="286" y="345"/>
                    <a:pt x="286" y="345"/>
                    <a:pt x="286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5"/>
                    <a:pt x="285" y="345"/>
                    <a:pt x="285" y="345"/>
                  </a:cubicBezTo>
                  <a:cubicBezTo>
                    <a:pt x="285" y="344"/>
                    <a:pt x="285" y="344"/>
                    <a:pt x="285" y="344"/>
                  </a:cubicBezTo>
                  <a:cubicBezTo>
                    <a:pt x="286" y="343"/>
                    <a:pt x="286" y="343"/>
                    <a:pt x="286" y="343"/>
                  </a:cubicBezTo>
                  <a:cubicBezTo>
                    <a:pt x="290" y="339"/>
                    <a:pt x="293" y="334"/>
                    <a:pt x="295" y="330"/>
                  </a:cubicBezTo>
                  <a:cubicBezTo>
                    <a:pt x="298" y="325"/>
                    <a:pt x="300" y="320"/>
                    <a:pt x="302" y="314"/>
                  </a:cubicBezTo>
                  <a:cubicBezTo>
                    <a:pt x="302" y="311"/>
                    <a:pt x="303" y="308"/>
                    <a:pt x="302" y="305"/>
                  </a:cubicBezTo>
                  <a:cubicBezTo>
                    <a:pt x="302" y="301"/>
                    <a:pt x="302" y="298"/>
                    <a:pt x="300" y="295"/>
                  </a:cubicBezTo>
                  <a:cubicBezTo>
                    <a:pt x="298" y="289"/>
                    <a:pt x="293" y="284"/>
                    <a:pt x="289" y="280"/>
                  </a:cubicBezTo>
                  <a:cubicBezTo>
                    <a:pt x="284" y="277"/>
                    <a:pt x="278" y="274"/>
                    <a:pt x="271" y="274"/>
                  </a:cubicBezTo>
                  <a:cubicBezTo>
                    <a:pt x="268" y="273"/>
                    <a:pt x="264" y="274"/>
                    <a:pt x="261" y="275"/>
                  </a:cubicBezTo>
                  <a:cubicBezTo>
                    <a:pt x="258" y="276"/>
                    <a:pt x="255" y="277"/>
                    <a:pt x="252" y="279"/>
                  </a:cubicBezTo>
                  <a:cubicBezTo>
                    <a:pt x="247" y="282"/>
                    <a:pt x="243" y="287"/>
                    <a:pt x="240" y="291"/>
                  </a:cubicBezTo>
                  <a:cubicBezTo>
                    <a:pt x="237" y="296"/>
                    <a:pt x="234" y="301"/>
                    <a:pt x="232" y="306"/>
                  </a:cubicBezTo>
                  <a:cubicBezTo>
                    <a:pt x="230" y="311"/>
                    <a:pt x="229" y="316"/>
                    <a:pt x="228" y="322"/>
                  </a:cubicBezTo>
                  <a:cubicBezTo>
                    <a:pt x="228" y="325"/>
                    <a:pt x="228" y="328"/>
                    <a:pt x="228" y="331"/>
                  </a:cubicBezTo>
                  <a:cubicBezTo>
                    <a:pt x="228" y="331"/>
                    <a:pt x="228" y="332"/>
                    <a:pt x="228" y="333"/>
                  </a:cubicBezTo>
                  <a:cubicBezTo>
                    <a:pt x="228" y="334"/>
                    <a:pt x="228" y="334"/>
                    <a:pt x="228" y="335"/>
                  </a:cubicBezTo>
                  <a:cubicBezTo>
                    <a:pt x="229" y="337"/>
                    <a:pt x="229" y="338"/>
                    <a:pt x="229" y="339"/>
                  </a:cubicBezTo>
                  <a:cubicBezTo>
                    <a:pt x="230" y="342"/>
                    <a:pt x="231" y="345"/>
                    <a:pt x="232" y="348"/>
                  </a:cubicBezTo>
                  <a:cubicBezTo>
                    <a:pt x="233" y="348"/>
                    <a:pt x="233" y="349"/>
                    <a:pt x="233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33" y="351"/>
                    <a:pt x="233" y="351"/>
                    <a:pt x="233" y="351"/>
                  </a:cubicBezTo>
                  <a:cubicBezTo>
                    <a:pt x="231" y="353"/>
                    <a:pt x="229" y="355"/>
                    <a:pt x="228" y="357"/>
                  </a:cubicBezTo>
                  <a:cubicBezTo>
                    <a:pt x="224" y="360"/>
                    <a:pt x="221" y="363"/>
                    <a:pt x="217" y="366"/>
                  </a:cubicBezTo>
                  <a:cubicBezTo>
                    <a:pt x="213" y="369"/>
                    <a:pt x="209" y="372"/>
                    <a:pt x="205" y="375"/>
                  </a:cubicBezTo>
                  <a:cubicBezTo>
                    <a:pt x="204" y="376"/>
                    <a:pt x="203" y="376"/>
                    <a:pt x="202" y="377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200" y="378"/>
                    <a:pt x="200" y="378"/>
                    <a:pt x="200" y="378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196" y="370"/>
                    <a:pt x="196" y="370"/>
                    <a:pt x="196" y="370"/>
                  </a:cubicBezTo>
                  <a:cubicBezTo>
                    <a:pt x="195" y="368"/>
                    <a:pt x="194" y="366"/>
                    <a:pt x="192" y="365"/>
                  </a:cubicBezTo>
                  <a:cubicBezTo>
                    <a:pt x="188" y="358"/>
                    <a:pt x="182" y="351"/>
                    <a:pt x="174" y="346"/>
                  </a:cubicBezTo>
                  <a:cubicBezTo>
                    <a:pt x="170" y="344"/>
                    <a:pt x="166" y="342"/>
                    <a:pt x="161" y="342"/>
                  </a:cubicBezTo>
                  <a:cubicBezTo>
                    <a:pt x="157" y="341"/>
                    <a:pt x="152" y="341"/>
                    <a:pt x="147" y="342"/>
                  </a:cubicBezTo>
                  <a:cubicBezTo>
                    <a:pt x="145" y="343"/>
                    <a:pt x="142" y="344"/>
                    <a:pt x="140" y="345"/>
                  </a:cubicBezTo>
                  <a:cubicBezTo>
                    <a:pt x="138" y="346"/>
                    <a:pt x="136" y="347"/>
                    <a:pt x="134" y="348"/>
                  </a:cubicBezTo>
                  <a:cubicBezTo>
                    <a:pt x="131" y="351"/>
                    <a:pt x="127" y="355"/>
                    <a:pt x="125" y="359"/>
                  </a:cubicBezTo>
                  <a:cubicBezTo>
                    <a:pt x="123" y="364"/>
                    <a:pt x="122" y="369"/>
                    <a:pt x="122" y="374"/>
                  </a:cubicBezTo>
                  <a:cubicBezTo>
                    <a:pt x="122" y="379"/>
                    <a:pt x="123" y="383"/>
                    <a:pt x="125" y="387"/>
                  </a:cubicBezTo>
                  <a:cubicBezTo>
                    <a:pt x="126" y="391"/>
                    <a:pt x="128" y="395"/>
                    <a:pt x="131" y="399"/>
                  </a:cubicBezTo>
                  <a:cubicBezTo>
                    <a:pt x="133" y="402"/>
                    <a:pt x="136" y="405"/>
                    <a:pt x="139" y="408"/>
                  </a:cubicBezTo>
                  <a:cubicBezTo>
                    <a:pt x="146" y="414"/>
                    <a:pt x="154" y="418"/>
                    <a:pt x="162" y="421"/>
                  </a:cubicBezTo>
                  <a:cubicBezTo>
                    <a:pt x="166" y="422"/>
                    <a:pt x="171" y="422"/>
                    <a:pt x="175" y="422"/>
                  </a:cubicBezTo>
                  <a:cubicBezTo>
                    <a:pt x="177" y="422"/>
                    <a:pt x="179" y="422"/>
                    <a:pt x="181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2" y="422"/>
                    <a:pt x="182" y="422"/>
                    <a:pt x="182" y="422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6" y="432"/>
                    <a:pt x="186" y="432"/>
                    <a:pt x="186" y="432"/>
                  </a:cubicBezTo>
                  <a:cubicBezTo>
                    <a:pt x="189" y="438"/>
                    <a:pt x="191" y="443"/>
                    <a:pt x="193" y="448"/>
                  </a:cubicBezTo>
                  <a:cubicBezTo>
                    <a:pt x="198" y="458"/>
                    <a:pt x="202" y="469"/>
                    <a:pt x="206" y="480"/>
                  </a:cubicBezTo>
                  <a:cubicBezTo>
                    <a:pt x="215" y="501"/>
                    <a:pt x="222" y="522"/>
                    <a:pt x="230" y="544"/>
                  </a:cubicBezTo>
                  <a:cubicBezTo>
                    <a:pt x="236" y="562"/>
                    <a:pt x="241" y="580"/>
                    <a:pt x="247" y="598"/>
                  </a:cubicBezTo>
                  <a:cubicBezTo>
                    <a:pt x="250" y="609"/>
                    <a:pt x="250" y="609"/>
                    <a:pt x="250" y="609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50" y="610"/>
                    <a:pt x="250" y="610"/>
                    <a:pt x="250" y="610"/>
                  </a:cubicBezTo>
                  <a:cubicBezTo>
                    <a:pt x="224" y="610"/>
                    <a:pt x="224" y="610"/>
                    <a:pt x="224" y="610"/>
                  </a:cubicBezTo>
                  <a:cubicBezTo>
                    <a:pt x="196" y="610"/>
                    <a:pt x="196" y="610"/>
                    <a:pt x="196" y="610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187" y="610"/>
                    <a:pt x="186" y="609"/>
                    <a:pt x="184" y="609"/>
                  </a:cubicBezTo>
                  <a:cubicBezTo>
                    <a:pt x="182" y="608"/>
                    <a:pt x="180" y="605"/>
                    <a:pt x="179" y="603"/>
                  </a:cubicBezTo>
                  <a:cubicBezTo>
                    <a:pt x="179" y="602"/>
                    <a:pt x="179" y="601"/>
                    <a:pt x="179" y="600"/>
                  </a:cubicBezTo>
                  <a:cubicBezTo>
                    <a:pt x="179" y="600"/>
                    <a:pt x="179" y="600"/>
                    <a:pt x="179" y="600"/>
                  </a:cubicBezTo>
                  <a:cubicBezTo>
                    <a:pt x="179" y="599"/>
                    <a:pt x="179" y="599"/>
                    <a:pt x="179" y="599"/>
                  </a:cubicBezTo>
                  <a:cubicBezTo>
                    <a:pt x="179" y="597"/>
                    <a:pt x="179" y="597"/>
                    <a:pt x="179" y="597"/>
                  </a:cubicBezTo>
                  <a:cubicBezTo>
                    <a:pt x="179" y="590"/>
                    <a:pt x="179" y="590"/>
                    <a:pt x="179" y="590"/>
                  </a:cubicBezTo>
                  <a:cubicBezTo>
                    <a:pt x="179" y="576"/>
                    <a:pt x="179" y="576"/>
                    <a:pt x="179" y="576"/>
                  </a:cubicBezTo>
                  <a:cubicBezTo>
                    <a:pt x="179" y="544"/>
                    <a:pt x="179" y="544"/>
                    <a:pt x="179" y="544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9" y="540"/>
                    <a:pt x="179" y="540"/>
                    <a:pt x="179" y="540"/>
                  </a:cubicBezTo>
                  <a:cubicBezTo>
                    <a:pt x="178" y="540"/>
                    <a:pt x="178" y="540"/>
                    <a:pt x="178" y="540"/>
                  </a:cubicBezTo>
                  <a:cubicBezTo>
                    <a:pt x="177" y="540"/>
                    <a:pt x="177" y="540"/>
                    <a:pt x="177" y="540"/>
                  </a:cubicBezTo>
                  <a:cubicBezTo>
                    <a:pt x="176" y="539"/>
                    <a:pt x="176" y="539"/>
                    <a:pt x="176" y="539"/>
                  </a:cubicBezTo>
                  <a:cubicBezTo>
                    <a:pt x="170" y="536"/>
                    <a:pt x="170" y="536"/>
                    <a:pt x="170" y="536"/>
                  </a:cubicBezTo>
                  <a:cubicBezTo>
                    <a:pt x="168" y="535"/>
                    <a:pt x="166" y="534"/>
                    <a:pt x="164" y="533"/>
                  </a:cubicBezTo>
                  <a:cubicBezTo>
                    <a:pt x="160" y="531"/>
                    <a:pt x="155" y="528"/>
                    <a:pt x="151" y="526"/>
                  </a:cubicBezTo>
                  <a:cubicBezTo>
                    <a:pt x="143" y="521"/>
                    <a:pt x="135" y="516"/>
                    <a:pt x="128" y="511"/>
                  </a:cubicBezTo>
                  <a:cubicBezTo>
                    <a:pt x="113" y="500"/>
                    <a:pt x="99" y="487"/>
                    <a:pt x="86" y="473"/>
                  </a:cubicBezTo>
                  <a:cubicBezTo>
                    <a:pt x="61" y="446"/>
                    <a:pt x="41" y="413"/>
                    <a:pt x="29" y="378"/>
                  </a:cubicBezTo>
                  <a:cubicBezTo>
                    <a:pt x="17" y="344"/>
                    <a:pt x="12" y="307"/>
                    <a:pt x="14" y="271"/>
                  </a:cubicBezTo>
                  <a:cubicBezTo>
                    <a:pt x="16" y="235"/>
                    <a:pt x="25" y="201"/>
                    <a:pt x="40" y="170"/>
                  </a:cubicBezTo>
                  <a:cubicBezTo>
                    <a:pt x="54" y="139"/>
                    <a:pt x="74" y="111"/>
                    <a:pt x="97" y="89"/>
                  </a:cubicBezTo>
                  <a:cubicBezTo>
                    <a:pt x="120" y="66"/>
                    <a:pt x="147" y="48"/>
                    <a:pt x="174" y="35"/>
                  </a:cubicBezTo>
                  <a:cubicBezTo>
                    <a:pt x="198" y="24"/>
                    <a:pt x="220" y="18"/>
                    <a:pt x="237" y="14"/>
                  </a:cubicBezTo>
                  <a:cubicBezTo>
                    <a:pt x="255" y="10"/>
                    <a:pt x="268" y="9"/>
                    <a:pt x="278" y="8"/>
                  </a:cubicBezTo>
                  <a:cubicBezTo>
                    <a:pt x="283" y="8"/>
                    <a:pt x="287" y="8"/>
                    <a:pt x="290" y="8"/>
                  </a:cubicBezTo>
                  <a:cubicBezTo>
                    <a:pt x="293" y="7"/>
                    <a:pt x="295" y="7"/>
                    <a:pt x="296" y="7"/>
                  </a:cubicBezTo>
                  <a:cubicBezTo>
                    <a:pt x="298" y="7"/>
                    <a:pt x="296" y="6"/>
                    <a:pt x="291" y="6"/>
                  </a:cubicBezTo>
                  <a:cubicBezTo>
                    <a:pt x="286" y="6"/>
                    <a:pt x="277" y="5"/>
                    <a:pt x="266" y="6"/>
                  </a:cubicBezTo>
                  <a:cubicBezTo>
                    <a:pt x="254" y="7"/>
                    <a:pt x="239" y="8"/>
                    <a:pt x="222" y="12"/>
                  </a:cubicBezTo>
                  <a:cubicBezTo>
                    <a:pt x="205" y="16"/>
                    <a:pt x="186" y="22"/>
                    <a:pt x="165" y="32"/>
                  </a:cubicBezTo>
                  <a:cubicBezTo>
                    <a:pt x="145" y="42"/>
                    <a:pt x="123" y="56"/>
                    <a:pt x="102" y="74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22" y="55"/>
                    <a:pt x="141" y="43"/>
                    <a:pt x="157" y="34"/>
                  </a:cubicBezTo>
                  <a:cubicBezTo>
                    <a:pt x="173" y="26"/>
                    <a:pt x="186" y="20"/>
                    <a:pt x="196" y="17"/>
                  </a:cubicBezTo>
                  <a:cubicBezTo>
                    <a:pt x="206" y="13"/>
                    <a:pt x="213" y="11"/>
                    <a:pt x="218" y="10"/>
                  </a:cubicBezTo>
                  <a:cubicBezTo>
                    <a:pt x="222" y="8"/>
                    <a:pt x="225" y="8"/>
                    <a:pt x="225" y="7"/>
                  </a:cubicBezTo>
                  <a:cubicBezTo>
                    <a:pt x="227" y="6"/>
                    <a:pt x="223" y="7"/>
                    <a:pt x="220" y="7"/>
                  </a:cubicBezTo>
                  <a:cubicBezTo>
                    <a:pt x="217" y="8"/>
                    <a:pt x="215" y="7"/>
                    <a:pt x="221" y="5"/>
                  </a:cubicBezTo>
                  <a:cubicBezTo>
                    <a:pt x="194" y="12"/>
                    <a:pt x="168" y="23"/>
                    <a:pt x="144" y="37"/>
                  </a:cubicBezTo>
                  <a:cubicBezTo>
                    <a:pt x="120" y="51"/>
                    <a:pt x="98" y="69"/>
                    <a:pt x="78" y="89"/>
                  </a:cubicBezTo>
                  <a:cubicBezTo>
                    <a:pt x="59" y="110"/>
                    <a:pt x="43" y="133"/>
                    <a:pt x="30" y="158"/>
                  </a:cubicBezTo>
                  <a:cubicBezTo>
                    <a:pt x="18" y="183"/>
                    <a:pt x="9" y="210"/>
                    <a:pt x="4" y="237"/>
                  </a:cubicBezTo>
                  <a:cubicBezTo>
                    <a:pt x="3" y="244"/>
                    <a:pt x="1" y="253"/>
                    <a:pt x="1" y="263"/>
                  </a:cubicBezTo>
                  <a:cubicBezTo>
                    <a:pt x="0" y="272"/>
                    <a:pt x="0" y="283"/>
                    <a:pt x="0" y="293"/>
                  </a:cubicBezTo>
                  <a:cubicBezTo>
                    <a:pt x="0" y="304"/>
                    <a:pt x="1" y="314"/>
                    <a:pt x="2" y="324"/>
                  </a:cubicBezTo>
                  <a:cubicBezTo>
                    <a:pt x="3" y="334"/>
                    <a:pt x="5" y="342"/>
                    <a:pt x="6" y="349"/>
                  </a:cubicBezTo>
                  <a:cubicBezTo>
                    <a:pt x="12" y="376"/>
                    <a:pt x="22" y="402"/>
                    <a:pt x="35" y="426"/>
                  </a:cubicBezTo>
                  <a:cubicBezTo>
                    <a:pt x="48" y="450"/>
                    <a:pt x="64" y="472"/>
                    <a:pt x="83" y="491"/>
                  </a:cubicBezTo>
                  <a:cubicBezTo>
                    <a:pt x="102" y="510"/>
                    <a:pt x="124" y="527"/>
                    <a:pt x="148" y="540"/>
                  </a:cubicBezTo>
                  <a:cubicBezTo>
                    <a:pt x="151" y="542"/>
                    <a:pt x="154" y="544"/>
                    <a:pt x="157" y="545"/>
                  </a:cubicBezTo>
                  <a:cubicBezTo>
                    <a:pt x="161" y="547"/>
                    <a:pt x="161" y="547"/>
                    <a:pt x="161" y="547"/>
                  </a:cubicBezTo>
                  <a:cubicBezTo>
                    <a:pt x="164" y="549"/>
                    <a:pt x="164" y="549"/>
                    <a:pt x="164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49"/>
                    <a:pt x="165" y="549"/>
                    <a:pt x="165" y="549"/>
                  </a:cubicBezTo>
                  <a:cubicBezTo>
                    <a:pt x="165" y="551"/>
                    <a:pt x="165" y="551"/>
                    <a:pt x="165" y="551"/>
                  </a:cubicBezTo>
                  <a:cubicBezTo>
                    <a:pt x="165" y="561"/>
                    <a:pt x="165" y="561"/>
                    <a:pt x="165" y="561"/>
                  </a:cubicBezTo>
                  <a:cubicBezTo>
                    <a:pt x="165" y="601"/>
                    <a:pt x="165" y="601"/>
                    <a:pt x="165" y="601"/>
                  </a:cubicBezTo>
                  <a:cubicBezTo>
                    <a:pt x="165" y="605"/>
                    <a:pt x="167" y="610"/>
                    <a:pt x="169" y="614"/>
                  </a:cubicBezTo>
                  <a:cubicBezTo>
                    <a:pt x="172" y="618"/>
                    <a:pt x="176" y="621"/>
                    <a:pt x="180" y="622"/>
                  </a:cubicBezTo>
                  <a:cubicBezTo>
                    <a:pt x="180" y="622"/>
                    <a:pt x="180" y="622"/>
                    <a:pt x="181" y="622"/>
                  </a:cubicBezTo>
                  <a:cubicBezTo>
                    <a:pt x="176" y="623"/>
                    <a:pt x="172" y="626"/>
                    <a:pt x="169" y="629"/>
                  </a:cubicBezTo>
                  <a:cubicBezTo>
                    <a:pt x="166" y="633"/>
                    <a:pt x="164" y="637"/>
                    <a:pt x="164" y="641"/>
                  </a:cubicBezTo>
                  <a:cubicBezTo>
                    <a:pt x="163" y="646"/>
                    <a:pt x="163" y="650"/>
                    <a:pt x="165" y="654"/>
                  </a:cubicBezTo>
                  <a:cubicBezTo>
                    <a:pt x="166" y="658"/>
                    <a:pt x="169" y="662"/>
                    <a:pt x="172" y="665"/>
                  </a:cubicBezTo>
                  <a:cubicBezTo>
                    <a:pt x="174" y="667"/>
                    <a:pt x="176" y="668"/>
                    <a:pt x="178" y="669"/>
                  </a:cubicBezTo>
                  <a:cubicBezTo>
                    <a:pt x="181" y="670"/>
                    <a:pt x="183" y="670"/>
                    <a:pt x="185" y="670"/>
                  </a:cubicBezTo>
                  <a:cubicBezTo>
                    <a:pt x="205" y="670"/>
                    <a:pt x="205" y="670"/>
                    <a:pt x="205" y="670"/>
                  </a:cubicBezTo>
                  <a:cubicBezTo>
                    <a:pt x="244" y="670"/>
                    <a:pt x="244" y="670"/>
                    <a:pt x="244" y="670"/>
                  </a:cubicBezTo>
                  <a:cubicBezTo>
                    <a:pt x="268" y="670"/>
                    <a:pt x="268" y="670"/>
                    <a:pt x="268" y="670"/>
                  </a:cubicBezTo>
                  <a:cubicBezTo>
                    <a:pt x="232" y="670"/>
                    <a:pt x="232" y="670"/>
                    <a:pt x="232" y="670"/>
                  </a:cubicBezTo>
                  <a:cubicBezTo>
                    <a:pt x="192" y="670"/>
                    <a:pt x="192" y="670"/>
                    <a:pt x="192" y="670"/>
                  </a:cubicBezTo>
                  <a:cubicBezTo>
                    <a:pt x="188" y="670"/>
                    <a:pt x="188" y="670"/>
                    <a:pt x="188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3" y="671"/>
                    <a:pt x="181" y="671"/>
                  </a:cubicBezTo>
                  <a:cubicBezTo>
                    <a:pt x="177" y="672"/>
                    <a:pt x="172" y="674"/>
                    <a:pt x="169" y="678"/>
                  </a:cubicBezTo>
                  <a:cubicBezTo>
                    <a:pt x="166" y="681"/>
                    <a:pt x="164" y="686"/>
                    <a:pt x="164" y="690"/>
                  </a:cubicBezTo>
                  <a:cubicBezTo>
                    <a:pt x="163" y="694"/>
                    <a:pt x="163" y="699"/>
                    <a:pt x="165" y="703"/>
                  </a:cubicBezTo>
                  <a:cubicBezTo>
                    <a:pt x="166" y="707"/>
                    <a:pt x="169" y="711"/>
                    <a:pt x="172" y="714"/>
                  </a:cubicBezTo>
                  <a:cubicBezTo>
                    <a:pt x="174" y="715"/>
                    <a:pt x="176" y="717"/>
                    <a:pt x="178" y="717"/>
                  </a:cubicBezTo>
                  <a:cubicBezTo>
                    <a:pt x="181" y="718"/>
                    <a:pt x="183" y="719"/>
                    <a:pt x="18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44" y="719"/>
                    <a:pt x="244" y="719"/>
                    <a:pt x="244" y="719"/>
                  </a:cubicBezTo>
                  <a:cubicBezTo>
                    <a:pt x="265" y="719"/>
                    <a:pt x="265" y="719"/>
                    <a:pt x="26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193" y="719"/>
                    <a:pt x="193" y="719"/>
                    <a:pt x="193" y="719"/>
                  </a:cubicBezTo>
                  <a:cubicBezTo>
                    <a:pt x="187" y="719"/>
                    <a:pt x="187" y="719"/>
                    <a:pt x="187" y="719"/>
                  </a:cubicBezTo>
                  <a:cubicBezTo>
                    <a:pt x="186" y="719"/>
                    <a:pt x="186" y="719"/>
                    <a:pt x="186" y="719"/>
                  </a:cubicBezTo>
                  <a:cubicBezTo>
                    <a:pt x="185" y="719"/>
                    <a:pt x="185" y="719"/>
                    <a:pt x="185" y="719"/>
                  </a:cubicBezTo>
                  <a:cubicBezTo>
                    <a:pt x="184" y="719"/>
                    <a:pt x="184" y="719"/>
                    <a:pt x="184" y="719"/>
                  </a:cubicBezTo>
                  <a:cubicBezTo>
                    <a:pt x="182" y="719"/>
                    <a:pt x="181" y="719"/>
                    <a:pt x="179" y="720"/>
                  </a:cubicBezTo>
                  <a:cubicBezTo>
                    <a:pt x="174" y="722"/>
                    <a:pt x="169" y="726"/>
                    <a:pt x="167" y="730"/>
                  </a:cubicBezTo>
                  <a:cubicBezTo>
                    <a:pt x="164" y="735"/>
                    <a:pt x="163" y="740"/>
                    <a:pt x="163" y="746"/>
                  </a:cubicBezTo>
                  <a:cubicBezTo>
                    <a:pt x="164" y="751"/>
                    <a:pt x="166" y="756"/>
                    <a:pt x="169" y="760"/>
                  </a:cubicBezTo>
                  <a:cubicBezTo>
                    <a:pt x="171" y="762"/>
                    <a:pt x="173" y="764"/>
                    <a:pt x="176" y="765"/>
                  </a:cubicBezTo>
                  <a:cubicBezTo>
                    <a:pt x="179" y="766"/>
                    <a:pt x="181" y="767"/>
                    <a:pt x="184" y="767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22" y="805"/>
                    <a:pt x="222" y="805"/>
                    <a:pt x="222" y="805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5" y="810"/>
                    <a:pt x="225" y="810"/>
                    <a:pt x="225" y="810"/>
                  </a:cubicBezTo>
                  <a:cubicBezTo>
                    <a:pt x="225" y="810"/>
                    <a:pt x="225" y="811"/>
                    <a:pt x="225" y="811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9" y="815"/>
                    <a:pt x="229" y="815"/>
                    <a:pt x="229" y="815"/>
                  </a:cubicBezTo>
                  <a:cubicBezTo>
                    <a:pt x="230" y="817"/>
                    <a:pt x="231" y="818"/>
                    <a:pt x="232" y="820"/>
                  </a:cubicBezTo>
                  <a:cubicBezTo>
                    <a:pt x="234" y="821"/>
                    <a:pt x="235" y="822"/>
                    <a:pt x="236" y="824"/>
                  </a:cubicBezTo>
                  <a:cubicBezTo>
                    <a:pt x="238" y="825"/>
                    <a:pt x="239" y="826"/>
                    <a:pt x="241" y="828"/>
                  </a:cubicBezTo>
                  <a:cubicBezTo>
                    <a:pt x="242" y="828"/>
                    <a:pt x="243" y="829"/>
                    <a:pt x="245" y="830"/>
                  </a:cubicBezTo>
                  <a:cubicBezTo>
                    <a:pt x="246" y="830"/>
                    <a:pt x="247" y="830"/>
                    <a:pt x="247" y="830"/>
                  </a:cubicBezTo>
                  <a:cubicBezTo>
                    <a:pt x="249" y="831"/>
                    <a:pt x="249" y="831"/>
                    <a:pt x="249" y="831"/>
                  </a:cubicBezTo>
                  <a:cubicBezTo>
                    <a:pt x="250" y="831"/>
                    <a:pt x="252" y="831"/>
                    <a:pt x="254" y="831"/>
                  </a:cubicBezTo>
                  <a:cubicBezTo>
                    <a:pt x="268" y="833"/>
                    <a:pt x="282" y="834"/>
                    <a:pt x="296" y="834"/>
                  </a:cubicBezTo>
                  <a:cubicBezTo>
                    <a:pt x="303" y="835"/>
                    <a:pt x="310" y="835"/>
                    <a:pt x="318" y="834"/>
                  </a:cubicBezTo>
                  <a:cubicBezTo>
                    <a:pt x="321" y="834"/>
                    <a:pt x="325" y="834"/>
                    <a:pt x="329" y="833"/>
                  </a:cubicBezTo>
                  <a:cubicBezTo>
                    <a:pt x="331" y="833"/>
                    <a:pt x="332" y="832"/>
                    <a:pt x="334" y="832"/>
                  </a:cubicBezTo>
                  <a:cubicBezTo>
                    <a:pt x="335" y="832"/>
                    <a:pt x="336" y="831"/>
                    <a:pt x="337" y="831"/>
                  </a:cubicBezTo>
                  <a:cubicBezTo>
                    <a:pt x="338" y="831"/>
                    <a:pt x="338" y="831"/>
                    <a:pt x="339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2" y="829"/>
                    <a:pt x="342" y="829"/>
                    <a:pt x="343" y="829"/>
                  </a:cubicBezTo>
                  <a:cubicBezTo>
                    <a:pt x="342" y="829"/>
                    <a:pt x="342" y="829"/>
                    <a:pt x="341" y="829"/>
                  </a:cubicBezTo>
                  <a:cubicBezTo>
                    <a:pt x="341" y="830"/>
                    <a:pt x="341" y="830"/>
                    <a:pt x="341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40" y="830"/>
                    <a:pt x="340" y="830"/>
                    <a:pt x="340" y="830"/>
                  </a:cubicBezTo>
                  <a:cubicBezTo>
                    <a:pt x="339" y="830"/>
                    <a:pt x="339" y="830"/>
                    <a:pt x="339" y="830"/>
                  </a:cubicBezTo>
                  <a:cubicBezTo>
                    <a:pt x="338" y="831"/>
                    <a:pt x="338" y="831"/>
                    <a:pt x="337" y="831"/>
                  </a:cubicBezTo>
                  <a:cubicBezTo>
                    <a:pt x="336" y="831"/>
                    <a:pt x="335" y="832"/>
                    <a:pt x="334" y="832"/>
                  </a:cubicBezTo>
                  <a:cubicBezTo>
                    <a:pt x="332" y="832"/>
                    <a:pt x="330" y="833"/>
                    <a:pt x="329" y="833"/>
                  </a:cubicBezTo>
                  <a:cubicBezTo>
                    <a:pt x="325" y="834"/>
                    <a:pt x="321" y="834"/>
                    <a:pt x="317" y="834"/>
                  </a:cubicBezTo>
                  <a:cubicBezTo>
                    <a:pt x="310" y="834"/>
                    <a:pt x="303" y="834"/>
                    <a:pt x="296" y="834"/>
                  </a:cubicBezTo>
                  <a:cubicBezTo>
                    <a:pt x="282" y="834"/>
                    <a:pt x="268" y="833"/>
                    <a:pt x="254" y="831"/>
                  </a:cubicBezTo>
                  <a:cubicBezTo>
                    <a:pt x="252" y="831"/>
                    <a:pt x="250" y="830"/>
                    <a:pt x="248" y="830"/>
                  </a:cubicBezTo>
                  <a:cubicBezTo>
                    <a:pt x="247" y="830"/>
                    <a:pt x="247" y="830"/>
                    <a:pt x="247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6" y="830"/>
                    <a:pt x="246" y="830"/>
                    <a:pt x="246" y="830"/>
                  </a:cubicBezTo>
                  <a:cubicBezTo>
                    <a:pt x="245" y="829"/>
                    <a:pt x="245" y="829"/>
                    <a:pt x="245" y="829"/>
                  </a:cubicBezTo>
                  <a:cubicBezTo>
                    <a:pt x="243" y="829"/>
                    <a:pt x="242" y="828"/>
                    <a:pt x="241" y="827"/>
                  </a:cubicBezTo>
                  <a:cubicBezTo>
                    <a:pt x="239" y="826"/>
                    <a:pt x="238" y="825"/>
                    <a:pt x="236" y="823"/>
                  </a:cubicBezTo>
                  <a:cubicBezTo>
                    <a:pt x="235" y="822"/>
                    <a:pt x="234" y="821"/>
                    <a:pt x="232" y="819"/>
                  </a:cubicBezTo>
                  <a:cubicBezTo>
                    <a:pt x="231" y="818"/>
                    <a:pt x="230" y="817"/>
                    <a:pt x="229" y="815"/>
                  </a:cubicBezTo>
                  <a:cubicBezTo>
                    <a:pt x="227" y="813"/>
                    <a:pt x="227" y="813"/>
                    <a:pt x="227" y="813"/>
                  </a:cubicBezTo>
                  <a:cubicBezTo>
                    <a:pt x="225" y="811"/>
                    <a:pt x="225" y="811"/>
                    <a:pt x="225" y="811"/>
                  </a:cubicBezTo>
                  <a:cubicBezTo>
                    <a:pt x="225" y="810"/>
                    <a:pt x="225" y="810"/>
                    <a:pt x="225" y="809"/>
                  </a:cubicBezTo>
                  <a:cubicBezTo>
                    <a:pt x="224" y="809"/>
                    <a:pt x="224" y="809"/>
                    <a:pt x="224" y="809"/>
                  </a:cubicBezTo>
                  <a:cubicBezTo>
                    <a:pt x="224" y="808"/>
                    <a:pt x="224" y="808"/>
                    <a:pt x="224" y="808"/>
                  </a:cubicBezTo>
                  <a:cubicBezTo>
                    <a:pt x="223" y="805"/>
                    <a:pt x="223" y="805"/>
                    <a:pt x="223" y="805"/>
                  </a:cubicBezTo>
                  <a:cubicBezTo>
                    <a:pt x="220" y="801"/>
                    <a:pt x="220" y="801"/>
                    <a:pt x="220" y="801"/>
                  </a:cubicBezTo>
                  <a:cubicBezTo>
                    <a:pt x="204" y="767"/>
                    <a:pt x="204" y="767"/>
                    <a:pt x="204" y="767"/>
                  </a:cubicBezTo>
                  <a:cubicBezTo>
                    <a:pt x="194" y="767"/>
                    <a:pt x="194" y="767"/>
                    <a:pt x="194" y="767"/>
                  </a:cubicBezTo>
                  <a:cubicBezTo>
                    <a:pt x="187" y="767"/>
                    <a:pt x="187" y="767"/>
                    <a:pt x="187" y="767"/>
                  </a:cubicBezTo>
                  <a:cubicBezTo>
                    <a:pt x="186" y="767"/>
                    <a:pt x="184" y="767"/>
                    <a:pt x="182" y="767"/>
                  </a:cubicBezTo>
                  <a:cubicBezTo>
                    <a:pt x="180" y="766"/>
                    <a:pt x="178" y="766"/>
                    <a:pt x="177" y="765"/>
                  </a:cubicBezTo>
                  <a:cubicBezTo>
                    <a:pt x="171" y="762"/>
                    <a:pt x="166" y="756"/>
                    <a:pt x="165" y="750"/>
                  </a:cubicBezTo>
                  <a:cubicBezTo>
                    <a:pt x="163" y="744"/>
                    <a:pt x="164" y="737"/>
                    <a:pt x="167" y="731"/>
                  </a:cubicBezTo>
                  <a:cubicBezTo>
                    <a:pt x="166" y="732"/>
                    <a:pt x="166" y="733"/>
                    <a:pt x="166" y="733"/>
                  </a:cubicBezTo>
                  <a:cubicBezTo>
                    <a:pt x="166" y="733"/>
                    <a:pt x="167" y="733"/>
                    <a:pt x="167" y="731"/>
                  </a:cubicBezTo>
                  <a:cubicBezTo>
                    <a:pt x="164" y="737"/>
                    <a:pt x="164" y="743"/>
                    <a:pt x="165" y="749"/>
                  </a:cubicBezTo>
                  <a:cubicBezTo>
                    <a:pt x="167" y="755"/>
                    <a:pt x="171" y="761"/>
                    <a:pt x="177" y="764"/>
                  </a:cubicBezTo>
                  <a:cubicBezTo>
                    <a:pt x="178" y="765"/>
                    <a:pt x="180" y="765"/>
                    <a:pt x="182" y="766"/>
                  </a:cubicBezTo>
                  <a:cubicBezTo>
                    <a:pt x="183" y="766"/>
                    <a:pt x="183" y="766"/>
                    <a:pt x="184" y="766"/>
                  </a:cubicBezTo>
                  <a:cubicBezTo>
                    <a:pt x="185" y="766"/>
                    <a:pt x="185" y="766"/>
                    <a:pt x="185" y="766"/>
                  </a:cubicBezTo>
                  <a:cubicBezTo>
                    <a:pt x="186" y="766"/>
                    <a:pt x="186" y="766"/>
                    <a:pt x="186" y="766"/>
                  </a:cubicBezTo>
                  <a:cubicBezTo>
                    <a:pt x="194" y="766"/>
                    <a:pt x="194" y="766"/>
                    <a:pt x="194" y="766"/>
                  </a:cubicBezTo>
                  <a:cubicBezTo>
                    <a:pt x="205" y="766"/>
                    <a:pt x="205" y="766"/>
                    <a:pt x="205" y="766"/>
                  </a:cubicBezTo>
                  <a:cubicBezTo>
                    <a:pt x="221" y="800"/>
                    <a:pt x="221" y="800"/>
                    <a:pt x="221" y="800"/>
                  </a:cubicBezTo>
                  <a:cubicBezTo>
                    <a:pt x="224" y="805"/>
                    <a:pt x="224" y="805"/>
                    <a:pt x="224" y="805"/>
                  </a:cubicBezTo>
                  <a:cubicBezTo>
                    <a:pt x="225" y="807"/>
                    <a:pt x="225" y="807"/>
                    <a:pt x="225" y="807"/>
                  </a:cubicBezTo>
                  <a:cubicBezTo>
                    <a:pt x="225" y="808"/>
                    <a:pt x="225" y="808"/>
                    <a:pt x="225" y="808"/>
                  </a:cubicBezTo>
                  <a:cubicBezTo>
                    <a:pt x="226" y="809"/>
                    <a:pt x="226" y="809"/>
                    <a:pt x="226" y="809"/>
                  </a:cubicBezTo>
                  <a:cubicBezTo>
                    <a:pt x="226" y="809"/>
                    <a:pt x="226" y="810"/>
                    <a:pt x="226" y="810"/>
                  </a:cubicBezTo>
                  <a:cubicBezTo>
                    <a:pt x="228" y="812"/>
                    <a:pt x="228" y="812"/>
                    <a:pt x="228" y="812"/>
                  </a:cubicBezTo>
                  <a:cubicBezTo>
                    <a:pt x="230" y="815"/>
                    <a:pt x="230" y="815"/>
                    <a:pt x="230" y="815"/>
                  </a:cubicBezTo>
                  <a:cubicBezTo>
                    <a:pt x="231" y="816"/>
                    <a:pt x="232" y="817"/>
                    <a:pt x="233" y="819"/>
                  </a:cubicBezTo>
                  <a:cubicBezTo>
                    <a:pt x="234" y="820"/>
                    <a:pt x="236" y="821"/>
                    <a:pt x="237" y="823"/>
                  </a:cubicBezTo>
                  <a:cubicBezTo>
                    <a:pt x="238" y="824"/>
                    <a:pt x="240" y="825"/>
                    <a:pt x="242" y="827"/>
                  </a:cubicBezTo>
                  <a:cubicBezTo>
                    <a:pt x="243" y="827"/>
                    <a:pt x="244" y="828"/>
                    <a:pt x="245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6" y="829"/>
                    <a:pt x="246" y="829"/>
                    <a:pt x="246" y="829"/>
                  </a:cubicBezTo>
                  <a:cubicBezTo>
                    <a:pt x="247" y="829"/>
                    <a:pt x="247" y="829"/>
                    <a:pt x="247" y="829"/>
                  </a:cubicBezTo>
                  <a:cubicBezTo>
                    <a:pt x="249" y="829"/>
                    <a:pt x="249" y="829"/>
                    <a:pt x="249" y="829"/>
                  </a:cubicBezTo>
                  <a:cubicBezTo>
                    <a:pt x="250" y="830"/>
                    <a:pt x="252" y="830"/>
                    <a:pt x="254" y="830"/>
                  </a:cubicBezTo>
                  <a:cubicBezTo>
                    <a:pt x="268" y="832"/>
                    <a:pt x="282" y="833"/>
                    <a:pt x="296" y="834"/>
                  </a:cubicBezTo>
                  <a:cubicBezTo>
                    <a:pt x="303" y="834"/>
                    <a:pt x="310" y="834"/>
                    <a:pt x="317" y="833"/>
                  </a:cubicBezTo>
                  <a:cubicBezTo>
                    <a:pt x="321" y="833"/>
                    <a:pt x="325" y="833"/>
                    <a:pt x="328" y="832"/>
                  </a:cubicBezTo>
                  <a:cubicBezTo>
                    <a:pt x="330" y="832"/>
                    <a:pt x="332" y="831"/>
                    <a:pt x="334" y="831"/>
                  </a:cubicBezTo>
                  <a:cubicBezTo>
                    <a:pt x="335" y="831"/>
                    <a:pt x="336" y="830"/>
                    <a:pt x="337" y="830"/>
                  </a:cubicBezTo>
                  <a:cubicBezTo>
                    <a:pt x="337" y="830"/>
                    <a:pt x="338" y="830"/>
                    <a:pt x="338" y="829"/>
                  </a:cubicBezTo>
                  <a:cubicBezTo>
                    <a:pt x="339" y="829"/>
                    <a:pt x="339" y="829"/>
                    <a:pt x="339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0" y="829"/>
                    <a:pt x="340" y="829"/>
                    <a:pt x="340" y="829"/>
                  </a:cubicBezTo>
                  <a:cubicBezTo>
                    <a:pt x="341" y="829"/>
                    <a:pt x="341" y="829"/>
                    <a:pt x="341" y="829"/>
                  </a:cubicBezTo>
                  <a:cubicBezTo>
                    <a:pt x="341" y="828"/>
                    <a:pt x="341" y="828"/>
                    <a:pt x="341" y="828"/>
                  </a:cubicBezTo>
                  <a:cubicBezTo>
                    <a:pt x="342" y="828"/>
                    <a:pt x="342" y="828"/>
                    <a:pt x="343" y="827"/>
                  </a:cubicBezTo>
                  <a:cubicBezTo>
                    <a:pt x="344" y="827"/>
                    <a:pt x="345" y="826"/>
                    <a:pt x="346" y="826"/>
                  </a:cubicBezTo>
                  <a:cubicBezTo>
                    <a:pt x="346" y="827"/>
                    <a:pt x="346" y="827"/>
                    <a:pt x="346" y="827"/>
                  </a:cubicBezTo>
                  <a:cubicBezTo>
                    <a:pt x="352" y="823"/>
                    <a:pt x="357" y="817"/>
                    <a:pt x="360" y="812"/>
                  </a:cubicBezTo>
                  <a:cubicBezTo>
                    <a:pt x="369" y="796"/>
                    <a:pt x="369" y="796"/>
                    <a:pt x="369" y="796"/>
                  </a:cubicBezTo>
                  <a:cubicBezTo>
                    <a:pt x="377" y="780"/>
                    <a:pt x="377" y="780"/>
                    <a:pt x="377" y="780"/>
                  </a:cubicBezTo>
                  <a:cubicBezTo>
                    <a:pt x="382" y="772"/>
                    <a:pt x="382" y="772"/>
                    <a:pt x="382" y="772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4" y="768"/>
                    <a:pt x="384" y="768"/>
                    <a:pt x="384" y="768"/>
                  </a:cubicBezTo>
                  <a:cubicBezTo>
                    <a:pt x="385" y="768"/>
                    <a:pt x="385" y="768"/>
                    <a:pt x="385" y="768"/>
                  </a:cubicBezTo>
                  <a:cubicBezTo>
                    <a:pt x="391" y="768"/>
                    <a:pt x="391" y="768"/>
                    <a:pt x="391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6" y="768"/>
                    <a:pt x="396" y="768"/>
                    <a:pt x="396" y="768"/>
                  </a:cubicBezTo>
                  <a:cubicBezTo>
                    <a:pt x="397" y="768"/>
                    <a:pt x="397" y="768"/>
                    <a:pt x="397" y="768"/>
                  </a:cubicBezTo>
                  <a:cubicBezTo>
                    <a:pt x="398" y="768"/>
                    <a:pt x="398" y="768"/>
                    <a:pt x="399" y="768"/>
                  </a:cubicBezTo>
                  <a:cubicBezTo>
                    <a:pt x="400" y="768"/>
                    <a:pt x="401" y="768"/>
                    <a:pt x="402" y="767"/>
                  </a:cubicBezTo>
                  <a:cubicBezTo>
                    <a:pt x="406" y="766"/>
                    <a:pt x="409" y="764"/>
                    <a:pt x="412" y="761"/>
                  </a:cubicBezTo>
                  <a:cubicBezTo>
                    <a:pt x="416" y="756"/>
                    <a:pt x="418" y="749"/>
                    <a:pt x="418" y="744"/>
                  </a:cubicBezTo>
                  <a:cubicBezTo>
                    <a:pt x="417" y="748"/>
                    <a:pt x="416" y="753"/>
                    <a:pt x="414" y="757"/>
                  </a:cubicBezTo>
                  <a:cubicBezTo>
                    <a:pt x="411" y="761"/>
                    <a:pt x="407" y="764"/>
                    <a:pt x="402" y="765"/>
                  </a:cubicBezTo>
                  <a:cubicBezTo>
                    <a:pt x="401" y="766"/>
                    <a:pt x="400" y="766"/>
                    <a:pt x="399" y="766"/>
                  </a:cubicBezTo>
                  <a:cubicBezTo>
                    <a:pt x="398" y="766"/>
                    <a:pt x="397" y="766"/>
                    <a:pt x="397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85" y="766"/>
                    <a:pt x="385" y="766"/>
                    <a:pt x="385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4" y="766"/>
                    <a:pt x="384" y="766"/>
                    <a:pt x="384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3" y="766"/>
                    <a:pt x="383" y="766"/>
                    <a:pt x="383" y="766"/>
                  </a:cubicBezTo>
                  <a:cubicBezTo>
                    <a:pt x="382" y="767"/>
                    <a:pt x="382" y="767"/>
                    <a:pt x="382" y="767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75" y="780"/>
                    <a:pt x="375" y="780"/>
                    <a:pt x="375" y="780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61" y="805"/>
                    <a:pt x="361" y="805"/>
                    <a:pt x="361" y="805"/>
                  </a:cubicBezTo>
                  <a:cubicBezTo>
                    <a:pt x="359" y="809"/>
                    <a:pt x="359" y="809"/>
                    <a:pt x="359" y="809"/>
                  </a:cubicBezTo>
                  <a:cubicBezTo>
                    <a:pt x="358" y="811"/>
                    <a:pt x="357" y="812"/>
                    <a:pt x="356" y="814"/>
                  </a:cubicBezTo>
                  <a:cubicBezTo>
                    <a:pt x="354" y="816"/>
                    <a:pt x="352" y="819"/>
                    <a:pt x="349" y="822"/>
                  </a:cubicBezTo>
                  <a:cubicBezTo>
                    <a:pt x="346" y="824"/>
                    <a:pt x="343" y="826"/>
                    <a:pt x="339" y="828"/>
                  </a:cubicBezTo>
                  <a:cubicBezTo>
                    <a:pt x="339" y="828"/>
                    <a:pt x="339" y="828"/>
                    <a:pt x="339" y="828"/>
                  </a:cubicBezTo>
                  <a:cubicBezTo>
                    <a:pt x="336" y="829"/>
                    <a:pt x="333" y="830"/>
                    <a:pt x="330" y="830"/>
                  </a:cubicBezTo>
                  <a:cubicBezTo>
                    <a:pt x="327" y="831"/>
                    <a:pt x="324" y="831"/>
                    <a:pt x="321" y="831"/>
                  </a:cubicBezTo>
                  <a:cubicBezTo>
                    <a:pt x="315" y="832"/>
                    <a:pt x="309" y="832"/>
                    <a:pt x="303" y="832"/>
                  </a:cubicBezTo>
                  <a:cubicBezTo>
                    <a:pt x="291" y="832"/>
                    <a:pt x="279" y="831"/>
                    <a:pt x="267" y="830"/>
                  </a:cubicBezTo>
                  <a:cubicBezTo>
                    <a:pt x="261" y="829"/>
                    <a:pt x="255" y="829"/>
                    <a:pt x="249" y="828"/>
                  </a:cubicBezTo>
                  <a:cubicBezTo>
                    <a:pt x="248" y="828"/>
                    <a:pt x="247" y="828"/>
                    <a:pt x="246" y="827"/>
                  </a:cubicBezTo>
                  <a:cubicBezTo>
                    <a:pt x="245" y="827"/>
                    <a:pt x="244" y="826"/>
                    <a:pt x="243" y="826"/>
                  </a:cubicBezTo>
                  <a:cubicBezTo>
                    <a:pt x="241" y="825"/>
                    <a:pt x="240" y="824"/>
                    <a:pt x="239" y="823"/>
                  </a:cubicBezTo>
                  <a:cubicBezTo>
                    <a:pt x="238" y="822"/>
                    <a:pt x="237" y="820"/>
                    <a:pt x="236" y="819"/>
                  </a:cubicBezTo>
                  <a:cubicBezTo>
                    <a:pt x="240" y="823"/>
                    <a:pt x="246" y="827"/>
                    <a:pt x="253" y="828"/>
                  </a:cubicBezTo>
                  <a:cubicBezTo>
                    <a:pt x="263" y="829"/>
                    <a:pt x="273" y="830"/>
                    <a:pt x="283" y="831"/>
                  </a:cubicBezTo>
                  <a:cubicBezTo>
                    <a:pt x="292" y="831"/>
                    <a:pt x="302" y="832"/>
                    <a:pt x="311" y="832"/>
                  </a:cubicBezTo>
                  <a:cubicBezTo>
                    <a:pt x="316" y="832"/>
                    <a:pt x="321" y="831"/>
                    <a:pt x="325" y="831"/>
                  </a:cubicBezTo>
                  <a:cubicBezTo>
                    <a:pt x="330" y="830"/>
                    <a:pt x="335" y="829"/>
                    <a:pt x="339" y="827"/>
                  </a:cubicBezTo>
                  <a:cubicBezTo>
                    <a:pt x="339" y="827"/>
                    <a:pt x="339" y="827"/>
                    <a:pt x="339" y="827"/>
                  </a:cubicBezTo>
                  <a:cubicBezTo>
                    <a:pt x="343" y="826"/>
                    <a:pt x="346" y="824"/>
                    <a:pt x="349" y="821"/>
                  </a:cubicBezTo>
                  <a:cubicBezTo>
                    <a:pt x="352" y="819"/>
                    <a:pt x="354" y="816"/>
                    <a:pt x="356" y="813"/>
                  </a:cubicBezTo>
                  <a:cubicBezTo>
                    <a:pt x="357" y="812"/>
                    <a:pt x="358" y="810"/>
                    <a:pt x="359" y="809"/>
                  </a:cubicBezTo>
                  <a:cubicBezTo>
                    <a:pt x="361" y="804"/>
                    <a:pt x="361" y="804"/>
                    <a:pt x="361" y="804"/>
                  </a:cubicBezTo>
                  <a:cubicBezTo>
                    <a:pt x="366" y="796"/>
                    <a:pt x="366" y="796"/>
                    <a:pt x="366" y="796"/>
                  </a:cubicBezTo>
                  <a:cubicBezTo>
                    <a:pt x="375" y="779"/>
                    <a:pt x="375" y="779"/>
                    <a:pt x="375" y="779"/>
                  </a:cubicBezTo>
                  <a:cubicBezTo>
                    <a:pt x="379" y="771"/>
                    <a:pt x="379" y="771"/>
                    <a:pt x="379" y="771"/>
                  </a:cubicBezTo>
                  <a:cubicBezTo>
                    <a:pt x="381" y="767"/>
                    <a:pt x="381" y="767"/>
                    <a:pt x="381" y="767"/>
                  </a:cubicBezTo>
                  <a:cubicBezTo>
                    <a:pt x="382" y="765"/>
                    <a:pt x="382" y="765"/>
                    <a:pt x="382" y="765"/>
                  </a:cubicBezTo>
                  <a:cubicBezTo>
                    <a:pt x="390" y="766"/>
                    <a:pt x="390" y="766"/>
                    <a:pt x="390" y="766"/>
                  </a:cubicBezTo>
                  <a:cubicBezTo>
                    <a:pt x="395" y="766"/>
                    <a:pt x="395" y="766"/>
                    <a:pt x="395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6" y="766"/>
                    <a:pt x="396" y="766"/>
                    <a:pt x="396" y="766"/>
                  </a:cubicBezTo>
                  <a:cubicBezTo>
                    <a:pt x="397" y="766"/>
                    <a:pt x="397" y="766"/>
                    <a:pt x="397" y="766"/>
                  </a:cubicBezTo>
                  <a:cubicBezTo>
                    <a:pt x="397" y="766"/>
                    <a:pt x="398" y="766"/>
                    <a:pt x="398" y="765"/>
                  </a:cubicBezTo>
                  <a:cubicBezTo>
                    <a:pt x="400" y="765"/>
                    <a:pt x="401" y="765"/>
                    <a:pt x="402" y="765"/>
                  </a:cubicBezTo>
                  <a:cubicBezTo>
                    <a:pt x="407" y="763"/>
                    <a:pt x="410" y="760"/>
                    <a:pt x="413" y="756"/>
                  </a:cubicBezTo>
                  <a:cubicBezTo>
                    <a:pt x="415" y="752"/>
                    <a:pt x="417" y="748"/>
                    <a:pt x="417" y="743"/>
                  </a:cubicBezTo>
                  <a:cubicBezTo>
                    <a:pt x="417" y="740"/>
                    <a:pt x="416" y="737"/>
                    <a:pt x="415" y="734"/>
                  </a:cubicBezTo>
                  <a:cubicBezTo>
                    <a:pt x="413" y="730"/>
                    <a:pt x="410" y="727"/>
                    <a:pt x="407" y="725"/>
                  </a:cubicBezTo>
                  <a:cubicBezTo>
                    <a:pt x="405" y="723"/>
                    <a:pt x="402" y="723"/>
                    <a:pt x="399" y="723"/>
                  </a:cubicBezTo>
                  <a:cubicBezTo>
                    <a:pt x="397" y="723"/>
                    <a:pt x="396" y="723"/>
                    <a:pt x="396" y="724"/>
                  </a:cubicBezTo>
                  <a:cubicBezTo>
                    <a:pt x="396" y="724"/>
                    <a:pt x="397" y="725"/>
                    <a:pt x="400" y="726"/>
                  </a:cubicBezTo>
                  <a:cubicBezTo>
                    <a:pt x="402" y="727"/>
                    <a:pt x="405" y="729"/>
                    <a:pt x="408" y="733"/>
                  </a:cubicBezTo>
                  <a:cubicBezTo>
                    <a:pt x="408" y="734"/>
                    <a:pt x="409" y="735"/>
                    <a:pt x="410" y="737"/>
                  </a:cubicBezTo>
                  <a:cubicBezTo>
                    <a:pt x="410" y="739"/>
                    <a:pt x="410" y="740"/>
                    <a:pt x="411" y="742"/>
                  </a:cubicBezTo>
                  <a:cubicBezTo>
                    <a:pt x="411" y="745"/>
                    <a:pt x="410" y="747"/>
                    <a:pt x="410" y="747"/>
                  </a:cubicBezTo>
                  <a:cubicBezTo>
                    <a:pt x="409" y="749"/>
                    <a:pt x="409" y="748"/>
                    <a:pt x="408" y="747"/>
                  </a:cubicBezTo>
                  <a:cubicBezTo>
                    <a:pt x="408" y="749"/>
                    <a:pt x="406" y="752"/>
                    <a:pt x="405" y="754"/>
                  </a:cubicBezTo>
                  <a:cubicBezTo>
                    <a:pt x="403" y="756"/>
                    <a:pt x="401" y="757"/>
                    <a:pt x="398" y="758"/>
                  </a:cubicBezTo>
                  <a:cubicBezTo>
                    <a:pt x="397" y="758"/>
                    <a:pt x="397" y="758"/>
                    <a:pt x="396" y="758"/>
                  </a:cubicBezTo>
                  <a:cubicBezTo>
                    <a:pt x="394" y="758"/>
                    <a:pt x="394" y="758"/>
                    <a:pt x="394" y="758"/>
                  </a:cubicBezTo>
                  <a:cubicBezTo>
                    <a:pt x="389" y="758"/>
                    <a:pt x="389" y="758"/>
                    <a:pt x="389" y="758"/>
                  </a:cubicBezTo>
                  <a:cubicBezTo>
                    <a:pt x="377" y="758"/>
                    <a:pt x="377" y="758"/>
                    <a:pt x="377" y="758"/>
                  </a:cubicBezTo>
                  <a:cubicBezTo>
                    <a:pt x="362" y="787"/>
                    <a:pt x="362" y="787"/>
                    <a:pt x="362" y="787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52" y="804"/>
                    <a:pt x="352" y="804"/>
                    <a:pt x="352" y="804"/>
                  </a:cubicBezTo>
                  <a:cubicBezTo>
                    <a:pt x="352" y="805"/>
                    <a:pt x="351" y="806"/>
                    <a:pt x="350" y="807"/>
                  </a:cubicBezTo>
                  <a:cubicBezTo>
                    <a:pt x="349" y="809"/>
                    <a:pt x="348" y="811"/>
                    <a:pt x="346" y="813"/>
                  </a:cubicBezTo>
                  <a:cubicBezTo>
                    <a:pt x="345" y="815"/>
                    <a:pt x="343" y="816"/>
                    <a:pt x="342" y="817"/>
                  </a:cubicBezTo>
                  <a:cubicBezTo>
                    <a:pt x="341" y="817"/>
                    <a:pt x="341" y="818"/>
                    <a:pt x="341" y="818"/>
                  </a:cubicBezTo>
                  <a:cubicBezTo>
                    <a:pt x="341" y="818"/>
                    <a:pt x="341" y="817"/>
                    <a:pt x="342" y="817"/>
                  </a:cubicBezTo>
                  <a:cubicBezTo>
                    <a:pt x="343" y="816"/>
                    <a:pt x="345" y="815"/>
                    <a:pt x="346" y="813"/>
                  </a:cubicBezTo>
                  <a:cubicBezTo>
                    <a:pt x="348" y="811"/>
                    <a:pt x="349" y="809"/>
                    <a:pt x="350" y="807"/>
                  </a:cubicBezTo>
                  <a:cubicBezTo>
                    <a:pt x="351" y="806"/>
                    <a:pt x="352" y="805"/>
                    <a:pt x="352" y="804"/>
                  </a:cubicBezTo>
                  <a:cubicBezTo>
                    <a:pt x="354" y="801"/>
                    <a:pt x="354" y="801"/>
                    <a:pt x="354" y="801"/>
                  </a:cubicBezTo>
                  <a:cubicBezTo>
                    <a:pt x="361" y="787"/>
                    <a:pt x="361" y="787"/>
                    <a:pt x="361" y="787"/>
                  </a:cubicBezTo>
                  <a:cubicBezTo>
                    <a:pt x="377" y="757"/>
                    <a:pt x="377" y="757"/>
                    <a:pt x="377" y="757"/>
                  </a:cubicBezTo>
                  <a:cubicBezTo>
                    <a:pt x="389" y="757"/>
                    <a:pt x="389" y="757"/>
                    <a:pt x="389" y="757"/>
                  </a:cubicBezTo>
                  <a:cubicBezTo>
                    <a:pt x="394" y="757"/>
                    <a:pt x="394" y="757"/>
                    <a:pt x="394" y="757"/>
                  </a:cubicBezTo>
                  <a:cubicBezTo>
                    <a:pt x="396" y="757"/>
                    <a:pt x="396" y="757"/>
                    <a:pt x="396" y="757"/>
                  </a:cubicBezTo>
                  <a:cubicBezTo>
                    <a:pt x="397" y="757"/>
                    <a:pt x="398" y="757"/>
                    <a:pt x="398" y="757"/>
                  </a:cubicBezTo>
                  <a:cubicBezTo>
                    <a:pt x="401" y="757"/>
                    <a:pt x="403" y="755"/>
                    <a:pt x="405" y="753"/>
                  </a:cubicBezTo>
                  <a:cubicBezTo>
                    <a:pt x="406" y="751"/>
                    <a:pt x="407" y="748"/>
                    <a:pt x="408" y="746"/>
                  </a:cubicBezTo>
                  <a:cubicBezTo>
                    <a:pt x="408" y="745"/>
                    <a:pt x="407" y="745"/>
                    <a:pt x="407" y="746"/>
                  </a:cubicBezTo>
                  <a:cubicBezTo>
                    <a:pt x="406" y="746"/>
                    <a:pt x="406" y="748"/>
                    <a:pt x="405" y="750"/>
                  </a:cubicBezTo>
                  <a:cubicBezTo>
                    <a:pt x="404" y="751"/>
                    <a:pt x="403" y="752"/>
                    <a:pt x="402" y="753"/>
                  </a:cubicBezTo>
                  <a:cubicBezTo>
                    <a:pt x="401" y="754"/>
                    <a:pt x="399" y="755"/>
                    <a:pt x="398" y="755"/>
                  </a:cubicBezTo>
                  <a:cubicBezTo>
                    <a:pt x="397" y="755"/>
                    <a:pt x="397" y="755"/>
                    <a:pt x="397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6" y="755"/>
                    <a:pt x="396" y="755"/>
                    <a:pt x="396" y="755"/>
                  </a:cubicBezTo>
                  <a:cubicBezTo>
                    <a:pt x="394" y="755"/>
                    <a:pt x="394" y="755"/>
                    <a:pt x="394" y="755"/>
                  </a:cubicBezTo>
                  <a:cubicBezTo>
                    <a:pt x="390" y="755"/>
                    <a:pt x="390" y="755"/>
                    <a:pt x="390" y="755"/>
                  </a:cubicBezTo>
                  <a:cubicBezTo>
                    <a:pt x="376" y="755"/>
                    <a:pt x="376" y="755"/>
                    <a:pt x="376" y="755"/>
                  </a:cubicBezTo>
                  <a:cubicBezTo>
                    <a:pt x="366" y="774"/>
                    <a:pt x="366" y="774"/>
                    <a:pt x="366" y="774"/>
                  </a:cubicBezTo>
                  <a:cubicBezTo>
                    <a:pt x="363" y="780"/>
                    <a:pt x="360" y="785"/>
                    <a:pt x="358" y="789"/>
                  </a:cubicBezTo>
                  <a:cubicBezTo>
                    <a:pt x="353" y="798"/>
                    <a:pt x="353" y="798"/>
                    <a:pt x="353" y="798"/>
                  </a:cubicBezTo>
                  <a:cubicBezTo>
                    <a:pt x="351" y="802"/>
                    <a:pt x="351" y="802"/>
                    <a:pt x="351" y="802"/>
                  </a:cubicBezTo>
                  <a:cubicBezTo>
                    <a:pt x="350" y="803"/>
                    <a:pt x="350" y="804"/>
                    <a:pt x="349" y="804"/>
                  </a:cubicBezTo>
                  <a:cubicBezTo>
                    <a:pt x="349" y="805"/>
                    <a:pt x="349" y="806"/>
                    <a:pt x="348" y="806"/>
                  </a:cubicBezTo>
                  <a:cubicBezTo>
                    <a:pt x="347" y="809"/>
                    <a:pt x="345" y="811"/>
                    <a:pt x="342" y="813"/>
                  </a:cubicBezTo>
                  <a:cubicBezTo>
                    <a:pt x="340" y="815"/>
                    <a:pt x="338" y="817"/>
                    <a:pt x="336" y="818"/>
                  </a:cubicBezTo>
                  <a:cubicBezTo>
                    <a:pt x="335" y="818"/>
                    <a:pt x="335" y="818"/>
                    <a:pt x="335" y="818"/>
                  </a:cubicBezTo>
                  <a:cubicBezTo>
                    <a:pt x="331" y="819"/>
                    <a:pt x="326" y="820"/>
                    <a:pt x="320" y="821"/>
                  </a:cubicBezTo>
                  <a:cubicBezTo>
                    <a:pt x="315" y="821"/>
                    <a:pt x="310" y="821"/>
                    <a:pt x="304" y="821"/>
                  </a:cubicBezTo>
                  <a:cubicBezTo>
                    <a:pt x="293" y="821"/>
                    <a:pt x="282" y="821"/>
                    <a:pt x="270" y="820"/>
                  </a:cubicBezTo>
                  <a:cubicBezTo>
                    <a:pt x="265" y="819"/>
                    <a:pt x="259" y="818"/>
                    <a:pt x="254" y="818"/>
                  </a:cubicBezTo>
                  <a:cubicBezTo>
                    <a:pt x="252" y="817"/>
                    <a:pt x="251" y="817"/>
                    <a:pt x="250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6"/>
                  </a:cubicBezTo>
                  <a:cubicBezTo>
                    <a:pt x="247" y="815"/>
                    <a:pt x="245" y="814"/>
                    <a:pt x="244" y="812"/>
                  </a:cubicBezTo>
                  <a:cubicBezTo>
                    <a:pt x="242" y="810"/>
                    <a:pt x="240" y="808"/>
                    <a:pt x="239" y="806"/>
                  </a:cubicBezTo>
                  <a:cubicBezTo>
                    <a:pt x="237" y="804"/>
                    <a:pt x="237" y="804"/>
                    <a:pt x="237" y="804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7" y="803"/>
                    <a:pt x="237" y="803"/>
                    <a:pt x="237" y="803"/>
                  </a:cubicBezTo>
                  <a:cubicBezTo>
                    <a:pt x="235" y="800"/>
                    <a:pt x="235" y="800"/>
                    <a:pt x="235" y="800"/>
                  </a:cubicBezTo>
                  <a:cubicBezTo>
                    <a:pt x="228" y="785"/>
                    <a:pt x="228" y="785"/>
                    <a:pt x="228" y="785"/>
                  </a:cubicBezTo>
                  <a:cubicBezTo>
                    <a:pt x="221" y="771"/>
                    <a:pt x="221" y="771"/>
                    <a:pt x="221" y="771"/>
                  </a:cubicBezTo>
                  <a:cubicBezTo>
                    <a:pt x="213" y="753"/>
                    <a:pt x="213" y="753"/>
                    <a:pt x="213" y="753"/>
                  </a:cubicBezTo>
                  <a:cubicBezTo>
                    <a:pt x="185" y="753"/>
                    <a:pt x="185" y="753"/>
                    <a:pt x="185" y="753"/>
                  </a:cubicBezTo>
                  <a:cubicBezTo>
                    <a:pt x="183" y="753"/>
                    <a:pt x="182" y="752"/>
                    <a:pt x="180" y="750"/>
                  </a:cubicBezTo>
                  <a:cubicBezTo>
                    <a:pt x="179" y="749"/>
                    <a:pt x="178" y="746"/>
                    <a:pt x="178" y="744"/>
                  </a:cubicBezTo>
                  <a:cubicBezTo>
                    <a:pt x="178" y="741"/>
                    <a:pt x="178" y="739"/>
                    <a:pt x="179" y="737"/>
                  </a:cubicBezTo>
                  <a:cubicBezTo>
                    <a:pt x="181" y="735"/>
                    <a:pt x="182" y="734"/>
                    <a:pt x="184" y="733"/>
                  </a:cubicBezTo>
                  <a:cubicBezTo>
                    <a:pt x="184" y="733"/>
                    <a:pt x="185" y="733"/>
                    <a:pt x="185" y="733"/>
                  </a:cubicBezTo>
                  <a:cubicBezTo>
                    <a:pt x="188" y="733"/>
                    <a:pt x="188" y="733"/>
                    <a:pt x="188" y="733"/>
                  </a:cubicBezTo>
                  <a:cubicBezTo>
                    <a:pt x="194" y="733"/>
                    <a:pt x="194" y="733"/>
                    <a:pt x="194" y="733"/>
                  </a:cubicBezTo>
                  <a:cubicBezTo>
                    <a:pt x="206" y="733"/>
                    <a:pt x="206" y="733"/>
                    <a:pt x="206" y="733"/>
                  </a:cubicBezTo>
                  <a:cubicBezTo>
                    <a:pt x="263" y="732"/>
                    <a:pt x="326" y="734"/>
                    <a:pt x="373" y="732"/>
                  </a:cubicBezTo>
                  <a:cubicBezTo>
                    <a:pt x="414" y="731"/>
                    <a:pt x="399" y="727"/>
                    <a:pt x="357" y="725"/>
                  </a:cubicBezTo>
                  <a:cubicBezTo>
                    <a:pt x="357" y="724"/>
                    <a:pt x="357" y="724"/>
                    <a:pt x="357" y="724"/>
                  </a:cubicBezTo>
                  <a:cubicBezTo>
                    <a:pt x="399" y="725"/>
                    <a:pt x="378" y="722"/>
                    <a:pt x="383" y="720"/>
                  </a:cubicBezTo>
                  <a:cubicBezTo>
                    <a:pt x="364" y="720"/>
                    <a:pt x="346" y="720"/>
                    <a:pt x="327" y="719"/>
                  </a:cubicBezTo>
                  <a:cubicBezTo>
                    <a:pt x="361" y="719"/>
                    <a:pt x="361" y="719"/>
                    <a:pt x="361" y="719"/>
                  </a:cubicBezTo>
                  <a:cubicBezTo>
                    <a:pt x="380" y="719"/>
                    <a:pt x="380" y="719"/>
                    <a:pt x="380" y="719"/>
                  </a:cubicBezTo>
                  <a:cubicBezTo>
                    <a:pt x="389" y="720"/>
                    <a:pt x="389" y="720"/>
                    <a:pt x="389" y="720"/>
                  </a:cubicBezTo>
                  <a:cubicBezTo>
                    <a:pt x="393" y="720"/>
                    <a:pt x="393" y="720"/>
                    <a:pt x="393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6" y="720"/>
                    <a:pt x="396" y="720"/>
                    <a:pt x="396" y="720"/>
                  </a:cubicBezTo>
                  <a:cubicBezTo>
                    <a:pt x="397" y="720"/>
                    <a:pt x="397" y="720"/>
                    <a:pt x="397" y="720"/>
                  </a:cubicBezTo>
                  <a:cubicBezTo>
                    <a:pt x="398" y="720"/>
                    <a:pt x="398" y="720"/>
                    <a:pt x="399" y="719"/>
                  </a:cubicBezTo>
                  <a:cubicBezTo>
                    <a:pt x="403" y="719"/>
                    <a:pt x="407" y="717"/>
                    <a:pt x="409" y="715"/>
                  </a:cubicBezTo>
                  <a:cubicBezTo>
                    <a:pt x="412" y="713"/>
                    <a:pt x="414" y="710"/>
                    <a:pt x="416" y="707"/>
                  </a:cubicBezTo>
                  <a:cubicBezTo>
                    <a:pt x="418" y="701"/>
                    <a:pt x="418" y="696"/>
                    <a:pt x="417" y="691"/>
                  </a:cubicBezTo>
                  <a:cubicBezTo>
                    <a:pt x="418" y="697"/>
                    <a:pt x="417" y="703"/>
                    <a:pt x="413" y="708"/>
                  </a:cubicBezTo>
                  <a:cubicBezTo>
                    <a:pt x="412" y="711"/>
                    <a:pt x="409" y="713"/>
                    <a:pt x="406" y="715"/>
                  </a:cubicBezTo>
                  <a:cubicBezTo>
                    <a:pt x="404" y="716"/>
                    <a:pt x="400" y="717"/>
                    <a:pt x="397" y="718"/>
                  </a:cubicBezTo>
                  <a:cubicBezTo>
                    <a:pt x="369" y="717"/>
                    <a:pt x="369" y="717"/>
                    <a:pt x="369" y="717"/>
                  </a:cubicBezTo>
                  <a:cubicBezTo>
                    <a:pt x="350" y="717"/>
                    <a:pt x="330" y="717"/>
                    <a:pt x="311" y="716"/>
                  </a:cubicBezTo>
                  <a:cubicBezTo>
                    <a:pt x="195" y="716"/>
                    <a:pt x="195" y="716"/>
                    <a:pt x="195" y="716"/>
                  </a:cubicBezTo>
                  <a:cubicBezTo>
                    <a:pt x="227" y="716"/>
                    <a:pt x="264" y="715"/>
                    <a:pt x="296" y="716"/>
                  </a:cubicBezTo>
                  <a:cubicBezTo>
                    <a:pt x="319" y="716"/>
                    <a:pt x="341" y="717"/>
                    <a:pt x="362" y="717"/>
                  </a:cubicBezTo>
                  <a:cubicBezTo>
                    <a:pt x="394" y="717"/>
                    <a:pt x="394" y="717"/>
                    <a:pt x="394" y="717"/>
                  </a:cubicBezTo>
                  <a:cubicBezTo>
                    <a:pt x="395" y="717"/>
                    <a:pt x="396" y="717"/>
                    <a:pt x="398" y="717"/>
                  </a:cubicBezTo>
                  <a:cubicBezTo>
                    <a:pt x="400" y="717"/>
                    <a:pt x="402" y="716"/>
                    <a:pt x="403" y="716"/>
                  </a:cubicBezTo>
                  <a:cubicBezTo>
                    <a:pt x="406" y="714"/>
                    <a:pt x="409" y="712"/>
                    <a:pt x="411" y="709"/>
                  </a:cubicBezTo>
                  <a:cubicBezTo>
                    <a:pt x="416" y="704"/>
                    <a:pt x="417" y="697"/>
                    <a:pt x="416" y="691"/>
                  </a:cubicBezTo>
                  <a:cubicBezTo>
                    <a:pt x="416" y="688"/>
                    <a:pt x="415" y="685"/>
                    <a:pt x="414" y="683"/>
                  </a:cubicBezTo>
                  <a:cubicBezTo>
                    <a:pt x="412" y="679"/>
                    <a:pt x="409" y="677"/>
                    <a:pt x="406" y="676"/>
                  </a:cubicBezTo>
                  <a:cubicBezTo>
                    <a:pt x="404" y="674"/>
                    <a:pt x="401" y="674"/>
                    <a:pt x="399" y="674"/>
                  </a:cubicBezTo>
                  <a:cubicBezTo>
                    <a:pt x="397" y="674"/>
                    <a:pt x="396" y="675"/>
                    <a:pt x="396" y="675"/>
                  </a:cubicBezTo>
                  <a:cubicBezTo>
                    <a:pt x="396" y="676"/>
                    <a:pt x="397" y="676"/>
                    <a:pt x="399" y="677"/>
                  </a:cubicBezTo>
                  <a:cubicBezTo>
                    <a:pt x="401" y="678"/>
                    <a:pt x="404" y="679"/>
                    <a:pt x="407" y="683"/>
                  </a:cubicBezTo>
                  <a:cubicBezTo>
                    <a:pt x="408" y="685"/>
                    <a:pt x="410" y="688"/>
                    <a:pt x="410" y="690"/>
                  </a:cubicBezTo>
                  <a:cubicBezTo>
                    <a:pt x="411" y="693"/>
                    <a:pt x="411" y="695"/>
                    <a:pt x="411" y="695"/>
                  </a:cubicBezTo>
                  <a:cubicBezTo>
                    <a:pt x="410" y="697"/>
                    <a:pt x="409" y="696"/>
                    <a:pt x="409" y="695"/>
                  </a:cubicBezTo>
                  <a:cubicBezTo>
                    <a:pt x="409" y="698"/>
                    <a:pt x="408" y="701"/>
                    <a:pt x="406" y="704"/>
                  </a:cubicBezTo>
                  <a:cubicBezTo>
                    <a:pt x="404" y="706"/>
                    <a:pt x="401" y="708"/>
                    <a:pt x="398" y="709"/>
                  </a:cubicBezTo>
                  <a:cubicBezTo>
                    <a:pt x="398" y="709"/>
                    <a:pt x="397" y="709"/>
                    <a:pt x="396" y="709"/>
                  </a:cubicBezTo>
                  <a:cubicBezTo>
                    <a:pt x="393" y="709"/>
                    <a:pt x="393" y="709"/>
                    <a:pt x="393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32" y="708"/>
                    <a:pt x="332" y="708"/>
                    <a:pt x="332" y="708"/>
                  </a:cubicBezTo>
                  <a:cubicBezTo>
                    <a:pt x="295" y="708"/>
                    <a:pt x="259" y="708"/>
                    <a:pt x="223" y="707"/>
                  </a:cubicBezTo>
                  <a:cubicBezTo>
                    <a:pt x="259" y="708"/>
                    <a:pt x="296" y="708"/>
                    <a:pt x="332" y="708"/>
                  </a:cubicBezTo>
                  <a:cubicBezTo>
                    <a:pt x="377" y="709"/>
                    <a:pt x="377" y="709"/>
                    <a:pt x="377" y="709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94" y="709"/>
                    <a:pt x="394" y="709"/>
                    <a:pt x="394" y="709"/>
                  </a:cubicBezTo>
                  <a:cubicBezTo>
                    <a:pt x="395" y="709"/>
                    <a:pt x="395" y="709"/>
                    <a:pt x="395" y="709"/>
                  </a:cubicBezTo>
                  <a:cubicBezTo>
                    <a:pt x="396" y="709"/>
                    <a:pt x="396" y="709"/>
                    <a:pt x="396" y="709"/>
                  </a:cubicBezTo>
                  <a:cubicBezTo>
                    <a:pt x="397" y="709"/>
                    <a:pt x="397" y="709"/>
                    <a:pt x="397" y="709"/>
                  </a:cubicBezTo>
                  <a:cubicBezTo>
                    <a:pt x="397" y="709"/>
                    <a:pt x="398" y="708"/>
                    <a:pt x="399" y="708"/>
                  </a:cubicBezTo>
                  <a:cubicBezTo>
                    <a:pt x="401" y="708"/>
                    <a:pt x="404" y="706"/>
                    <a:pt x="406" y="703"/>
                  </a:cubicBezTo>
                  <a:cubicBezTo>
                    <a:pt x="407" y="701"/>
                    <a:pt x="408" y="697"/>
                    <a:pt x="408" y="694"/>
                  </a:cubicBezTo>
                  <a:cubicBezTo>
                    <a:pt x="408" y="694"/>
                    <a:pt x="407" y="694"/>
                    <a:pt x="407" y="694"/>
                  </a:cubicBezTo>
                  <a:cubicBezTo>
                    <a:pt x="407" y="695"/>
                    <a:pt x="407" y="696"/>
                    <a:pt x="406" y="699"/>
                  </a:cubicBezTo>
                  <a:cubicBezTo>
                    <a:pt x="405" y="700"/>
                    <a:pt x="404" y="703"/>
                    <a:pt x="402" y="704"/>
                  </a:cubicBezTo>
                  <a:cubicBezTo>
                    <a:pt x="400" y="705"/>
                    <a:pt x="399" y="706"/>
                    <a:pt x="397" y="706"/>
                  </a:cubicBezTo>
                  <a:cubicBezTo>
                    <a:pt x="397" y="706"/>
                    <a:pt x="397" y="706"/>
                    <a:pt x="396" y="706"/>
                  </a:cubicBezTo>
                  <a:cubicBezTo>
                    <a:pt x="394" y="706"/>
                    <a:pt x="394" y="706"/>
                    <a:pt x="394" y="706"/>
                  </a:cubicBezTo>
                  <a:cubicBezTo>
                    <a:pt x="390" y="706"/>
                    <a:pt x="390" y="706"/>
                    <a:pt x="390" y="706"/>
                  </a:cubicBezTo>
                  <a:cubicBezTo>
                    <a:pt x="379" y="707"/>
                    <a:pt x="366" y="707"/>
                    <a:pt x="357" y="707"/>
                  </a:cubicBezTo>
                  <a:cubicBezTo>
                    <a:pt x="306" y="705"/>
                    <a:pt x="251" y="706"/>
                    <a:pt x="201" y="705"/>
                  </a:cubicBezTo>
                  <a:cubicBezTo>
                    <a:pt x="187" y="705"/>
                    <a:pt x="187" y="705"/>
                    <a:pt x="187" y="705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5" y="704"/>
                    <a:pt x="185" y="704"/>
                    <a:pt x="185" y="704"/>
                  </a:cubicBezTo>
                  <a:cubicBezTo>
                    <a:pt x="184" y="704"/>
                    <a:pt x="184" y="704"/>
                    <a:pt x="183" y="704"/>
                  </a:cubicBezTo>
                  <a:cubicBezTo>
                    <a:pt x="182" y="704"/>
                    <a:pt x="181" y="703"/>
                    <a:pt x="180" y="702"/>
                  </a:cubicBezTo>
                  <a:cubicBezTo>
                    <a:pt x="179" y="700"/>
                    <a:pt x="178" y="697"/>
                    <a:pt x="178" y="694"/>
                  </a:cubicBezTo>
                  <a:cubicBezTo>
                    <a:pt x="178" y="692"/>
                    <a:pt x="179" y="689"/>
                    <a:pt x="181" y="687"/>
                  </a:cubicBezTo>
                  <a:cubicBezTo>
                    <a:pt x="181" y="686"/>
                    <a:pt x="182" y="686"/>
                    <a:pt x="183" y="685"/>
                  </a:cubicBezTo>
                  <a:cubicBezTo>
                    <a:pt x="184" y="685"/>
                    <a:pt x="184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5" y="685"/>
                    <a:pt x="185" y="685"/>
                    <a:pt x="185" y="685"/>
                  </a:cubicBezTo>
                  <a:cubicBezTo>
                    <a:pt x="186" y="685"/>
                    <a:pt x="186" y="685"/>
                    <a:pt x="186" y="685"/>
                  </a:cubicBezTo>
                  <a:cubicBezTo>
                    <a:pt x="187" y="685"/>
                    <a:pt x="187" y="685"/>
                    <a:pt x="187" y="685"/>
                  </a:cubicBezTo>
                  <a:cubicBezTo>
                    <a:pt x="201" y="685"/>
                    <a:pt x="201" y="685"/>
                    <a:pt x="201" y="685"/>
                  </a:cubicBezTo>
                  <a:cubicBezTo>
                    <a:pt x="229" y="685"/>
                    <a:pt x="229" y="685"/>
                    <a:pt x="229" y="685"/>
                  </a:cubicBezTo>
                  <a:cubicBezTo>
                    <a:pt x="279" y="684"/>
                    <a:pt x="334" y="685"/>
                    <a:pt x="376" y="684"/>
                  </a:cubicBezTo>
                  <a:cubicBezTo>
                    <a:pt x="412" y="683"/>
                    <a:pt x="398" y="678"/>
                    <a:pt x="362" y="677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98" y="676"/>
                    <a:pt x="380" y="673"/>
                    <a:pt x="385" y="671"/>
                  </a:cubicBezTo>
                  <a:cubicBezTo>
                    <a:pt x="369" y="671"/>
                    <a:pt x="353" y="671"/>
                    <a:pt x="337" y="671"/>
                  </a:cubicBezTo>
                  <a:cubicBezTo>
                    <a:pt x="361" y="671"/>
                    <a:pt x="361" y="671"/>
                    <a:pt x="361" y="671"/>
                  </a:cubicBezTo>
                  <a:cubicBezTo>
                    <a:pt x="380" y="671"/>
                    <a:pt x="380" y="671"/>
                    <a:pt x="380" y="671"/>
                  </a:cubicBezTo>
                  <a:cubicBezTo>
                    <a:pt x="389" y="671"/>
                    <a:pt x="389" y="671"/>
                    <a:pt x="389" y="671"/>
                  </a:cubicBezTo>
                  <a:cubicBezTo>
                    <a:pt x="393" y="671"/>
                    <a:pt x="393" y="671"/>
                    <a:pt x="393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6" y="671"/>
                    <a:pt x="396" y="671"/>
                    <a:pt x="396" y="671"/>
                  </a:cubicBezTo>
                  <a:cubicBezTo>
                    <a:pt x="397" y="671"/>
                    <a:pt x="397" y="671"/>
                    <a:pt x="397" y="671"/>
                  </a:cubicBezTo>
                  <a:cubicBezTo>
                    <a:pt x="398" y="671"/>
                    <a:pt x="399" y="671"/>
                    <a:pt x="399" y="671"/>
                  </a:cubicBezTo>
                  <a:cubicBezTo>
                    <a:pt x="403" y="670"/>
                    <a:pt x="407" y="668"/>
                    <a:pt x="409" y="666"/>
                  </a:cubicBezTo>
                  <a:cubicBezTo>
                    <a:pt x="412" y="664"/>
                    <a:pt x="414" y="661"/>
                    <a:pt x="416" y="658"/>
                  </a:cubicBezTo>
                  <a:cubicBezTo>
                    <a:pt x="418" y="653"/>
                    <a:pt x="418" y="647"/>
                    <a:pt x="417" y="642"/>
                  </a:cubicBezTo>
                  <a:cubicBezTo>
                    <a:pt x="418" y="648"/>
                    <a:pt x="417" y="655"/>
                    <a:pt x="413" y="660"/>
                  </a:cubicBezTo>
                  <a:cubicBezTo>
                    <a:pt x="412" y="662"/>
                    <a:pt x="409" y="665"/>
                    <a:pt x="407" y="666"/>
                  </a:cubicBezTo>
                  <a:cubicBezTo>
                    <a:pt x="404" y="668"/>
                    <a:pt x="400" y="669"/>
                    <a:pt x="397" y="669"/>
                  </a:cubicBezTo>
                  <a:cubicBezTo>
                    <a:pt x="369" y="669"/>
                    <a:pt x="369" y="669"/>
                    <a:pt x="369" y="669"/>
                  </a:cubicBezTo>
                  <a:cubicBezTo>
                    <a:pt x="350" y="668"/>
                    <a:pt x="330" y="668"/>
                    <a:pt x="311" y="668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227" y="667"/>
                    <a:pt x="264" y="667"/>
                    <a:pt x="296" y="668"/>
                  </a:cubicBezTo>
                  <a:cubicBezTo>
                    <a:pt x="319" y="668"/>
                    <a:pt x="341" y="668"/>
                    <a:pt x="362" y="668"/>
                  </a:cubicBezTo>
                  <a:cubicBezTo>
                    <a:pt x="394" y="668"/>
                    <a:pt x="394" y="668"/>
                    <a:pt x="394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6" y="668"/>
                    <a:pt x="396" y="668"/>
                    <a:pt x="396" y="668"/>
                  </a:cubicBezTo>
                  <a:cubicBezTo>
                    <a:pt x="397" y="668"/>
                    <a:pt x="397" y="668"/>
                    <a:pt x="397" y="668"/>
                  </a:cubicBezTo>
                  <a:cubicBezTo>
                    <a:pt x="397" y="668"/>
                    <a:pt x="398" y="668"/>
                    <a:pt x="398" y="668"/>
                  </a:cubicBezTo>
                  <a:cubicBezTo>
                    <a:pt x="400" y="668"/>
                    <a:pt x="402" y="668"/>
                    <a:pt x="403" y="667"/>
                  </a:cubicBezTo>
                  <a:cubicBezTo>
                    <a:pt x="407" y="666"/>
                    <a:pt x="409" y="663"/>
                    <a:pt x="411" y="661"/>
                  </a:cubicBezTo>
                  <a:cubicBezTo>
                    <a:pt x="416" y="656"/>
                    <a:pt x="417" y="649"/>
                    <a:pt x="416" y="642"/>
                  </a:cubicBezTo>
                  <a:cubicBezTo>
                    <a:pt x="416" y="639"/>
                    <a:pt x="415" y="637"/>
                    <a:pt x="414" y="634"/>
                  </a:cubicBezTo>
                  <a:cubicBezTo>
                    <a:pt x="412" y="631"/>
                    <a:pt x="409" y="629"/>
                    <a:pt x="406" y="627"/>
                  </a:cubicBezTo>
                  <a:cubicBezTo>
                    <a:pt x="404" y="626"/>
                    <a:pt x="401" y="625"/>
                    <a:pt x="399" y="626"/>
                  </a:cubicBezTo>
                  <a:cubicBezTo>
                    <a:pt x="397" y="626"/>
                    <a:pt x="396" y="626"/>
                    <a:pt x="396" y="627"/>
                  </a:cubicBezTo>
                  <a:cubicBezTo>
                    <a:pt x="396" y="627"/>
                    <a:pt x="397" y="628"/>
                    <a:pt x="399" y="628"/>
                  </a:cubicBezTo>
                  <a:cubicBezTo>
                    <a:pt x="401" y="629"/>
                    <a:pt x="404" y="631"/>
                    <a:pt x="407" y="634"/>
                  </a:cubicBezTo>
                  <a:cubicBezTo>
                    <a:pt x="408" y="636"/>
                    <a:pt x="410" y="639"/>
                    <a:pt x="410" y="642"/>
                  </a:cubicBezTo>
                  <a:cubicBezTo>
                    <a:pt x="411" y="645"/>
                    <a:pt x="411" y="647"/>
                    <a:pt x="411" y="647"/>
                  </a:cubicBezTo>
                  <a:cubicBezTo>
                    <a:pt x="410" y="648"/>
                    <a:pt x="409" y="647"/>
                    <a:pt x="409" y="646"/>
                  </a:cubicBezTo>
                  <a:cubicBezTo>
                    <a:pt x="409" y="650"/>
                    <a:pt x="408" y="653"/>
                    <a:pt x="406" y="655"/>
                  </a:cubicBezTo>
                  <a:cubicBezTo>
                    <a:pt x="404" y="658"/>
                    <a:pt x="401" y="660"/>
                    <a:pt x="398" y="660"/>
                  </a:cubicBezTo>
                  <a:cubicBezTo>
                    <a:pt x="398" y="660"/>
                    <a:pt x="397" y="660"/>
                    <a:pt x="396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32" y="660"/>
                    <a:pt x="332" y="660"/>
                    <a:pt x="332" y="660"/>
                  </a:cubicBezTo>
                  <a:cubicBezTo>
                    <a:pt x="295" y="660"/>
                    <a:pt x="259" y="659"/>
                    <a:pt x="223" y="658"/>
                  </a:cubicBezTo>
                  <a:cubicBezTo>
                    <a:pt x="259" y="659"/>
                    <a:pt x="296" y="660"/>
                    <a:pt x="332" y="660"/>
                  </a:cubicBezTo>
                  <a:cubicBezTo>
                    <a:pt x="377" y="660"/>
                    <a:pt x="377" y="660"/>
                    <a:pt x="377" y="660"/>
                  </a:cubicBezTo>
                  <a:cubicBezTo>
                    <a:pt x="388" y="660"/>
                    <a:pt x="388" y="660"/>
                    <a:pt x="388" y="660"/>
                  </a:cubicBezTo>
                  <a:cubicBezTo>
                    <a:pt x="394" y="660"/>
                    <a:pt x="394" y="660"/>
                    <a:pt x="394" y="660"/>
                  </a:cubicBezTo>
                  <a:cubicBezTo>
                    <a:pt x="395" y="660"/>
                    <a:pt x="395" y="660"/>
                    <a:pt x="395" y="660"/>
                  </a:cubicBezTo>
                  <a:cubicBezTo>
                    <a:pt x="396" y="660"/>
                    <a:pt x="396" y="660"/>
                    <a:pt x="396" y="660"/>
                  </a:cubicBezTo>
                  <a:cubicBezTo>
                    <a:pt x="397" y="660"/>
                    <a:pt x="397" y="660"/>
                    <a:pt x="397" y="660"/>
                  </a:cubicBezTo>
                  <a:cubicBezTo>
                    <a:pt x="397" y="660"/>
                    <a:pt x="398" y="660"/>
                    <a:pt x="399" y="660"/>
                  </a:cubicBezTo>
                  <a:cubicBezTo>
                    <a:pt x="402" y="659"/>
                    <a:pt x="404" y="657"/>
                    <a:pt x="406" y="654"/>
                  </a:cubicBezTo>
                  <a:cubicBezTo>
                    <a:pt x="407" y="652"/>
                    <a:pt x="408" y="649"/>
                    <a:pt x="408" y="646"/>
                  </a:cubicBezTo>
                  <a:cubicBezTo>
                    <a:pt x="408" y="645"/>
                    <a:pt x="407" y="645"/>
                    <a:pt x="407" y="646"/>
                  </a:cubicBezTo>
                  <a:cubicBezTo>
                    <a:pt x="407" y="646"/>
                    <a:pt x="407" y="648"/>
                    <a:pt x="406" y="650"/>
                  </a:cubicBezTo>
                  <a:cubicBezTo>
                    <a:pt x="405" y="651"/>
                    <a:pt x="404" y="654"/>
                    <a:pt x="402" y="656"/>
                  </a:cubicBezTo>
                  <a:cubicBezTo>
                    <a:pt x="400" y="657"/>
                    <a:pt x="399" y="658"/>
                    <a:pt x="397" y="658"/>
                  </a:cubicBezTo>
                  <a:cubicBezTo>
                    <a:pt x="397" y="658"/>
                    <a:pt x="397" y="658"/>
                    <a:pt x="396" y="658"/>
                  </a:cubicBezTo>
                  <a:cubicBezTo>
                    <a:pt x="394" y="658"/>
                    <a:pt x="394" y="658"/>
                    <a:pt x="394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79" y="658"/>
                    <a:pt x="366" y="658"/>
                    <a:pt x="357" y="658"/>
                  </a:cubicBezTo>
                  <a:cubicBezTo>
                    <a:pt x="306" y="657"/>
                    <a:pt x="251" y="657"/>
                    <a:pt x="201" y="656"/>
                  </a:cubicBezTo>
                  <a:cubicBezTo>
                    <a:pt x="187" y="656"/>
                    <a:pt x="187" y="656"/>
                    <a:pt x="187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5" y="656"/>
                    <a:pt x="185" y="656"/>
                    <a:pt x="185" y="656"/>
                  </a:cubicBezTo>
                  <a:cubicBezTo>
                    <a:pt x="184" y="656"/>
                    <a:pt x="184" y="656"/>
                    <a:pt x="183" y="655"/>
                  </a:cubicBezTo>
                  <a:cubicBezTo>
                    <a:pt x="182" y="655"/>
                    <a:pt x="181" y="654"/>
                    <a:pt x="180" y="653"/>
                  </a:cubicBezTo>
                  <a:cubicBezTo>
                    <a:pt x="179" y="652"/>
                    <a:pt x="178" y="649"/>
                    <a:pt x="178" y="646"/>
                  </a:cubicBezTo>
                  <a:cubicBezTo>
                    <a:pt x="178" y="643"/>
                    <a:pt x="179" y="640"/>
                    <a:pt x="181" y="638"/>
                  </a:cubicBezTo>
                  <a:cubicBezTo>
                    <a:pt x="181" y="638"/>
                    <a:pt x="182" y="637"/>
                    <a:pt x="183" y="637"/>
                  </a:cubicBezTo>
                  <a:cubicBezTo>
                    <a:pt x="184" y="636"/>
                    <a:pt x="184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5" y="636"/>
                    <a:pt x="185" y="636"/>
                    <a:pt x="185" y="636"/>
                  </a:cubicBezTo>
                  <a:cubicBezTo>
                    <a:pt x="186" y="636"/>
                    <a:pt x="186" y="636"/>
                    <a:pt x="186" y="636"/>
                  </a:cubicBezTo>
                  <a:cubicBezTo>
                    <a:pt x="187" y="636"/>
                    <a:pt x="187" y="636"/>
                    <a:pt x="187" y="636"/>
                  </a:cubicBezTo>
                  <a:cubicBezTo>
                    <a:pt x="201" y="636"/>
                    <a:pt x="201" y="636"/>
                    <a:pt x="201" y="636"/>
                  </a:cubicBezTo>
                  <a:cubicBezTo>
                    <a:pt x="229" y="636"/>
                    <a:pt x="229" y="636"/>
                    <a:pt x="229" y="636"/>
                  </a:cubicBezTo>
                  <a:cubicBezTo>
                    <a:pt x="279" y="635"/>
                    <a:pt x="334" y="636"/>
                    <a:pt x="376" y="635"/>
                  </a:cubicBezTo>
                  <a:cubicBezTo>
                    <a:pt x="412" y="634"/>
                    <a:pt x="398" y="630"/>
                    <a:pt x="362" y="628"/>
                  </a:cubicBezTo>
                  <a:cubicBezTo>
                    <a:pt x="362" y="627"/>
                    <a:pt x="362" y="627"/>
                    <a:pt x="362" y="627"/>
                  </a:cubicBezTo>
                  <a:cubicBezTo>
                    <a:pt x="393" y="627"/>
                    <a:pt x="385" y="625"/>
                    <a:pt x="384" y="624"/>
                  </a:cubicBezTo>
                  <a:cubicBezTo>
                    <a:pt x="391" y="624"/>
                    <a:pt x="391" y="624"/>
                    <a:pt x="391" y="624"/>
                  </a:cubicBezTo>
                  <a:cubicBezTo>
                    <a:pt x="392" y="624"/>
                    <a:pt x="392" y="624"/>
                    <a:pt x="392" y="624"/>
                  </a:cubicBezTo>
                  <a:cubicBezTo>
                    <a:pt x="393" y="624"/>
                    <a:pt x="393" y="624"/>
                    <a:pt x="393" y="624"/>
                  </a:cubicBezTo>
                  <a:cubicBezTo>
                    <a:pt x="394" y="624"/>
                    <a:pt x="394" y="624"/>
                    <a:pt x="394" y="624"/>
                  </a:cubicBezTo>
                  <a:cubicBezTo>
                    <a:pt x="395" y="624"/>
                    <a:pt x="397" y="623"/>
                    <a:pt x="398" y="623"/>
                  </a:cubicBezTo>
                  <a:cubicBezTo>
                    <a:pt x="400" y="623"/>
                    <a:pt x="403" y="622"/>
                    <a:pt x="405" y="620"/>
                  </a:cubicBezTo>
                  <a:cubicBezTo>
                    <a:pt x="410" y="617"/>
                    <a:pt x="414" y="613"/>
                    <a:pt x="415" y="608"/>
                  </a:cubicBezTo>
                  <a:cubicBezTo>
                    <a:pt x="416" y="605"/>
                    <a:pt x="417" y="603"/>
                    <a:pt x="417" y="600"/>
                  </a:cubicBezTo>
                  <a:cubicBezTo>
                    <a:pt x="417" y="594"/>
                    <a:pt x="417" y="594"/>
                    <a:pt x="417" y="594"/>
                  </a:cubicBezTo>
                  <a:cubicBezTo>
                    <a:pt x="417" y="571"/>
                    <a:pt x="417" y="571"/>
                    <a:pt x="417" y="571"/>
                  </a:cubicBezTo>
                  <a:cubicBezTo>
                    <a:pt x="417" y="550"/>
                    <a:pt x="417" y="550"/>
                    <a:pt x="417" y="550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20" y="548"/>
                    <a:pt x="420" y="548"/>
                    <a:pt x="420" y="548"/>
                  </a:cubicBezTo>
                  <a:cubicBezTo>
                    <a:pt x="423" y="546"/>
                    <a:pt x="427" y="544"/>
                    <a:pt x="430" y="542"/>
                  </a:cubicBezTo>
                  <a:cubicBezTo>
                    <a:pt x="427" y="544"/>
                    <a:pt x="423" y="546"/>
                    <a:pt x="420" y="548"/>
                  </a:cubicBezTo>
                  <a:cubicBezTo>
                    <a:pt x="417" y="549"/>
                    <a:pt x="417" y="549"/>
                    <a:pt x="417" y="549"/>
                  </a:cubicBezTo>
                  <a:cubicBezTo>
                    <a:pt x="417" y="549"/>
                    <a:pt x="417" y="549"/>
                    <a:pt x="417" y="550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95"/>
                    <a:pt x="417" y="595"/>
                    <a:pt x="417" y="595"/>
                  </a:cubicBezTo>
                  <a:cubicBezTo>
                    <a:pt x="417" y="601"/>
                    <a:pt x="417" y="601"/>
                    <a:pt x="417" y="601"/>
                  </a:cubicBezTo>
                  <a:cubicBezTo>
                    <a:pt x="417" y="603"/>
                    <a:pt x="416" y="606"/>
                    <a:pt x="415" y="609"/>
                  </a:cubicBezTo>
                  <a:cubicBezTo>
                    <a:pt x="413" y="614"/>
                    <a:pt x="409" y="618"/>
                    <a:pt x="405" y="621"/>
                  </a:cubicBezTo>
                  <a:cubicBezTo>
                    <a:pt x="402" y="622"/>
                    <a:pt x="400" y="623"/>
                    <a:pt x="397" y="623"/>
                  </a:cubicBezTo>
                  <a:cubicBezTo>
                    <a:pt x="396" y="623"/>
                    <a:pt x="394" y="624"/>
                    <a:pt x="393" y="624"/>
                  </a:cubicBezTo>
                  <a:cubicBezTo>
                    <a:pt x="390" y="624"/>
                    <a:pt x="390" y="624"/>
                    <a:pt x="390" y="624"/>
                  </a:cubicBezTo>
                  <a:cubicBezTo>
                    <a:pt x="384" y="624"/>
                    <a:pt x="384" y="624"/>
                    <a:pt x="384" y="624"/>
                  </a:cubicBezTo>
                  <a:cubicBezTo>
                    <a:pt x="384" y="623"/>
                    <a:pt x="384" y="623"/>
                    <a:pt x="385" y="623"/>
                  </a:cubicBezTo>
                  <a:cubicBezTo>
                    <a:pt x="379" y="623"/>
                    <a:pt x="374" y="623"/>
                    <a:pt x="369" y="623"/>
                  </a:cubicBezTo>
                  <a:cubicBezTo>
                    <a:pt x="390" y="623"/>
                    <a:pt x="390" y="623"/>
                    <a:pt x="390" y="623"/>
                  </a:cubicBezTo>
                  <a:cubicBezTo>
                    <a:pt x="393" y="623"/>
                    <a:pt x="393" y="623"/>
                    <a:pt x="393" y="623"/>
                  </a:cubicBezTo>
                  <a:cubicBezTo>
                    <a:pt x="394" y="623"/>
                    <a:pt x="395" y="623"/>
                    <a:pt x="397" y="622"/>
                  </a:cubicBezTo>
                  <a:cubicBezTo>
                    <a:pt x="399" y="622"/>
                    <a:pt x="402" y="621"/>
                    <a:pt x="404" y="620"/>
                  </a:cubicBezTo>
                  <a:cubicBezTo>
                    <a:pt x="409" y="617"/>
                    <a:pt x="413" y="612"/>
                    <a:pt x="414" y="607"/>
                  </a:cubicBezTo>
                  <a:cubicBezTo>
                    <a:pt x="415" y="606"/>
                    <a:pt x="415" y="605"/>
                    <a:pt x="415" y="603"/>
                  </a:cubicBezTo>
                  <a:cubicBezTo>
                    <a:pt x="416" y="603"/>
                    <a:pt x="416" y="602"/>
                    <a:pt x="416" y="601"/>
                  </a:cubicBezTo>
                  <a:cubicBezTo>
                    <a:pt x="416" y="601"/>
                    <a:pt x="416" y="600"/>
                    <a:pt x="416" y="599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6" y="581"/>
                    <a:pt x="416" y="581"/>
                    <a:pt x="416" y="581"/>
                  </a:cubicBezTo>
                  <a:cubicBezTo>
                    <a:pt x="416" y="557"/>
                    <a:pt x="416" y="557"/>
                    <a:pt x="416" y="557"/>
                  </a:cubicBezTo>
                  <a:cubicBezTo>
                    <a:pt x="416" y="549"/>
                    <a:pt x="416" y="549"/>
                    <a:pt x="416" y="549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6" y="548"/>
                    <a:pt x="416" y="548"/>
                    <a:pt x="416" y="548"/>
                  </a:cubicBezTo>
                  <a:cubicBezTo>
                    <a:pt x="417" y="548"/>
                    <a:pt x="417" y="548"/>
                    <a:pt x="417" y="548"/>
                  </a:cubicBezTo>
                  <a:cubicBezTo>
                    <a:pt x="419" y="547"/>
                    <a:pt x="421" y="546"/>
                    <a:pt x="423" y="545"/>
                  </a:cubicBezTo>
                  <a:cubicBezTo>
                    <a:pt x="430" y="541"/>
                    <a:pt x="437" y="537"/>
                    <a:pt x="444" y="533"/>
                  </a:cubicBezTo>
                  <a:cubicBezTo>
                    <a:pt x="445" y="534"/>
                    <a:pt x="445" y="534"/>
                    <a:pt x="445" y="534"/>
                  </a:cubicBezTo>
                  <a:cubicBezTo>
                    <a:pt x="476" y="514"/>
                    <a:pt x="504" y="488"/>
                    <a:pt x="526" y="458"/>
                  </a:cubicBezTo>
                  <a:cubicBezTo>
                    <a:pt x="548" y="428"/>
                    <a:pt x="564" y="394"/>
                    <a:pt x="574" y="357"/>
                  </a:cubicBezTo>
                  <a:cubicBezTo>
                    <a:pt x="583" y="321"/>
                    <a:pt x="585" y="283"/>
                    <a:pt x="579" y="245"/>
                  </a:cubicBezTo>
                  <a:cubicBezTo>
                    <a:pt x="574" y="208"/>
                    <a:pt x="561" y="171"/>
                    <a:pt x="542" y="139"/>
                  </a:cubicBezTo>
                  <a:close/>
                  <a:moveTo>
                    <a:pt x="338" y="819"/>
                  </a:moveTo>
                  <a:cubicBezTo>
                    <a:pt x="339" y="819"/>
                    <a:pt x="340" y="819"/>
                    <a:pt x="340" y="818"/>
                  </a:cubicBezTo>
                  <a:cubicBezTo>
                    <a:pt x="340" y="819"/>
                    <a:pt x="339" y="819"/>
                    <a:pt x="338" y="819"/>
                  </a:cubicBezTo>
                  <a:close/>
                  <a:moveTo>
                    <a:pt x="256" y="820"/>
                  </a:moveTo>
                  <a:cubicBezTo>
                    <a:pt x="265" y="821"/>
                    <a:pt x="274" y="822"/>
                    <a:pt x="283" y="823"/>
                  </a:cubicBezTo>
                  <a:cubicBezTo>
                    <a:pt x="292" y="823"/>
                    <a:pt x="301" y="824"/>
                    <a:pt x="310" y="824"/>
                  </a:cubicBezTo>
                  <a:cubicBezTo>
                    <a:pt x="315" y="824"/>
                    <a:pt x="319" y="823"/>
                    <a:pt x="324" y="823"/>
                  </a:cubicBezTo>
                  <a:cubicBezTo>
                    <a:pt x="328" y="822"/>
                    <a:pt x="333" y="822"/>
                    <a:pt x="336" y="820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7" y="820"/>
                    <a:pt x="337" y="820"/>
                    <a:pt x="338" y="819"/>
                  </a:cubicBezTo>
                  <a:cubicBezTo>
                    <a:pt x="337" y="820"/>
                    <a:pt x="337" y="820"/>
                    <a:pt x="337" y="820"/>
                  </a:cubicBezTo>
                  <a:cubicBezTo>
                    <a:pt x="336" y="820"/>
                    <a:pt x="336" y="820"/>
                    <a:pt x="336" y="820"/>
                  </a:cubicBezTo>
                  <a:cubicBezTo>
                    <a:pt x="332" y="822"/>
                    <a:pt x="328" y="822"/>
                    <a:pt x="324" y="823"/>
                  </a:cubicBezTo>
                  <a:cubicBezTo>
                    <a:pt x="319" y="823"/>
                    <a:pt x="315" y="824"/>
                    <a:pt x="310" y="824"/>
                  </a:cubicBezTo>
                  <a:cubicBezTo>
                    <a:pt x="301" y="824"/>
                    <a:pt x="292" y="824"/>
                    <a:pt x="283" y="823"/>
                  </a:cubicBezTo>
                  <a:cubicBezTo>
                    <a:pt x="274" y="822"/>
                    <a:pt x="264" y="821"/>
                    <a:pt x="256" y="820"/>
                  </a:cubicBezTo>
                  <a:cubicBezTo>
                    <a:pt x="253" y="820"/>
                    <a:pt x="251" y="820"/>
                    <a:pt x="249" y="819"/>
                  </a:cubicBezTo>
                  <a:cubicBezTo>
                    <a:pt x="249" y="819"/>
                    <a:pt x="249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49" y="819"/>
                    <a:pt x="249" y="819"/>
                    <a:pt x="249" y="819"/>
                  </a:cubicBezTo>
                  <a:cubicBezTo>
                    <a:pt x="251" y="820"/>
                    <a:pt x="254" y="820"/>
                    <a:pt x="256" y="820"/>
                  </a:cubicBezTo>
                  <a:close/>
                  <a:moveTo>
                    <a:pt x="249" y="817"/>
                  </a:move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ubicBezTo>
                    <a:pt x="249" y="817"/>
                    <a:pt x="249" y="817"/>
                    <a:pt x="249" y="817"/>
                  </a:cubicBezTo>
                  <a:close/>
                  <a:moveTo>
                    <a:pt x="249" y="819"/>
                  </a:moveTo>
                  <a:cubicBezTo>
                    <a:pt x="249" y="819"/>
                    <a:pt x="249" y="819"/>
                    <a:pt x="249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9" y="819"/>
                    <a:pt x="249" y="819"/>
                    <a:pt x="249" y="819"/>
                  </a:cubicBezTo>
                  <a:close/>
                  <a:moveTo>
                    <a:pt x="246" y="817"/>
                  </a:moveTo>
                  <a:cubicBezTo>
                    <a:pt x="246" y="818"/>
                    <a:pt x="247" y="818"/>
                    <a:pt x="248" y="818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9"/>
                  </a:cubicBezTo>
                  <a:cubicBezTo>
                    <a:pt x="248" y="819"/>
                    <a:pt x="248" y="819"/>
                    <a:pt x="248" y="818"/>
                  </a:cubicBezTo>
                  <a:cubicBezTo>
                    <a:pt x="247" y="818"/>
                    <a:pt x="246" y="817"/>
                    <a:pt x="245" y="817"/>
                  </a:cubicBezTo>
                  <a:cubicBezTo>
                    <a:pt x="243" y="814"/>
                    <a:pt x="240" y="811"/>
                    <a:pt x="237" y="807"/>
                  </a:cubicBezTo>
                  <a:cubicBezTo>
                    <a:pt x="240" y="811"/>
                    <a:pt x="243" y="814"/>
                    <a:pt x="246" y="817"/>
                  </a:cubicBezTo>
                  <a:close/>
                  <a:moveTo>
                    <a:pt x="230" y="813"/>
                  </a:moveTo>
                  <a:cubicBezTo>
                    <a:pt x="230" y="812"/>
                    <a:pt x="230" y="812"/>
                    <a:pt x="230" y="812"/>
                  </a:cubicBezTo>
                  <a:cubicBezTo>
                    <a:pt x="228" y="811"/>
                    <a:pt x="228" y="811"/>
                    <a:pt x="228" y="811"/>
                  </a:cubicBezTo>
                  <a:cubicBezTo>
                    <a:pt x="228" y="810"/>
                    <a:pt x="228" y="810"/>
                    <a:pt x="228" y="810"/>
                  </a:cubicBezTo>
                  <a:cubicBezTo>
                    <a:pt x="227" y="809"/>
                    <a:pt x="227" y="809"/>
                    <a:pt x="227" y="809"/>
                  </a:cubicBezTo>
                  <a:cubicBezTo>
                    <a:pt x="227" y="808"/>
                    <a:pt x="227" y="808"/>
                    <a:pt x="227" y="808"/>
                  </a:cubicBezTo>
                  <a:cubicBezTo>
                    <a:pt x="223" y="800"/>
                    <a:pt x="223" y="800"/>
                    <a:pt x="223" y="800"/>
                  </a:cubicBezTo>
                  <a:cubicBezTo>
                    <a:pt x="215" y="784"/>
                    <a:pt x="215" y="784"/>
                    <a:pt x="215" y="784"/>
                  </a:cubicBezTo>
                  <a:cubicBezTo>
                    <a:pt x="220" y="793"/>
                    <a:pt x="224" y="804"/>
                    <a:pt x="230" y="813"/>
                  </a:cubicBezTo>
                  <a:close/>
                  <a:moveTo>
                    <a:pt x="190" y="672"/>
                  </a:moveTo>
                  <a:cubicBezTo>
                    <a:pt x="187" y="672"/>
                    <a:pt x="187" y="672"/>
                    <a:pt x="187" y="672"/>
                  </a:cubicBezTo>
                  <a:cubicBezTo>
                    <a:pt x="185" y="672"/>
                    <a:pt x="185" y="672"/>
                    <a:pt x="185" y="672"/>
                  </a:cubicBezTo>
                  <a:cubicBezTo>
                    <a:pt x="185" y="672"/>
                    <a:pt x="184" y="672"/>
                    <a:pt x="183" y="672"/>
                  </a:cubicBezTo>
                  <a:cubicBezTo>
                    <a:pt x="180" y="672"/>
                    <a:pt x="177" y="673"/>
                    <a:pt x="175" y="675"/>
                  </a:cubicBezTo>
                  <a:cubicBezTo>
                    <a:pt x="172" y="677"/>
                    <a:pt x="170" y="679"/>
                    <a:pt x="169" y="681"/>
                  </a:cubicBezTo>
                  <a:cubicBezTo>
                    <a:pt x="166" y="686"/>
                    <a:pt x="165" y="691"/>
                    <a:pt x="165" y="696"/>
                  </a:cubicBezTo>
                  <a:cubicBezTo>
                    <a:pt x="165" y="702"/>
                    <a:pt x="167" y="707"/>
                    <a:pt x="171" y="711"/>
                  </a:cubicBezTo>
                  <a:cubicBezTo>
                    <a:pt x="173" y="713"/>
                    <a:pt x="175" y="715"/>
                    <a:pt x="178" y="716"/>
                  </a:cubicBezTo>
                  <a:cubicBezTo>
                    <a:pt x="179" y="716"/>
                    <a:pt x="181" y="717"/>
                    <a:pt x="182" y="717"/>
                  </a:cubicBezTo>
                  <a:cubicBezTo>
                    <a:pt x="183" y="717"/>
                    <a:pt x="184" y="717"/>
                    <a:pt x="184" y="717"/>
                  </a:cubicBezTo>
                  <a:cubicBezTo>
                    <a:pt x="185" y="717"/>
                    <a:pt x="185" y="717"/>
                    <a:pt x="185" y="717"/>
                  </a:cubicBezTo>
                  <a:cubicBezTo>
                    <a:pt x="186" y="717"/>
                    <a:pt x="186" y="717"/>
                    <a:pt x="186" y="717"/>
                  </a:cubicBezTo>
                  <a:cubicBezTo>
                    <a:pt x="199" y="717"/>
                    <a:pt x="199" y="717"/>
                    <a:pt x="199" y="717"/>
                  </a:cubicBezTo>
                  <a:cubicBezTo>
                    <a:pt x="224" y="718"/>
                    <a:pt x="224" y="718"/>
                    <a:pt x="224" y="718"/>
                  </a:cubicBezTo>
                  <a:cubicBezTo>
                    <a:pt x="257" y="718"/>
                    <a:pt x="290" y="718"/>
                    <a:pt x="325" y="718"/>
                  </a:cubicBezTo>
                  <a:cubicBezTo>
                    <a:pt x="325" y="719"/>
                    <a:pt x="325" y="719"/>
                    <a:pt x="325" y="719"/>
                  </a:cubicBezTo>
                  <a:cubicBezTo>
                    <a:pt x="323" y="719"/>
                    <a:pt x="322" y="719"/>
                    <a:pt x="321" y="719"/>
                  </a:cubicBezTo>
                  <a:cubicBezTo>
                    <a:pt x="300" y="719"/>
                    <a:pt x="300" y="719"/>
                    <a:pt x="300" y="719"/>
                  </a:cubicBezTo>
                  <a:cubicBezTo>
                    <a:pt x="297" y="719"/>
                    <a:pt x="297" y="719"/>
                    <a:pt x="297" y="719"/>
                  </a:cubicBezTo>
                  <a:cubicBezTo>
                    <a:pt x="272" y="719"/>
                    <a:pt x="247" y="718"/>
                    <a:pt x="223" y="718"/>
                  </a:cubicBezTo>
                  <a:cubicBezTo>
                    <a:pt x="198" y="718"/>
                    <a:pt x="198" y="718"/>
                    <a:pt x="198" y="718"/>
                  </a:cubicBezTo>
                  <a:cubicBezTo>
                    <a:pt x="186" y="718"/>
                    <a:pt x="186" y="718"/>
                    <a:pt x="186" y="718"/>
                  </a:cubicBezTo>
                  <a:cubicBezTo>
                    <a:pt x="185" y="718"/>
                    <a:pt x="185" y="718"/>
                    <a:pt x="185" y="718"/>
                  </a:cubicBezTo>
                  <a:cubicBezTo>
                    <a:pt x="184" y="718"/>
                    <a:pt x="184" y="718"/>
                    <a:pt x="184" y="718"/>
                  </a:cubicBezTo>
                  <a:cubicBezTo>
                    <a:pt x="183" y="718"/>
                    <a:pt x="182" y="718"/>
                    <a:pt x="181" y="718"/>
                  </a:cubicBezTo>
                  <a:cubicBezTo>
                    <a:pt x="180" y="718"/>
                    <a:pt x="178" y="717"/>
                    <a:pt x="177" y="716"/>
                  </a:cubicBezTo>
                  <a:cubicBezTo>
                    <a:pt x="174" y="715"/>
                    <a:pt x="172" y="713"/>
                    <a:pt x="170" y="711"/>
                  </a:cubicBezTo>
                  <a:cubicBezTo>
                    <a:pt x="166" y="707"/>
                    <a:pt x="164" y="702"/>
                    <a:pt x="164" y="696"/>
                  </a:cubicBezTo>
                  <a:cubicBezTo>
                    <a:pt x="164" y="691"/>
                    <a:pt x="165" y="685"/>
                    <a:pt x="168" y="680"/>
                  </a:cubicBezTo>
                  <a:cubicBezTo>
                    <a:pt x="170" y="678"/>
                    <a:pt x="172" y="676"/>
                    <a:pt x="174" y="674"/>
                  </a:cubicBezTo>
                  <a:cubicBezTo>
                    <a:pt x="177" y="673"/>
                    <a:pt x="180" y="671"/>
                    <a:pt x="183" y="671"/>
                  </a:cubicBezTo>
                  <a:cubicBezTo>
                    <a:pt x="183" y="671"/>
                    <a:pt x="184" y="671"/>
                    <a:pt x="185" y="671"/>
                  </a:cubicBezTo>
                  <a:cubicBezTo>
                    <a:pt x="187" y="671"/>
                    <a:pt x="187" y="671"/>
                    <a:pt x="187" y="671"/>
                  </a:cubicBezTo>
                  <a:cubicBezTo>
                    <a:pt x="190" y="671"/>
                    <a:pt x="190" y="671"/>
                    <a:pt x="190" y="671"/>
                  </a:cubicBezTo>
                  <a:cubicBezTo>
                    <a:pt x="196" y="671"/>
                    <a:pt x="196" y="671"/>
                    <a:pt x="196" y="671"/>
                  </a:cubicBezTo>
                  <a:cubicBezTo>
                    <a:pt x="196" y="671"/>
                    <a:pt x="194" y="671"/>
                    <a:pt x="197" y="671"/>
                  </a:cubicBezTo>
                  <a:lnTo>
                    <a:pt x="190" y="672"/>
                  </a:lnTo>
                  <a:close/>
                  <a:moveTo>
                    <a:pt x="136" y="380"/>
                  </a:moveTo>
                  <a:cubicBezTo>
                    <a:pt x="135" y="376"/>
                    <a:pt x="135" y="371"/>
                    <a:pt x="136" y="368"/>
                  </a:cubicBezTo>
                  <a:cubicBezTo>
                    <a:pt x="137" y="364"/>
                    <a:pt x="139" y="361"/>
                    <a:pt x="143" y="359"/>
                  </a:cubicBezTo>
                  <a:cubicBezTo>
                    <a:pt x="146" y="356"/>
                    <a:pt x="150" y="355"/>
                    <a:pt x="154" y="354"/>
                  </a:cubicBezTo>
                  <a:cubicBezTo>
                    <a:pt x="158" y="354"/>
                    <a:pt x="162" y="355"/>
                    <a:pt x="166" y="357"/>
                  </a:cubicBezTo>
                  <a:cubicBezTo>
                    <a:pt x="170" y="359"/>
                    <a:pt x="174" y="362"/>
                    <a:pt x="177" y="366"/>
                  </a:cubicBezTo>
                  <a:cubicBezTo>
                    <a:pt x="180" y="369"/>
                    <a:pt x="183" y="373"/>
                    <a:pt x="185" y="377"/>
                  </a:cubicBezTo>
                  <a:cubicBezTo>
                    <a:pt x="188" y="384"/>
                    <a:pt x="188" y="384"/>
                    <a:pt x="188" y="384"/>
                  </a:cubicBezTo>
                  <a:cubicBezTo>
                    <a:pt x="194" y="396"/>
                    <a:pt x="194" y="396"/>
                    <a:pt x="194" y="396"/>
                  </a:cubicBezTo>
                  <a:cubicBezTo>
                    <a:pt x="196" y="395"/>
                    <a:pt x="198" y="394"/>
                    <a:pt x="200" y="393"/>
                  </a:cubicBezTo>
                  <a:cubicBezTo>
                    <a:pt x="201" y="393"/>
                    <a:pt x="201" y="392"/>
                    <a:pt x="202" y="392"/>
                  </a:cubicBezTo>
                  <a:cubicBezTo>
                    <a:pt x="203" y="391"/>
                    <a:pt x="204" y="391"/>
                    <a:pt x="205" y="390"/>
                  </a:cubicBezTo>
                  <a:cubicBezTo>
                    <a:pt x="207" y="389"/>
                    <a:pt x="207" y="389"/>
                    <a:pt x="207" y="389"/>
                  </a:cubicBezTo>
                  <a:cubicBezTo>
                    <a:pt x="209" y="388"/>
                    <a:pt x="209" y="388"/>
                    <a:pt x="209" y="388"/>
                  </a:cubicBezTo>
                  <a:cubicBezTo>
                    <a:pt x="210" y="387"/>
                    <a:pt x="211" y="386"/>
                    <a:pt x="213" y="386"/>
                  </a:cubicBezTo>
                  <a:cubicBezTo>
                    <a:pt x="217" y="383"/>
                    <a:pt x="221" y="380"/>
                    <a:pt x="225" y="376"/>
                  </a:cubicBezTo>
                  <a:cubicBezTo>
                    <a:pt x="229" y="373"/>
                    <a:pt x="233" y="369"/>
                    <a:pt x="237" y="366"/>
                  </a:cubicBezTo>
                  <a:cubicBezTo>
                    <a:pt x="239" y="364"/>
                    <a:pt x="240" y="362"/>
                    <a:pt x="242" y="360"/>
                  </a:cubicBezTo>
                  <a:cubicBezTo>
                    <a:pt x="244" y="358"/>
                    <a:pt x="244" y="358"/>
                    <a:pt x="244" y="358"/>
                  </a:cubicBezTo>
                  <a:cubicBezTo>
                    <a:pt x="246" y="356"/>
                    <a:pt x="246" y="356"/>
                    <a:pt x="246" y="356"/>
                  </a:cubicBezTo>
                  <a:cubicBezTo>
                    <a:pt x="247" y="354"/>
                    <a:pt x="249" y="353"/>
                    <a:pt x="250" y="351"/>
                  </a:cubicBezTo>
                  <a:cubicBezTo>
                    <a:pt x="249" y="349"/>
                    <a:pt x="247" y="348"/>
                    <a:pt x="246" y="346"/>
                  </a:cubicBezTo>
                  <a:cubicBezTo>
                    <a:pt x="245" y="345"/>
                    <a:pt x="245" y="345"/>
                    <a:pt x="245" y="345"/>
                  </a:cubicBezTo>
                  <a:cubicBezTo>
                    <a:pt x="245" y="344"/>
                    <a:pt x="245" y="344"/>
                    <a:pt x="245" y="344"/>
                  </a:cubicBezTo>
                  <a:cubicBezTo>
                    <a:pt x="245" y="343"/>
                    <a:pt x="244" y="343"/>
                    <a:pt x="244" y="342"/>
                  </a:cubicBezTo>
                  <a:cubicBezTo>
                    <a:pt x="243" y="340"/>
                    <a:pt x="242" y="338"/>
                    <a:pt x="242" y="336"/>
                  </a:cubicBezTo>
                  <a:cubicBezTo>
                    <a:pt x="242" y="335"/>
                    <a:pt x="241" y="334"/>
                    <a:pt x="241" y="333"/>
                  </a:cubicBezTo>
                  <a:cubicBezTo>
                    <a:pt x="241" y="332"/>
                    <a:pt x="241" y="332"/>
                    <a:pt x="241" y="331"/>
                  </a:cubicBezTo>
                  <a:cubicBezTo>
                    <a:pt x="241" y="331"/>
                    <a:pt x="241" y="330"/>
                    <a:pt x="241" y="330"/>
                  </a:cubicBezTo>
                  <a:cubicBezTo>
                    <a:pt x="241" y="328"/>
                    <a:pt x="241" y="325"/>
                    <a:pt x="241" y="323"/>
                  </a:cubicBezTo>
                  <a:cubicBezTo>
                    <a:pt x="242" y="314"/>
                    <a:pt x="246" y="306"/>
                    <a:pt x="251" y="298"/>
                  </a:cubicBezTo>
                  <a:cubicBezTo>
                    <a:pt x="253" y="295"/>
                    <a:pt x="256" y="291"/>
                    <a:pt x="260" y="289"/>
                  </a:cubicBezTo>
                  <a:cubicBezTo>
                    <a:pt x="263" y="287"/>
                    <a:pt x="267" y="286"/>
                    <a:pt x="271" y="286"/>
                  </a:cubicBezTo>
                  <a:cubicBezTo>
                    <a:pt x="274" y="287"/>
                    <a:pt x="278" y="288"/>
                    <a:pt x="281" y="291"/>
                  </a:cubicBezTo>
                  <a:cubicBezTo>
                    <a:pt x="285" y="293"/>
                    <a:pt x="287" y="297"/>
                    <a:pt x="288" y="300"/>
                  </a:cubicBezTo>
                  <a:cubicBezTo>
                    <a:pt x="291" y="307"/>
                    <a:pt x="288" y="316"/>
                    <a:pt x="284" y="324"/>
                  </a:cubicBezTo>
                  <a:cubicBezTo>
                    <a:pt x="282" y="328"/>
                    <a:pt x="279" y="332"/>
                    <a:pt x="276" y="335"/>
                  </a:cubicBezTo>
                  <a:cubicBezTo>
                    <a:pt x="275" y="337"/>
                    <a:pt x="275" y="337"/>
                    <a:pt x="275" y="337"/>
                  </a:cubicBezTo>
                  <a:cubicBezTo>
                    <a:pt x="273" y="339"/>
                    <a:pt x="273" y="339"/>
                    <a:pt x="273" y="339"/>
                  </a:cubicBezTo>
                  <a:cubicBezTo>
                    <a:pt x="269" y="344"/>
                    <a:pt x="269" y="344"/>
                    <a:pt x="269" y="344"/>
                  </a:cubicBezTo>
                  <a:cubicBezTo>
                    <a:pt x="268" y="346"/>
                    <a:pt x="267" y="347"/>
                    <a:pt x="267" y="349"/>
                  </a:cubicBezTo>
                  <a:cubicBezTo>
                    <a:pt x="267" y="349"/>
                    <a:pt x="267" y="350"/>
                    <a:pt x="267" y="350"/>
                  </a:cubicBezTo>
                  <a:cubicBezTo>
                    <a:pt x="267" y="351"/>
                    <a:pt x="267" y="351"/>
                    <a:pt x="267" y="351"/>
                  </a:cubicBezTo>
                  <a:cubicBezTo>
                    <a:pt x="267" y="351"/>
                    <a:pt x="267" y="351"/>
                    <a:pt x="268" y="351"/>
                  </a:cubicBezTo>
                  <a:cubicBezTo>
                    <a:pt x="268" y="352"/>
                    <a:pt x="268" y="352"/>
                    <a:pt x="268" y="352"/>
                  </a:cubicBezTo>
                  <a:cubicBezTo>
                    <a:pt x="268" y="352"/>
                    <a:pt x="269" y="353"/>
                    <a:pt x="270" y="353"/>
                  </a:cubicBezTo>
                  <a:cubicBezTo>
                    <a:pt x="270" y="354"/>
                    <a:pt x="271" y="354"/>
                    <a:pt x="272" y="354"/>
                  </a:cubicBezTo>
                  <a:cubicBezTo>
                    <a:pt x="274" y="355"/>
                    <a:pt x="276" y="356"/>
                    <a:pt x="277" y="356"/>
                  </a:cubicBezTo>
                  <a:cubicBezTo>
                    <a:pt x="278" y="356"/>
                    <a:pt x="279" y="357"/>
                    <a:pt x="280" y="357"/>
                  </a:cubicBezTo>
                  <a:cubicBezTo>
                    <a:pt x="283" y="357"/>
                    <a:pt x="283" y="357"/>
                    <a:pt x="283" y="357"/>
                  </a:cubicBezTo>
                  <a:cubicBezTo>
                    <a:pt x="285" y="358"/>
                    <a:pt x="286" y="358"/>
                    <a:pt x="287" y="358"/>
                  </a:cubicBezTo>
                  <a:cubicBezTo>
                    <a:pt x="292" y="359"/>
                    <a:pt x="297" y="359"/>
                    <a:pt x="303" y="359"/>
                  </a:cubicBezTo>
                  <a:cubicBezTo>
                    <a:pt x="308" y="359"/>
                    <a:pt x="313" y="359"/>
                    <a:pt x="318" y="358"/>
                  </a:cubicBezTo>
                  <a:cubicBezTo>
                    <a:pt x="321" y="357"/>
                    <a:pt x="323" y="356"/>
                    <a:pt x="326" y="355"/>
                  </a:cubicBezTo>
                  <a:cubicBezTo>
                    <a:pt x="327" y="355"/>
                    <a:pt x="327" y="355"/>
                    <a:pt x="327" y="355"/>
                  </a:cubicBezTo>
                  <a:cubicBezTo>
                    <a:pt x="328" y="355"/>
                    <a:pt x="328" y="355"/>
                    <a:pt x="328" y="355"/>
                  </a:cubicBezTo>
                  <a:cubicBezTo>
                    <a:pt x="331" y="353"/>
                    <a:pt x="331" y="353"/>
                    <a:pt x="331" y="353"/>
                  </a:cubicBezTo>
                  <a:cubicBezTo>
                    <a:pt x="333" y="353"/>
                    <a:pt x="335" y="352"/>
                    <a:pt x="337" y="351"/>
                  </a:cubicBezTo>
                  <a:cubicBezTo>
                    <a:pt x="336" y="348"/>
                    <a:pt x="336" y="345"/>
                    <a:pt x="335" y="342"/>
                  </a:cubicBezTo>
                  <a:cubicBezTo>
                    <a:pt x="335" y="340"/>
                    <a:pt x="335" y="340"/>
                    <a:pt x="335" y="340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4" y="337"/>
                    <a:pt x="334" y="337"/>
                    <a:pt x="334" y="337"/>
                  </a:cubicBezTo>
                  <a:cubicBezTo>
                    <a:pt x="334" y="333"/>
                    <a:pt x="334" y="330"/>
                    <a:pt x="334" y="327"/>
                  </a:cubicBezTo>
                  <a:cubicBezTo>
                    <a:pt x="334" y="320"/>
                    <a:pt x="336" y="314"/>
                    <a:pt x="339" y="309"/>
                  </a:cubicBezTo>
                  <a:cubicBezTo>
                    <a:pt x="340" y="307"/>
                    <a:pt x="342" y="304"/>
                    <a:pt x="345" y="302"/>
                  </a:cubicBezTo>
                  <a:cubicBezTo>
                    <a:pt x="346" y="301"/>
                    <a:pt x="347" y="300"/>
                    <a:pt x="348" y="299"/>
                  </a:cubicBezTo>
                  <a:cubicBezTo>
                    <a:pt x="349" y="298"/>
                    <a:pt x="350" y="297"/>
                    <a:pt x="352" y="297"/>
                  </a:cubicBezTo>
                  <a:cubicBezTo>
                    <a:pt x="357" y="294"/>
                    <a:pt x="363" y="294"/>
                    <a:pt x="367" y="296"/>
                  </a:cubicBezTo>
                  <a:cubicBezTo>
                    <a:pt x="369" y="296"/>
                    <a:pt x="370" y="297"/>
                    <a:pt x="371" y="297"/>
                  </a:cubicBezTo>
                  <a:cubicBezTo>
                    <a:pt x="371" y="298"/>
                    <a:pt x="372" y="298"/>
                    <a:pt x="372" y="299"/>
                  </a:cubicBezTo>
                  <a:cubicBezTo>
                    <a:pt x="373" y="299"/>
                    <a:pt x="373" y="300"/>
                    <a:pt x="374" y="300"/>
                  </a:cubicBezTo>
                  <a:cubicBezTo>
                    <a:pt x="375" y="303"/>
                    <a:pt x="377" y="305"/>
                    <a:pt x="378" y="308"/>
                  </a:cubicBezTo>
                  <a:cubicBezTo>
                    <a:pt x="380" y="313"/>
                    <a:pt x="380" y="319"/>
                    <a:pt x="378" y="325"/>
                  </a:cubicBezTo>
                  <a:cubicBezTo>
                    <a:pt x="376" y="330"/>
                    <a:pt x="372" y="336"/>
                    <a:pt x="367" y="340"/>
                  </a:cubicBezTo>
                  <a:cubicBezTo>
                    <a:pt x="365" y="343"/>
                    <a:pt x="363" y="345"/>
                    <a:pt x="360" y="347"/>
                  </a:cubicBezTo>
                  <a:cubicBezTo>
                    <a:pt x="359" y="347"/>
                    <a:pt x="359" y="348"/>
                    <a:pt x="358" y="348"/>
                  </a:cubicBezTo>
                  <a:cubicBezTo>
                    <a:pt x="357" y="349"/>
                    <a:pt x="357" y="349"/>
                    <a:pt x="357" y="349"/>
                  </a:cubicBezTo>
                  <a:cubicBezTo>
                    <a:pt x="356" y="350"/>
                    <a:pt x="356" y="350"/>
                    <a:pt x="356" y="350"/>
                  </a:cubicBezTo>
                  <a:cubicBezTo>
                    <a:pt x="353" y="352"/>
                    <a:pt x="351" y="353"/>
                    <a:pt x="348" y="355"/>
                  </a:cubicBezTo>
                  <a:cubicBezTo>
                    <a:pt x="349" y="357"/>
                    <a:pt x="349" y="359"/>
                    <a:pt x="350" y="361"/>
                  </a:cubicBezTo>
                  <a:cubicBezTo>
                    <a:pt x="350" y="362"/>
                    <a:pt x="351" y="363"/>
                    <a:pt x="351" y="364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3" y="369"/>
                    <a:pt x="354" y="371"/>
                    <a:pt x="356" y="373"/>
                  </a:cubicBezTo>
                  <a:cubicBezTo>
                    <a:pt x="358" y="378"/>
                    <a:pt x="361" y="382"/>
                    <a:pt x="364" y="387"/>
                  </a:cubicBezTo>
                  <a:cubicBezTo>
                    <a:pt x="367" y="391"/>
                    <a:pt x="371" y="395"/>
                    <a:pt x="375" y="398"/>
                  </a:cubicBezTo>
                  <a:cubicBezTo>
                    <a:pt x="376" y="399"/>
                    <a:pt x="377" y="400"/>
                    <a:pt x="378" y="400"/>
                  </a:cubicBezTo>
                  <a:cubicBezTo>
                    <a:pt x="379" y="401"/>
                    <a:pt x="379" y="401"/>
                    <a:pt x="380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1" y="402"/>
                    <a:pt x="381" y="402"/>
                    <a:pt x="381" y="402"/>
                  </a:cubicBezTo>
                  <a:cubicBezTo>
                    <a:pt x="383" y="403"/>
                    <a:pt x="383" y="403"/>
                    <a:pt x="383" y="403"/>
                  </a:cubicBezTo>
                  <a:cubicBezTo>
                    <a:pt x="384" y="404"/>
                    <a:pt x="386" y="405"/>
                    <a:pt x="388" y="406"/>
                  </a:cubicBezTo>
                  <a:cubicBezTo>
                    <a:pt x="391" y="407"/>
                    <a:pt x="391" y="407"/>
                    <a:pt x="391" y="407"/>
                  </a:cubicBezTo>
                  <a:cubicBezTo>
                    <a:pt x="392" y="408"/>
                    <a:pt x="392" y="408"/>
                    <a:pt x="392" y="408"/>
                  </a:cubicBezTo>
                  <a:cubicBezTo>
                    <a:pt x="393" y="408"/>
                    <a:pt x="393" y="408"/>
                    <a:pt x="394" y="408"/>
                  </a:cubicBezTo>
                  <a:cubicBezTo>
                    <a:pt x="401" y="393"/>
                    <a:pt x="401" y="393"/>
                    <a:pt x="401" y="393"/>
                  </a:cubicBezTo>
                  <a:cubicBezTo>
                    <a:pt x="406" y="383"/>
                    <a:pt x="406" y="383"/>
                    <a:pt x="406" y="383"/>
                  </a:cubicBezTo>
                  <a:cubicBezTo>
                    <a:pt x="408" y="379"/>
                    <a:pt x="408" y="379"/>
                    <a:pt x="408" y="379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7"/>
                    <a:pt x="409" y="377"/>
                    <a:pt x="409" y="377"/>
                  </a:cubicBezTo>
                  <a:cubicBezTo>
                    <a:pt x="410" y="376"/>
                    <a:pt x="410" y="375"/>
                    <a:pt x="411" y="375"/>
                  </a:cubicBezTo>
                  <a:cubicBezTo>
                    <a:pt x="413" y="372"/>
                    <a:pt x="415" y="370"/>
                    <a:pt x="417" y="367"/>
                  </a:cubicBezTo>
                  <a:cubicBezTo>
                    <a:pt x="420" y="365"/>
                    <a:pt x="422" y="363"/>
                    <a:pt x="425" y="362"/>
                  </a:cubicBezTo>
                  <a:cubicBezTo>
                    <a:pt x="426" y="361"/>
                    <a:pt x="427" y="361"/>
                    <a:pt x="429" y="361"/>
                  </a:cubicBezTo>
                  <a:cubicBezTo>
                    <a:pt x="430" y="361"/>
                    <a:pt x="431" y="361"/>
                    <a:pt x="432" y="361"/>
                  </a:cubicBezTo>
                  <a:cubicBezTo>
                    <a:pt x="437" y="362"/>
                    <a:pt x="441" y="366"/>
                    <a:pt x="444" y="372"/>
                  </a:cubicBezTo>
                  <a:cubicBezTo>
                    <a:pt x="446" y="377"/>
                    <a:pt x="447" y="384"/>
                    <a:pt x="446" y="390"/>
                  </a:cubicBezTo>
                  <a:cubicBezTo>
                    <a:pt x="445" y="393"/>
                    <a:pt x="445" y="396"/>
                    <a:pt x="443" y="399"/>
                  </a:cubicBezTo>
                  <a:cubicBezTo>
                    <a:pt x="442" y="402"/>
                    <a:pt x="440" y="405"/>
                    <a:pt x="438" y="407"/>
                  </a:cubicBezTo>
                  <a:cubicBezTo>
                    <a:pt x="434" y="411"/>
                    <a:pt x="429" y="415"/>
                    <a:pt x="423" y="417"/>
                  </a:cubicBezTo>
                  <a:cubicBezTo>
                    <a:pt x="420" y="418"/>
                    <a:pt x="416" y="418"/>
                    <a:pt x="413" y="418"/>
                  </a:cubicBezTo>
                  <a:cubicBezTo>
                    <a:pt x="411" y="418"/>
                    <a:pt x="410" y="419"/>
                    <a:pt x="408" y="419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8"/>
                    <a:pt x="404" y="418"/>
                    <a:pt x="404" y="418"/>
                  </a:cubicBezTo>
                  <a:cubicBezTo>
                    <a:pt x="399" y="418"/>
                    <a:pt x="399" y="418"/>
                    <a:pt x="399" y="418"/>
                  </a:cubicBezTo>
                  <a:cubicBezTo>
                    <a:pt x="398" y="419"/>
                    <a:pt x="397" y="421"/>
                    <a:pt x="397" y="423"/>
                  </a:cubicBezTo>
                  <a:cubicBezTo>
                    <a:pt x="395" y="427"/>
                    <a:pt x="395" y="427"/>
                    <a:pt x="395" y="427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3"/>
                    <a:pt x="387" y="443"/>
                    <a:pt x="387" y="443"/>
                  </a:cubicBezTo>
                  <a:cubicBezTo>
                    <a:pt x="384" y="451"/>
                    <a:pt x="381" y="458"/>
                    <a:pt x="378" y="465"/>
                  </a:cubicBezTo>
                  <a:cubicBezTo>
                    <a:pt x="372" y="480"/>
                    <a:pt x="367" y="495"/>
                    <a:pt x="361" y="510"/>
                  </a:cubicBezTo>
                  <a:cubicBezTo>
                    <a:pt x="351" y="539"/>
                    <a:pt x="341" y="570"/>
                    <a:pt x="332" y="600"/>
                  </a:cubicBezTo>
                  <a:cubicBezTo>
                    <a:pt x="327" y="617"/>
                    <a:pt x="327" y="617"/>
                    <a:pt x="327" y="617"/>
                  </a:cubicBezTo>
                  <a:cubicBezTo>
                    <a:pt x="326" y="622"/>
                    <a:pt x="326" y="622"/>
                    <a:pt x="326" y="622"/>
                  </a:cubicBezTo>
                  <a:cubicBezTo>
                    <a:pt x="325" y="622"/>
                    <a:pt x="325" y="622"/>
                    <a:pt x="325" y="622"/>
                  </a:cubicBezTo>
                  <a:cubicBezTo>
                    <a:pt x="330" y="603"/>
                    <a:pt x="330" y="603"/>
                    <a:pt x="330" y="603"/>
                  </a:cubicBezTo>
                  <a:cubicBezTo>
                    <a:pt x="334" y="592"/>
                    <a:pt x="334" y="592"/>
                    <a:pt x="334" y="592"/>
                  </a:cubicBezTo>
                  <a:cubicBezTo>
                    <a:pt x="342" y="563"/>
                    <a:pt x="352" y="534"/>
                    <a:pt x="362" y="506"/>
                  </a:cubicBezTo>
                  <a:cubicBezTo>
                    <a:pt x="367" y="491"/>
                    <a:pt x="373" y="477"/>
                    <a:pt x="378" y="463"/>
                  </a:cubicBezTo>
                  <a:cubicBezTo>
                    <a:pt x="381" y="456"/>
                    <a:pt x="384" y="449"/>
                    <a:pt x="387" y="442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403" y="418"/>
                    <a:pt x="403" y="418"/>
                    <a:pt x="403" y="418"/>
                  </a:cubicBezTo>
                  <a:cubicBezTo>
                    <a:pt x="404" y="418"/>
                    <a:pt x="405" y="418"/>
                    <a:pt x="406" y="418"/>
                  </a:cubicBezTo>
                  <a:cubicBezTo>
                    <a:pt x="406" y="418"/>
                    <a:pt x="407" y="418"/>
                    <a:pt x="407" y="418"/>
                  </a:cubicBezTo>
                  <a:cubicBezTo>
                    <a:pt x="408" y="418"/>
                    <a:pt x="408" y="418"/>
                    <a:pt x="408" y="418"/>
                  </a:cubicBezTo>
                  <a:cubicBezTo>
                    <a:pt x="410" y="418"/>
                    <a:pt x="411" y="418"/>
                    <a:pt x="413" y="418"/>
                  </a:cubicBezTo>
                  <a:cubicBezTo>
                    <a:pt x="416" y="417"/>
                    <a:pt x="419" y="417"/>
                    <a:pt x="422" y="416"/>
                  </a:cubicBezTo>
                  <a:cubicBezTo>
                    <a:pt x="428" y="414"/>
                    <a:pt x="434" y="411"/>
                    <a:pt x="438" y="406"/>
                  </a:cubicBezTo>
                  <a:cubicBezTo>
                    <a:pt x="440" y="404"/>
                    <a:pt x="442" y="402"/>
                    <a:pt x="443" y="399"/>
                  </a:cubicBezTo>
                  <a:cubicBezTo>
                    <a:pt x="444" y="396"/>
                    <a:pt x="445" y="393"/>
                    <a:pt x="445" y="390"/>
                  </a:cubicBezTo>
                  <a:cubicBezTo>
                    <a:pt x="446" y="384"/>
                    <a:pt x="446" y="377"/>
                    <a:pt x="443" y="372"/>
                  </a:cubicBezTo>
                  <a:cubicBezTo>
                    <a:pt x="441" y="367"/>
                    <a:pt x="436" y="362"/>
                    <a:pt x="432" y="362"/>
                  </a:cubicBezTo>
                  <a:cubicBezTo>
                    <a:pt x="431" y="362"/>
                    <a:pt x="431" y="362"/>
                    <a:pt x="430" y="361"/>
                  </a:cubicBezTo>
                  <a:cubicBezTo>
                    <a:pt x="430" y="361"/>
                    <a:pt x="429" y="362"/>
                    <a:pt x="429" y="362"/>
                  </a:cubicBezTo>
                  <a:cubicBezTo>
                    <a:pt x="428" y="362"/>
                    <a:pt x="426" y="362"/>
                    <a:pt x="425" y="363"/>
                  </a:cubicBezTo>
                  <a:cubicBezTo>
                    <a:pt x="423" y="364"/>
                    <a:pt x="420" y="366"/>
                    <a:pt x="418" y="368"/>
                  </a:cubicBezTo>
                  <a:cubicBezTo>
                    <a:pt x="415" y="370"/>
                    <a:pt x="413" y="373"/>
                    <a:pt x="411" y="375"/>
                  </a:cubicBezTo>
                  <a:cubicBezTo>
                    <a:pt x="411" y="376"/>
                    <a:pt x="410" y="377"/>
                    <a:pt x="410" y="377"/>
                  </a:cubicBezTo>
                  <a:cubicBezTo>
                    <a:pt x="409" y="378"/>
                    <a:pt x="409" y="378"/>
                    <a:pt x="409" y="378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06" y="384"/>
                    <a:pt x="406" y="384"/>
                    <a:pt x="406" y="384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394" y="409"/>
                    <a:pt x="394" y="409"/>
                    <a:pt x="394" y="409"/>
                  </a:cubicBezTo>
                  <a:cubicBezTo>
                    <a:pt x="394" y="409"/>
                    <a:pt x="393" y="409"/>
                    <a:pt x="393" y="409"/>
                  </a:cubicBezTo>
                  <a:cubicBezTo>
                    <a:pt x="391" y="408"/>
                    <a:pt x="391" y="408"/>
                    <a:pt x="391" y="408"/>
                  </a:cubicBezTo>
                  <a:cubicBezTo>
                    <a:pt x="388" y="407"/>
                    <a:pt x="388" y="407"/>
                    <a:pt x="388" y="407"/>
                  </a:cubicBezTo>
                  <a:cubicBezTo>
                    <a:pt x="386" y="406"/>
                    <a:pt x="384" y="405"/>
                    <a:pt x="382" y="404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0" y="402"/>
                    <a:pt x="380" y="402"/>
                    <a:pt x="380" y="402"/>
                  </a:cubicBezTo>
                  <a:cubicBezTo>
                    <a:pt x="379" y="402"/>
                    <a:pt x="378" y="402"/>
                    <a:pt x="378" y="401"/>
                  </a:cubicBezTo>
                  <a:cubicBezTo>
                    <a:pt x="377" y="400"/>
                    <a:pt x="376" y="400"/>
                    <a:pt x="375" y="399"/>
                  </a:cubicBezTo>
                  <a:cubicBezTo>
                    <a:pt x="370" y="395"/>
                    <a:pt x="367" y="391"/>
                    <a:pt x="363" y="387"/>
                  </a:cubicBezTo>
                  <a:cubicBezTo>
                    <a:pt x="360" y="383"/>
                    <a:pt x="357" y="378"/>
                    <a:pt x="355" y="374"/>
                  </a:cubicBezTo>
                  <a:cubicBezTo>
                    <a:pt x="354" y="371"/>
                    <a:pt x="352" y="369"/>
                    <a:pt x="351" y="367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50" y="363"/>
                    <a:pt x="350" y="362"/>
                    <a:pt x="349" y="361"/>
                  </a:cubicBezTo>
                  <a:cubicBezTo>
                    <a:pt x="348" y="359"/>
                    <a:pt x="348" y="357"/>
                    <a:pt x="347" y="355"/>
                  </a:cubicBezTo>
                  <a:cubicBezTo>
                    <a:pt x="350" y="353"/>
                    <a:pt x="352" y="351"/>
                    <a:pt x="355" y="349"/>
                  </a:cubicBezTo>
                  <a:cubicBezTo>
                    <a:pt x="357" y="348"/>
                    <a:pt x="357" y="348"/>
                    <a:pt x="357" y="348"/>
                  </a:cubicBezTo>
                  <a:cubicBezTo>
                    <a:pt x="358" y="348"/>
                    <a:pt x="358" y="348"/>
                    <a:pt x="358" y="348"/>
                  </a:cubicBezTo>
                  <a:cubicBezTo>
                    <a:pt x="358" y="347"/>
                    <a:pt x="359" y="347"/>
                    <a:pt x="359" y="346"/>
                  </a:cubicBezTo>
                  <a:cubicBezTo>
                    <a:pt x="362" y="344"/>
                    <a:pt x="364" y="342"/>
                    <a:pt x="367" y="340"/>
                  </a:cubicBezTo>
                  <a:cubicBezTo>
                    <a:pt x="371" y="335"/>
                    <a:pt x="375" y="330"/>
                    <a:pt x="377" y="325"/>
                  </a:cubicBezTo>
                  <a:cubicBezTo>
                    <a:pt x="379" y="319"/>
                    <a:pt x="379" y="313"/>
                    <a:pt x="377" y="308"/>
                  </a:cubicBezTo>
                  <a:cubicBezTo>
                    <a:pt x="376" y="306"/>
                    <a:pt x="375" y="303"/>
                    <a:pt x="373" y="301"/>
                  </a:cubicBezTo>
                  <a:cubicBezTo>
                    <a:pt x="372" y="301"/>
                    <a:pt x="372" y="300"/>
                    <a:pt x="371" y="299"/>
                  </a:cubicBezTo>
                  <a:cubicBezTo>
                    <a:pt x="371" y="299"/>
                    <a:pt x="371" y="299"/>
                    <a:pt x="370" y="298"/>
                  </a:cubicBezTo>
                  <a:cubicBezTo>
                    <a:pt x="369" y="297"/>
                    <a:pt x="368" y="297"/>
                    <a:pt x="367" y="296"/>
                  </a:cubicBezTo>
                  <a:cubicBezTo>
                    <a:pt x="363" y="295"/>
                    <a:pt x="357" y="295"/>
                    <a:pt x="352" y="298"/>
                  </a:cubicBezTo>
                  <a:cubicBezTo>
                    <a:pt x="351" y="298"/>
                    <a:pt x="350" y="299"/>
                    <a:pt x="349" y="300"/>
                  </a:cubicBezTo>
                  <a:cubicBezTo>
                    <a:pt x="347" y="301"/>
                    <a:pt x="346" y="302"/>
                    <a:pt x="345" y="303"/>
                  </a:cubicBezTo>
                  <a:cubicBezTo>
                    <a:pt x="343" y="305"/>
                    <a:pt x="341" y="307"/>
                    <a:pt x="340" y="310"/>
                  </a:cubicBezTo>
                  <a:cubicBezTo>
                    <a:pt x="337" y="315"/>
                    <a:pt x="335" y="321"/>
                    <a:pt x="335" y="327"/>
                  </a:cubicBezTo>
                  <a:cubicBezTo>
                    <a:pt x="335" y="330"/>
                    <a:pt x="335" y="333"/>
                    <a:pt x="335" y="337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2"/>
                    <a:pt x="336" y="342"/>
                    <a:pt x="336" y="342"/>
                  </a:cubicBezTo>
                  <a:cubicBezTo>
                    <a:pt x="336" y="343"/>
                    <a:pt x="336" y="343"/>
                    <a:pt x="336" y="343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7"/>
                    <a:pt x="337" y="347"/>
                    <a:pt x="337" y="347"/>
                  </a:cubicBezTo>
                  <a:cubicBezTo>
                    <a:pt x="338" y="351"/>
                    <a:pt x="338" y="351"/>
                    <a:pt x="338" y="351"/>
                  </a:cubicBezTo>
                  <a:cubicBezTo>
                    <a:pt x="336" y="352"/>
                    <a:pt x="334" y="353"/>
                    <a:pt x="332" y="354"/>
                  </a:cubicBezTo>
                  <a:cubicBezTo>
                    <a:pt x="331" y="355"/>
                    <a:pt x="330" y="355"/>
                    <a:pt x="329" y="355"/>
                  </a:cubicBezTo>
                  <a:cubicBezTo>
                    <a:pt x="328" y="356"/>
                    <a:pt x="328" y="356"/>
                    <a:pt x="328" y="356"/>
                  </a:cubicBezTo>
                  <a:cubicBezTo>
                    <a:pt x="326" y="356"/>
                    <a:pt x="326" y="356"/>
                    <a:pt x="326" y="356"/>
                  </a:cubicBezTo>
                  <a:cubicBezTo>
                    <a:pt x="324" y="357"/>
                    <a:pt x="321" y="358"/>
                    <a:pt x="318" y="359"/>
                  </a:cubicBezTo>
                  <a:cubicBezTo>
                    <a:pt x="313" y="360"/>
                    <a:pt x="308" y="360"/>
                    <a:pt x="303" y="360"/>
                  </a:cubicBezTo>
                  <a:cubicBezTo>
                    <a:pt x="297" y="360"/>
                    <a:pt x="292" y="360"/>
                    <a:pt x="287" y="359"/>
                  </a:cubicBezTo>
                  <a:cubicBezTo>
                    <a:pt x="286" y="359"/>
                    <a:pt x="284" y="359"/>
                    <a:pt x="283" y="358"/>
                  </a:cubicBezTo>
                  <a:cubicBezTo>
                    <a:pt x="282" y="358"/>
                    <a:pt x="281" y="358"/>
                    <a:pt x="280" y="358"/>
                  </a:cubicBezTo>
                  <a:cubicBezTo>
                    <a:pt x="279" y="358"/>
                    <a:pt x="278" y="357"/>
                    <a:pt x="277" y="357"/>
                  </a:cubicBezTo>
                  <a:cubicBezTo>
                    <a:pt x="275" y="357"/>
                    <a:pt x="273" y="356"/>
                    <a:pt x="271" y="355"/>
                  </a:cubicBezTo>
                  <a:cubicBezTo>
                    <a:pt x="270" y="355"/>
                    <a:pt x="269" y="354"/>
                    <a:pt x="268" y="354"/>
                  </a:cubicBezTo>
                  <a:cubicBezTo>
                    <a:pt x="268" y="353"/>
                    <a:pt x="267" y="353"/>
                    <a:pt x="267" y="352"/>
                  </a:cubicBezTo>
                  <a:cubicBezTo>
                    <a:pt x="266" y="352"/>
                    <a:pt x="266" y="351"/>
                    <a:pt x="266" y="351"/>
                  </a:cubicBezTo>
                  <a:cubicBezTo>
                    <a:pt x="266" y="350"/>
                    <a:pt x="266" y="350"/>
                    <a:pt x="266" y="350"/>
                  </a:cubicBezTo>
                  <a:cubicBezTo>
                    <a:pt x="266" y="350"/>
                    <a:pt x="266" y="349"/>
                    <a:pt x="265" y="349"/>
                  </a:cubicBezTo>
                  <a:cubicBezTo>
                    <a:pt x="265" y="348"/>
                    <a:pt x="266" y="346"/>
                    <a:pt x="268" y="344"/>
                  </a:cubicBezTo>
                  <a:cubicBezTo>
                    <a:pt x="272" y="339"/>
                    <a:pt x="272" y="339"/>
                    <a:pt x="272" y="339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5" y="335"/>
                    <a:pt x="275" y="335"/>
                    <a:pt x="275" y="335"/>
                  </a:cubicBezTo>
                  <a:cubicBezTo>
                    <a:pt x="278" y="331"/>
                    <a:pt x="281" y="327"/>
                    <a:pt x="283" y="323"/>
                  </a:cubicBezTo>
                  <a:cubicBezTo>
                    <a:pt x="285" y="319"/>
                    <a:pt x="287" y="315"/>
                    <a:pt x="288" y="311"/>
                  </a:cubicBezTo>
                  <a:cubicBezTo>
                    <a:pt x="289" y="307"/>
                    <a:pt x="289" y="304"/>
                    <a:pt x="288" y="300"/>
                  </a:cubicBezTo>
                  <a:cubicBezTo>
                    <a:pt x="286" y="297"/>
                    <a:pt x="284" y="294"/>
                    <a:pt x="281" y="292"/>
                  </a:cubicBezTo>
                  <a:cubicBezTo>
                    <a:pt x="277" y="289"/>
                    <a:pt x="274" y="288"/>
                    <a:pt x="270" y="287"/>
                  </a:cubicBezTo>
                  <a:cubicBezTo>
                    <a:pt x="267" y="287"/>
                    <a:pt x="264" y="288"/>
                    <a:pt x="260" y="290"/>
                  </a:cubicBezTo>
                  <a:cubicBezTo>
                    <a:pt x="257" y="292"/>
                    <a:pt x="254" y="295"/>
                    <a:pt x="252" y="299"/>
                  </a:cubicBezTo>
                  <a:cubicBezTo>
                    <a:pt x="247" y="306"/>
                    <a:pt x="243" y="315"/>
                    <a:pt x="242" y="323"/>
                  </a:cubicBezTo>
                  <a:cubicBezTo>
                    <a:pt x="242" y="326"/>
                    <a:pt x="242" y="328"/>
                    <a:pt x="242" y="330"/>
                  </a:cubicBezTo>
                  <a:cubicBezTo>
                    <a:pt x="242" y="330"/>
                    <a:pt x="242" y="331"/>
                    <a:pt x="242" y="331"/>
                  </a:cubicBezTo>
                  <a:cubicBezTo>
                    <a:pt x="242" y="332"/>
                    <a:pt x="242" y="332"/>
                    <a:pt x="242" y="333"/>
                  </a:cubicBezTo>
                  <a:cubicBezTo>
                    <a:pt x="242" y="334"/>
                    <a:pt x="243" y="335"/>
                    <a:pt x="243" y="336"/>
                  </a:cubicBezTo>
                  <a:cubicBezTo>
                    <a:pt x="243" y="338"/>
                    <a:pt x="244" y="340"/>
                    <a:pt x="245" y="342"/>
                  </a:cubicBezTo>
                  <a:cubicBezTo>
                    <a:pt x="245" y="342"/>
                    <a:pt x="245" y="343"/>
                    <a:pt x="246" y="343"/>
                  </a:cubicBezTo>
                  <a:cubicBezTo>
                    <a:pt x="246" y="343"/>
                    <a:pt x="246" y="343"/>
                    <a:pt x="246" y="344"/>
                  </a:cubicBezTo>
                  <a:cubicBezTo>
                    <a:pt x="247" y="346"/>
                    <a:pt x="247" y="346"/>
                    <a:pt x="247" y="346"/>
                  </a:cubicBezTo>
                  <a:cubicBezTo>
                    <a:pt x="248" y="347"/>
                    <a:pt x="250" y="349"/>
                    <a:pt x="251" y="351"/>
                  </a:cubicBezTo>
                  <a:cubicBezTo>
                    <a:pt x="250" y="353"/>
                    <a:pt x="248" y="355"/>
                    <a:pt x="247" y="356"/>
                  </a:cubicBezTo>
                  <a:cubicBezTo>
                    <a:pt x="246" y="357"/>
                    <a:pt x="245" y="358"/>
                    <a:pt x="244" y="359"/>
                  </a:cubicBezTo>
                  <a:cubicBezTo>
                    <a:pt x="243" y="361"/>
                    <a:pt x="243" y="361"/>
                    <a:pt x="243" y="361"/>
                  </a:cubicBezTo>
                  <a:cubicBezTo>
                    <a:pt x="241" y="363"/>
                    <a:pt x="239" y="365"/>
                    <a:pt x="237" y="366"/>
                  </a:cubicBezTo>
                  <a:cubicBezTo>
                    <a:pt x="234" y="370"/>
                    <a:pt x="230" y="374"/>
                    <a:pt x="226" y="377"/>
                  </a:cubicBezTo>
                  <a:cubicBezTo>
                    <a:pt x="222" y="380"/>
                    <a:pt x="217" y="384"/>
                    <a:pt x="213" y="387"/>
                  </a:cubicBezTo>
                  <a:cubicBezTo>
                    <a:pt x="212" y="387"/>
                    <a:pt x="211" y="388"/>
                    <a:pt x="210" y="389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07" y="390"/>
                    <a:pt x="207" y="390"/>
                    <a:pt x="207" y="390"/>
                  </a:cubicBezTo>
                  <a:cubicBezTo>
                    <a:pt x="206" y="391"/>
                    <a:pt x="206" y="391"/>
                    <a:pt x="206" y="391"/>
                  </a:cubicBezTo>
                  <a:cubicBezTo>
                    <a:pt x="205" y="392"/>
                    <a:pt x="204" y="392"/>
                    <a:pt x="203" y="393"/>
                  </a:cubicBezTo>
                  <a:cubicBezTo>
                    <a:pt x="202" y="393"/>
                    <a:pt x="201" y="394"/>
                    <a:pt x="200" y="394"/>
                  </a:cubicBezTo>
                  <a:cubicBezTo>
                    <a:pt x="198" y="395"/>
                    <a:pt x="196" y="396"/>
                    <a:pt x="194" y="397"/>
                  </a:cubicBezTo>
                  <a:cubicBezTo>
                    <a:pt x="187" y="385"/>
                    <a:pt x="187" y="385"/>
                    <a:pt x="187" y="385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2" y="374"/>
                    <a:pt x="179" y="370"/>
                    <a:pt x="177" y="367"/>
                  </a:cubicBezTo>
                  <a:cubicBezTo>
                    <a:pt x="174" y="363"/>
                    <a:pt x="170" y="360"/>
                    <a:pt x="167" y="358"/>
                  </a:cubicBezTo>
                  <a:cubicBezTo>
                    <a:pt x="163" y="356"/>
                    <a:pt x="159" y="355"/>
                    <a:pt x="155" y="355"/>
                  </a:cubicBezTo>
                  <a:cubicBezTo>
                    <a:pt x="152" y="355"/>
                    <a:pt x="148" y="356"/>
                    <a:pt x="144" y="358"/>
                  </a:cubicBezTo>
                  <a:cubicBezTo>
                    <a:pt x="141" y="361"/>
                    <a:pt x="138" y="363"/>
                    <a:pt x="137" y="367"/>
                  </a:cubicBezTo>
                  <a:cubicBezTo>
                    <a:pt x="136" y="370"/>
                    <a:pt x="135" y="374"/>
                    <a:pt x="136" y="378"/>
                  </a:cubicBezTo>
                  <a:cubicBezTo>
                    <a:pt x="137" y="382"/>
                    <a:pt x="139" y="386"/>
                    <a:pt x="141" y="389"/>
                  </a:cubicBezTo>
                  <a:cubicBezTo>
                    <a:pt x="141" y="388"/>
                    <a:pt x="139" y="386"/>
                    <a:pt x="139" y="386"/>
                  </a:cubicBezTo>
                  <a:cubicBezTo>
                    <a:pt x="139" y="385"/>
                    <a:pt x="139" y="386"/>
                    <a:pt x="139" y="387"/>
                  </a:cubicBezTo>
                  <a:cubicBezTo>
                    <a:pt x="140" y="388"/>
                    <a:pt x="141" y="389"/>
                    <a:pt x="142" y="392"/>
                  </a:cubicBezTo>
                  <a:cubicBezTo>
                    <a:pt x="140" y="388"/>
                    <a:pt x="137" y="384"/>
                    <a:pt x="136" y="380"/>
                  </a:cubicBezTo>
                  <a:close/>
                  <a:moveTo>
                    <a:pt x="183" y="623"/>
                  </a:moveTo>
                  <a:cubicBezTo>
                    <a:pt x="180" y="624"/>
                    <a:pt x="177" y="625"/>
                    <a:pt x="175" y="626"/>
                  </a:cubicBezTo>
                  <a:cubicBezTo>
                    <a:pt x="172" y="628"/>
                    <a:pt x="170" y="630"/>
                    <a:pt x="169" y="632"/>
                  </a:cubicBezTo>
                  <a:cubicBezTo>
                    <a:pt x="166" y="637"/>
                    <a:pt x="165" y="642"/>
                    <a:pt x="165" y="648"/>
                  </a:cubicBezTo>
                  <a:cubicBezTo>
                    <a:pt x="165" y="653"/>
                    <a:pt x="167" y="658"/>
                    <a:pt x="171" y="662"/>
                  </a:cubicBezTo>
                  <a:cubicBezTo>
                    <a:pt x="173" y="664"/>
                    <a:pt x="175" y="666"/>
                    <a:pt x="178" y="667"/>
                  </a:cubicBezTo>
                  <a:cubicBezTo>
                    <a:pt x="179" y="668"/>
                    <a:pt x="181" y="668"/>
                    <a:pt x="182" y="668"/>
                  </a:cubicBezTo>
                  <a:cubicBezTo>
                    <a:pt x="183" y="669"/>
                    <a:pt x="184" y="669"/>
                    <a:pt x="184" y="669"/>
                  </a:cubicBezTo>
                  <a:cubicBezTo>
                    <a:pt x="185" y="669"/>
                    <a:pt x="185" y="669"/>
                    <a:pt x="185" y="669"/>
                  </a:cubicBezTo>
                  <a:cubicBezTo>
                    <a:pt x="186" y="669"/>
                    <a:pt x="186" y="669"/>
                    <a:pt x="186" y="669"/>
                  </a:cubicBezTo>
                  <a:cubicBezTo>
                    <a:pt x="199" y="669"/>
                    <a:pt x="199" y="669"/>
                    <a:pt x="199" y="669"/>
                  </a:cubicBezTo>
                  <a:cubicBezTo>
                    <a:pt x="224" y="669"/>
                    <a:pt x="224" y="669"/>
                    <a:pt x="224" y="669"/>
                  </a:cubicBezTo>
                  <a:cubicBezTo>
                    <a:pt x="257" y="669"/>
                    <a:pt x="290" y="670"/>
                    <a:pt x="325" y="669"/>
                  </a:cubicBezTo>
                  <a:cubicBezTo>
                    <a:pt x="325" y="670"/>
                    <a:pt x="325" y="670"/>
                    <a:pt x="325" y="670"/>
                  </a:cubicBezTo>
                  <a:cubicBezTo>
                    <a:pt x="311" y="670"/>
                    <a:pt x="311" y="670"/>
                    <a:pt x="311" y="670"/>
                  </a:cubicBezTo>
                  <a:cubicBezTo>
                    <a:pt x="298" y="670"/>
                    <a:pt x="298" y="670"/>
                    <a:pt x="298" y="670"/>
                  </a:cubicBezTo>
                  <a:cubicBezTo>
                    <a:pt x="273" y="670"/>
                    <a:pt x="248" y="670"/>
                    <a:pt x="223" y="670"/>
                  </a:cubicBezTo>
                  <a:cubicBezTo>
                    <a:pt x="198" y="670"/>
                    <a:pt x="198" y="670"/>
                    <a:pt x="198" y="670"/>
                  </a:cubicBezTo>
                  <a:cubicBezTo>
                    <a:pt x="186" y="670"/>
                    <a:pt x="186" y="670"/>
                    <a:pt x="186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4" y="670"/>
                    <a:pt x="184" y="670"/>
                    <a:pt x="184" y="670"/>
                  </a:cubicBezTo>
                  <a:cubicBezTo>
                    <a:pt x="183" y="670"/>
                    <a:pt x="182" y="669"/>
                    <a:pt x="181" y="669"/>
                  </a:cubicBezTo>
                  <a:cubicBezTo>
                    <a:pt x="180" y="669"/>
                    <a:pt x="178" y="669"/>
                    <a:pt x="177" y="668"/>
                  </a:cubicBezTo>
                  <a:cubicBezTo>
                    <a:pt x="174" y="667"/>
                    <a:pt x="172" y="665"/>
                    <a:pt x="170" y="663"/>
                  </a:cubicBezTo>
                  <a:cubicBezTo>
                    <a:pt x="166" y="658"/>
                    <a:pt x="164" y="653"/>
                    <a:pt x="164" y="648"/>
                  </a:cubicBezTo>
                  <a:cubicBezTo>
                    <a:pt x="164" y="642"/>
                    <a:pt x="165" y="637"/>
                    <a:pt x="168" y="632"/>
                  </a:cubicBezTo>
                  <a:cubicBezTo>
                    <a:pt x="170" y="630"/>
                    <a:pt x="172" y="627"/>
                    <a:pt x="174" y="626"/>
                  </a:cubicBezTo>
                  <a:cubicBezTo>
                    <a:pt x="176" y="624"/>
                    <a:pt x="179" y="623"/>
                    <a:pt x="182" y="623"/>
                  </a:cubicBezTo>
                  <a:cubicBezTo>
                    <a:pt x="182" y="623"/>
                    <a:pt x="183" y="623"/>
                    <a:pt x="183" y="623"/>
                  </a:cubicBezTo>
                  <a:cubicBezTo>
                    <a:pt x="183" y="623"/>
                    <a:pt x="183" y="623"/>
                    <a:pt x="183" y="623"/>
                  </a:cubicBezTo>
                  <a:close/>
                  <a:moveTo>
                    <a:pt x="248" y="379"/>
                  </a:moveTo>
                  <a:cubicBezTo>
                    <a:pt x="251" y="377"/>
                    <a:pt x="253" y="375"/>
                    <a:pt x="255" y="372"/>
                  </a:cubicBezTo>
                  <a:cubicBezTo>
                    <a:pt x="259" y="368"/>
                    <a:pt x="259" y="368"/>
                    <a:pt x="259" y="368"/>
                  </a:cubicBezTo>
                  <a:cubicBezTo>
                    <a:pt x="260" y="368"/>
                    <a:pt x="261" y="369"/>
                    <a:pt x="262" y="369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4" y="370"/>
                    <a:pt x="264" y="370"/>
                    <a:pt x="264" y="370"/>
                  </a:cubicBezTo>
                  <a:cubicBezTo>
                    <a:pt x="266" y="371"/>
                    <a:pt x="266" y="371"/>
                    <a:pt x="266" y="371"/>
                  </a:cubicBezTo>
                  <a:cubicBezTo>
                    <a:pt x="270" y="372"/>
                    <a:pt x="273" y="373"/>
                    <a:pt x="276" y="374"/>
                  </a:cubicBezTo>
                  <a:cubicBezTo>
                    <a:pt x="283" y="376"/>
                    <a:pt x="290" y="377"/>
                    <a:pt x="297" y="377"/>
                  </a:cubicBezTo>
                  <a:cubicBezTo>
                    <a:pt x="304" y="377"/>
                    <a:pt x="311" y="377"/>
                    <a:pt x="318" y="376"/>
                  </a:cubicBezTo>
                  <a:cubicBezTo>
                    <a:pt x="321" y="375"/>
                    <a:pt x="324" y="375"/>
                    <a:pt x="328" y="374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32" y="372"/>
                    <a:pt x="332" y="372"/>
                    <a:pt x="332" y="372"/>
                  </a:cubicBezTo>
                  <a:cubicBezTo>
                    <a:pt x="333" y="372"/>
                    <a:pt x="334" y="372"/>
                    <a:pt x="334" y="371"/>
                  </a:cubicBezTo>
                  <a:cubicBezTo>
                    <a:pt x="334" y="372"/>
                    <a:pt x="334" y="372"/>
                    <a:pt x="335" y="372"/>
                  </a:cubicBezTo>
                  <a:cubicBezTo>
                    <a:pt x="335" y="373"/>
                    <a:pt x="335" y="373"/>
                    <a:pt x="335" y="374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7" y="377"/>
                    <a:pt x="337" y="378"/>
                  </a:cubicBezTo>
                  <a:cubicBezTo>
                    <a:pt x="338" y="380"/>
                    <a:pt x="340" y="383"/>
                    <a:pt x="341" y="386"/>
                  </a:cubicBezTo>
                  <a:cubicBezTo>
                    <a:pt x="345" y="391"/>
                    <a:pt x="348" y="396"/>
                    <a:pt x="352" y="400"/>
                  </a:cubicBezTo>
                  <a:cubicBezTo>
                    <a:pt x="356" y="405"/>
                    <a:pt x="361" y="409"/>
                    <a:pt x="365" y="413"/>
                  </a:cubicBezTo>
                  <a:cubicBezTo>
                    <a:pt x="368" y="415"/>
                    <a:pt x="370" y="416"/>
                    <a:pt x="373" y="418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6" y="420"/>
                    <a:pt x="376" y="420"/>
                    <a:pt x="376" y="420"/>
                  </a:cubicBezTo>
                  <a:cubicBezTo>
                    <a:pt x="376" y="420"/>
                    <a:pt x="377" y="420"/>
                    <a:pt x="378" y="421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69" y="440"/>
                    <a:pt x="367" y="445"/>
                    <a:pt x="364" y="451"/>
                  </a:cubicBezTo>
                  <a:cubicBezTo>
                    <a:pt x="359" y="462"/>
                    <a:pt x="355" y="473"/>
                    <a:pt x="350" y="484"/>
                  </a:cubicBezTo>
                  <a:cubicBezTo>
                    <a:pt x="355" y="473"/>
                    <a:pt x="359" y="462"/>
                    <a:pt x="364" y="451"/>
                  </a:cubicBezTo>
                  <a:cubicBezTo>
                    <a:pt x="367" y="445"/>
                    <a:pt x="369" y="439"/>
                    <a:pt x="371" y="434"/>
                  </a:cubicBezTo>
                  <a:cubicBezTo>
                    <a:pt x="377" y="421"/>
                    <a:pt x="377" y="421"/>
                    <a:pt x="377" y="421"/>
                  </a:cubicBezTo>
                  <a:cubicBezTo>
                    <a:pt x="377" y="420"/>
                    <a:pt x="376" y="420"/>
                    <a:pt x="376" y="420"/>
                  </a:cubicBezTo>
                  <a:cubicBezTo>
                    <a:pt x="375" y="419"/>
                    <a:pt x="375" y="419"/>
                    <a:pt x="375" y="419"/>
                  </a:cubicBezTo>
                  <a:cubicBezTo>
                    <a:pt x="373" y="418"/>
                    <a:pt x="373" y="418"/>
                    <a:pt x="373" y="418"/>
                  </a:cubicBezTo>
                  <a:cubicBezTo>
                    <a:pt x="370" y="417"/>
                    <a:pt x="368" y="415"/>
                    <a:pt x="365" y="413"/>
                  </a:cubicBezTo>
                  <a:cubicBezTo>
                    <a:pt x="360" y="409"/>
                    <a:pt x="356" y="405"/>
                    <a:pt x="352" y="400"/>
                  </a:cubicBezTo>
                  <a:cubicBezTo>
                    <a:pt x="348" y="396"/>
                    <a:pt x="344" y="391"/>
                    <a:pt x="341" y="386"/>
                  </a:cubicBezTo>
                  <a:cubicBezTo>
                    <a:pt x="340" y="383"/>
                    <a:pt x="338" y="380"/>
                    <a:pt x="337" y="378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5"/>
                    <a:pt x="336" y="375"/>
                    <a:pt x="336" y="375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3"/>
                    <a:pt x="335" y="373"/>
                    <a:pt x="335" y="372"/>
                  </a:cubicBezTo>
                  <a:cubicBezTo>
                    <a:pt x="334" y="372"/>
                    <a:pt x="334" y="372"/>
                    <a:pt x="334" y="371"/>
                  </a:cubicBezTo>
                  <a:cubicBezTo>
                    <a:pt x="334" y="372"/>
                    <a:pt x="333" y="372"/>
                    <a:pt x="332" y="372"/>
                  </a:cubicBezTo>
                  <a:cubicBezTo>
                    <a:pt x="330" y="373"/>
                    <a:pt x="330" y="373"/>
                    <a:pt x="330" y="373"/>
                  </a:cubicBezTo>
                  <a:cubicBezTo>
                    <a:pt x="328" y="374"/>
                    <a:pt x="328" y="374"/>
                    <a:pt x="328" y="374"/>
                  </a:cubicBezTo>
                  <a:cubicBezTo>
                    <a:pt x="324" y="375"/>
                    <a:pt x="321" y="375"/>
                    <a:pt x="318" y="376"/>
                  </a:cubicBezTo>
                  <a:cubicBezTo>
                    <a:pt x="311" y="377"/>
                    <a:pt x="304" y="378"/>
                    <a:pt x="297" y="377"/>
                  </a:cubicBezTo>
                  <a:cubicBezTo>
                    <a:pt x="290" y="377"/>
                    <a:pt x="283" y="376"/>
                    <a:pt x="276" y="374"/>
                  </a:cubicBezTo>
                  <a:cubicBezTo>
                    <a:pt x="273" y="374"/>
                    <a:pt x="270" y="373"/>
                    <a:pt x="266" y="371"/>
                  </a:cubicBezTo>
                  <a:cubicBezTo>
                    <a:pt x="265" y="371"/>
                    <a:pt x="265" y="371"/>
                    <a:pt x="264" y="370"/>
                  </a:cubicBezTo>
                  <a:cubicBezTo>
                    <a:pt x="263" y="370"/>
                    <a:pt x="263" y="370"/>
                    <a:pt x="263" y="370"/>
                  </a:cubicBezTo>
                  <a:cubicBezTo>
                    <a:pt x="262" y="370"/>
                    <a:pt x="262" y="370"/>
                    <a:pt x="262" y="370"/>
                  </a:cubicBezTo>
                  <a:cubicBezTo>
                    <a:pt x="262" y="369"/>
                    <a:pt x="262" y="369"/>
                    <a:pt x="262" y="369"/>
                  </a:cubicBezTo>
                  <a:cubicBezTo>
                    <a:pt x="261" y="369"/>
                    <a:pt x="260" y="369"/>
                    <a:pt x="259" y="368"/>
                  </a:cubicBezTo>
                  <a:cubicBezTo>
                    <a:pt x="258" y="369"/>
                    <a:pt x="257" y="370"/>
                    <a:pt x="255" y="373"/>
                  </a:cubicBezTo>
                  <a:cubicBezTo>
                    <a:pt x="253" y="375"/>
                    <a:pt x="250" y="377"/>
                    <a:pt x="248" y="379"/>
                  </a:cubicBezTo>
                  <a:cubicBezTo>
                    <a:pt x="244" y="384"/>
                    <a:pt x="239" y="388"/>
                    <a:pt x="235" y="392"/>
                  </a:cubicBezTo>
                  <a:cubicBezTo>
                    <a:pt x="234" y="393"/>
                    <a:pt x="235" y="393"/>
                    <a:pt x="236" y="393"/>
                  </a:cubicBezTo>
                  <a:cubicBezTo>
                    <a:pt x="236" y="392"/>
                    <a:pt x="238" y="391"/>
                    <a:pt x="242" y="388"/>
                  </a:cubicBezTo>
                  <a:cubicBezTo>
                    <a:pt x="244" y="386"/>
                    <a:pt x="247" y="384"/>
                    <a:pt x="251" y="380"/>
                  </a:cubicBezTo>
                  <a:cubicBezTo>
                    <a:pt x="252" y="378"/>
                    <a:pt x="254" y="377"/>
                    <a:pt x="256" y="374"/>
                  </a:cubicBezTo>
                  <a:cubicBezTo>
                    <a:pt x="259" y="372"/>
                    <a:pt x="259" y="372"/>
                    <a:pt x="259" y="372"/>
                  </a:cubicBezTo>
                  <a:cubicBezTo>
                    <a:pt x="259" y="371"/>
                    <a:pt x="259" y="371"/>
                    <a:pt x="260" y="371"/>
                  </a:cubicBezTo>
                  <a:cubicBezTo>
                    <a:pt x="260" y="371"/>
                    <a:pt x="260" y="371"/>
                    <a:pt x="260" y="371"/>
                  </a:cubicBezTo>
                  <a:cubicBezTo>
                    <a:pt x="261" y="371"/>
                    <a:pt x="261" y="371"/>
                    <a:pt x="261" y="371"/>
                  </a:cubicBezTo>
                  <a:cubicBezTo>
                    <a:pt x="262" y="372"/>
                    <a:pt x="262" y="372"/>
                    <a:pt x="262" y="372"/>
                  </a:cubicBezTo>
                  <a:cubicBezTo>
                    <a:pt x="264" y="373"/>
                    <a:pt x="266" y="374"/>
                    <a:pt x="268" y="374"/>
                  </a:cubicBezTo>
                  <a:cubicBezTo>
                    <a:pt x="273" y="376"/>
                    <a:pt x="277" y="377"/>
                    <a:pt x="282" y="378"/>
                  </a:cubicBezTo>
                  <a:cubicBezTo>
                    <a:pt x="291" y="379"/>
                    <a:pt x="299" y="379"/>
                    <a:pt x="307" y="379"/>
                  </a:cubicBezTo>
                  <a:cubicBezTo>
                    <a:pt x="312" y="379"/>
                    <a:pt x="317" y="378"/>
                    <a:pt x="323" y="377"/>
                  </a:cubicBezTo>
                  <a:cubicBezTo>
                    <a:pt x="325" y="377"/>
                    <a:pt x="328" y="376"/>
                    <a:pt x="331" y="375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3" y="374"/>
                    <a:pt x="333" y="374"/>
                    <a:pt x="333" y="374"/>
                  </a:cubicBezTo>
                  <a:cubicBezTo>
                    <a:pt x="333" y="375"/>
                    <a:pt x="333" y="375"/>
                    <a:pt x="333" y="375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6"/>
                    <a:pt x="334" y="376"/>
                    <a:pt x="334" y="376"/>
                  </a:cubicBezTo>
                  <a:cubicBezTo>
                    <a:pt x="334" y="377"/>
                    <a:pt x="334" y="377"/>
                    <a:pt x="334" y="377"/>
                  </a:cubicBezTo>
                  <a:cubicBezTo>
                    <a:pt x="334" y="378"/>
                    <a:pt x="334" y="378"/>
                    <a:pt x="334" y="378"/>
                  </a:cubicBezTo>
                  <a:cubicBezTo>
                    <a:pt x="336" y="380"/>
                    <a:pt x="337" y="383"/>
                    <a:pt x="339" y="386"/>
                  </a:cubicBezTo>
                  <a:cubicBezTo>
                    <a:pt x="342" y="391"/>
                    <a:pt x="345" y="397"/>
                    <a:pt x="350" y="401"/>
                  </a:cubicBezTo>
                  <a:cubicBezTo>
                    <a:pt x="354" y="406"/>
                    <a:pt x="358" y="411"/>
                    <a:pt x="363" y="415"/>
                  </a:cubicBezTo>
                  <a:cubicBezTo>
                    <a:pt x="366" y="417"/>
                    <a:pt x="369" y="418"/>
                    <a:pt x="371" y="420"/>
                  </a:cubicBezTo>
                  <a:cubicBezTo>
                    <a:pt x="374" y="421"/>
                    <a:pt x="374" y="421"/>
                    <a:pt x="374" y="421"/>
                  </a:cubicBezTo>
                  <a:cubicBezTo>
                    <a:pt x="374" y="422"/>
                    <a:pt x="374" y="422"/>
                    <a:pt x="374" y="422"/>
                  </a:cubicBezTo>
                  <a:cubicBezTo>
                    <a:pt x="374" y="422"/>
                    <a:pt x="374" y="422"/>
                    <a:pt x="374" y="423"/>
                  </a:cubicBezTo>
                  <a:cubicBezTo>
                    <a:pt x="372" y="428"/>
                    <a:pt x="372" y="428"/>
                    <a:pt x="372" y="428"/>
                  </a:cubicBezTo>
                  <a:cubicBezTo>
                    <a:pt x="366" y="440"/>
                    <a:pt x="366" y="440"/>
                    <a:pt x="366" y="440"/>
                  </a:cubicBezTo>
                  <a:cubicBezTo>
                    <a:pt x="363" y="448"/>
                    <a:pt x="360" y="456"/>
                    <a:pt x="356" y="464"/>
                  </a:cubicBezTo>
                  <a:cubicBezTo>
                    <a:pt x="350" y="480"/>
                    <a:pt x="344" y="495"/>
                    <a:pt x="338" y="511"/>
                  </a:cubicBezTo>
                  <a:cubicBezTo>
                    <a:pt x="330" y="534"/>
                    <a:pt x="322" y="557"/>
                    <a:pt x="315" y="580"/>
                  </a:cubicBezTo>
                  <a:cubicBezTo>
                    <a:pt x="314" y="585"/>
                    <a:pt x="312" y="591"/>
                    <a:pt x="310" y="597"/>
                  </a:cubicBezTo>
                  <a:cubicBezTo>
                    <a:pt x="308" y="606"/>
                    <a:pt x="308" y="606"/>
                    <a:pt x="308" y="606"/>
                  </a:cubicBezTo>
                  <a:cubicBezTo>
                    <a:pt x="307" y="608"/>
                    <a:pt x="307" y="608"/>
                    <a:pt x="307" y="608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7" y="609"/>
                    <a:pt x="307" y="609"/>
                    <a:pt x="307" y="609"/>
                  </a:cubicBezTo>
                  <a:cubicBezTo>
                    <a:pt x="306" y="609"/>
                    <a:pt x="306" y="609"/>
                    <a:pt x="306" y="609"/>
                  </a:cubicBezTo>
                  <a:cubicBezTo>
                    <a:pt x="304" y="609"/>
                    <a:pt x="304" y="609"/>
                    <a:pt x="304" y="609"/>
                  </a:cubicBezTo>
                  <a:cubicBezTo>
                    <a:pt x="295" y="609"/>
                    <a:pt x="295" y="609"/>
                    <a:pt x="295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6" y="609"/>
                    <a:pt x="286" y="609"/>
                    <a:pt x="286" y="609"/>
                  </a:cubicBezTo>
                  <a:cubicBezTo>
                    <a:pt x="280" y="587"/>
                    <a:pt x="280" y="587"/>
                    <a:pt x="280" y="587"/>
                  </a:cubicBezTo>
                  <a:cubicBezTo>
                    <a:pt x="277" y="579"/>
                    <a:pt x="275" y="571"/>
                    <a:pt x="272" y="563"/>
                  </a:cubicBezTo>
                  <a:cubicBezTo>
                    <a:pt x="267" y="547"/>
                    <a:pt x="262" y="531"/>
                    <a:pt x="256" y="515"/>
                  </a:cubicBezTo>
                  <a:cubicBezTo>
                    <a:pt x="246" y="484"/>
                    <a:pt x="234" y="454"/>
                    <a:pt x="222" y="429"/>
                  </a:cubicBezTo>
                  <a:cubicBezTo>
                    <a:pt x="217" y="418"/>
                    <a:pt x="214" y="411"/>
                    <a:pt x="211" y="408"/>
                  </a:cubicBezTo>
                  <a:cubicBezTo>
                    <a:pt x="210" y="406"/>
                    <a:pt x="210" y="405"/>
                    <a:pt x="209" y="405"/>
                  </a:cubicBezTo>
                  <a:cubicBezTo>
                    <a:pt x="212" y="404"/>
                    <a:pt x="215" y="402"/>
                    <a:pt x="220" y="400"/>
                  </a:cubicBezTo>
                  <a:cubicBezTo>
                    <a:pt x="223" y="398"/>
                    <a:pt x="226" y="395"/>
                    <a:pt x="229" y="393"/>
                  </a:cubicBezTo>
                  <a:cubicBezTo>
                    <a:pt x="232" y="391"/>
                    <a:pt x="234" y="389"/>
                    <a:pt x="234" y="389"/>
                  </a:cubicBezTo>
                  <a:cubicBezTo>
                    <a:pt x="237" y="388"/>
                    <a:pt x="236" y="389"/>
                    <a:pt x="235" y="391"/>
                  </a:cubicBezTo>
                  <a:cubicBezTo>
                    <a:pt x="240" y="387"/>
                    <a:pt x="244" y="383"/>
                    <a:pt x="248" y="379"/>
                  </a:cubicBezTo>
                  <a:close/>
                  <a:moveTo>
                    <a:pt x="318" y="622"/>
                  </a:moveTo>
                  <a:cubicBezTo>
                    <a:pt x="319" y="621"/>
                    <a:pt x="319" y="621"/>
                    <a:pt x="319" y="621"/>
                  </a:cubicBezTo>
                  <a:cubicBezTo>
                    <a:pt x="323" y="606"/>
                    <a:pt x="323" y="606"/>
                    <a:pt x="323" y="606"/>
                  </a:cubicBezTo>
                  <a:cubicBezTo>
                    <a:pt x="325" y="599"/>
                    <a:pt x="327" y="592"/>
                    <a:pt x="329" y="585"/>
                  </a:cubicBezTo>
                  <a:cubicBezTo>
                    <a:pt x="337" y="557"/>
                    <a:pt x="346" y="530"/>
                    <a:pt x="356" y="502"/>
                  </a:cubicBezTo>
                  <a:cubicBezTo>
                    <a:pt x="361" y="489"/>
                    <a:pt x="366" y="475"/>
                    <a:pt x="372" y="462"/>
                  </a:cubicBezTo>
                  <a:cubicBezTo>
                    <a:pt x="374" y="455"/>
                    <a:pt x="377" y="448"/>
                    <a:pt x="380" y="442"/>
                  </a:cubicBezTo>
                  <a:cubicBezTo>
                    <a:pt x="385" y="432"/>
                    <a:pt x="385" y="432"/>
                    <a:pt x="385" y="432"/>
                  </a:cubicBezTo>
                  <a:cubicBezTo>
                    <a:pt x="392" y="416"/>
                    <a:pt x="392" y="416"/>
                    <a:pt x="392" y="416"/>
                  </a:cubicBezTo>
                  <a:cubicBezTo>
                    <a:pt x="386" y="413"/>
                    <a:pt x="386" y="413"/>
                    <a:pt x="386" y="413"/>
                  </a:cubicBezTo>
                  <a:cubicBezTo>
                    <a:pt x="385" y="412"/>
                    <a:pt x="384" y="412"/>
                    <a:pt x="383" y="411"/>
                  </a:cubicBezTo>
                  <a:cubicBezTo>
                    <a:pt x="381" y="410"/>
                    <a:pt x="381" y="410"/>
                    <a:pt x="381" y="410"/>
                  </a:cubicBezTo>
                  <a:cubicBezTo>
                    <a:pt x="381" y="410"/>
                    <a:pt x="381" y="410"/>
                    <a:pt x="380" y="410"/>
                  </a:cubicBezTo>
                  <a:cubicBezTo>
                    <a:pt x="380" y="410"/>
                    <a:pt x="380" y="410"/>
                    <a:pt x="380" y="410"/>
                  </a:cubicBezTo>
                  <a:cubicBezTo>
                    <a:pt x="378" y="409"/>
                    <a:pt x="376" y="407"/>
                    <a:pt x="374" y="406"/>
                  </a:cubicBezTo>
                  <a:cubicBezTo>
                    <a:pt x="371" y="404"/>
                    <a:pt x="367" y="401"/>
                    <a:pt x="364" y="398"/>
                  </a:cubicBezTo>
                  <a:cubicBezTo>
                    <a:pt x="358" y="392"/>
                    <a:pt x="353" y="385"/>
                    <a:pt x="349" y="377"/>
                  </a:cubicBezTo>
                  <a:cubicBezTo>
                    <a:pt x="353" y="385"/>
                    <a:pt x="358" y="392"/>
                    <a:pt x="364" y="398"/>
                  </a:cubicBezTo>
                  <a:cubicBezTo>
                    <a:pt x="367" y="401"/>
                    <a:pt x="371" y="404"/>
                    <a:pt x="374" y="406"/>
                  </a:cubicBezTo>
                  <a:cubicBezTo>
                    <a:pt x="376" y="407"/>
                    <a:pt x="378" y="409"/>
                    <a:pt x="380" y="410"/>
                  </a:cubicBezTo>
                  <a:cubicBezTo>
                    <a:pt x="383" y="412"/>
                    <a:pt x="388" y="414"/>
                    <a:pt x="391" y="416"/>
                  </a:cubicBezTo>
                  <a:cubicBezTo>
                    <a:pt x="384" y="433"/>
                    <a:pt x="384" y="433"/>
                    <a:pt x="384" y="433"/>
                  </a:cubicBezTo>
                  <a:cubicBezTo>
                    <a:pt x="379" y="445"/>
                    <a:pt x="379" y="445"/>
                    <a:pt x="379" y="445"/>
                  </a:cubicBezTo>
                  <a:cubicBezTo>
                    <a:pt x="375" y="452"/>
                    <a:pt x="372" y="460"/>
                    <a:pt x="369" y="468"/>
                  </a:cubicBezTo>
                  <a:cubicBezTo>
                    <a:pt x="363" y="483"/>
                    <a:pt x="357" y="499"/>
                    <a:pt x="351" y="515"/>
                  </a:cubicBezTo>
                  <a:cubicBezTo>
                    <a:pt x="340" y="546"/>
                    <a:pt x="330" y="578"/>
                    <a:pt x="321" y="612"/>
                  </a:cubicBezTo>
                  <a:cubicBezTo>
                    <a:pt x="321" y="611"/>
                    <a:pt x="321" y="609"/>
                    <a:pt x="320" y="612"/>
                  </a:cubicBezTo>
                  <a:cubicBezTo>
                    <a:pt x="329" y="579"/>
                    <a:pt x="339" y="546"/>
                    <a:pt x="350" y="515"/>
                  </a:cubicBezTo>
                  <a:cubicBezTo>
                    <a:pt x="356" y="499"/>
                    <a:pt x="362" y="483"/>
                    <a:pt x="368" y="468"/>
                  </a:cubicBezTo>
                  <a:cubicBezTo>
                    <a:pt x="371" y="460"/>
                    <a:pt x="375" y="452"/>
                    <a:pt x="378" y="444"/>
                  </a:cubicBezTo>
                  <a:cubicBezTo>
                    <a:pt x="383" y="433"/>
                    <a:pt x="383" y="433"/>
                    <a:pt x="383" y="433"/>
                  </a:cubicBezTo>
                  <a:cubicBezTo>
                    <a:pt x="391" y="416"/>
                    <a:pt x="391" y="416"/>
                    <a:pt x="391" y="416"/>
                  </a:cubicBezTo>
                  <a:cubicBezTo>
                    <a:pt x="384" y="413"/>
                    <a:pt x="384" y="413"/>
                    <a:pt x="384" y="413"/>
                  </a:cubicBezTo>
                  <a:cubicBezTo>
                    <a:pt x="383" y="413"/>
                    <a:pt x="383" y="412"/>
                    <a:pt x="382" y="412"/>
                  </a:cubicBezTo>
                  <a:cubicBezTo>
                    <a:pt x="380" y="411"/>
                    <a:pt x="380" y="411"/>
                    <a:pt x="380" y="411"/>
                  </a:cubicBezTo>
                  <a:cubicBezTo>
                    <a:pt x="379" y="410"/>
                    <a:pt x="379" y="410"/>
                    <a:pt x="379" y="410"/>
                  </a:cubicBezTo>
                  <a:cubicBezTo>
                    <a:pt x="377" y="409"/>
                    <a:pt x="375" y="408"/>
                    <a:pt x="373" y="406"/>
                  </a:cubicBezTo>
                  <a:cubicBezTo>
                    <a:pt x="369" y="404"/>
                    <a:pt x="366" y="401"/>
                    <a:pt x="363" y="397"/>
                  </a:cubicBezTo>
                  <a:cubicBezTo>
                    <a:pt x="356" y="391"/>
                    <a:pt x="350" y="383"/>
                    <a:pt x="346" y="374"/>
                  </a:cubicBezTo>
                  <a:cubicBezTo>
                    <a:pt x="347" y="374"/>
                    <a:pt x="347" y="374"/>
                    <a:pt x="347" y="374"/>
                  </a:cubicBezTo>
                  <a:cubicBezTo>
                    <a:pt x="347" y="373"/>
                    <a:pt x="346" y="372"/>
                    <a:pt x="346" y="372"/>
                  </a:cubicBezTo>
                  <a:cubicBezTo>
                    <a:pt x="346" y="371"/>
                    <a:pt x="346" y="371"/>
                    <a:pt x="346" y="371"/>
                  </a:cubicBezTo>
                  <a:cubicBezTo>
                    <a:pt x="345" y="371"/>
                    <a:pt x="345" y="371"/>
                    <a:pt x="345" y="371"/>
                  </a:cubicBezTo>
                  <a:cubicBezTo>
                    <a:pt x="345" y="370"/>
                    <a:pt x="345" y="370"/>
                    <a:pt x="345" y="370"/>
                  </a:cubicBezTo>
                  <a:cubicBezTo>
                    <a:pt x="344" y="368"/>
                    <a:pt x="344" y="368"/>
                    <a:pt x="344" y="368"/>
                  </a:cubicBezTo>
                  <a:cubicBezTo>
                    <a:pt x="343" y="364"/>
                    <a:pt x="342" y="361"/>
                    <a:pt x="340" y="358"/>
                  </a:cubicBezTo>
                  <a:cubicBezTo>
                    <a:pt x="337" y="359"/>
                    <a:pt x="334" y="360"/>
                    <a:pt x="331" y="361"/>
                  </a:cubicBezTo>
                  <a:cubicBezTo>
                    <a:pt x="330" y="362"/>
                    <a:pt x="330" y="362"/>
                    <a:pt x="329" y="362"/>
                  </a:cubicBezTo>
                  <a:cubicBezTo>
                    <a:pt x="327" y="363"/>
                    <a:pt x="327" y="363"/>
                    <a:pt x="327" y="363"/>
                  </a:cubicBezTo>
                  <a:cubicBezTo>
                    <a:pt x="325" y="363"/>
                    <a:pt x="325" y="363"/>
                    <a:pt x="325" y="363"/>
                  </a:cubicBezTo>
                  <a:cubicBezTo>
                    <a:pt x="322" y="364"/>
                    <a:pt x="319" y="365"/>
                    <a:pt x="316" y="365"/>
                  </a:cubicBezTo>
                  <a:cubicBezTo>
                    <a:pt x="310" y="366"/>
                    <a:pt x="304" y="367"/>
                    <a:pt x="297" y="367"/>
                  </a:cubicBezTo>
                  <a:cubicBezTo>
                    <a:pt x="291" y="366"/>
                    <a:pt x="285" y="365"/>
                    <a:pt x="279" y="364"/>
                  </a:cubicBezTo>
                  <a:cubicBezTo>
                    <a:pt x="276" y="363"/>
                    <a:pt x="273" y="362"/>
                    <a:pt x="270" y="361"/>
                  </a:cubicBezTo>
                  <a:cubicBezTo>
                    <a:pt x="269" y="361"/>
                    <a:pt x="269" y="361"/>
                    <a:pt x="268" y="360"/>
                  </a:cubicBezTo>
                  <a:cubicBezTo>
                    <a:pt x="267" y="360"/>
                    <a:pt x="267" y="360"/>
                    <a:pt x="267" y="360"/>
                  </a:cubicBezTo>
                  <a:cubicBezTo>
                    <a:pt x="266" y="360"/>
                    <a:pt x="266" y="360"/>
                    <a:pt x="266" y="360"/>
                  </a:cubicBezTo>
                  <a:cubicBezTo>
                    <a:pt x="265" y="359"/>
                    <a:pt x="265" y="359"/>
                    <a:pt x="265" y="359"/>
                  </a:cubicBezTo>
                  <a:cubicBezTo>
                    <a:pt x="263" y="358"/>
                    <a:pt x="263" y="358"/>
                    <a:pt x="263" y="358"/>
                  </a:cubicBezTo>
                  <a:cubicBezTo>
                    <a:pt x="261" y="357"/>
                    <a:pt x="261" y="357"/>
                    <a:pt x="261" y="357"/>
                  </a:cubicBezTo>
                  <a:cubicBezTo>
                    <a:pt x="256" y="354"/>
                    <a:pt x="256" y="354"/>
                    <a:pt x="256" y="354"/>
                  </a:cubicBezTo>
                  <a:cubicBezTo>
                    <a:pt x="251" y="361"/>
                    <a:pt x="251" y="361"/>
                    <a:pt x="251" y="361"/>
                  </a:cubicBezTo>
                  <a:cubicBezTo>
                    <a:pt x="248" y="364"/>
                    <a:pt x="248" y="364"/>
                    <a:pt x="248" y="364"/>
                  </a:cubicBezTo>
                  <a:cubicBezTo>
                    <a:pt x="246" y="366"/>
                    <a:pt x="246" y="366"/>
                    <a:pt x="246" y="366"/>
                  </a:cubicBezTo>
                  <a:cubicBezTo>
                    <a:pt x="243" y="369"/>
                    <a:pt x="243" y="369"/>
                    <a:pt x="243" y="369"/>
                  </a:cubicBezTo>
                  <a:cubicBezTo>
                    <a:pt x="241" y="371"/>
                    <a:pt x="239" y="373"/>
                    <a:pt x="237" y="375"/>
                  </a:cubicBezTo>
                  <a:cubicBezTo>
                    <a:pt x="233" y="379"/>
                    <a:pt x="230" y="383"/>
                    <a:pt x="226" y="386"/>
                  </a:cubicBezTo>
                  <a:cubicBezTo>
                    <a:pt x="231" y="383"/>
                    <a:pt x="236" y="378"/>
                    <a:pt x="241" y="374"/>
                  </a:cubicBezTo>
                  <a:cubicBezTo>
                    <a:pt x="243" y="372"/>
                    <a:pt x="245" y="370"/>
                    <a:pt x="247" y="367"/>
                  </a:cubicBezTo>
                  <a:cubicBezTo>
                    <a:pt x="249" y="366"/>
                    <a:pt x="249" y="366"/>
                    <a:pt x="249" y="366"/>
                  </a:cubicBezTo>
                  <a:cubicBezTo>
                    <a:pt x="250" y="365"/>
                    <a:pt x="250" y="365"/>
                    <a:pt x="250" y="365"/>
                  </a:cubicBezTo>
                  <a:cubicBezTo>
                    <a:pt x="251" y="363"/>
                    <a:pt x="251" y="363"/>
                    <a:pt x="251" y="363"/>
                  </a:cubicBezTo>
                  <a:cubicBezTo>
                    <a:pt x="257" y="357"/>
                    <a:pt x="257" y="357"/>
                    <a:pt x="257" y="357"/>
                  </a:cubicBezTo>
                  <a:cubicBezTo>
                    <a:pt x="261" y="359"/>
                    <a:pt x="261" y="359"/>
                    <a:pt x="261" y="359"/>
                  </a:cubicBezTo>
                  <a:cubicBezTo>
                    <a:pt x="263" y="360"/>
                    <a:pt x="263" y="360"/>
                    <a:pt x="263" y="360"/>
                  </a:cubicBezTo>
                  <a:cubicBezTo>
                    <a:pt x="264" y="361"/>
                    <a:pt x="264" y="361"/>
                    <a:pt x="264" y="361"/>
                  </a:cubicBezTo>
                  <a:cubicBezTo>
                    <a:pt x="266" y="362"/>
                    <a:pt x="266" y="362"/>
                    <a:pt x="267" y="362"/>
                  </a:cubicBezTo>
                  <a:cubicBezTo>
                    <a:pt x="269" y="363"/>
                    <a:pt x="269" y="363"/>
                    <a:pt x="269" y="363"/>
                  </a:cubicBezTo>
                  <a:cubicBezTo>
                    <a:pt x="272" y="364"/>
                    <a:pt x="275" y="365"/>
                    <a:pt x="278" y="366"/>
                  </a:cubicBezTo>
                  <a:cubicBezTo>
                    <a:pt x="284" y="367"/>
                    <a:pt x="291" y="368"/>
                    <a:pt x="297" y="369"/>
                  </a:cubicBezTo>
                  <a:cubicBezTo>
                    <a:pt x="303" y="369"/>
                    <a:pt x="310" y="369"/>
                    <a:pt x="316" y="368"/>
                  </a:cubicBezTo>
                  <a:cubicBezTo>
                    <a:pt x="319" y="367"/>
                    <a:pt x="322" y="367"/>
                    <a:pt x="325" y="366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9" y="365"/>
                    <a:pt x="329" y="365"/>
                    <a:pt x="329" y="365"/>
                  </a:cubicBezTo>
                  <a:cubicBezTo>
                    <a:pt x="330" y="364"/>
                    <a:pt x="331" y="364"/>
                    <a:pt x="331" y="364"/>
                  </a:cubicBezTo>
                  <a:cubicBezTo>
                    <a:pt x="334" y="363"/>
                    <a:pt x="336" y="362"/>
                    <a:pt x="339" y="361"/>
                  </a:cubicBezTo>
                  <a:cubicBezTo>
                    <a:pt x="342" y="368"/>
                    <a:pt x="342" y="368"/>
                    <a:pt x="342" y="368"/>
                  </a:cubicBezTo>
                  <a:cubicBezTo>
                    <a:pt x="342" y="369"/>
                    <a:pt x="342" y="370"/>
                    <a:pt x="343" y="371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4" y="373"/>
                    <a:pt x="344" y="373"/>
                    <a:pt x="344" y="373"/>
                  </a:cubicBezTo>
                  <a:cubicBezTo>
                    <a:pt x="345" y="376"/>
                    <a:pt x="346" y="378"/>
                    <a:pt x="348" y="381"/>
                  </a:cubicBezTo>
                  <a:cubicBezTo>
                    <a:pt x="351" y="386"/>
                    <a:pt x="354" y="390"/>
                    <a:pt x="358" y="394"/>
                  </a:cubicBezTo>
                  <a:cubicBezTo>
                    <a:pt x="361" y="399"/>
                    <a:pt x="366" y="403"/>
                    <a:pt x="370" y="406"/>
                  </a:cubicBezTo>
                  <a:cubicBezTo>
                    <a:pt x="372" y="408"/>
                    <a:pt x="375" y="409"/>
                    <a:pt x="377" y="411"/>
                  </a:cubicBezTo>
                  <a:cubicBezTo>
                    <a:pt x="378" y="411"/>
                    <a:pt x="378" y="411"/>
                    <a:pt x="378" y="411"/>
                  </a:cubicBezTo>
                  <a:cubicBezTo>
                    <a:pt x="379" y="412"/>
                    <a:pt x="379" y="412"/>
                    <a:pt x="379" y="412"/>
                  </a:cubicBezTo>
                  <a:cubicBezTo>
                    <a:pt x="380" y="413"/>
                    <a:pt x="381" y="413"/>
                    <a:pt x="382" y="414"/>
                  </a:cubicBezTo>
                  <a:cubicBezTo>
                    <a:pt x="384" y="415"/>
                    <a:pt x="386" y="416"/>
                    <a:pt x="388" y="417"/>
                  </a:cubicBezTo>
                  <a:cubicBezTo>
                    <a:pt x="381" y="433"/>
                    <a:pt x="381" y="433"/>
                    <a:pt x="381" y="433"/>
                  </a:cubicBezTo>
                  <a:cubicBezTo>
                    <a:pt x="376" y="445"/>
                    <a:pt x="376" y="445"/>
                    <a:pt x="376" y="445"/>
                  </a:cubicBezTo>
                  <a:cubicBezTo>
                    <a:pt x="372" y="454"/>
                    <a:pt x="369" y="462"/>
                    <a:pt x="365" y="471"/>
                  </a:cubicBezTo>
                  <a:cubicBezTo>
                    <a:pt x="359" y="488"/>
                    <a:pt x="352" y="504"/>
                    <a:pt x="346" y="521"/>
                  </a:cubicBezTo>
                  <a:cubicBezTo>
                    <a:pt x="352" y="505"/>
                    <a:pt x="358" y="488"/>
                    <a:pt x="365" y="471"/>
                  </a:cubicBezTo>
                  <a:cubicBezTo>
                    <a:pt x="368" y="462"/>
                    <a:pt x="372" y="454"/>
                    <a:pt x="375" y="445"/>
                  </a:cubicBezTo>
                  <a:cubicBezTo>
                    <a:pt x="377" y="441"/>
                    <a:pt x="379" y="437"/>
                    <a:pt x="381" y="433"/>
                  </a:cubicBezTo>
                  <a:cubicBezTo>
                    <a:pt x="388" y="417"/>
                    <a:pt x="388" y="417"/>
                    <a:pt x="388" y="417"/>
                  </a:cubicBezTo>
                  <a:cubicBezTo>
                    <a:pt x="385" y="416"/>
                    <a:pt x="382" y="414"/>
                    <a:pt x="380" y="413"/>
                  </a:cubicBezTo>
                  <a:cubicBezTo>
                    <a:pt x="380" y="413"/>
                    <a:pt x="379" y="413"/>
                    <a:pt x="379" y="412"/>
                  </a:cubicBezTo>
                  <a:cubicBezTo>
                    <a:pt x="378" y="412"/>
                    <a:pt x="378" y="412"/>
                    <a:pt x="378" y="412"/>
                  </a:cubicBezTo>
                  <a:cubicBezTo>
                    <a:pt x="377" y="411"/>
                    <a:pt x="377" y="411"/>
                    <a:pt x="377" y="411"/>
                  </a:cubicBezTo>
                  <a:cubicBezTo>
                    <a:pt x="376" y="411"/>
                    <a:pt x="375" y="410"/>
                    <a:pt x="375" y="410"/>
                  </a:cubicBezTo>
                  <a:cubicBezTo>
                    <a:pt x="372" y="408"/>
                    <a:pt x="369" y="406"/>
                    <a:pt x="366" y="403"/>
                  </a:cubicBezTo>
                  <a:cubicBezTo>
                    <a:pt x="360" y="398"/>
                    <a:pt x="355" y="392"/>
                    <a:pt x="351" y="386"/>
                  </a:cubicBezTo>
                  <a:cubicBezTo>
                    <a:pt x="349" y="382"/>
                    <a:pt x="347" y="379"/>
                    <a:pt x="345" y="376"/>
                  </a:cubicBezTo>
                  <a:cubicBezTo>
                    <a:pt x="345" y="375"/>
                    <a:pt x="344" y="374"/>
                    <a:pt x="344" y="373"/>
                  </a:cubicBezTo>
                  <a:cubicBezTo>
                    <a:pt x="343" y="372"/>
                    <a:pt x="343" y="372"/>
                    <a:pt x="343" y="372"/>
                  </a:cubicBezTo>
                  <a:cubicBezTo>
                    <a:pt x="342" y="370"/>
                    <a:pt x="342" y="370"/>
                    <a:pt x="342" y="370"/>
                  </a:cubicBezTo>
                  <a:cubicBezTo>
                    <a:pt x="341" y="367"/>
                    <a:pt x="340" y="364"/>
                    <a:pt x="339" y="361"/>
                  </a:cubicBezTo>
                  <a:cubicBezTo>
                    <a:pt x="336" y="362"/>
                    <a:pt x="334" y="363"/>
                    <a:pt x="331" y="364"/>
                  </a:cubicBezTo>
                  <a:cubicBezTo>
                    <a:pt x="330" y="364"/>
                    <a:pt x="330" y="365"/>
                    <a:pt x="329" y="365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5" y="366"/>
                    <a:pt x="325" y="366"/>
                    <a:pt x="325" y="366"/>
                  </a:cubicBezTo>
                  <a:cubicBezTo>
                    <a:pt x="322" y="367"/>
                    <a:pt x="319" y="368"/>
                    <a:pt x="316" y="368"/>
                  </a:cubicBezTo>
                  <a:cubicBezTo>
                    <a:pt x="309" y="369"/>
                    <a:pt x="303" y="369"/>
                    <a:pt x="297" y="369"/>
                  </a:cubicBezTo>
                  <a:cubicBezTo>
                    <a:pt x="290" y="369"/>
                    <a:pt x="284" y="368"/>
                    <a:pt x="278" y="366"/>
                  </a:cubicBezTo>
                  <a:cubicBezTo>
                    <a:pt x="275" y="366"/>
                    <a:pt x="272" y="365"/>
                    <a:pt x="269" y="364"/>
                  </a:cubicBezTo>
                  <a:cubicBezTo>
                    <a:pt x="268" y="363"/>
                    <a:pt x="267" y="363"/>
                    <a:pt x="267" y="363"/>
                  </a:cubicBezTo>
                  <a:cubicBezTo>
                    <a:pt x="266" y="362"/>
                    <a:pt x="266" y="362"/>
                    <a:pt x="264" y="362"/>
                  </a:cubicBezTo>
                  <a:cubicBezTo>
                    <a:pt x="262" y="361"/>
                    <a:pt x="262" y="361"/>
                    <a:pt x="262" y="361"/>
                  </a:cubicBezTo>
                  <a:cubicBezTo>
                    <a:pt x="261" y="360"/>
                    <a:pt x="261" y="360"/>
                    <a:pt x="261" y="360"/>
                  </a:cubicBezTo>
                  <a:cubicBezTo>
                    <a:pt x="257" y="358"/>
                    <a:pt x="257" y="358"/>
                    <a:pt x="257" y="358"/>
                  </a:cubicBezTo>
                  <a:cubicBezTo>
                    <a:pt x="252" y="364"/>
                    <a:pt x="252" y="364"/>
                    <a:pt x="252" y="364"/>
                  </a:cubicBezTo>
                  <a:cubicBezTo>
                    <a:pt x="250" y="366"/>
                    <a:pt x="250" y="366"/>
                    <a:pt x="250" y="366"/>
                  </a:cubicBezTo>
                  <a:cubicBezTo>
                    <a:pt x="248" y="368"/>
                    <a:pt x="248" y="368"/>
                    <a:pt x="248" y="368"/>
                  </a:cubicBezTo>
                  <a:cubicBezTo>
                    <a:pt x="246" y="370"/>
                    <a:pt x="244" y="372"/>
                    <a:pt x="241" y="375"/>
                  </a:cubicBezTo>
                  <a:cubicBezTo>
                    <a:pt x="237" y="379"/>
                    <a:pt x="232" y="383"/>
                    <a:pt x="227" y="387"/>
                  </a:cubicBezTo>
                  <a:cubicBezTo>
                    <a:pt x="225" y="389"/>
                    <a:pt x="222" y="391"/>
                    <a:pt x="220" y="392"/>
                  </a:cubicBezTo>
                  <a:cubicBezTo>
                    <a:pt x="217" y="395"/>
                    <a:pt x="215" y="397"/>
                    <a:pt x="212" y="398"/>
                  </a:cubicBezTo>
                  <a:cubicBezTo>
                    <a:pt x="208" y="402"/>
                    <a:pt x="204" y="405"/>
                    <a:pt x="204" y="406"/>
                  </a:cubicBezTo>
                  <a:cubicBezTo>
                    <a:pt x="205" y="406"/>
                    <a:pt x="206" y="406"/>
                    <a:pt x="208" y="405"/>
                  </a:cubicBezTo>
                  <a:cubicBezTo>
                    <a:pt x="208" y="405"/>
                    <a:pt x="208" y="406"/>
                    <a:pt x="208" y="406"/>
                  </a:cubicBezTo>
                  <a:cubicBezTo>
                    <a:pt x="209" y="411"/>
                    <a:pt x="214" y="426"/>
                    <a:pt x="223" y="449"/>
                  </a:cubicBezTo>
                  <a:cubicBezTo>
                    <a:pt x="222" y="449"/>
                    <a:pt x="222" y="449"/>
                    <a:pt x="222" y="449"/>
                  </a:cubicBezTo>
                  <a:cubicBezTo>
                    <a:pt x="217" y="438"/>
                    <a:pt x="214" y="431"/>
                    <a:pt x="212" y="427"/>
                  </a:cubicBezTo>
                  <a:cubicBezTo>
                    <a:pt x="210" y="423"/>
                    <a:pt x="209" y="422"/>
                    <a:pt x="209" y="422"/>
                  </a:cubicBezTo>
                  <a:cubicBezTo>
                    <a:pt x="207" y="421"/>
                    <a:pt x="208" y="426"/>
                    <a:pt x="206" y="423"/>
                  </a:cubicBezTo>
                  <a:cubicBezTo>
                    <a:pt x="216" y="445"/>
                    <a:pt x="225" y="467"/>
                    <a:pt x="232" y="490"/>
                  </a:cubicBezTo>
                  <a:cubicBezTo>
                    <a:pt x="234" y="496"/>
                    <a:pt x="238" y="507"/>
                    <a:pt x="240" y="513"/>
                  </a:cubicBezTo>
                  <a:cubicBezTo>
                    <a:pt x="251" y="541"/>
                    <a:pt x="260" y="569"/>
                    <a:pt x="268" y="598"/>
                  </a:cubicBezTo>
                  <a:cubicBezTo>
                    <a:pt x="271" y="608"/>
                    <a:pt x="271" y="608"/>
                    <a:pt x="271" y="608"/>
                  </a:cubicBezTo>
                  <a:cubicBezTo>
                    <a:pt x="273" y="614"/>
                    <a:pt x="273" y="614"/>
                    <a:pt x="273" y="614"/>
                  </a:cubicBezTo>
                  <a:cubicBezTo>
                    <a:pt x="274" y="619"/>
                    <a:pt x="274" y="619"/>
                    <a:pt x="274" y="619"/>
                  </a:cubicBezTo>
                  <a:cubicBezTo>
                    <a:pt x="275" y="622"/>
                    <a:pt x="275" y="622"/>
                    <a:pt x="275" y="622"/>
                  </a:cubicBezTo>
                  <a:cubicBezTo>
                    <a:pt x="268" y="622"/>
                    <a:pt x="268" y="622"/>
                    <a:pt x="268" y="622"/>
                  </a:cubicBezTo>
                  <a:cubicBezTo>
                    <a:pt x="268" y="621"/>
                    <a:pt x="268" y="621"/>
                    <a:pt x="268" y="621"/>
                  </a:cubicBezTo>
                  <a:cubicBezTo>
                    <a:pt x="263" y="604"/>
                    <a:pt x="263" y="604"/>
                    <a:pt x="263" y="604"/>
                  </a:cubicBezTo>
                  <a:cubicBezTo>
                    <a:pt x="261" y="595"/>
                    <a:pt x="261" y="595"/>
                    <a:pt x="261" y="595"/>
                  </a:cubicBezTo>
                  <a:cubicBezTo>
                    <a:pt x="257" y="582"/>
                    <a:pt x="253" y="570"/>
                    <a:pt x="249" y="557"/>
                  </a:cubicBezTo>
                  <a:cubicBezTo>
                    <a:pt x="241" y="532"/>
                    <a:pt x="232" y="507"/>
                    <a:pt x="223" y="483"/>
                  </a:cubicBezTo>
                  <a:cubicBezTo>
                    <a:pt x="218" y="471"/>
                    <a:pt x="213" y="459"/>
                    <a:pt x="208" y="447"/>
                  </a:cubicBezTo>
                  <a:cubicBezTo>
                    <a:pt x="206" y="441"/>
                    <a:pt x="203" y="435"/>
                    <a:pt x="201" y="42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0" y="406"/>
                    <a:pt x="190" y="406"/>
                    <a:pt x="190" y="406"/>
                  </a:cubicBezTo>
                  <a:cubicBezTo>
                    <a:pt x="185" y="407"/>
                    <a:pt x="185" y="407"/>
                    <a:pt x="185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1" y="408"/>
                    <a:pt x="181" y="408"/>
                  </a:cubicBezTo>
                  <a:cubicBezTo>
                    <a:pt x="180" y="408"/>
                    <a:pt x="180" y="408"/>
                    <a:pt x="180" y="408"/>
                  </a:cubicBezTo>
                  <a:cubicBezTo>
                    <a:pt x="178" y="408"/>
                    <a:pt x="177" y="408"/>
                    <a:pt x="175" y="408"/>
                  </a:cubicBezTo>
                  <a:cubicBezTo>
                    <a:pt x="172" y="408"/>
                    <a:pt x="169" y="407"/>
                    <a:pt x="166" y="407"/>
                  </a:cubicBezTo>
                  <a:cubicBezTo>
                    <a:pt x="159" y="405"/>
                    <a:pt x="154" y="402"/>
                    <a:pt x="149" y="397"/>
                  </a:cubicBezTo>
                  <a:cubicBezTo>
                    <a:pt x="144" y="393"/>
                    <a:pt x="140" y="388"/>
                    <a:pt x="138" y="382"/>
                  </a:cubicBezTo>
                  <a:cubicBezTo>
                    <a:pt x="136" y="376"/>
                    <a:pt x="136" y="370"/>
                    <a:pt x="138" y="366"/>
                  </a:cubicBezTo>
                  <a:cubicBezTo>
                    <a:pt x="139" y="364"/>
                    <a:pt x="141" y="362"/>
                    <a:pt x="143" y="360"/>
                  </a:cubicBezTo>
                  <a:cubicBezTo>
                    <a:pt x="145" y="358"/>
                    <a:pt x="148" y="357"/>
                    <a:pt x="151" y="356"/>
                  </a:cubicBezTo>
                  <a:cubicBezTo>
                    <a:pt x="156" y="355"/>
                    <a:pt x="162" y="356"/>
                    <a:pt x="167" y="359"/>
                  </a:cubicBezTo>
                  <a:cubicBezTo>
                    <a:pt x="172" y="362"/>
                    <a:pt x="177" y="367"/>
                    <a:pt x="180" y="373"/>
                  </a:cubicBezTo>
                  <a:cubicBezTo>
                    <a:pt x="181" y="374"/>
                    <a:pt x="182" y="375"/>
                    <a:pt x="183" y="377"/>
                  </a:cubicBezTo>
                  <a:cubicBezTo>
                    <a:pt x="185" y="382"/>
                    <a:pt x="185" y="382"/>
                    <a:pt x="185" y="382"/>
                  </a:cubicBezTo>
                  <a:cubicBezTo>
                    <a:pt x="193" y="398"/>
                    <a:pt x="193" y="398"/>
                    <a:pt x="193" y="398"/>
                  </a:cubicBezTo>
                  <a:cubicBezTo>
                    <a:pt x="195" y="397"/>
                    <a:pt x="197" y="396"/>
                    <a:pt x="200" y="395"/>
                  </a:cubicBezTo>
                  <a:cubicBezTo>
                    <a:pt x="201" y="394"/>
                    <a:pt x="202" y="394"/>
                    <a:pt x="203" y="393"/>
                  </a:cubicBezTo>
                  <a:cubicBezTo>
                    <a:pt x="204" y="393"/>
                    <a:pt x="205" y="392"/>
                    <a:pt x="206" y="392"/>
                  </a:cubicBezTo>
                  <a:cubicBezTo>
                    <a:pt x="207" y="391"/>
                    <a:pt x="207" y="391"/>
                    <a:pt x="207" y="391"/>
                  </a:cubicBezTo>
                  <a:cubicBezTo>
                    <a:pt x="208" y="390"/>
                    <a:pt x="208" y="390"/>
                    <a:pt x="208" y="390"/>
                  </a:cubicBezTo>
                  <a:cubicBezTo>
                    <a:pt x="210" y="389"/>
                    <a:pt x="210" y="389"/>
                    <a:pt x="210" y="389"/>
                  </a:cubicBezTo>
                  <a:cubicBezTo>
                    <a:pt x="211" y="388"/>
                    <a:pt x="212" y="388"/>
                    <a:pt x="213" y="387"/>
                  </a:cubicBezTo>
                  <a:cubicBezTo>
                    <a:pt x="218" y="384"/>
                    <a:pt x="222" y="381"/>
                    <a:pt x="226" y="378"/>
                  </a:cubicBezTo>
                  <a:cubicBezTo>
                    <a:pt x="230" y="374"/>
                    <a:pt x="234" y="371"/>
                    <a:pt x="238" y="367"/>
                  </a:cubicBezTo>
                  <a:cubicBezTo>
                    <a:pt x="240" y="365"/>
                    <a:pt x="242" y="363"/>
                    <a:pt x="243" y="361"/>
                  </a:cubicBezTo>
                  <a:cubicBezTo>
                    <a:pt x="244" y="360"/>
                    <a:pt x="244" y="360"/>
                    <a:pt x="244" y="360"/>
                  </a:cubicBezTo>
                  <a:cubicBezTo>
                    <a:pt x="245" y="359"/>
                    <a:pt x="245" y="359"/>
                    <a:pt x="245" y="359"/>
                  </a:cubicBezTo>
                  <a:cubicBezTo>
                    <a:pt x="246" y="358"/>
                    <a:pt x="246" y="358"/>
                    <a:pt x="247" y="357"/>
                  </a:cubicBezTo>
                  <a:cubicBezTo>
                    <a:pt x="249" y="355"/>
                    <a:pt x="250" y="353"/>
                    <a:pt x="252" y="351"/>
                  </a:cubicBezTo>
                  <a:cubicBezTo>
                    <a:pt x="250" y="349"/>
                    <a:pt x="249" y="347"/>
                    <a:pt x="248" y="345"/>
                  </a:cubicBezTo>
                  <a:cubicBezTo>
                    <a:pt x="247" y="344"/>
                    <a:pt x="247" y="344"/>
                    <a:pt x="247" y="344"/>
                  </a:cubicBezTo>
                  <a:cubicBezTo>
                    <a:pt x="247" y="344"/>
                    <a:pt x="246" y="343"/>
                    <a:pt x="246" y="343"/>
                  </a:cubicBezTo>
                  <a:cubicBezTo>
                    <a:pt x="246" y="343"/>
                    <a:pt x="246" y="343"/>
                    <a:pt x="246" y="343"/>
                  </a:cubicBezTo>
                  <a:cubicBezTo>
                    <a:pt x="246" y="342"/>
                    <a:pt x="246" y="342"/>
                    <a:pt x="245" y="341"/>
                  </a:cubicBezTo>
                  <a:cubicBezTo>
                    <a:pt x="245" y="340"/>
                    <a:pt x="244" y="338"/>
                    <a:pt x="243" y="336"/>
                  </a:cubicBezTo>
                  <a:cubicBezTo>
                    <a:pt x="243" y="335"/>
                    <a:pt x="243" y="334"/>
                    <a:pt x="243" y="333"/>
                  </a:cubicBezTo>
                  <a:cubicBezTo>
                    <a:pt x="243" y="332"/>
                    <a:pt x="243" y="332"/>
                    <a:pt x="242" y="331"/>
                  </a:cubicBezTo>
                  <a:cubicBezTo>
                    <a:pt x="242" y="331"/>
                    <a:pt x="242" y="330"/>
                    <a:pt x="242" y="330"/>
                  </a:cubicBezTo>
                  <a:cubicBezTo>
                    <a:pt x="242" y="328"/>
                    <a:pt x="242" y="326"/>
                    <a:pt x="243" y="324"/>
                  </a:cubicBezTo>
                  <a:cubicBezTo>
                    <a:pt x="244" y="315"/>
                    <a:pt x="247" y="306"/>
                    <a:pt x="252" y="299"/>
                  </a:cubicBezTo>
                  <a:cubicBezTo>
                    <a:pt x="254" y="296"/>
                    <a:pt x="257" y="293"/>
                    <a:pt x="260" y="291"/>
                  </a:cubicBezTo>
                  <a:cubicBezTo>
                    <a:pt x="263" y="289"/>
                    <a:pt x="267" y="288"/>
                    <a:pt x="270" y="288"/>
                  </a:cubicBezTo>
                  <a:cubicBezTo>
                    <a:pt x="274" y="288"/>
                    <a:pt x="277" y="290"/>
                    <a:pt x="280" y="292"/>
                  </a:cubicBezTo>
                  <a:cubicBezTo>
                    <a:pt x="283" y="294"/>
                    <a:pt x="286" y="297"/>
                    <a:pt x="287" y="300"/>
                  </a:cubicBezTo>
                  <a:cubicBezTo>
                    <a:pt x="288" y="304"/>
                    <a:pt x="288" y="307"/>
                    <a:pt x="287" y="311"/>
                  </a:cubicBezTo>
                  <a:cubicBezTo>
                    <a:pt x="287" y="315"/>
                    <a:pt x="285" y="319"/>
                    <a:pt x="283" y="323"/>
                  </a:cubicBezTo>
                  <a:cubicBezTo>
                    <a:pt x="280" y="327"/>
                    <a:pt x="278" y="330"/>
                    <a:pt x="275" y="334"/>
                  </a:cubicBezTo>
                  <a:cubicBezTo>
                    <a:pt x="274" y="336"/>
                    <a:pt x="274" y="336"/>
                    <a:pt x="274" y="336"/>
                  </a:cubicBezTo>
                  <a:cubicBezTo>
                    <a:pt x="272" y="338"/>
                    <a:pt x="272" y="338"/>
                    <a:pt x="272" y="338"/>
                  </a:cubicBezTo>
                  <a:cubicBezTo>
                    <a:pt x="267" y="344"/>
                    <a:pt x="267" y="344"/>
                    <a:pt x="267" y="344"/>
                  </a:cubicBezTo>
                  <a:cubicBezTo>
                    <a:pt x="266" y="346"/>
                    <a:pt x="265" y="347"/>
                    <a:pt x="265" y="349"/>
                  </a:cubicBezTo>
                  <a:cubicBezTo>
                    <a:pt x="265" y="349"/>
                    <a:pt x="265" y="350"/>
                    <a:pt x="265" y="350"/>
                  </a:cubicBezTo>
                  <a:cubicBezTo>
                    <a:pt x="265" y="351"/>
                    <a:pt x="266" y="351"/>
                    <a:pt x="266" y="351"/>
                  </a:cubicBezTo>
                  <a:cubicBezTo>
                    <a:pt x="266" y="351"/>
                    <a:pt x="266" y="351"/>
                    <a:pt x="266" y="351"/>
                  </a:cubicBezTo>
                  <a:cubicBezTo>
                    <a:pt x="266" y="352"/>
                    <a:pt x="266" y="352"/>
                    <a:pt x="266" y="352"/>
                  </a:cubicBezTo>
                  <a:cubicBezTo>
                    <a:pt x="267" y="354"/>
                    <a:pt x="268" y="354"/>
                    <a:pt x="270" y="355"/>
                  </a:cubicBezTo>
                  <a:cubicBezTo>
                    <a:pt x="272" y="356"/>
                    <a:pt x="274" y="357"/>
                    <a:pt x="276" y="357"/>
                  </a:cubicBezTo>
                  <a:cubicBezTo>
                    <a:pt x="277" y="358"/>
                    <a:pt x="278" y="358"/>
                    <a:pt x="280" y="358"/>
                  </a:cubicBezTo>
                  <a:cubicBezTo>
                    <a:pt x="281" y="358"/>
                    <a:pt x="282" y="359"/>
                    <a:pt x="283" y="359"/>
                  </a:cubicBezTo>
                  <a:cubicBezTo>
                    <a:pt x="285" y="359"/>
                    <a:pt x="285" y="359"/>
                    <a:pt x="285" y="359"/>
                  </a:cubicBezTo>
                  <a:cubicBezTo>
                    <a:pt x="287" y="360"/>
                    <a:pt x="287" y="360"/>
                    <a:pt x="287" y="360"/>
                  </a:cubicBezTo>
                  <a:cubicBezTo>
                    <a:pt x="292" y="360"/>
                    <a:pt x="297" y="361"/>
                    <a:pt x="302" y="361"/>
                  </a:cubicBezTo>
                  <a:cubicBezTo>
                    <a:pt x="308" y="361"/>
                    <a:pt x="313" y="360"/>
                    <a:pt x="318" y="359"/>
                  </a:cubicBezTo>
                  <a:cubicBezTo>
                    <a:pt x="321" y="359"/>
                    <a:pt x="324" y="358"/>
                    <a:pt x="327" y="357"/>
                  </a:cubicBezTo>
                  <a:cubicBezTo>
                    <a:pt x="327" y="357"/>
                    <a:pt x="328" y="356"/>
                    <a:pt x="329" y="356"/>
                  </a:cubicBezTo>
                  <a:cubicBezTo>
                    <a:pt x="330" y="355"/>
                    <a:pt x="331" y="355"/>
                    <a:pt x="332" y="355"/>
                  </a:cubicBezTo>
                  <a:cubicBezTo>
                    <a:pt x="338" y="352"/>
                    <a:pt x="338" y="352"/>
                    <a:pt x="338" y="352"/>
                  </a:cubicBezTo>
                  <a:cubicBezTo>
                    <a:pt x="338" y="347"/>
                    <a:pt x="338" y="347"/>
                    <a:pt x="338" y="347"/>
                  </a:cubicBezTo>
                  <a:cubicBezTo>
                    <a:pt x="337" y="344"/>
                    <a:pt x="337" y="344"/>
                    <a:pt x="337" y="344"/>
                  </a:cubicBezTo>
                  <a:cubicBezTo>
                    <a:pt x="337" y="343"/>
                    <a:pt x="337" y="343"/>
                    <a:pt x="337" y="343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39"/>
                    <a:pt x="336" y="339"/>
                    <a:pt x="336" y="339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3"/>
                    <a:pt x="335" y="330"/>
                    <a:pt x="335" y="327"/>
                  </a:cubicBezTo>
                  <a:cubicBezTo>
                    <a:pt x="336" y="321"/>
                    <a:pt x="337" y="315"/>
                    <a:pt x="340" y="310"/>
                  </a:cubicBezTo>
                  <a:cubicBezTo>
                    <a:pt x="342" y="307"/>
                    <a:pt x="343" y="305"/>
                    <a:pt x="345" y="303"/>
                  </a:cubicBezTo>
                  <a:cubicBezTo>
                    <a:pt x="347" y="302"/>
                    <a:pt x="348" y="301"/>
                    <a:pt x="349" y="300"/>
                  </a:cubicBezTo>
                  <a:cubicBezTo>
                    <a:pt x="350" y="299"/>
                    <a:pt x="351" y="299"/>
                    <a:pt x="352" y="298"/>
                  </a:cubicBezTo>
                  <a:cubicBezTo>
                    <a:pt x="357" y="296"/>
                    <a:pt x="363" y="295"/>
                    <a:pt x="367" y="297"/>
                  </a:cubicBezTo>
                  <a:cubicBezTo>
                    <a:pt x="368" y="297"/>
                    <a:pt x="369" y="298"/>
                    <a:pt x="370" y="299"/>
                  </a:cubicBezTo>
                  <a:cubicBezTo>
                    <a:pt x="370" y="299"/>
                    <a:pt x="371" y="299"/>
                    <a:pt x="371" y="300"/>
                  </a:cubicBezTo>
                  <a:cubicBezTo>
                    <a:pt x="372" y="300"/>
                    <a:pt x="372" y="301"/>
                    <a:pt x="373" y="301"/>
                  </a:cubicBezTo>
                  <a:cubicBezTo>
                    <a:pt x="374" y="304"/>
                    <a:pt x="376" y="306"/>
                    <a:pt x="377" y="308"/>
                  </a:cubicBezTo>
                  <a:cubicBezTo>
                    <a:pt x="378" y="311"/>
                    <a:pt x="378" y="313"/>
                    <a:pt x="378" y="316"/>
                  </a:cubicBezTo>
                  <a:cubicBezTo>
                    <a:pt x="378" y="319"/>
                    <a:pt x="377" y="322"/>
                    <a:pt x="376" y="324"/>
                  </a:cubicBezTo>
                  <a:cubicBezTo>
                    <a:pt x="374" y="330"/>
                    <a:pt x="371" y="335"/>
                    <a:pt x="366" y="339"/>
                  </a:cubicBezTo>
                  <a:cubicBezTo>
                    <a:pt x="364" y="342"/>
                    <a:pt x="362" y="344"/>
                    <a:pt x="359" y="346"/>
                  </a:cubicBezTo>
                  <a:cubicBezTo>
                    <a:pt x="359" y="346"/>
                    <a:pt x="358" y="347"/>
                    <a:pt x="357" y="347"/>
                  </a:cubicBezTo>
                  <a:cubicBezTo>
                    <a:pt x="356" y="348"/>
                    <a:pt x="356" y="348"/>
                    <a:pt x="356" y="348"/>
                  </a:cubicBezTo>
                  <a:cubicBezTo>
                    <a:pt x="355" y="349"/>
                    <a:pt x="355" y="349"/>
                    <a:pt x="355" y="349"/>
                  </a:cubicBezTo>
                  <a:cubicBezTo>
                    <a:pt x="352" y="351"/>
                    <a:pt x="349" y="353"/>
                    <a:pt x="346" y="355"/>
                  </a:cubicBezTo>
                  <a:cubicBezTo>
                    <a:pt x="347" y="357"/>
                    <a:pt x="348" y="359"/>
                    <a:pt x="349" y="361"/>
                  </a:cubicBezTo>
                  <a:cubicBezTo>
                    <a:pt x="349" y="362"/>
                    <a:pt x="350" y="363"/>
                    <a:pt x="350" y="364"/>
                  </a:cubicBezTo>
                  <a:cubicBezTo>
                    <a:pt x="351" y="366"/>
                    <a:pt x="351" y="366"/>
                    <a:pt x="351" y="366"/>
                  </a:cubicBezTo>
                  <a:cubicBezTo>
                    <a:pt x="351" y="367"/>
                    <a:pt x="351" y="367"/>
                    <a:pt x="351" y="367"/>
                  </a:cubicBezTo>
                  <a:cubicBezTo>
                    <a:pt x="352" y="369"/>
                    <a:pt x="353" y="372"/>
                    <a:pt x="354" y="374"/>
                  </a:cubicBezTo>
                  <a:cubicBezTo>
                    <a:pt x="357" y="378"/>
                    <a:pt x="360" y="383"/>
                    <a:pt x="363" y="387"/>
                  </a:cubicBezTo>
                  <a:cubicBezTo>
                    <a:pt x="366" y="392"/>
                    <a:pt x="370" y="396"/>
                    <a:pt x="374" y="399"/>
                  </a:cubicBezTo>
                  <a:cubicBezTo>
                    <a:pt x="375" y="400"/>
                    <a:pt x="377" y="401"/>
                    <a:pt x="378" y="401"/>
                  </a:cubicBezTo>
                  <a:cubicBezTo>
                    <a:pt x="378" y="402"/>
                    <a:pt x="379" y="402"/>
                    <a:pt x="379" y="403"/>
                  </a:cubicBezTo>
                  <a:cubicBezTo>
                    <a:pt x="380" y="403"/>
                    <a:pt x="380" y="403"/>
                    <a:pt x="380" y="403"/>
                  </a:cubicBezTo>
                  <a:cubicBezTo>
                    <a:pt x="381" y="403"/>
                    <a:pt x="381" y="403"/>
                    <a:pt x="381" y="403"/>
                  </a:cubicBezTo>
                  <a:cubicBezTo>
                    <a:pt x="382" y="404"/>
                    <a:pt x="382" y="404"/>
                    <a:pt x="382" y="404"/>
                  </a:cubicBezTo>
                  <a:cubicBezTo>
                    <a:pt x="384" y="405"/>
                    <a:pt x="386" y="406"/>
                    <a:pt x="388" y="407"/>
                  </a:cubicBezTo>
                  <a:cubicBezTo>
                    <a:pt x="390" y="408"/>
                    <a:pt x="392" y="409"/>
                    <a:pt x="394" y="410"/>
                  </a:cubicBezTo>
                  <a:cubicBezTo>
                    <a:pt x="402" y="394"/>
                    <a:pt x="402" y="394"/>
                    <a:pt x="402" y="394"/>
                  </a:cubicBezTo>
                  <a:cubicBezTo>
                    <a:pt x="407" y="384"/>
                    <a:pt x="407" y="384"/>
                    <a:pt x="407" y="384"/>
                  </a:cubicBezTo>
                  <a:cubicBezTo>
                    <a:pt x="409" y="379"/>
                    <a:pt x="409" y="379"/>
                    <a:pt x="409" y="379"/>
                  </a:cubicBezTo>
                  <a:cubicBezTo>
                    <a:pt x="410" y="378"/>
                    <a:pt x="410" y="378"/>
                    <a:pt x="410" y="378"/>
                  </a:cubicBezTo>
                  <a:cubicBezTo>
                    <a:pt x="410" y="377"/>
                    <a:pt x="410" y="377"/>
                    <a:pt x="410" y="377"/>
                  </a:cubicBezTo>
                  <a:cubicBezTo>
                    <a:pt x="411" y="377"/>
                    <a:pt x="411" y="376"/>
                    <a:pt x="412" y="375"/>
                  </a:cubicBezTo>
                  <a:cubicBezTo>
                    <a:pt x="414" y="373"/>
                    <a:pt x="416" y="370"/>
                    <a:pt x="418" y="368"/>
                  </a:cubicBezTo>
                  <a:cubicBezTo>
                    <a:pt x="420" y="366"/>
                    <a:pt x="423" y="364"/>
                    <a:pt x="425" y="363"/>
                  </a:cubicBezTo>
                  <a:cubicBezTo>
                    <a:pt x="426" y="362"/>
                    <a:pt x="428" y="362"/>
                    <a:pt x="429" y="362"/>
                  </a:cubicBezTo>
                  <a:cubicBezTo>
                    <a:pt x="429" y="362"/>
                    <a:pt x="430" y="362"/>
                    <a:pt x="430" y="362"/>
                  </a:cubicBezTo>
                  <a:cubicBezTo>
                    <a:pt x="431" y="362"/>
                    <a:pt x="431" y="362"/>
                    <a:pt x="432" y="362"/>
                  </a:cubicBezTo>
                  <a:cubicBezTo>
                    <a:pt x="436" y="363"/>
                    <a:pt x="441" y="367"/>
                    <a:pt x="443" y="372"/>
                  </a:cubicBezTo>
                  <a:cubicBezTo>
                    <a:pt x="445" y="377"/>
                    <a:pt x="446" y="384"/>
                    <a:pt x="445" y="390"/>
                  </a:cubicBezTo>
                  <a:cubicBezTo>
                    <a:pt x="445" y="393"/>
                    <a:pt x="444" y="396"/>
                    <a:pt x="442" y="399"/>
                  </a:cubicBezTo>
                  <a:cubicBezTo>
                    <a:pt x="441" y="402"/>
                    <a:pt x="440" y="404"/>
                    <a:pt x="438" y="406"/>
                  </a:cubicBezTo>
                  <a:cubicBezTo>
                    <a:pt x="434" y="411"/>
                    <a:pt x="428" y="414"/>
                    <a:pt x="422" y="416"/>
                  </a:cubicBezTo>
                  <a:cubicBezTo>
                    <a:pt x="419" y="417"/>
                    <a:pt x="416" y="417"/>
                    <a:pt x="413" y="417"/>
                  </a:cubicBezTo>
                  <a:cubicBezTo>
                    <a:pt x="411" y="418"/>
                    <a:pt x="410" y="418"/>
                    <a:pt x="408" y="418"/>
                  </a:cubicBezTo>
                  <a:cubicBezTo>
                    <a:pt x="407" y="418"/>
                    <a:pt x="407" y="418"/>
                    <a:pt x="407" y="418"/>
                  </a:cubicBezTo>
                  <a:cubicBezTo>
                    <a:pt x="407" y="418"/>
                    <a:pt x="406" y="418"/>
                    <a:pt x="406" y="418"/>
                  </a:cubicBezTo>
                  <a:cubicBezTo>
                    <a:pt x="405" y="417"/>
                    <a:pt x="404" y="417"/>
                    <a:pt x="403" y="417"/>
                  </a:cubicBezTo>
                  <a:cubicBezTo>
                    <a:pt x="398" y="417"/>
                    <a:pt x="398" y="417"/>
                    <a:pt x="398" y="417"/>
                  </a:cubicBezTo>
                  <a:cubicBezTo>
                    <a:pt x="394" y="426"/>
                    <a:pt x="394" y="426"/>
                    <a:pt x="394" y="426"/>
                  </a:cubicBezTo>
                  <a:cubicBezTo>
                    <a:pt x="392" y="432"/>
                    <a:pt x="392" y="432"/>
                    <a:pt x="392" y="432"/>
                  </a:cubicBezTo>
                  <a:cubicBezTo>
                    <a:pt x="387" y="442"/>
                    <a:pt x="387" y="442"/>
                    <a:pt x="387" y="442"/>
                  </a:cubicBezTo>
                  <a:cubicBezTo>
                    <a:pt x="384" y="449"/>
                    <a:pt x="381" y="456"/>
                    <a:pt x="378" y="463"/>
                  </a:cubicBezTo>
                  <a:cubicBezTo>
                    <a:pt x="372" y="477"/>
                    <a:pt x="367" y="492"/>
                    <a:pt x="362" y="506"/>
                  </a:cubicBezTo>
                  <a:cubicBezTo>
                    <a:pt x="351" y="535"/>
                    <a:pt x="342" y="564"/>
                    <a:pt x="333" y="593"/>
                  </a:cubicBezTo>
                  <a:cubicBezTo>
                    <a:pt x="330" y="604"/>
                    <a:pt x="330" y="604"/>
                    <a:pt x="330" y="604"/>
                  </a:cubicBezTo>
                  <a:cubicBezTo>
                    <a:pt x="327" y="613"/>
                    <a:pt x="327" y="613"/>
                    <a:pt x="327" y="613"/>
                  </a:cubicBezTo>
                  <a:cubicBezTo>
                    <a:pt x="326" y="619"/>
                    <a:pt x="326" y="619"/>
                    <a:pt x="326" y="619"/>
                  </a:cubicBezTo>
                  <a:cubicBezTo>
                    <a:pt x="325" y="621"/>
                    <a:pt x="325" y="621"/>
                    <a:pt x="325" y="621"/>
                  </a:cubicBezTo>
                  <a:cubicBezTo>
                    <a:pt x="325" y="622"/>
                    <a:pt x="325" y="622"/>
                    <a:pt x="325" y="622"/>
                  </a:cubicBezTo>
                  <a:lnTo>
                    <a:pt x="318" y="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3" name="Freeform 34">
            <a:extLst>
              <a:ext uri="{FF2B5EF4-FFF2-40B4-BE49-F238E27FC236}">
                <a16:creationId xmlns:a16="http://schemas.microsoft.com/office/drawing/2014/main" id="{13D1C621-9884-D389-1674-A8E5D5594477}"/>
              </a:ext>
            </a:extLst>
          </p:cNvPr>
          <p:cNvSpPr>
            <a:spLocks noEditPoints="1"/>
          </p:cNvSpPr>
          <p:nvPr/>
        </p:nvSpPr>
        <p:spPr bwMode="auto">
          <a:xfrm>
            <a:off x="8230714" y="3429000"/>
            <a:ext cx="695371" cy="330291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94" name="任意多边形 93">
            <a:extLst>
              <a:ext uri="{FF2B5EF4-FFF2-40B4-BE49-F238E27FC236}">
                <a16:creationId xmlns:a16="http://schemas.microsoft.com/office/drawing/2014/main" id="{E5CE3D82-5F5E-4BF8-E984-DC7F83E1248B}"/>
              </a:ext>
            </a:extLst>
          </p:cNvPr>
          <p:cNvSpPr/>
          <p:nvPr/>
        </p:nvSpPr>
        <p:spPr>
          <a:xfrm>
            <a:off x="2398159" y="3352800"/>
            <a:ext cx="5692905" cy="580305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" fmla="*/ 0 w 6766560"/>
              <a:gd name="connsiteY0" fmla="*/ 75291 h 398381"/>
              <a:gd name="connsiteX1" fmla="*/ 4369154 w 6766560"/>
              <a:gd name="connsiteY1" fmla="*/ 18141 h 398381"/>
              <a:gd name="connsiteX2" fmla="*/ 4023360 w 6766560"/>
              <a:gd name="connsiteY2" fmla="*/ 395331 h 398381"/>
              <a:gd name="connsiteX3" fmla="*/ 6766560 w 6766560"/>
              <a:gd name="connsiteY3" fmla="*/ 166731 h 398381"/>
              <a:gd name="connsiteX0" fmla="*/ 0 w 6766560"/>
              <a:gd name="connsiteY0" fmla="*/ 71354 h 339035"/>
              <a:gd name="connsiteX1" fmla="*/ 4369154 w 6766560"/>
              <a:gd name="connsiteY1" fmla="*/ 14204 h 339035"/>
              <a:gd name="connsiteX2" fmla="*/ 4351696 w 6766560"/>
              <a:gd name="connsiteY2" fmla="*/ 334244 h 339035"/>
              <a:gd name="connsiteX3" fmla="*/ 6766560 w 6766560"/>
              <a:gd name="connsiteY3" fmla="*/ 162794 h 339035"/>
              <a:gd name="connsiteX0" fmla="*/ 0 w 7194823"/>
              <a:gd name="connsiteY0" fmla="*/ 71354 h 334304"/>
              <a:gd name="connsiteX1" fmla="*/ 4369154 w 7194823"/>
              <a:gd name="connsiteY1" fmla="*/ 14204 h 334304"/>
              <a:gd name="connsiteX2" fmla="*/ 4351696 w 7194823"/>
              <a:gd name="connsiteY2" fmla="*/ 334244 h 334304"/>
              <a:gd name="connsiteX3" fmla="*/ 7194823 w 7194823"/>
              <a:gd name="connsiteY3" fmla="*/ 37064 h 334304"/>
              <a:gd name="connsiteX0" fmla="*/ 0 w 7194823"/>
              <a:gd name="connsiteY0" fmla="*/ 72918 h 358721"/>
              <a:gd name="connsiteX1" fmla="*/ 4369154 w 7194823"/>
              <a:gd name="connsiteY1" fmla="*/ 15768 h 358721"/>
              <a:gd name="connsiteX2" fmla="*/ 4051911 w 7194823"/>
              <a:gd name="connsiteY2" fmla="*/ 358668 h 358721"/>
              <a:gd name="connsiteX3" fmla="*/ 7194823 w 7194823"/>
              <a:gd name="connsiteY3" fmla="*/ 38628 h 358721"/>
              <a:gd name="connsiteX0" fmla="*/ 0 w 6454042"/>
              <a:gd name="connsiteY0" fmla="*/ 72918 h 359955"/>
              <a:gd name="connsiteX1" fmla="*/ 4369154 w 6454042"/>
              <a:gd name="connsiteY1" fmla="*/ 15768 h 359955"/>
              <a:gd name="connsiteX2" fmla="*/ 4051911 w 6454042"/>
              <a:gd name="connsiteY2" fmla="*/ 358668 h 359955"/>
              <a:gd name="connsiteX3" fmla="*/ 6454042 w 6454042"/>
              <a:gd name="connsiteY3" fmla="*/ 112769 h 359955"/>
              <a:gd name="connsiteX0" fmla="*/ 0 w 6454042"/>
              <a:gd name="connsiteY0" fmla="*/ 62493 h 349247"/>
              <a:gd name="connsiteX1" fmla="*/ 4122228 w 6454042"/>
              <a:gd name="connsiteY1" fmla="*/ 17700 h 349247"/>
              <a:gd name="connsiteX2" fmla="*/ 4051911 w 6454042"/>
              <a:gd name="connsiteY2" fmla="*/ 348243 h 349247"/>
              <a:gd name="connsiteX3" fmla="*/ 6454042 w 6454042"/>
              <a:gd name="connsiteY3" fmla="*/ 102344 h 349247"/>
              <a:gd name="connsiteX0" fmla="*/ 0 w 4341830"/>
              <a:gd name="connsiteY0" fmla="*/ 62493 h 348243"/>
              <a:gd name="connsiteX1" fmla="*/ 4122228 w 4341830"/>
              <a:gd name="connsiteY1" fmla="*/ 17700 h 348243"/>
              <a:gd name="connsiteX2" fmla="*/ 4051911 w 4341830"/>
              <a:gd name="connsiteY2" fmla="*/ 348243 h 348243"/>
              <a:gd name="connsiteX0" fmla="*/ 0 w 4122228"/>
              <a:gd name="connsiteY0" fmla="*/ 62493 h 62493"/>
              <a:gd name="connsiteX1" fmla="*/ 4122228 w 4122228"/>
              <a:gd name="connsiteY1" fmla="*/ 17700 h 62493"/>
              <a:gd name="connsiteX0" fmla="*/ 0 w 4122228"/>
              <a:gd name="connsiteY0" fmla="*/ 44793 h 66159"/>
              <a:gd name="connsiteX1" fmla="*/ 4122228 w 4122228"/>
              <a:gd name="connsiteY1" fmla="*/ 0 h 66159"/>
              <a:gd name="connsiteX0" fmla="*/ 0 w 4245691"/>
              <a:gd name="connsiteY0" fmla="*/ 156004 h 156004"/>
              <a:gd name="connsiteX1" fmla="*/ 4245691 w 4245691"/>
              <a:gd name="connsiteY1" fmla="*/ 0 h 156004"/>
              <a:gd name="connsiteX0" fmla="*/ 0 w 4245691"/>
              <a:gd name="connsiteY0" fmla="*/ 156004 h 163985"/>
              <a:gd name="connsiteX1" fmla="*/ 4245691 w 4245691"/>
              <a:gd name="connsiteY1" fmla="*/ 0 h 163985"/>
              <a:gd name="connsiteX0" fmla="*/ 0 w 5449458"/>
              <a:gd name="connsiteY0" fmla="*/ 143648 h 143648"/>
              <a:gd name="connsiteX1" fmla="*/ 5449458 w 5449458"/>
              <a:gd name="connsiteY1" fmla="*/ 0 h 143648"/>
              <a:gd name="connsiteX0" fmla="*/ 0 w 5449458"/>
              <a:gd name="connsiteY0" fmla="*/ 143648 h 260913"/>
              <a:gd name="connsiteX1" fmla="*/ 1990356 w 5449458"/>
              <a:gd name="connsiteY1" fmla="*/ 260339 h 260913"/>
              <a:gd name="connsiteX2" fmla="*/ 5449458 w 5449458"/>
              <a:gd name="connsiteY2" fmla="*/ 0 h 260913"/>
              <a:gd name="connsiteX0" fmla="*/ 0 w 4693246"/>
              <a:gd name="connsiteY0" fmla="*/ 169 h 463018"/>
              <a:gd name="connsiteX1" fmla="*/ 1234144 w 4693246"/>
              <a:gd name="connsiteY1" fmla="*/ 462849 h 463018"/>
              <a:gd name="connsiteX2" fmla="*/ 4693246 w 4693246"/>
              <a:gd name="connsiteY2" fmla="*/ 202510 h 463018"/>
              <a:gd name="connsiteX0" fmla="*/ 153395 w 4846641"/>
              <a:gd name="connsiteY0" fmla="*/ 0 h 462988"/>
              <a:gd name="connsiteX1" fmla="*/ 1387539 w 4846641"/>
              <a:gd name="connsiteY1" fmla="*/ 462680 h 462988"/>
              <a:gd name="connsiteX2" fmla="*/ 4846641 w 4846641"/>
              <a:gd name="connsiteY2" fmla="*/ 202341 h 462988"/>
              <a:gd name="connsiteX0" fmla="*/ 212160 w 4457851"/>
              <a:gd name="connsiteY0" fmla="*/ 0 h 462988"/>
              <a:gd name="connsiteX1" fmla="*/ 998749 w 4457851"/>
              <a:gd name="connsiteY1" fmla="*/ 462680 h 462988"/>
              <a:gd name="connsiteX2" fmla="*/ 4457851 w 4457851"/>
              <a:gd name="connsiteY2" fmla="*/ 202341 h 462988"/>
              <a:gd name="connsiteX0" fmla="*/ 238795 w 4484486"/>
              <a:gd name="connsiteY0" fmla="*/ 0 h 462868"/>
              <a:gd name="connsiteX1" fmla="*/ 1025384 w 4484486"/>
              <a:gd name="connsiteY1" fmla="*/ 462680 h 462868"/>
              <a:gd name="connsiteX2" fmla="*/ 4484486 w 4484486"/>
              <a:gd name="connsiteY2" fmla="*/ 202341 h 462868"/>
              <a:gd name="connsiteX0" fmla="*/ 410770 w 4656461"/>
              <a:gd name="connsiteY0" fmla="*/ 0 h 425815"/>
              <a:gd name="connsiteX1" fmla="*/ 595476 w 4656461"/>
              <a:gd name="connsiteY1" fmla="*/ 425610 h 425815"/>
              <a:gd name="connsiteX2" fmla="*/ 4656461 w 4656461"/>
              <a:gd name="connsiteY2" fmla="*/ 202341 h 425815"/>
              <a:gd name="connsiteX0" fmla="*/ 410770 w 4656461"/>
              <a:gd name="connsiteY0" fmla="*/ 0 h 364069"/>
              <a:gd name="connsiteX1" fmla="*/ 595476 w 4656461"/>
              <a:gd name="connsiteY1" fmla="*/ 363827 h 364069"/>
              <a:gd name="connsiteX2" fmla="*/ 4656461 w 4656461"/>
              <a:gd name="connsiteY2" fmla="*/ 202341 h 364069"/>
              <a:gd name="connsiteX0" fmla="*/ 558636 w 4511100"/>
              <a:gd name="connsiteY0" fmla="*/ 0 h 388767"/>
              <a:gd name="connsiteX1" fmla="*/ 450115 w 4511100"/>
              <a:gd name="connsiteY1" fmla="*/ 388541 h 388767"/>
              <a:gd name="connsiteX2" fmla="*/ 4511100 w 4511100"/>
              <a:gd name="connsiteY2" fmla="*/ 227055 h 388767"/>
              <a:gd name="connsiteX0" fmla="*/ 445007 w 4613533"/>
              <a:gd name="connsiteY0" fmla="*/ 0 h 413467"/>
              <a:gd name="connsiteX1" fmla="*/ 552548 w 4613533"/>
              <a:gd name="connsiteY1" fmla="*/ 413255 h 413467"/>
              <a:gd name="connsiteX2" fmla="*/ 4613533 w 4613533"/>
              <a:gd name="connsiteY2" fmla="*/ 251769 h 413467"/>
              <a:gd name="connsiteX0" fmla="*/ 437894 w 4606420"/>
              <a:gd name="connsiteY0" fmla="*/ 0 h 351722"/>
              <a:gd name="connsiteX1" fmla="*/ 560868 w 4606420"/>
              <a:gd name="connsiteY1" fmla="*/ 351471 h 351722"/>
              <a:gd name="connsiteX2" fmla="*/ 4606420 w 4606420"/>
              <a:gd name="connsiteY2" fmla="*/ 251769 h 351722"/>
              <a:gd name="connsiteX0" fmla="*/ 424068 w 4592594"/>
              <a:gd name="connsiteY0" fmla="*/ 0 h 401116"/>
              <a:gd name="connsiteX1" fmla="*/ 577907 w 4592594"/>
              <a:gd name="connsiteY1" fmla="*/ 400898 h 401116"/>
              <a:gd name="connsiteX2" fmla="*/ 4592594 w 4592594"/>
              <a:gd name="connsiteY2" fmla="*/ 251769 h 401116"/>
              <a:gd name="connsiteX0" fmla="*/ 424068 w 4592594"/>
              <a:gd name="connsiteY0" fmla="*/ 0 h 401116"/>
              <a:gd name="connsiteX1" fmla="*/ 577907 w 4592594"/>
              <a:gd name="connsiteY1" fmla="*/ 400898 h 401116"/>
              <a:gd name="connsiteX2" fmla="*/ 4592594 w 4592594"/>
              <a:gd name="connsiteY2" fmla="*/ 338266 h 401116"/>
              <a:gd name="connsiteX0" fmla="*/ 391353 w 4638179"/>
              <a:gd name="connsiteY0" fmla="*/ 0 h 401116"/>
              <a:gd name="connsiteX1" fmla="*/ 623492 w 4638179"/>
              <a:gd name="connsiteY1" fmla="*/ 400898 h 401116"/>
              <a:gd name="connsiteX2" fmla="*/ 4638179 w 4638179"/>
              <a:gd name="connsiteY2" fmla="*/ 338266 h 401116"/>
              <a:gd name="connsiteX0" fmla="*/ 391353 w 4904398"/>
              <a:gd name="connsiteY0" fmla="*/ 0 h 401116"/>
              <a:gd name="connsiteX1" fmla="*/ 623492 w 4904398"/>
              <a:gd name="connsiteY1" fmla="*/ 400898 h 401116"/>
              <a:gd name="connsiteX2" fmla="*/ 4904398 w 4904398"/>
              <a:gd name="connsiteY2" fmla="*/ 322224 h 40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Zhiming Software Japan</a:t>
            </a:r>
            <a:endParaRPr lang="zh-CN" altLang="en-US" sz="32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2" name="图片 1" descr="图片">
            <a:extLst>
              <a:ext uri="{FF2B5EF4-FFF2-40B4-BE49-F238E27FC236}">
                <a16:creationId xmlns:a16="http://schemas.microsoft.com/office/drawing/2014/main" id="{A279B56D-D89D-4B74-6F07-EBE5E3FAB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2842352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1752"/>
      </p:ext>
    </p:extLst>
  </p:cSld>
  <p:clrMapOvr>
    <a:masterClrMapping/>
  </p:clrMapOvr>
  <p:transition spd="slow">
    <p:randomBar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3BF69CF38C3D76450F4DFEA45D69A134BC1D1685CD901556A38711F05BAD07B4" val="[{&quot;GradientColorId&quot;:&quot;&quot;,&quot;IsFree&quot;:true,&quot;IsGradient&quot;:false,&quot;ImagePath&quot;:&quot;&quot;,&quot;GradientColor&quot;:null,&quot;SimpleColor&quot;:&quot;#BF9000&quot;},{&quot;GradientColorId&quot;:&quot;&quot;,&quot;IsFree&quot;:true,&quot;IsGradient&quot;:false,&quot;ImagePath&quot;:&quot;&quot;,&quot;GradientColor&quot;:null,&quot;SimpleColor&quot;:&quot;#5B9BD5&quot;}]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3285</Words>
  <Application>Microsoft Office PowerPoint</Application>
  <PresentationFormat>宽屏</PresentationFormat>
  <Paragraphs>166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Meiryo UI</vt:lpstr>
      <vt:lpstr>方正静蕾简体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蓝色手绘</dc:title>
  <dc:creator>第一PPT</dc:creator>
  <cp:keywords>www.1ppt.com</cp:keywords>
  <cp:lastModifiedBy>贵诚 赵</cp:lastModifiedBy>
  <cp:revision>80</cp:revision>
  <dcterms:created xsi:type="dcterms:W3CDTF">2016-03-09T07:25:59Z</dcterms:created>
  <dcterms:modified xsi:type="dcterms:W3CDTF">2026-08-10T00:13:57Z</dcterms:modified>
</cp:coreProperties>
</file>